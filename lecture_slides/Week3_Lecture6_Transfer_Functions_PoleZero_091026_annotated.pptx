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84" r:id="rId5"/>
    <p:sldId id="286" r:id="rId6"/>
    <p:sldId id="287" r:id="rId7"/>
    <p:sldId id="259" r:id="rId8"/>
    <p:sldId id="260" r:id="rId9"/>
    <p:sldId id="261" r:id="rId10"/>
    <p:sldId id="262" r:id="rId11"/>
    <p:sldId id="263" r:id="rId12"/>
    <p:sldId id="279" r:id="rId13"/>
    <p:sldId id="264" r:id="rId14"/>
    <p:sldId id="285" r:id="rId15"/>
    <p:sldId id="265" r:id="rId16"/>
    <p:sldId id="266" r:id="rId17"/>
    <p:sldId id="267" r:id="rId18"/>
    <p:sldId id="268" r:id="rId19"/>
    <p:sldId id="288" r:id="rId20"/>
    <p:sldId id="290" r:id="rId21"/>
    <p:sldId id="291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80" r:id="rId30"/>
    <p:sldId id="276" r:id="rId31"/>
    <p:sldId id="28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 24575,'-6'-14'0,"4"13"0,2 8 0,47 221 0,-31-159 0,-5-23 0,-3 0 0,6 92 0,-16-84 0,3 39 0,-1-92 0,0-1 0,0 1 0,0 0 0,0-1 0,0 1 0,0 0 0,0-1 0,0 1 0,0 0 0,0-1 0,1 1 0,-1 0 0,0-1 0,0 1 0,1-1 0,-1 1 0,0-1 0,1 1 0,-1-1 0,1 1 0,-1-1 0,1 1 0,-1-1 0,1 1 0,-1-1 0,1 0 0,-1 1 0,1-1 0,-1 0 0,1 1 0,0-1 0,-1 0 0,1 0 0,0 0 0,-1 0 0,1 1 0,0-1 0,-1 0 0,1 0 0,1-1 0,2 1 0,0-1 0,-1-1 0,1 1 0,0-1 0,6-3 0,0 0 0,5-2 0,1 1 0,0 1 0,1 0 0,-1 2 0,27-4 0,23-4-1365,-53 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24575,'40'0'0,"77"-2"0,-99 1 0,-1-2 0,1 0 0,-1 0 0,25-10 0,-37 11 0,0 0 0,-1 0 0,1 0 0,-1-1 0,1 0 0,-1 0 0,0 0 0,0 0 0,-1-1 0,1 0 0,-1 1 0,1-1 0,-1 0 0,0-1 0,-1 1 0,1 0 0,-1-1 0,0 0 0,2-6 0,-3 7 0,0-1 0,0 1 0,0-1 0,-1 1 0,0-1 0,0 0 0,0 1 0,0-1 0,-1 1 0,0-1 0,0 1 0,0-1 0,-1 1 0,1-1 0,-1 1 0,0 0 0,0 0 0,0 0 0,-1 0 0,0 0 0,-4-5 0,-1 1 0,-1 0 0,1 0 0,-1 1 0,-1 0 0,0 0 0,0 1 0,0 0 0,-1 1 0,1 0 0,-1 1 0,0 0 0,-1 1 0,1 0 0,-23-2 0,32 5 0,1 0 0,-1 0 0,0 0 0,1 0 0,-1 0 0,0 0 0,1 1 0,-1-1 0,0 0 0,1 1 0,-1 0 0,1-1 0,-1 1 0,1 0 0,-1 0 0,1 0 0,0 0 0,-1 0 0,1 0 0,-1 1 0,0 0 0,1 0 0,0 0 0,0 0 0,0 1 0,0-1 0,0 0 0,0 0 0,1 1 0,-1-1 0,1 0 0,-1 1 0,1 3 0,0 1 0,0-1 0,1 1 0,0 0 0,0-1 0,0 1 0,1-1 0,0 1 0,1-1 0,3 7 0,4 5 0,1-1 0,1-1 0,1 0 0,25 24 0,66 49 0,-88-77 0,0-1 0,20 10 0,-30-18 0,0 0 0,0 0 0,0-1 0,0 0 0,1 0 0,-1-1 0,1 0 0,0 0 0,12 0 0,-17-1-72,0 0 1,0 0-1,0 0 0,-1-1 0,1 1 0,0-1 0,0 0 0,0 1 1,-1-1-1,1 0 0,0 0 0,-1 0 0,1 0 0,-1 0 0,1-1 1,-1 1-1,1 0 0,1-3 0,3-5-6754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24575,'-1'0'0,"-1"0"0,0 1 0,0-1 0,0 0 0,0 1 0,0-1 0,1 1 0,-1-1 0,0 1 0,1 0 0,-1 0 0,0 0 0,1 0 0,-1 0 0,1 0 0,-1 1 0,1-1 0,0 0 0,-1 1 0,1-1 0,0 1 0,0-1 0,0 1 0,0 0 0,0-1 0,1 1 0,-1 0 0,0 0 0,1-1 0,0 1 0,-1 0 0,1 2 0,-2 9 0,1-1 0,0 0 0,3 24 0,-2-19 0,0-12 0,1 0 0,-1 0 0,1 0 0,0 0 0,0 0 0,0 0 0,1-1 0,-1 1 0,1 0 0,0-1 0,1 0 0,-1 1 0,1-1 0,5 7 0,-4-7 0,1 0 0,-1-1 0,1 1 0,-1-1 0,1 0 0,0 0 0,0-1 0,0 0 0,1 1 0,-1-2 0,1 1 0,8 1 0,260 42 0,-231-39-1365,-27-2-5461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24575,'0'0'0,"-1"1"0,0-1 0,1 0 0,-1 0 0,1 1 0,-1-1 0,1 1 0,-1-1 0,0 0 0,1 1 0,-1-1 0,1 1 0,0-1 0,-1 1 0,1-1 0,-1 1 0,1 0 0,0-1 0,-1 1 0,1 0 0,0-1 0,0 1 0,0-1 0,-1 1 0,1 0 0,0 0 0,0 0 0,-3 23 0,3-21 0,0 5 0,0 0 0,0 0 0,1 0 0,0 0 0,3 11 0,-3-16 0,-1 1 0,1-1 0,1 0 0,-1 0 0,0 0 0,1 0 0,0 0 0,0-1 0,0 1 0,0 0 0,0-1 0,0 0 0,0 1 0,1-1 0,0 0 0,2 2 0,-1-3 0,-1 0 0,1 0 0,-1-1 0,0 1 0,1-1 0,-1 0 0,1 0 0,-1 0 0,1 0 0,-1 0 0,1-1 0,4-1 0,18-1 0,-20 3 0,-1 1 0,1-1 0,-1 2 0,1-1 0,-1 0 0,0 1 0,1 0 0,-1 1 0,0-1 0,6 5 0,7 5 0,23 20 0,-20-15 0,-15-11 0,0-1 0,1 1 0,-2 0 0,1 1 0,-1-1 0,0 1 0,0 0 0,-1 0 0,0 1 0,0-1 0,-1 1 0,0 0 0,0 0 0,-1 0 0,0 0 0,-1 1 0,1-1 0,-2 0 0,1 1 0,-1-1 0,-1 14 0,0-19 0,1 0 0,-1 0 0,1 0 0,-1 0 0,0 0 0,0-1 0,0 1 0,-1 0 0,1-1 0,-1 1 0,1-1 0,-1 1 0,0-1 0,0 0 0,0 1 0,-3 2 0,1-3 0,-1 1 0,1 0 0,0-1 0,-1 1 0,1-1 0,-1-1 0,0 1 0,1-1 0,-8 2 0,3-2 0,0 0 0,-1 0 0,1-1 0,-1 0 0,1 0 0,0-1 0,-1-1 0,1 1 0,0-2 0,-11-3 0,9 1-83,-1-1 0,1-1 0,-15-10-1,15 8-948,-2 1-5794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24575,'32'-2'0,"18"-2"0,5 1 0,-2 1 0,-4-3 0,-9 1 0,-6-2 0,-7-3 0,-4-1 0,-8-5 0,-2-2 0,-5 0 0,-3 0 0,-2 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0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 24575,'-9'-12'0,"4"5"0,14 16 0,34 32 0,11 12 0,327 334 0,-364-371 0,31 33 0,37 33 0,-84-81 0,-1-1 0,0 1 0,0-1 0,1 0 0,-1 1 0,1-1 0,-1 0 0,0 0 0,1 1 0,-1-1 0,1 0 0,-1 0 0,0 0 0,1 0 0,-1 1 0,1-1 0,-1 0 0,1 0 0,-1 0 0,1 0 0,-1 0 0,1 0 0,-1 0 0,1-1 0,-1 1 0,0 0 0,0 0 0,1-1 0,-1 1 0,0 0 0,0 0 0,1-1 0,-1 1 0,0 0 0,0-1 0,0 1 0,0 0 0,0-1 0,0 1 0,0 0 0,1-1 0,-1 1 0,0-1 0,0 1 0,-3-23 0,-4 3-47,-1 1 1,0 0-1,-2 1 0,0 0 0,-16-21 0,8 11-1037,5 8-5742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61 24575,'-4'-5'0,"1"0"0,0 0 0,0 0 0,-1 0 0,0 0 0,0 1 0,0 0 0,0 0 0,-1 0 0,1 0 0,-8-4 0,11 7 0,0 1 0,0 0 0,1-1 0,-1 1 0,0 0 0,0 0 0,0 0 0,0-1 0,1 1 0,-1 0 0,0 0 0,0 0 0,0 1 0,0-1 0,0 0 0,1 0 0,-1 0 0,0 0 0,0 1 0,0-1 0,1 0 0,-1 1 0,0-1 0,0 1 0,1-1 0,-1 1 0,0-1 0,1 1 0,-1 0 0,1-1 0,-1 1 0,1-1 0,-1 1 0,1 0 0,-1 0 0,1-1 0,-1 1 0,1 0 0,0 0 0,0 0 0,-1 0 0,-1 6 0,0 0 0,1 0 0,0 0 0,-1 7 0,1-3 0,-6 39 0,-2 12 0,-16 62 0,12-76 0,-2-1 0,-36 76 0,45-111 0,2-7 0,1 0 0,0 1 0,1-1 0,-1 1 0,1-1 0,0 1 0,1 0 0,-3 12 0,6-14-1365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25 24575,'0'-20'0,"0"15"0,0 16 0,-1 11 0,-1 1 0,-9 43 0,-18 43 0,14-61 0,-8 59 0,16-62 0,0 55 0,7-83 0,0 1 0,2-1 0,0 0 0,1 0 0,1 0 0,8 23 0,-3-17 0,1 0 0,1-1 0,1 0 0,1 0 0,18 23 0,-21-33 0,1 0 0,0 0 0,1-1 0,0-1 0,0 0 0,1-1 0,1 0 0,0 0 0,16 6 0,-21-11-119,-4-1 6,0-1 0,0 1-1,0-1 1,0-1 0,1 1-1,-1-1 1,1 1 0,-1-2 0,1 1-1,9 0 1,-6-4-6713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24575,'0'-12'0,"0"0"0,1 0 0,4-16 0,-5 25 0,1 0 0,0 0 0,0 1 0,0-1 0,0 0 0,0 1 0,0-1 0,1 0 0,-1 1 0,1 0 0,0-1 0,0 1 0,0 0 0,0 0 0,0 0 0,0 0 0,0 0 0,1 1 0,4-3 0,-5 3 0,0 1 0,1-1 0,-1 1 0,1-1 0,-1 1 0,0 0 0,1 0 0,-1 0 0,1 1 0,-1-1 0,1 1 0,-1-1 0,0 1 0,4 1 0,32 16 0,-30-14 0,2 2 0,-1 0 0,0 1 0,1-1 0,-2 2 0,1-1 0,-1 1 0,12 17 0,-15-20 0,-1 1 0,0 0 0,-1 0 0,0 0 0,0 1 0,0-1 0,-1 1 0,1 0 0,-2 0 0,1-1 0,-1 1 0,0 0 0,0 13 0,-1-17 0,-1 1 0,1-1 0,-1 1 0,0-1 0,0 0 0,0 1 0,-1-1 0,1 0 0,-1 0 0,-2 4 0,-25 28 0,24-29 0,0-1 0,0 1 0,0 0 0,1 0 0,0 1 0,-7 12 0,11-17 0,-1 0 0,0 1 0,0-1 0,1 1 0,-1 0 0,1-1 0,0 1 0,0-1 0,0 1 0,0-1 0,0 1 0,0 0 0,1-1 0,0 1 0,-1-1 0,3 5 0,-1-3 0,0-1 0,0 0 0,0 0 0,1 0 0,-1 0 0,1-1 0,0 1 0,0-1 0,0 1 0,0-1 0,3 2 0,4 1 0,-1 0 0,1 0 0,0-1 0,0 0 0,0-1 0,0 0 0,0-1 0,16 2 0,-21-4 0,0 0 0,-1 0 0,1 0 0,0 0 0,-1-1 0,1 0 0,0 0 0,-1 0 0,7-3 0,-8 2 0,0 1 0,0-1 0,-1 0 0,1 0 0,0 0 0,-1 0 0,0 0 0,1-1 0,-1 1 0,0-1 0,0 1 0,0-1 0,-1 0 0,4-6 0,-4 6-124,0-1 0,0 0 0,0 0 0,0-1 0,-1 1 0,0 0-1,0 0 1,0 0 0,0 0 0,-1-5 0,-1-6-6702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31 24575,'-30'-5'0,"-12"-2"0,-3 1 0,3 1 0,6 1 0,4 2 0,6 1 0,4 1 0,4 2 0,2 2 0,4-1-8191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24575,'22'5'0,"-1"0"0,0 1 0,0 1 0,0 0 0,-1 2 0,0 1 0,25 16 0,-21-10 0,-1 1 0,-1 1 0,-1 2 0,0 0 0,19 25 0,-10-6 0,-2 2 0,-2 1 0,-1 2 0,-3 0 0,-1 1 0,19 62 0,-32-83 17,-1 0-1,-1 1 1,-2-1-1,0 1 1,0 47-1,-4-62-84,0 0 0,-1 0-1,0 0 1,-1-1 0,0 1-1,-1 0 1,0-1 0,0 0-1,-1 1 1,0-2 0,-1 1 0,0 0-1,0-1 1,-1 0 0,0 0-1,0 0 1,-12 10 0,5-7-4690,3-3 2455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22 24575,'-4'-18'0,"1"15"0,-2 12 0,4-3 0,1 1 0,-1-1 0,1 1 0,0 0 0,1-1 0,-1 1 0,1-1 0,0 1 0,1-1 0,3 11 0,5 7 0,16 31 0,-21-45 0,77 144 0,-80-150-69,-6-10 241,-6-12-1640,3 6-5358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1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79 24575,'-8'-6'0,"-13"-7"0,0 1 0,0 1 0,-1 1 0,-41-14 0,59 23 0,1 1 0,-1-1 0,1 1 0,-1 0 0,1 0 0,-1 0 0,0 0 0,1 1 0,-1-1 0,1 1 0,-1 0 0,-3 2 0,-3 1 0,1 1 0,-17 10 0,20-10 0,0-1 0,-1 0 0,1-1 0,-1 1 0,0-1 0,0-1 0,-13 4 0,10-5-195,1 0 0,-1-1 0,1 0 0,-1 0 0,1-1 0,-12-3 0,5 1-6631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2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24575,'3'-8'0,"1"1"0,-2-1 0,1 1 0,2-15 0,-6 36 0,1 0 0,1 1 0,0-1 0,1 0 0,5 21 0,27 69 0,-9-30 0,-15-44 0,7 25 0,-16-48 0,0-1 0,0 0 0,0 1 0,-1-1 0,0 0 0,-1 11 0,1-17 0,0 0 0,0 0 0,0 0 0,0 0 0,1 1 0,-1-1 0,0 0 0,0 0 0,0 0 0,0 0 0,0 0 0,-1 1 0,1-1 0,0 0 0,0 0 0,0 0 0,0 0 0,0 0 0,0 1 0,0-1 0,0 0 0,0 0 0,0 0 0,0 0 0,0 0 0,0 0 0,-1 0 0,1 1 0,0-1 0,0 0 0,0 0 0,0 0 0,0 0 0,0 0 0,-1 0 0,1 0 0,0 0 0,0 0 0,0 0 0,0 0 0,0 0 0,-1 0 0,1 0 0,0 0 0,0 0 0,0 0 0,-1 0 0,-5-7 0,-3-12 0,5 5-1365,0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2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24575,'41'-15'0,"0"3"0,68-12 0,-77 20 0,0 2 0,-1 0 0,1 2 0,38 5 0,-57-4 0,12 2 0,0 0 0,-1 2 0,1 0 0,39 15 0,-62-19 0,0-1 0,0 1 0,0 0 0,0 0 0,-1 0 0,1 0 0,0 1 0,0-1 0,-1 0 0,1 1 0,-1-1 0,1 1 0,-1 0 0,0-1 0,0 1 0,1 0 0,-1 0 0,0 0 0,0 3 0,0-3 0,-1 1 0,0-1 0,0 1 0,0-1 0,-1 1 0,1-1 0,0 1 0,-1-1 0,0 1 0,0-1 0,0 1 0,0-1 0,0 0 0,0 0 0,-3 5 0,-4 4 0,-1 1 0,0-1 0,0-1 0,-1 0 0,0 0 0,-1-1 0,-17 11 0,-9 4 0,-41 19 0,57-34 0,-28 9 0,19-7 0,29-11 0,0 0 0,1 0 0,-1 1 0,1-1 0,-1 0 0,1 0 0,-1 0 0,1 1 0,-1-1 0,1 0 0,0 0 0,-1 1 0,1-1 0,-1 0 0,1 1 0,-1-1 0,1 1 0,0-1 0,-1 0 0,1 1 0,0-1 0,0 1 0,-1-1 0,1 1 0,0-1 0,0 2 0,0-2 0,0 1 0,0 0 0,1-1 0,-1 1 0,0-1 0,1 1 0,-1-1 0,1 1 0,-1-1 0,1 1 0,-1-1 0,1 1 0,-1-1 0,1 0 0,-1 1 0,1-1 0,1 1 0,35 12 0,-33-11 0,188 64 0,0 0 0,-189-65 0,-1 0 0,0 0 0,1 0 0,-1 0 0,0-1 0,1 1 0,-1-1 0,1 1 0,-1-1 0,0 0 0,1 0 0,-1 0 0,1 0 0,-1-1 0,0 1 0,1-1 0,2 0 0,-5 1 2,1-1 0,-1 1 0,0 0 0,1-1 1,-1 1-1,0-1 0,1 1 0,-1 0 0,0-1 0,0 1 0,0-1 0,0 1 0,1-1 0,-1 1 0,0-1 0,0 1 0,0 0 0,0-1 0,0 1 0,0-1 0,0 1 0,0-1 0,0 1 0,0-1 1,0 1-1,-1-1 0,1 1 0,0 0 0,0-1 0,0 1 0,-1-1 0,1 1 0,0-1 0,0 1 0,-1 0 0,1-1 0,0 1 0,-1-1 0,-14-15-806,13 14 163,-10-10-6185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2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27 24575,'26'-7'0,"64"-10"0,-79 15 0,0 2 0,0-1 0,0 1 0,0 1 0,0 0 0,12 3 0,-16-2 0,0 0 0,-1 1 0,1 0 0,-1 0 0,0 1 0,0 0 0,0 0 0,-1 0 0,10 10 0,0 1 0,-1 1 0,12 17 0,-20-25 0,-1 0 0,1 0 0,-2 1 0,1 0 0,-1 0 0,0 0 0,2 11 0,-5-17 0,0-1 0,-1 1 0,0 0 0,1 0 0,-1 0 0,0-1 0,0 1 0,-1 0 0,1 0 0,0 0 0,-1-1 0,0 1 0,0 0 0,0 0 0,0-1 0,0 1 0,0-1 0,-1 1 0,1-1 0,-1 0 0,1 1 0,-1-1 0,0 0 0,0 0 0,0 0 0,0 0 0,-1-1 0,1 1 0,-3 1 0,-2 1 0,0-1 0,0 0 0,-1-1 0,1 1 0,-1-1 0,1-1 0,-1 1 0,0-1 0,0-1 0,-13 0 0,-3-1 0,0-2 0,-28-6 0,23 3 0,-34-12 0,54 15 0,0-1 0,0 0 0,0 0 0,1-1 0,-1 0 0,1 0 0,-13-13 0,19 17 0,0-2 0,0 1 0,1 0 0,-1 0 0,1 0 0,-1-1 0,1 1 0,0-1 0,0 1 0,0-1 0,0 0 0,1 1 0,-1-1 0,0 0 0,1 1 0,0-1 0,0 0 0,0 0 0,0 1 0,0-1 0,1 0 0,-1 0 0,1 1 0,1-5 0,0 1 0,0 1 0,1 0 0,-1 1 0,1-1 0,0 0 0,0 1 0,1 0 0,-1-1 0,1 1 0,0 1 0,6-6 0,-3 4-195,1 0 0,1 1 0,-1-1 0,1 2 0,-1-1 0,17-3 0,-13 4-6631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2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45 24575,'-2'-3'0,"0"0"0,0 0 0,-1 0 0,1 0 0,0 0 0,-1 1 0,0-1 0,0 1 0,0 0 0,0 0 0,0 0 0,0 0 0,0 1 0,-1-1 0,1 1 0,0-1 0,-1 1 0,0 1 0,-6-2 0,1 1 0,0 0 0,0 1 0,0 0 0,0 0 0,0 1 0,-17 3 0,18-1 0,1-1 0,-1 1 0,1 1 0,0-1 0,0 1 0,0 1 0,0-1 0,1 1 0,-1 0 0,1 1 0,1-1 0,-1 1 0,1 0 0,0 1 0,-5 6 0,5-5 0,1 0 0,-1 0 0,1 1 0,1-1 0,-1 1 0,1 0 0,1 0 0,0 0 0,0 0 0,1 0 0,0 0 0,1 18 0,0-23 0,0 0 0,1 0 0,0 0 0,0 0 0,0 0 0,0 0 0,1 0 0,-1 0 0,1 0 0,0 0 0,0-1 0,1 1 0,-1-1 0,1 0 0,-1 1 0,1-1 0,0 0 0,0-1 0,1 1 0,-1-1 0,1 1 0,-1-1 0,1 0 0,5 2 0,21 5 0,1-2 0,0-1 0,-1-1 0,2-2 0,-1-1 0,46-3 0,20-13-1365,-83 13-5461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46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24575,'3'-11'0,"1"0"0,0 0 0,0 1 0,8-13 0,-12 22 0,1 1 0,-1-1 0,0 1 0,0-1 0,1 1 0,-1-1 0,0 1 0,1-1 0,-1 1 0,1 0 0,-1-1 0,1 1 0,-1 0 0,0-1 0,1 1 0,-1 0 0,1 0 0,-1-1 0,2 1 0,-2 0 0,0 0 0,1 0 0,-1 0 0,0 0 0,1 1 0,-1-1 0,0 0 0,0 0 0,1 0 0,-1 0 0,0 1 0,1-1 0,-1 0 0,0 0 0,0 1 0,0-1 0,1 0 0,-1 0 0,0 1 0,0-1 0,0 0 0,1 1 0,-1-1 0,7 27 0,-5-18 0,10 33 0,10 31 0,-4 2 0,10 83 0,-24-120 0,6 116 0,-10-148 0,0 0 0,1 0 0,0 0 0,0 0 0,0 0 0,0 0 0,5 10 0,-6-14 0,1-1 0,0 1 0,0-1 0,0 1 0,0-1 0,0 1 0,0-1 0,0 1 0,0-1 0,1 0 0,-1 0 0,0 0 0,1 0 0,-1 0 0,1 0 0,-1 0 0,1 0 0,0-1 0,-1 1 0,1 0 0,0-1 0,-1 0 0,1 1 0,0-1 0,0 0 0,-1 0 0,1 0 0,0 0 0,0 0 0,1 0 0,100-20-1365,-91 16-5461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24575,'82'-6'0,"-31"3"0,82-15 0,-128 17 0,-1 0 0,0 0 0,0-1 0,1 0 0,-1 1 0,0-1 0,0-1 0,0 1 0,-1 0 0,1-1 0,-1 0 0,4-4 0,-5 6 0,-1-1 0,0 0 0,0 1 0,0-1 0,0 0 0,0 0 0,0 0 0,0 0 0,-1 0 0,1 0 0,-1 0 0,1-1 0,-1 1 0,0 0 0,0 0 0,0 0 0,0 0 0,0 0 0,0-1 0,-1 1 0,1 0 0,-1 0 0,1 0 0,-1 0 0,0 0 0,0 0 0,-1-2 0,-1 0 0,1-1 0,-1 1 0,0 0 0,0 1 0,0-1 0,0 0 0,-1 1 0,1 0 0,-1 0 0,0 0 0,0 0 0,-5-2 0,7 4 0,0 0 0,1 0 0,-1 1 0,1-1 0,-1 1 0,0 0 0,0-1 0,1 1 0,-1 0 0,0 0 0,0 0 0,1 0 0,-1 0 0,0 0 0,1 1 0,-1-1 0,0 1 0,1-1 0,-1 1 0,0-1 0,1 1 0,-1 0 0,1 0 0,-1 0 0,1 0 0,-1 0 0,1 0 0,0 0 0,0 1 0,-1-1 0,1 0 0,0 1 0,0-1 0,0 1 0,1-1 0,-2 3 0,-2 3 0,1 0 0,0 0 0,1 0 0,0 0 0,0 0 0,0 1 0,1-1 0,0 1 0,1-1 0,-1 1 0,1-1 0,2 15 0,-1-18 0,0-1 0,-1 1 0,1 0 0,1-1 0,-1 1 0,0-1 0,1 1 0,0-1 0,0 0 0,0 0 0,0 1 0,0-1 0,0-1 0,1 1 0,0 0 0,-1-1 0,1 1 0,0-1 0,0 0 0,1 0 0,-1 0 0,0 0 0,1-1 0,-1 1 0,1-1 0,-1 0 0,6 1 0,36 5 0,0-2 0,49 0 0,-87-5-170,1 0-1,0-1 0,0 0 1,-1 0-1,1-1 0,-1 0 1,15-5-1,-13 1-6655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47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24575,'-17'0'0,"-1"0"0,0 1 0,1 1 0,-1 1 0,-18 5 0,31-6 0,1-1 0,0 1 0,0-1 0,-1 1 0,1 1 0,1-1 0,-1 0 0,0 1 0,0 0 0,1 0 0,0 0 0,-1 0 0,1 1 0,0-1 0,1 1 0,-1-1 0,1 1 0,-1 0 0,1 0 0,0 0 0,1 1 0,-1-1 0,1 0 0,-2 10 0,1-5 0,1 1 0,1 0 0,-1-1 0,2 1 0,-1 0 0,3 11 0,-2-17 0,0 0 0,0 0 0,1 0 0,-1 0 0,1 0 0,0-1 0,0 1 0,0-1 0,0 1 0,0-1 0,1 0 0,0 0 0,-1 0 0,1 0 0,1 0 0,-1-1 0,4 3 0,6 3 0,0-2 0,1 0 0,0 0 0,0-1 0,0-1 0,0-1 0,1 0 0,0 0 0,-1-2 0,1 1 0,0-2 0,0 0 0,16-3 0,0-6-1365,-18 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4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52 24575,'-3'-5'0,"-1"0"0,1 0 0,-1 0 0,1 0 0,-1 1 0,0 0 0,-7-6 0,9 9 0,1 0 0,-1 0 0,0 0 0,0 0 0,0 0 0,0 1 0,0-1 0,0 0 0,0 1 0,0 0 0,0-1 0,-1 1 0,1 0 0,0 0 0,0 0 0,0 0 0,0 1 0,0-1 0,0 1 0,0-1 0,0 1 0,0 0 0,-4 1 0,-13 8 0,1 2 0,0 0 0,-22 19 0,33-25 0,1 1 0,1 0 0,-1 0 0,1 0 0,0 1 0,1 0 0,-1 0 0,2 0 0,-1 0 0,1 1 0,0-1 0,1 1 0,0 0 0,-1 9 0,1 19 0,5 70 0,-2-90 0,1-1 0,1 1 0,1-1 0,1 1 0,0-1 0,1 0 0,0-1 0,15 25 0,-16-33 0,0-1 0,0 0 0,1 0 0,0-1 0,0 1 0,0-1 0,1 0 0,0-1 0,0 0 0,0 0 0,0 0 0,1-1 0,-1 0 0,17 4 0,-3-3 0,1 0 0,0-1 0,0-1 0,29-1 0,-48-1 0,1 0 0,-1-1 0,1 1 0,-1-1 0,0 0 0,1 0 0,-1 0 0,0 0 0,0 0 0,0-1 0,0 0 0,0 0 0,0 1 0,4-4 0,-6 3 0,1 0 0,0 1 0,-1-1 0,0 0 0,1 0 0,-1 0 0,0 0 0,0 0 0,0 0 0,0-1 0,0 1 0,0 0 0,-1 0 0,1-1 0,-1 1 0,1 0 0,-1-1 0,0 1 0,0-1 0,0 1 0,0 0 0,-1-3 0,0 1 0,-1 0 0,1 1 0,-1-1 0,0 0 0,1 1 0,-1 0 0,-1-1 0,1 1 0,-1 0 0,1 0 0,-1 0 0,0 1 0,0-1 0,0 1 0,0-1 0,-6-2 0,0 0 0,0 0 0,0 1 0,0 0 0,-1 0 0,-13-3 0,20 7-40,1-1 0,0 1 0,-1 0 0,1-1-1,0 1 1,-1 0 0,1 0 0,-1 1 0,1-1 0,0 0 0,-1 1-1,1 0 1,0-1 0,0 1 0,-1 0 0,1 0 0,0 0-1,0 0 1,0 1 0,0-1 0,0 1 0,0-1 0,1 1 0,-1-1-1,0 1 1,1 0 0,-1 0 0,1 0 0,0 0 0,-1 0-1,1 0 1,0 0 0,-1 4 0,-2 6-6786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0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477 165 24575,'-25'-25'0,"-2"2"0,-29-22 0,41 35 0,0 1 0,-1 0 0,0 1 0,0 0 0,-33-10 0,38 16 0,0-1 0,1 1 0,-1 1 0,0 0 0,0 1 0,0 0 0,0 0 0,1 1 0,-1 1 0,-14 3 0,19-3 0,0 0 0,1 0 0,-1 1 0,1-1 0,-1 1 0,1 0 0,0 1 0,0-1 0,0 1 0,1 0 0,-1 1 0,1-1 0,0 1 0,0-1 0,1 1 0,-1 0 0,1 1 0,0-1 0,-3 10 0,3-8 0,0 1 0,1 0 0,0 0 0,0 0 0,1 1 0,0-1 0,1 0 0,-1 1 0,2-1 0,-1 0 0,4 14 0,-2-12 0,1 0 0,1 0 0,0 0 0,0-1 0,1 1 0,0-1 0,0-1 0,10 12 0,1-1 0,1-2 0,1 0 0,1-1 0,0-1 0,1-1 0,0 0 0,28 13 0,237 118 0,-263-133 0,-5-4 0,-1 1 0,0 0 0,0 2 0,20 17 0,-35-28 0,0 1 0,0 0 0,0 0 0,0 0 0,-1 0 0,1 0 0,0 0 0,0 1 0,-1-1 0,1 0 0,-1 0 0,1 0 0,-1 1 0,1-1 0,-1 0 0,0 1 0,1-1 0,-1 0 0,0 1 0,0 0 0,0 0 0,-1-1 0,1 0 0,-1 0 0,1 0 0,-1 0 0,0 0 0,1 1 0,-1-1 0,0-1 0,0 1 0,1 0 0,-1 0 0,0 0 0,0 0 0,0 0 0,0-1 0,-2 2 0,-3 1 0,0 0 0,0-1 0,0 0 0,-1 0 0,1 0 0,-12 1 0,-11 0 0,-1-1 0,-36-2 0,-60-11 0,82 6 0,-10-4-1365,41 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24575,'0'4'0,"1"-1"0,-1 0 0,1 0 0,0 1 0,0-1 0,0 0 0,1 0 0,-1 0 0,1 0 0,0 0 0,0-1 0,0 1 0,0 0 0,0-1 0,0 1 0,1-1 0,-1 0 0,1 0 0,5 4 0,7 2 0,-1 1 0,26 10 0,-33-16 0,-1-1 0,1 1 0,-1-1 0,1 0 0,0-1 0,0 1 0,0-1 0,0-1 0,0 1 0,0-1 0,0 0 0,0-1 0,7-1 0,-11 2 0,1-1 0,-1 0 0,0 0 0,0-1 0,0 1 0,1-1 0,-1 1 0,-1-1 0,1 0 0,0 0 0,0 0 0,-1-1 0,1 1 0,-1-1 0,0 1 0,1-1 0,-1 0 0,-1 0 0,1 0 0,0 0 0,-1 0 0,1 0 0,-1 0 0,0 0 0,0-1 0,0-4 0,0 4 0,0-1 0,0 0 0,-1 0 0,0 0 0,0 0 0,-1 1 0,1-1 0,-1 0 0,0 0 0,0 1 0,-1-1 0,-1-5 0,3 10 0,0 0 0,0 0 0,0 0 0,0-1 0,-1 1 0,1 0 0,0 0 0,0 0 0,0 0 0,0 0 0,0 0 0,0 0 0,0 0 0,0 0 0,0 0 0,0 0 0,0 0 0,0 0 0,0 0 0,0 0 0,0-1 0,0 1 0,0 0 0,0 0 0,0 0 0,0 0 0,0 0 0,0 0 0,-1 0 0,1 0 0,0 0 0,0 0 0,0 0 0,0 0 0,0 0 0,0 0 0,0 0 0,0 0 0,0 0 0,0 0 0,0 0 0,0 0 0,0 0 0,0 0 0,-1 0 0,1 0 0,0 0 0,0 0 0,0 0 0,0 0 0,0 0 0,0 1 0,0-1 0,0 0 0,0 0 0,0 0 0,0 0 0,0 0 0,0 0 0,0 0 0,0 0 0,0 0 0,0 0 0,0 0 0,0 0 0,0 0 0,0 0 0,-1 1 0,-1 7 0,1 12 0,2-7 0,0 1 0,2-1 0,-1 0 0,8 20 0,23 51 0,-27-72 0,140 311 0,-135-301 0,-5-11 0,-1 1 0,1 0 0,-2 0 0,5 18 0,-9-29 0,1 0 0,-1 0 0,0 0 0,0 0 0,0 0 0,0 0 0,0 0 0,0 0 0,0 0 0,0 0 0,0 0 0,0 0 0,-1-1 0,1 1 0,0 0 0,-1 0 0,1 0 0,-1 0 0,1 0 0,-1 0 0,1-1 0,-1 1 0,0 0 0,1 0 0,-1-1 0,0 1 0,1 0 0,-1-1 0,0 1 0,0-1 0,0 1 0,0-1 0,0 1 0,1-1 0,-1 0 0,0 1 0,0-1 0,0 0 0,0 0 0,0 0 0,0 0 0,0 0 0,-1 0 0,-5 1 0,-1-2 0,1 1 0,0-1 0,-11-3 0,15 4 0,-33-10 0,-1-1 0,2-1 0,0-3 0,0 0 0,-44-29 0,63 35-1365,2 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37 24575,'-20'-7'0,"2"0"0,0 2 0,-1-1 0,1 2 0,-32-3 0,48 7 0,0-1 0,0 1 0,0 0 0,0 1 0,0-1 0,-1 0 0,1 1 0,0-1 0,0 1 0,0-1 0,0 1 0,0 0 0,1 0 0,-4 1 0,4-1 0,1 0 0,-1 0 0,1 0 0,-1 0 0,1-1 0,-1 1 0,1 0 0,-1 0 0,1 0 0,0 0 0,0 0 0,-1 0 0,1 0 0,0 0 0,0 0 0,0 0 0,0 0 0,0 0 0,0 0 0,0 0 0,1 0 0,-1 0 0,0 0 0,1 0 0,-1 0 0,0 0 0,1 0 0,-1 0 0,1 0 0,0 1 0,6 8 0,-1 1 0,1-1 0,1 0 0,16 15 0,39 33 0,70 40 0,-38-31 0,-94-66 0,27 23 0,-27-23 0,1 1 0,-1-1 0,1 1 0,-1-1 0,0 1 0,0 0 0,0-1 0,0 1 0,0 0 0,0 0 0,0 0 0,-1 0 0,1 0 0,0 3 0,-1-4 0,0-1 0,-1 1 0,1 0 0,0-1 0,0 1 0,0-1 0,-1 1 0,1 0 0,0-1 0,-1 1 0,1-1 0,-1 1 0,1-1 0,0 1 0,-1-1 0,1 1 0,-1-1 0,1 1 0,-1-1 0,1 0 0,-1 1 0,0-1 0,1 0 0,-1 0 0,1 1 0,-1-1 0,-1 0 0,-19 4 0,18-4 0,-15 1 0,-1-1 0,1-1 0,-1 0 0,-24-6 0,-74-21 0,38 7 0,35 10-26,19 4-644,-44-6 1,56 12-6157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24575,'12'27'0,"7"16"0,2 11 0,0 4 0,0 1 0,0-2 0,-1-3 0,-1-3 0,-1-3 0,-4-6 0,-2-3 0,-3-5 0,0-5 0,-2-3 0,-3-3 0,2-3 0,-1-3 0,-2-4-8191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2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89 24575,'-30'-10'0,"-14"-3"0,-2-2 0,1 2 0,7 3 0,4 0 0,6 3 0,5 2 0,4 2 0,3 1 0,1 2 0,2 0 0,-1 0 0,1 0 0,2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24575,'41'-3'0,"75"-9"0,-102 10 0,0-2 0,0 1 0,0-2 0,-1 0 0,0 0 0,13-8 0,-21 10 0,0-1 0,0 0 0,0 0 0,-1 0 0,1 0 0,-1-1 0,0 0 0,-1 0 0,1 0 0,-1 0 0,0 0 0,0-1 0,-1 1 0,0-1 0,0 0 0,0 0 0,0 0 0,-1 0 0,0 0 0,-1 0 0,1-9 0,-1 10 0,-1 0 0,1 0 0,-1 0 0,0 0 0,-1 1 0,1-1 0,-1 1 0,0-1 0,0 1 0,0-1 0,-1 1 0,0 0 0,1 0 0,-1 0 0,-1 1 0,-4-6 0,2 4 0,0-1 0,0 1 0,-1 1 0,0-1 0,0 1 0,0 0 0,0 1 0,0-1 0,-10-2 0,15 6 0,0-1 0,1 1 0,-1-1 0,0 1 0,0 0 0,0-1 0,1 1 0,-1 0 0,0 0 0,0 1 0,0-1 0,0 0 0,0 0 0,1 1 0,-1-1 0,0 1 0,0 0 0,1-1 0,-1 1 0,0 0 0,1 0 0,-1 0 0,-2 3 0,2-2 0,1 0 0,-1 1 0,0-1 0,1 1 0,0 0 0,-1 0 0,1-1 0,1 1 0,-1 0 0,0 0 0,0 0 0,1 0 0,0 0 0,0 4 0,0 5 0,0 0 0,1-1 0,1 1 0,0 0 0,1-1 0,7 21 0,-1-10 0,1 0 0,17 29 0,-19-38 0,1-1 0,0 0 0,1 0 0,0 0 0,1-2 0,0 1 0,1-1 0,0-1 0,22 14 0,-27-20 0,-1 0 0,1 0 0,-1-1 0,1 0 0,0 0 0,-1-1 0,1 0 0,0 0 0,0 0 0,0-1 0,0 0 0,0-1 0,11-1 0,-12 1 0,-1-1 0,1 0 0,-1 0 0,0 0 0,1-1 0,-1 0 0,0 0 0,-1 0 0,1 0 0,0-1 0,-1 0 0,0 0 0,0 0 0,0 0 0,-1-1 0,6-8 0,-5 6 0,0 1 0,-1-1 0,0 0 0,-1 0 0,1 0 0,-1-1 0,1-11 0,-1 3 0,-1 0 0,-2-24 0,2 44 0,1-1 0,-1 1 0,1 0 0,0-1 0,0 1 0,4 4 0,20 26 0,-7-14 0,31 27 0,-25-26 0,-21-17 0,1 0 0,0-1 0,0 0 0,0 0 0,0 0 0,1-1 0,-1 1 0,1-1 0,0 0 0,0-1 0,10 2 0,-13-3 0,-1 1 0,1-1 0,0 0 0,0 0 0,0 0 0,0-1 0,-1 1 0,1-1 0,0 1 0,0-1 0,-1 0 0,1 0 0,-1 0 0,1 0 0,0-1 0,-1 1 0,0-1 0,1 1 0,-1-1 0,0 0 0,0 0 0,0 0 0,0 0 0,0 0 0,-1 0 0,3-5 0,23-62 0,-27 69 0,0 0 0,0-1 0,1 1 0,-1 0 0,0-1 0,0 1 0,1 0 0,-1-1 0,0 1 0,0 0 0,1 0 0,-1-1 0,0 1 0,1 0 0,-1 0 0,0 0 0,1 0 0,-1-1 0,0 1 0,1 0 0,-1 0 0,0 0 0,1 0 0,-1 0 0,1 0 0,-1 0 0,0 0 0,1 0 0,-1 0 0,0 0 0,1 0 0,-1 0 0,1 0 0,-1 0 0,0 0 0,1 0 0,-1 1 0,0-1 0,1 0 0,-1 0 0,0 0 0,1 1 0,-1-1 0,0 0 0,0 0 0,1 1 0,-1-1 0,16 18 0,-12-13 0,-3-5 0,11 15 0,1-1 0,27 21 0,-35-31 0,0-1 0,1 1 0,0-1 0,-1-1 0,1 1 0,0-1 0,0 0 0,0 0 0,1 0 0,-1-1 0,0 0 0,9 0 0,47 6 133,-9-1-1631,-41-5-5328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3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24575,'13'-3'0,"5"0"0,1-3 0,-1 1 0,-1 0 0,0 1 0,-2 2 0,0 0 0,-1 4 0,1 1 0,-4 3 0,0 0 0,-2 2 0,-3 1 0,0 0 0,0 1 0,-3 0 0,0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465 176 24575,'-177'-92'0,"129"70"0,-89-28 0,134 49 0,-5-1 0,0-1 0,0 2 0,0-1 0,-15 0 0,21 2 0,0 0 0,1 0 0,-1 0 0,0 0 0,1 1 0,-1-1 0,1 0 0,-1 1 0,0 0 0,1-1 0,-1 1 0,1 0 0,-1 0 0,1 0 0,0-1 0,-1 2 0,1-1 0,0 0 0,0 0 0,-1 0 0,1 0 0,0 1 0,0-1 0,0 1 0,1-1 0,-1 1 0,0-1 0,1 1 0,-1-1 0,0 3 0,0 0 0,0 1 0,0 0 0,0 0 0,1 0 0,0 0 0,0 0 0,0 0 0,0 0 0,1 0 0,0 0 0,3 9 0,-1-7 0,0 0 0,0 0 0,1 0 0,0 0 0,0 0 0,10 11 0,-2-6 0,0 0 0,0-1 0,1-1 0,0 0 0,1-1 0,23 12 0,-16-10 0,1-2 0,30 10 0,-43-16 0,1-1 0,-1 0 0,1-1 0,-1 0 0,1 0 0,0-1 0,-1 0 0,15-2 0,-21 1 0,0 1 0,0-1 0,-1 0 0,1 1 0,-1-1 0,1-1 0,-1 1 0,1 0 0,-1 0 0,1-1 0,-1 0 0,0 1 0,0-1 0,0 0 0,0 0 0,0 0 0,2-4 0,-2 3 0,-1 0 0,1 0 0,-1-1 0,0 1 0,0-1 0,0 1 0,0-1 0,-1 1 0,1-1 0,-1 0 0,0-6 0,-2-2 0,0 0 0,0 0 0,-1 0 0,-1 0 0,0 0 0,-9-19 0,8 22 0,1 0 0,0 1 0,-9-13 0,11 21 0,4 6 0,2 7 0,7 9 24,0 0 0,2-1 0,1 0 0,22 26 0,75 67-1509,-102-105-5341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24575,'7'13'0,"0"0"0,1-1 0,1 0 0,16 18 0,45 36 0,-53-52 0,21 19 0,-34-30 0,0 0 0,0-1 0,0 1 0,1-1 0,-1 0 0,1 0 0,7 1 0,-10-2 0,0-1 0,-1 0 0,1 0 0,-1 0 0,1 0 0,0 0 0,-1 0 0,1 0 0,-1 0 0,1-1 0,-1 1 0,1-1 0,-1 1 0,1-1 0,-1 0 0,1 1 0,-1-1 0,1 0 0,-1 0 0,0 0 0,0 0 0,1 0 0,-1 0 0,0 0 0,0-1 0,0 1 0,0 0 0,0-1 0,-1 1 0,1 0 0,0-1 0,-1 1 0,1-1 0,-1 1 0,1-3 0,1-2 0,-1 1 0,0 0 0,-1-1 0,1 1 0,-1-1 0,0 0 0,0 1 0,-1-1 0,-1-5 0,-3-9 0,-1 1 0,-1 1 0,-14-28 0,35 65 0,0 0 0,2-1 0,0-1 0,25 20 0,-30-28 0,0 0 0,0-1 0,1 0 0,0-1 0,1 0 0,-1-1 0,1-1 0,23 7 0,-34-11-68,0-1 0,-1 1-1,1-1 1,0 0 0,-1 0 0,1 0-1,0 0 1,-1 0 0,1 0 0,0 0-1,-1-1 1,1 1 0,0-1 0,-1 1-1,1-1 1,-1 1 0,1-1-1,-1 0 1,3-1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322 699 24575,'-8'-3'0,"-119"-51"0,106 47 0,0 0 0,0 2 0,-1 0 0,-26-1 0,46 5 0,-1 1 0,1 0 0,-1 0 0,1 0 0,-1 0 0,1 1 0,-1-1 0,1 0 0,0 1 0,-1 0 0,1 0 0,0 0 0,-1 0 0,1 0 0,0 0 0,-3 2 0,4-2 0,0 1 0,0-1 0,0 1 0,0-1 0,0 0 0,1 1 0,-1 0 0,0-1 0,1 1 0,-1-1 0,1 1 0,-1 0 0,1-1 0,0 1 0,0 0 0,0 0 0,0-1 0,0 1 0,0 0 0,0-1 0,0 1 0,1 0 0,0 2 0,2 4 0,0 1 0,0-1 0,1 0 0,0-1 0,0 1 0,1-1 0,0 0 0,10 12 0,-3-6 0,1 0 0,0-1 0,20 13 0,-28-22 0,0 0 0,0 0 0,0 0 0,1-1 0,-1 0 0,0 0 0,1 0 0,0-1 0,-1 0 0,1 0 0,0 0 0,0-1 0,-1 0 0,1 0 0,0 0 0,0-1 0,-1 0 0,9-2 0,-10 2 0,1-1 0,-1 1 0,0-1 0,0 0 0,0 0 0,0-1 0,-1 1 0,1-1 0,-1 0 0,1 0 0,-1 0 0,0 0 0,0-1 0,0 1 0,-1-1 0,1 0 0,-1 0 0,0 0 0,0 0 0,0 0 0,-1 0 0,1 0 0,-1-1 0,1-4 0,-1 2 0,-1 1 0,0-1 0,0 1 0,0-1 0,-1 1 0,0-1 0,-2-6 0,3 10 0,-1-1 0,0 1 0,-1-1 0,1 1 0,0-1 0,-1 1 0,0 0 0,0 0 0,0 0 0,0 0 0,0 0 0,-1 0 0,-5-4 0,8 6 0,0 1 0,-1 0 0,1-1 0,-1 1 0,1 0 0,-1 0 0,1-1 0,-1 1 0,1 0 0,0 0 0,-1 0 0,0-1 0,1 1 0,-1 0 0,1 0 0,-1 0 0,1 0 0,-1 0 0,1 0 0,-1 0 0,1 0 0,-1 0 0,1 0 0,-1 1 0,1-1 0,-1 0 0,1 0 0,-1 0 0,1 1 0,-1-1 0,0 1 0,0 0 0,0 1 0,0-1 0,1 0 0,-1 0 0,1 0 0,-1 0 0,1 0 0,-1 1 0,1-1 0,0 0 0,-1 2 0,0 3 0,1-1 0,0 1 0,0-1 0,0 0 0,1 7 0,1-3 0,1 0 0,0-1 0,1 1 0,0-1 0,0 0 0,1 0 0,0 0 0,0-1 0,0 0 0,1 0 0,12 11 0,-13-13 0,1 0 0,0 0 0,0-1 0,0 0 0,0 0 0,1 0 0,0-1 0,0 0 0,0 0 0,0-1 0,0 0 0,0 0 0,1-1 0,11 1 0,-15-2 0,0 0 0,0 0 0,0-1 0,0 1 0,0-1 0,-1 0 0,1 0 0,0-1 0,0 1 0,-1-1 0,1 0 0,-1 0 0,0 0 0,5-4 0,-3 2 0,-1-1 0,1 1 0,-1-1 0,-1 0 0,1 0 0,-1-1 0,0 1 0,4-9 0,-1-3 0,0 0 0,-2 0 0,0-1 0,-1 1 0,2-28 0,-4 2 0,-1 0 0,-11-73 0,-25-86 0,22 132 0,9 44 0,2 8 0,0 0 0,-1 0 0,-1 1 0,-1 0 0,-12-26 0,18 43 0,0-1 0,0 1 0,0 0 0,0-1 0,0 1 0,-1 0 0,1-1 0,0 1 0,0 0 0,0-1 0,0 1 0,-1 0 0,1 0 0,0-1 0,0 1 0,-1 0 0,1 0 0,0-1 0,-1 1 0,1 0 0,0 0 0,0 0 0,-1-1 0,1 1 0,0 0 0,-1 0 0,1 0 0,-1 0 0,1 0 0,0 0 0,-1 0 0,1 0 0,0 0 0,-1 0 0,1 0 0,0 0 0,-1 0 0,1 0 0,0 0 0,-1 0 0,1 0 0,-1 0 0,1 1 0,0-1 0,0 0 0,-1 0 0,1 0 0,0 1 0,-1-1 0,1 0 0,0 0 0,0 1 0,-1-1 0,1 0 0,0 0 0,0 1 0,0-1 0,-1 0 0,1 1 0,0-1 0,0 0 0,0 1 0,0-1 0,0 0 0,0 1 0,-9 27 0,8-25 0,-8 45 0,-4 76 0,12-108 0,-1 12 0,2-1 0,1 1 0,1-1 0,1 0 0,1 1 0,2-1 0,1-1 0,1 1 0,12 27 0,-12-36 0,1 0 0,0-2 0,1 1 0,1-1 0,0 0 0,1-1 0,1-1 0,1 0 0,0 0 0,0-2 0,1 0 0,1 0 0,30 16 0,-38-24 0,1 0 0,0 0 0,0-1 0,1 0 0,-1-1 0,1 0 0,18 2 0,-23-4 0,1 0 0,-1 0 0,0-1 0,1 0 0,-1 0 0,0 0 0,0 0 0,0-1 0,0 0 0,0 0 0,0 0 0,0-1 0,0 1 0,-1-1 0,8-6 0,-7 4 0,-1 0 0,1 0 0,-1 0 0,0 0 0,0-1 0,0 1 0,-1-1 0,0 0 0,0 0 0,0 0 0,-1-1 0,0 1 0,-1-1 0,1 1 0,-1-1 0,0-7 0,0 2 0,-1 0 0,-1 0 0,0 0 0,-1 0 0,0 0 0,-1 0 0,-8-22 0,7 27 0,2 12 0,4 12 0,1-7 0,1 1 0,1-1 0,-1 0 0,2-1 0,-1 1 0,9 9 0,-2-3 0,1-1 0,23 21 0,-32-32 0,0-1 0,1 0 0,-1 1 0,1-1 0,0 0 0,-1-1 0,11 4 0,-13-5 0,0-1 0,1 1 0,-1-1 0,0 1 0,0-1 0,1 0 0,-1 0 0,0 0 0,1-1 0,-1 1 0,0 0 0,1-1 0,-1 0 0,0 1 0,0-1 0,0 0 0,1 0 0,-1 0 0,0 0 0,3-3 0,-2 1 0,0 1 0,-1-1 0,1 1 0,-1-1 0,0 0 0,0 0 0,0 0 0,0 0 0,0 0 0,0-1 0,-1 1 0,0 0 0,1-1 0,-1 1 0,1-8 0,-1-2 0,0 0 0,-1 0 0,-2-16 0,1-21 0,1 50 0,0 0 0,0-1 0,0 1 0,0 0 0,0-1 0,0 1 0,0-1 0,0 1 0,0 0 0,0-1 0,1 1 0,-1 0 0,0-1 0,0 1 0,0-1 0,0 1 0,0 0 0,1-1 0,-1 1 0,0 0 0,0 0 0,1-1 0,-1 1 0,0 0 0,0-1 0,1 1 0,-1 0 0,0 0 0,1 0 0,-1-1 0,0 1 0,1 0 0,0 0 0,-1 0 0,1 0 0,0 1 0,0-1 0,0 0 0,-1 1 0,1-1 0,0 1 0,0-1 0,-1 1 0,1-1 0,0 1 0,-1-1 0,2 2 0,19 27 0,-20-27 0,88 149 0,-26-17 0,-49-98 0,18 68 0,-25-75 0,-1-1 0,-2 2 0,-1-1 0,-1 0 0,-2 40 0,0-67 0,0 0 0,0 0 0,0-1 0,-1 1 0,1 0 0,0 0 0,-1 0 0,0 0 0,1-1 0,-1 1 0,0 0 0,0-1 0,0 1 0,0-1 0,0 1 0,0-1 0,-1 1 0,1-1 0,-1 0 0,1 1 0,0-1 0,-1 0 0,0 0 0,1 0 0,-1 0 0,0 0 0,1-1 0,-1 1 0,0 0 0,0-1 0,0 0 0,0 1 0,1-1 0,-1 0 0,0 0 0,0 0 0,0 0 0,0 0 0,0 0 0,-2-1 0,-5-1 0,1 0 0,-1 0 0,1-1 0,0 0 0,-1 0 0,1-1 0,-10-6 0,0-3-455,0 0 0,-30-29 0,39 33-6371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37 24575,'-21'-8'0,"-1"-1"0,-28-6 0,45 14 0,-1 0 0,1 0 0,-1 0 0,0 1 0,1-1 0,-1 1 0,1 1 0,-1-1 0,0 1 0,-8 2 0,13-3 0,-1 1 0,1 0 0,-1-1 0,0 1 0,1 0 0,-1 0 0,1 0 0,0 0 0,-1 0 0,1 0 0,0 0 0,0 1 0,0-1 0,0 0 0,0 1 0,0-1 0,0 0 0,0 1 0,-1 3 0,1-3 0,1 1 0,-1 0 0,1 0 0,0 0 0,-1 0 0,1 0 0,1 0 0,-1 0 0,0 0 0,2 4 0,2 6 0,0-2 0,1 1 0,0 0 0,8 11 0,16 22 0,59 73 0,-36-52 0,-44-56 0,-3-4 0,0 1 0,0 0 0,0 0 0,-1 0 0,0 0 0,4 11 0,-8-18 0,0 1 0,0-1 0,0 1 0,0-1 0,1 1 0,-1-1 0,0 1 0,0-1 0,0 1 0,0-1 0,0 1 0,0-1 0,0 1 0,0-1 0,-1 1 0,1-1 0,0 1 0,0-1 0,0 1 0,0-1 0,-1 1 0,1-1 0,0 1 0,-1-1 0,1 0 0,0 1 0,-1-1 0,1 1 0,0-1 0,-1 0 0,1 1 0,-1-1 0,1 0 0,0 0 0,-1 1 0,1-1 0,-1 0 0,1 0 0,-1 0 0,1 0 0,-1 1 0,1-1 0,-1 0 0,1 0 0,-1 0 0,1 0 0,-1 0 0,0 0 0,-4-1 0,0 1 0,1-1 0,-1 1 0,-5-3 0,6 2 0,-16-4 0,0-1 0,0-1 0,0 0 0,1-2 0,0 0 0,1-1 0,-24-17 0,33 19-1365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24575,'15'20'0,"7"9"0,2 1 0,0-1 0,-2-3 0,-2-4 0,-2-3 0,-4-3 0,-5-3-8191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24575,'-3'0'0,"-3"2"0,0 4 0,0 3 0,2 2 0,1 2 0,2-1-8191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3:5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61 24575,'-6'-6'0,"-8"-6"0,-17-12 0,28 21 0,-1 1 0,1 0 0,-1 0 0,0 0 0,1 1 0,-1-1 0,0 1 0,0 0 0,0 0 0,0 0 0,-5 0 0,9 1 0,-1 0 0,0 0 0,1 0 0,-1 0 0,0 0 0,1 0 0,-1 0 0,0 1 0,1-1 0,-1 0 0,0 0 0,1 1 0,-1-1 0,0 0 0,1 1 0,-1-1 0,1 1 0,-1-1 0,1 0 0,-1 1 0,1-1 0,-1 1 0,1 0 0,-1-1 0,1 1 0,0-1 0,-1 2 0,0 0 0,1 0 0,-1 0 0,1-1 0,0 1 0,0 0 0,0 0 0,0 0 0,0 0 0,0 0 0,1 2 0,1 4 0,0 1 0,0-1 0,6 13 0,8 11 0,2 0 0,40 56 0,56 51 0,-68-85 0,-2-8 0,-29-32 0,-1 1 0,15 21 0,-29-36 0,1 0 0,-1 1 0,0-1 0,1 0 0,-1 1 0,0-1 0,0 0 0,1 1 0,-1-1 0,0 0 0,0 1 0,0-1 0,0 1 0,0-1 0,1 1 0,-1-1 0,0 0 0,0 1 0,0-1 0,0 1 0,0-1 0,0 1 0,0-1 0,0 0 0,-1 1 0,1-1 0,0 1 0,0 0 0,-1-1 0,1 0 0,-1 1 0,0-1 0,1 0 0,-1 1 0,1-1 0,-1 0 0,0 0 0,1 0 0,-1 0 0,0 0 0,1 0 0,-1 0 0,0 0 0,1 0 0,-2 0 0,-27-7 0,-15-7 0,-209-56 0,194 62-1365,37 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321 172 24575,'-33'-30'0,"-1"1"0,-2 1 0,-63-37 0,94 62 0,-1 0 0,0 1 0,0-1 0,0 1 0,0 0 0,0 0 0,-9 0 0,13 1 0,0 1 0,0 0 0,0 1 0,0-1 0,0 0 0,0 0 0,0 1 0,1-1 0,-1 1 0,0 0 0,0-1 0,1 1 0,-1 0 0,0 0 0,1 0 0,-1 0 0,1 0 0,-1 1 0,1-1 0,-1 0 0,1 1 0,0-1 0,0 1 0,0-1 0,0 1 0,0 0 0,0-1 0,-1 4 0,-2 6 0,1-1 0,0 1 0,1-1 0,0 1 0,1 0 0,0-1 0,0 16 0,10 76 0,4-21-444,38 126 0,42 74-36,154 352-1315,-230-590 1963,-11-25 105,1-1 0,0 0 0,18 28-1,-25-45-247,0 0 0,0 0 0,0 0 0,0 0 0,0-1 0,1 1 0,-1 0 0,0 0 0,0 0 0,0 0 0,0 0 0,0 0 0,0-1 0,0 1 0,0 0 0,0 0 0,0 0 0,0 0 0,0 0 0,1 0 0,-1 0 0,0 0-1,0-1 1,0 1 0,0 0 0,0 0 0,0 0 0,0 0 0,1 0 0,-1 0 0,0 0 0,0 0 0,0 0 0,0 0 0,0 0 0,1 0 0,-1 0 0,0 0 0,0 0 0,0 0 0,0 0 0,0 0 0,0 0 0,1 0 0,-1 0-1,0 0 1,0 0 0,0 0 0,0 0 0,0 0 0,0 1 0,1-1 0,-1 0 0,0 0 0,0 0 0,0 0 0,0 0 0,0 0 0,0 0 0,0 0 0,0 1 0,0-1 0,1-12 223,-9-53-145,-1-16-123,8 25-1345,1 34-5461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349 130 24575,'-29'-12'0,"-15"-7"0,-2-2 0,1 2 0,7 2 0,4 4 0,6 4 0,5 1 0,4 2 0,2 2 0,3 2 0,3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220 465 24575,'-2'3'0,"0"-1"0,1 0 0,-1 0 0,0-1 0,0 1 0,0 0 0,0 0 0,0-1 0,0 1 0,0-1 0,-1 0 0,1 0 0,0 0 0,-1 0 0,1 0 0,-1 0 0,-4 0 0,4-1 0,0 0 0,-1 0 0,1 0 0,0-1 0,0 0 0,-1 1 0,1-1 0,0 0 0,0 0 0,0-1 0,0 1 0,-4-3 0,-1-2 0,0 0 0,1 0 0,0 0 0,0-1 0,0 0 0,1-1 0,0 1 0,-8-16 0,4 6 0,2-2 0,0 1 0,1-1 0,1-1 0,0 1 0,-2-25 0,3 12 0,3 0 0,0-1 0,4-36 0,-2 65 0,1-1 0,-1 0 0,1 1 0,0-1 0,0 1 0,1-1 0,-1 1 0,1 0 0,0 0 0,0 0 0,1 0 0,-1 0 0,4-4 0,-5 7 0,1-1 0,0 0 0,0 1 0,0-1 0,0 1 0,0 0 0,0 0 0,0 0 0,0 0 0,0 0 0,0 0 0,1 0 0,-1 1 0,0-1 0,1 1 0,-1 0 0,0 0 0,1 0 0,-1 0 0,0 0 0,1 0 0,-1 0 0,0 1 0,1-1 0,-1 1 0,4 2 0,-2-2 8,-1 1-1,0-1 0,1 1 0,-1 0 1,0 1-1,0-1 0,-1 0 0,1 1 1,0 0-1,-1-1 0,0 1 1,3 4-1,3 5-432,10 23 1,-14-26-187,3 7-6215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251 206 24575,'-6'-7'0,"-29"-28"0,-1 1 0,-59-42 0,95 76 0,-6-5 0,-1 1 0,0 0 0,-14-6 0,19 10 0,1-1 0,-1 1 0,1 0 0,-1-1 0,1 1 0,-1 0 0,1 0 0,-1 0 0,1 0 0,-1 0 0,1 0 0,-3 1 0,4-1 0,-1 1 0,0-1 0,0 0 0,0 1 0,1-1 0,-1 1 0,0 0 0,1-1 0,-1 1 0,0-1 0,1 1 0,-1 0 0,1 0 0,-1-1 0,1 1 0,-1 0 0,1 0 0,0-1 0,-1 1 0,1 0 0,0 0 0,-1 1 0,0 5 0,0 0 0,1 0 0,0 1 0,0-1 0,0 0 0,1 0 0,0 0 0,0 0 0,1 0 0,0 0 0,0 0 0,1 0 0,3 8 0,1-2 0,0-1 0,0 0 0,1 0 0,1 0 0,16 18 0,-10-16 0,0-1 0,0 0 0,1-1 0,26 15 0,-36-24 0,1 1 0,-1-1 0,1 0 0,0 0 0,0-1 0,0 0 0,0 0 0,1-1 0,-1 0 0,0 0 0,1 0 0,-1-1 0,1 0 0,-1-1 0,9-1 0,-14 1 0,0 1 0,1-1 0,-1 0 0,0 0 0,0 0 0,0 0 0,0 0 0,0 0 0,0-1 0,0 1 0,-1-1 0,1 1 0,0-1 0,-1 0 0,1 1 0,-1-1 0,0 0 0,2-3 0,-1 1 0,-1 1 0,0-1 0,0 0 0,0 0 0,0 1 0,-1-1 0,1 0 0,-1 0 0,0 0 0,-1-5 0,0-2 0,-1 0 0,-1 0 0,0 0 0,0 1 0,-1-1 0,-9-17 0,2 9 0,-1-1 0,-1 2 0,-21-25 0,27 35 0,0 1 0,-1-1 0,0 1 0,-1 0 0,1 1 0,-1 0 0,0 0 0,-1 1 0,-12-5 0,-11 3-1365,20 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24575,'3'13'0,"0"0"0,1 0 0,1 0 0,10 19 0,-12-26 0,0 0 0,1 0 0,0 0 0,0-1 0,1 1 0,-1-1 0,1 0 0,0-1 0,0 1 0,1-1 0,5 4 0,-10-8 0,1 1 0,-1 0 0,1 0 0,-1-1 0,1 1 0,-1-1 0,1 1 0,-1-1 0,1 0 0,-1 1 0,1-1 0,-1 0 0,1 0 0,-1 0 0,1 0 0,0 0 0,-1-1 0,1 1 0,1-1 0,-2 0 0,1 1 0,-1-1 0,0 0 0,0 0 0,0 0 0,1 0 0,-1 0 0,0 0 0,0-1 0,0 1 0,-1 0 0,1-1 0,0 1 0,0 0 0,0-4 0,1-2 0,0 0 0,0 0 0,-1 0 0,0-1 0,-1 1 0,0-14 0,-4-20 0,-1 0 0,-22-76 0,27 116 0,-5-24 0,7 23 0,3 5 0,2 7 0,-7-9 0,44 65 0,33 46 0,-63-94 0,1 0 0,1-1 0,32 27 0,-44-41 0,0 0 0,1 0 0,-1 0 0,1-1 0,-1 0 0,1 0 0,7 3 0,-10-5 0,-1 0 0,0 1 0,0-1 0,1 0 0,-1 0 0,0 0 0,1 0 0,-1 0 0,0 0 0,0-1 0,1 1 0,-1 0 0,0-1 0,0 1 0,1-1 0,-1 1 0,0-1 0,0 1 0,0-1 0,0 0 0,0 0 0,0 0 0,0 1 0,0-1 0,0 0 0,0 0 0,0 0 0,-1 0 0,1-1 0,0 1 0,-1 0 0,1 0 0,-1 0 0,1-3 0,2-2 0,-2-1 0,1 1 0,-1-1 0,0 1 0,0-14 0,-3-35 0,1 43 0,-3-19 0,-8-37 0,1 9 0,10 55 0,1 1 0,0 0 0,0 0 0,0-1 0,0 1 0,1-3 0,-1 5 0,0 1 0,0-1 0,0 1 0,0-1 0,0 1 0,1-1 0,-1 1 0,0-1 0,0 1 0,1 0 0,-1-1 0,0 1 0,0-1 0,1 1 0,-1 0 0,1-1 0,-1 1 0,0 0 0,1 0 0,-1-1 0,1 1 0,-1 0 0,0 0 0,1 0 0,-1-1 0,1 1 0,-1 0 0,1 0 0,-1 0 0,1 0 0,-1 0 0,1 0 0,-1 0 0,1 0 0,-1 0 0,1 0 0,-1 0 0,1 0 0,-1 0 0,1 1 0,-1-1 0,1 0 0,-1 0 0,0 0 0,1 1 0,-1-1 0,1 0 0,-1 1 0,1-1 0,9 7 0,-1 0 0,0 0 0,0 1 0,-1 0 0,0 0 0,14 19 0,-7-9 0,22 27-341,2-3 0,2-1-1,64 49 1,-92-81-6485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75 163 24575,'12'49'0,"15"55"0,-21-86 0,0-1 0,1 1 0,17 27 0,-7-23 0,-5-13 0,-11-9 0,-1 0 0,0 0 0,1 1 0,-1-1 0,0 0 0,1 0 0,-1 0 0,0 0 0,1 0 0,-1 0 0,1 0 0,-1 0 0,0 0 0,1 0 0,-1 0 0,0 0 0,1 0 0,-1-1 0,1 1 0,-1 0 0,0 0 0,1 0 0,-1 0 0,0-1 0,1 1 0,-1 0 0,0-1 0,1 1 0,-1-1 0,1 0 0,-1 0 0,0 1 0,1-1 0,-1 0 0,0 0 0,0 1 0,1-1 0,-1 0 0,0 0 0,0 0 0,0 0 0,0 1 0,0-1 0,0 0 0,0 0 0,-1-1 0,-4-18 0,3 15 0,-4-14 0,-2 0 0,0 1 0,-12-22 0,-37-48 0,31 50 0,-22-44 0,45 75 0,0 0 0,0 0 0,1 0 0,0 0 0,-3-14 0,5 19 0,0 1 0,0 0 0,-1-1 0,1 1 0,0 0 0,0-1 0,1 1 0,-1-1 0,0 1 0,0 0 0,1-1 0,-1 1 0,0 0 0,1-1 0,0 1 0,-1 0 0,1-1 0,0 1 0,-1 0 0,1 0 0,0 0 0,0 0 0,0 0 0,0 0 0,0 0 0,0 0 0,0 0 0,1 1 0,-1-1 0,0 0 0,0 1 0,1-1 0,-1 1 0,0-1 0,1 1 0,-1-1 0,3 1 0,7-1 0,0 1 0,0 0 0,0 0 0,0 1 0,0 1 0,0 0 0,0 0 0,0 1 0,16 7 0,-1 1 0,0 2 0,37 24 0,-45-26-682,26 25-1,-34-27-6143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65 24575,'-25'-11'0,"-60"-25"0,74 32 0,0 1 0,0 0 0,0 0 0,0 1 0,-21 0 0,30 2 0,1 0 0,-1 0 0,1 0 0,-1 0 0,1 0 0,-1 0 0,1 1 0,-1-1 0,1 0 0,0 1 0,-1-1 0,1 1 0,-1 0 0,1 0 0,0-1 0,-1 1 0,1 0 0,0 0 0,0 0 0,0 0 0,0 0 0,0 0 0,0 1 0,0-1 0,0 0 0,-1 3 0,2-2 0,-1 0 0,1 1 0,-1-1 0,1 0 0,0 0 0,0 1 0,0-1 0,0 0 0,0 1 0,1-1 0,-1 0 0,1 0 0,0 1 0,-1-1 0,1 0 0,0 0 0,1 2 0,5 9 0,1-2 0,0 1 0,0-1 0,1 0 0,13 12 0,3 0 0,29 21 0,-45-38 0,0 0 0,0 0 0,0-1 0,1 0 0,0-1 0,13 4 0,-18-6 0,-1-1 0,0 0 0,1 0 0,-1-1 0,1 1 0,-1-1 0,1 0 0,-1 0 0,1-1 0,-1 1 0,1-1 0,-1 0 0,0 0 0,1 0 0,-1-1 0,0 0 0,7-3 0,-8 3 0,-1 0 0,0 0 0,0 0 0,0 0 0,-1 0 0,1-1 0,-1 1 0,1-1 0,-1 1 0,0-1 0,1 1 0,-1-1 0,-1 0 0,1 1 0,0-1 0,-1 0 0,1-4 0,0-3 0,-1 0 0,0 0 0,-2-17 0,2 26 0,0 0 0,0 0 0,0 0 0,-1 0 0,1 0 0,0 0 0,0 0 0,-1 1 0,1-1 0,0 0 0,-1 0 0,1 0 0,-1 0 0,1 1 0,-1-1 0,-1-1 0,-2 4 0,1 9 0,2-5 10,1 1-1,0-1 1,1 1-1,-1-1 0,1 1 1,3 11-1,16 38-452,-13-36-545,-2-7-5838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24575,'2'34'0,"2"1"0,1-1 0,13 47 0,-11-52 0,36 134 0,3 10 0,-45-168 0,0-1 0,0 1 0,-1 0 0,1 0 0,-2 9 0,1-14 0,0 1 0,0-1 0,0 1 0,0-1 0,0 1 0,0-1 0,0 1 0,-1-1 0,1 0 0,0 1 0,0-1 0,-1 1 0,1-1 0,0 1 0,-1-1 0,1 0 0,0 1 0,-1-1 0,1 0 0,-1 1 0,1-1 0,0 0 0,-1 1 0,0-1 0,0 0 0,0 0 0,0 0 0,0 0 0,0 0 0,0 0 0,0 0 0,0-1 0,0 1 0,0 0 0,0-1 0,0 1 0,0-1 0,0 1 0,0-1 0,0 1 0,0-1 0,-1 0 0,-11-10 0,0-1 0,1 0 0,0 0 0,1-1 0,0-1 0,1 0 0,1 0 0,-14-29 0,22 42 0,1 0 0,-1 0 0,0 0 0,1 0 0,-1-1 0,1 1 0,0 0 0,-1-1 0,1 1 0,0 0 0,0-1 0,0 1 0,0 0 0,0-1 0,0 1 0,0 0 0,0-1 0,0 1 0,1 0 0,-1-1 0,0 1 0,1 0 0,1-2 0,-1 2 0,0 0 0,0 0 0,0 0 0,0 0 0,1 0 0,-1 1 0,0-1 0,1 0 0,-1 1 0,1-1 0,-1 1 0,1 0 0,-1-1 0,0 1 0,1 0 0,-1 0 0,1 0 0,-1 0 0,1 0 0,2 1 0,20 3 0,-1 1 0,0 1 0,30 11 0,25 8 0,26-5 0,-40-8 0,-61-12 0,-1 1 0,1-1 0,0 1 0,-1 0 0,1 0 0,-1 0 0,1 0 0,-1 0 0,0 1 0,1-1 0,-1 1 0,4 3 0,-4-3 0,0 1 0,0 0 0,-1 0 0,1 1 0,-1-1 0,1 0 0,-1 0 0,0 1 0,1 4 0,0 0-151,0 0-1,0-1 0,1 1 0,0-1 1,0 0-1,1 0 0,0 0 1,8 11-1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24575,'0'-5'0,"0"1"0,0 3 0,0 5 0,0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263 140 24575,'0'0'0,"1"0"0,-1 1 0,0-1 0,1 1 0,-1-1 0,0 0 0,0 1 0,1-1 0,-1 1 0,0-1 0,0 1 0,0-1 0,0 1 0,1-1 0,-1 1 0,0-1 0,0 1 0,0-1 0,0 1 0,0-1 0,0 1 0,0-1 0,0 1 0,-1-1 0,1 1 0,-2 15 0,0-5 0,0 0 0,-1-1 0,0 1 0,-1-1 0,0 0 0,-1 0 0,0 0 0,0-1 0,-10 13 0,13-20 0,1-1 0,-1 1 0,1-1 0,-1 1 0,0-1 0,0 0 0,1 0 0,-1 0 0,0 0 0,0 0 0,0 0 0,0 0 0,0-1 0,0 1 0,-1-1 0,-2 1 0,1-1 0,0 0 0,1 0 0,-1-1 0,1 1 0,-1-1 0,1 0 0,-1 0 0,1 0 0,-5-2 0,-1-2 0,1 0 0,-1 0 0,1-1 0,0 0 0,1 0 0,-10-11 0,7 6 0,0 0 0,1-1 0,1 0 0,-12-21 0,17 28 0,1 0 0,-1-1 0,1 1 0,1 0 0,-1-1 0,1 0 0,0 1 0,0-1 0,0 0 0,1 0 0,0 1 0,0-1 0,1 0 0,1-10 0,-1 14 0,-1 0 0,1-1 0,0 1 0,0 0 0,0-1 0,1 1 0,-1 0 0,0 0 0,1 0 0,-1 0 0,1 0 0,0 1 0,-1-1 0,1 0 0,0 1 0,0-1 0,4-1 0,-3 1 0,1 1 0,-1 0 0,1 0 0,0 0 0,0 0 0,-1 1 0,1-1 0,0 1 0,0 0 0,5 0 0,2 2 0,0 0 0,-1 0 0,1 1 0,-1 0 0,1 1 0,-1 0 0,9 6 0,16 11 0,-2 2 0,50 44 0,-46-36 0,50 32 0,-87-62 0,1 0 0,0-1 0,0 1 0,0-1 0,0 1 0,0-1 0,0 1 0,0-1 0,0 0 0,0 1 0,0-1 0,1 0 0,-1 0 0,0 0 0,0 0 0,0 0 0,0 0 0,2 0 0,-2-1 0,0 1 0,-1-1 0,1 1 0,0-1 0,-1 1 0,1-1 0,0 1 0,-1-1 0,1 0 0,-1 1 0,1-1 0,-1 0 0,1 1 0,-1-1 0,0 0 0,1 0 0,-1 1 0,0-1 0,1-1 0,0-5 0,0 1 0,0-1 0,-1 0 0,0-13 0,-1 13 0,0-11 0,-6-29 0,4 33 0,1-1 0,0 0 0,1-21 0,1 31 0,1 1 0,0-1 0,0 1 0,0-1 0,0 1 0,3-5 0,-4 8 0,0 0 0,0 0 0,1 1 0,-1-1 0,1 0 0,-1 0 0,0 1 0,1-1 0,-1 0 0,1 0 0,0 1 0,-1-1 0,1 1 0,-1-1 0,1 1 0,0-1 0,0 1 0,-1-1 0,1 1 0,0-1 0,0 1 0,-1 0 0,1 0 0,0-1 0,0 1 0,0 0 0,0 0 0,-1 0 0,1 0 0,0 0 0,0 0 0,0 0 0,0 0 0,0 0 0,-1 0 0,1 1 0,0-1 0,0 0 0,1 1 0,12 8 0,0 0 0,-1 2 0,0-1 0,-1 1 0,11 13 0,-5-5 0,1-1 0,0 0 0,1-1 0,33 21 0,-47-35 11,0-1 1,0 0-1,1 0 0,-1 0 0,1-1 0,-1 0 0,1 0 0,-1-1 0,1 0 1,-1 0-1,13-2 0,-11 1-225,1 1 0,0 0-1,-1 0 1,1 1 0,-1 0 0,10 2 0,-9 0-6612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336 762 24575,'-30'-22'0,"-11"-10"0,0 3 0,-83-45 0,117 71 0,0 0 0,-1 0 0,0 0 0,1 1 0,-11-2 0,16 4 0,1 0 0,-1-1 0,1 1 0,-1 0 0,0 0 0,1 0 0,-1 0 0,1 1 0,-1-1 0,1 0 0,-1 1 0,1-1 0,0 1 0,-1-1 0,1 1 0,-1 0 0,1-1 0,0 1 0,0 0 0,-1 0 0,1 0 0,0 0 0,0 0 0,0 0 0,0 0 0,0 1 0,0-1 0,0 0 0,1 1 0,-1-1 0,0 0 0,1 1 0,-1-1 0,0 3 0,0 2 0,1-1 0,-1 1 0,1 0 0,0-1 0,1 1 0,-1 0 0,1-1 0,0 1 0,0-1 0,1 1 0,0-1 0,0 1 0,0-1 0,1 0 0,3 6 0,3 3 0,0 0 0,2 0 0,19 22 0,-15-22 0,0 1 0,0-2 0,28 19 0,-38-29 0,1 1 0,0-1 0,0 0 0,0 0 0,0 0 0,0-1 0,1 0 0,-1-1 0,1 1 0,0-1 0,-1 0 0,1-1 0,0 1 0,11-2 0,-14 0 0,0 0 0,-1 0 0,1 0 0,-1-1 0,1 1 0,-1-1 0,1 0 0,-1 0 0,0 0 0,0 0 0,0 0 0,0-1 0,0 1 0,0-1 0,-1 0 0,1 0 0,-1 0 0,0 0 0,0-1 0,0 1 0,-1 0 0,1-1 0,-1 1 0,1-1 0,-1 0 0,1-6 0,0 0 0,-1-1 0,0 1 0,-1 0 0,0-1 0,-1 1 0,0 0 0,0 0 0,-6-19 0,7 28 0,0 0 0,-1-1 0,1 1 0,-1 0 0,1 0 0,-1-1 0,1 1 0,-1 0 0,0 0 0,0 0 0,1 0 0,-1 0 0,0 0 0,0 0 0,0 0 0,0 0 0,0 0 0,0 1 0,-1-1 0,1 0 0,0 1 0,0-1 0,0 1 0,-1-1 0,-1 0 0,2 2 0,0-1 0,0 0 0,0 0 0,0 0 0,0 1 0,0-1 0,0 0 0,0 1 0,0-1 0,0 1 0,0-1 0,1 1 0,-1-1 0,0 1 0,0 0 0,0-1 0,1 1 0,-1 0 0,0 0 0,1 0 0,-1-1 0,1 1 0,-1 0 0,1 0 0,-1 0 0,1 0 0,0 0 0,-1 0 0,1 0 0,0 0 0,0 0 0,0 2 0,-1 4 0,0 0 0,0 0 0,1 0 0,0 0 0,1 0 0,0 0 0,0 0 0,0 0 0,1 0 0,0 0 0,0 0 0,1-1 0,5 10 0,-6-11 0,1 0 0,0 0 0,1 0 0,-1-1 0,1 1 0,0-1 0,0 0 0,0 0 0,1 0 0,0-1 0,-1 1 0,1-1 0,0 0 0,1-1 0,-1 1 0,10 3 0,-11-6 0,0 1 0,0-1 0,0 0 0,0 0 0,0 0 0,0-1 0,0 1 0,0-1 0,0 0 0,0 0 0,-1 0 0,1-1 0,0 1 0,-1-1 0,1 0 0,-1 0 0,1 0 0,-1 0 0,0-1 0,0 1 0,0-1 0,3-3 0,1-2 0,0 0 0,-1 0 0,1-1 0,-2 0 0,1 0 0,-1 0 0,5-14 0,-2-3 0,0-1 0,-2 0 0,-1 0 0,-1-1 0,1-32 0,-4-6 0,-9-68 0,3 77 0,-3 1 0,-3 0 0,-2 0 0,-20-53 0,31 105 0,1 0 0,-1 0 0,0 0 0,-5-6 0,7 9 0,0 1 0,-1-1 0,1 1 0,0 0 0,-1-1 0,1 1 0,0-1 0,-1 1 0,1 0 0,0-1 0,-1 1 0,1 0 0,-1-1 0,1 1 0,-1 0 0,1 0 0,-1 0 0,1-1 0,-1 1 0,1 0 0,-1 0 0,1 0 0,-1 0 0,1 0 0,-1 0 0,1 0 0,-1 0 0,1 0 0,-1 0 0,0 0 0,1 0 0,-1 0 0,1 0 0,-1 1 0,1-1 0,-1 0 0,1 0 0,0 1 0,-1-1 0,1 0 0,-1 1 0,1-1 0,-1 0 0,1 1 0,0-1 0,-1 0 0,1 1 0,0-1 0,-1 1 0,-1 3 0,0 0 0,0 0 0,0 0 0,0 0 0,1 0 0,0 1 0,-1-1 0,2 0 0,-2 6 0,-1 44 0,3-37 0,-1 35 0,2-1 0,3 1 0,2-1 0,2 0 0,3 0 0,18 54 0,-16-67 0,1-1 0,3-1 0,0-1 0,2 0 0,2-2 0,1 0 0,2-1 0,43 45 0,-44-55-1365,-4-7-5461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24575,'4'6'0,"0"-1"0,-1 1 0,0 0 0,0 0 0,0 0 0,-1 0 0,0 1 0,0-1 0,-1 1 0,1 6 0,4 11 0,131 392 0,-17-143 0,-117-266 0,0 0 0,1 0 0,0 0 0,6 8 0,-10-15 0,0 0 0,0 0 0,0 0 0,0 0 0,0 0 0,0 0 0,0 0 0,0 0 0,0 1 0,0-1 0,0 0 0,0 0 0,0 0 0,0 0 0,0 0 0,0 0 0,0 0 0,0 0 0,0 0 0,1 0 0,-1 0 0,0 0 0,0 1 0,0-1 0,0 0 0,0 0 0,0 0 0,0 0 0,0 0 0,0 0 0,0 0 0,0 0 0,1 0 0,-1 0 0,0 0 0,0 0 0,0 0 0,0 0 0,0 0 0,0 0 0,0 0 0,0 0 0,0 0 0,0 0 0,1 0 0,-1 0 0,0 0 0,0 0 0,0 0 0,0 0 0,0 0 0,0 0 0,0 0 0,0-1 0,0 1 0,0 0 0,0 0 0,0 0 0,0 0 0,1 0 0,-1 0 0,0 0 0,0 0 0,0 0 0,0 0 0,-1-9 0,-5-12 0,-38-81-1365,34 80-5461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24575,'25'15'0,"68"38"0,-79-46 0,1-1 0,0 0 0,0-1 0,25 5 0,-33-9 0,-1-1 0,0 1 0,1-1 0,-1-1 0,0 1 0,1-1 0,-1-1 0,0 1 0,0-1 0,0 0 0,0 0 0,10-6 0,-12 6 0,0 0 0,-1 0 0,1-1 0,-1 1 0,0-1 0,1 0 0,-1 0 0,0 0 0,-1 0 0,1 0 0,-1-1 0,1 1 0,-1-1 0,0 0 0,0 0 0,-1 0 0,1 0 0,-1 0 0,2-7 0,-3 5 11,1-1 0,-1 1 0,-1-1 0,1 1 0,-1-1 0,0 1-1,0-1 1,-1 1 0,0 0 0,-4-9 0,2 6-259,-1 0 1,-1-1-1,0 2 1,0-1-1,-11-11 1,4 6-6579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48 24575,'-9'-44'0,"8"41"0,0 3 0,0 9 0,1 13 0,6 19 0,1 0 0,25 76 0,-10-57 0,35 68 0,13 2 0,-31-59 0,-33-55 120,-5-15-151,-1-1 0,0 0 0,0 0 0,0 1 0,0-1 0,0 0 0,0 1 0,1-1 1,-1 0-1,0 1 0,0-1 0,0 0 0,0 0 0,0 1 0,0-1 0,0 0 0,0 1 0,0-1 0,0 0 0,0 1 0,-1-1 0,1 0 0,0 1 0,0-1 1,0 0-1,0 0 0,0 1 0,-1-1 0,1 0 0,0 0 0,0 1 0,0-1 0,-1 0 0,1 0 0,0 1 0,0-1 0,-1 0 0,1 0 0,0 0 0,0 0 1,-1 1-1,1-1 0,0 0 0,-1 0 0,1 0 0,0 0 0,-1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51 24575,'-3'-7'0,"-11"-19"0,13 25 0,0-1 0,-1 1 0,1-1 0,0 1 0,0 0 0,-1-1 0,1 1 0,-1 0 0,1 0 0,-1 0 0,1 0 0,-1 0 0,-2 0 0,3 1 0,1 0 0,-1 0 0,0 0 0,1 0 0,-1 0 0,0 0 0,1 0 0,-1 0 0,0 0 0,1 0 0,-1 1 0,0-1 0,1 0 0,-1 0 0,1 1 0,-1-1 0,1 1 0,-1-1 0,0 0 0,1 1 0,-1-1 0,1 1 0,0-1 0,-1 1 0,1-1 0,-1 1 0,1-1 0,0 1 0,-1 0 0,1-1 0,0 1 0,0 0 0,-1-1 0,1 1 0,0 0 0,0-1 0,0 1 0,0 0 0,0 0 0,-2 33 0,2-30 0,12 315 0,-4-258 0,2-1 0,2 0 0,25 71 0,-30-112 0,1-1 0,0 1 0,2-1 0,16 24 0,-19-32 0,1 0 0,1 0 0,0 0 0,0-1 0,1 0 0,0-1 0,22 13 0,-25-18-100,0 0 0,1 0 0,-1-1 0,1 0 0,-1-1 0,1 0 0,-1 0 0,1 0 0,0-1 0,0 0-1,9-2 1,-15 2-64,11-1-6662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24575,'16'-12'0,"0"1"0,1 1 0,24-11 0,-36 19 0,0 0 0,0 0 0,-1 1 0,1-1 0,0 1 0,0 0 0,0 1 0,0-1 0,1 1 0,-1 0 0,0 1 0,0-1 0,0 1 0,0 0 0,0 0 0,0 0 0,-1 1 0,8 3 0,-3-1 0,-1 0 0,1 1 0,-1 0 0,0 0 0,13 11 0,-20-15 0,1 1 0,-1-1 0,0 0 0,0 1 0,1 0 0,-1-1 0,0 1 0,0-1 0,-1 1 0,1 0 0,0 0 0,0 0 0,-1 0 0,1-1 0,-1 1 0,0 0 0,1 0 0,-1 0 0,0 0 0,0 0 0,0 0 0,-1 0 0,1 0 0,0 0 0,-1 0 0,1-1 0,-1 1 0,0 0 0,-1 2 0,-6 12 0,-16 22 0,15-26 0,1 1 0,-9 18 0,15-26 0,0 1 0,0 0 0,0 0 0,1-1 0,0 1 0,0 0 0,1 0 0,-1 0 0,2 9 0,1-1 0,0 0 0,2 0 0,0-1 0,0 1 0,1-1 0,1 0 0,0 0 0,1 0 0,0-1 0,1 0 0,15 17 0,-19-25 0,-1 0 0,1-1 0,0 1 0,0-1 0,0 0 0,1 0 0,-1-1 0,1 1 0,-1-1 0,1 0 0,0 0 0,8 2 0,-11-4 0,1 1 0,0-1 0,-1 0 0,1 0 0,0 0 0,0 0 0,-1 0 0,1-1 0,0 1 0,-1-1 0,1 0 0,-1 0 0,1 0 0,-1 0 0,1 0 0,-1 0 0,1-1 0,-1 1 0,0-1 0,0 0 0,0 0 0,0 1 0,0-1 0,0 0 0,2-4 0,-1 2-151,0-1-1,0 0 0,0-1 0,-1 1 1,1 0-1,-1-1 0,-1 0 1,3-8-1,-2 1-6674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69 24575,'-27'-15'0,"-12"-4"0,2 3 0,4 4 0,5 7 0,5 4 0,4 5 0,5 4 0,3 0 0,0 2 0,1-1 0,-2 1 0,-3-2 0,-2 0 0,3-1-8191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0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24575,'44'27'-118,"-1"2"0,-2 2 0,-1 1 1,-2 2-1,-1 2 0,41 52 0,-48-50 0,-2 2 0,-1 0 0,-3 2 0,-1 1 0,-2 1 0,27 82 0,-41-104 212,-1 1-1,-1 0 0,-1 1 0,-1-1 1,0 34-1,-4-47-42,1 1 0,-2-1 1,1 0-1,-1 1 0,-1-1 0,0 0 1,0 0-1,-1-1 0,0 1 0,-1-1 1,0 0-1,0 0 0,-1 0 0,-11 12 1,0-3-400,-1-2 0,-26 19 1,22-18-6479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2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1211 73 24575,'7'-5'0,"1"1"0,0 1 0,0-1 0,15-3 0,-11 3 0,-11 4 0,0 0 0,-1 0 0,1 0 0,-1 0 0,1-1 0,-1 1 0,1 0 0,-1 0 0,1-1 0,-1 1 0,1 0 0,-1-1 0,1 1 0,-1 0 0,1-1 0,-1 1 0,1-1 0,-1 1 0,1-1 0,-1 0 0,0 1 0,-1 0 0,1 0 0,0-1 0,0 1 0,0 0 0,0-1 0,-1 1 0,1 0 0,0 0 0,0 0 0,0-1 0,-1 1 0,1 0 0,0 0 0,0 0 0,-1-1 0,1 1 0,0 0 0,-1 0 0,1 0 0,0 0 0,-1 0 0,1 0 0,-24-5 0,-114-8 0,-47-3 0,-131 16 0,152 14 0,-46 1 0,160-15 0,-73-1 0,116 1 0,1-1 0,0 0 0,-1 0 0,1 0 0,0-1 0,0 0 0,0 0 0,0 0 0,-7-5 0,13 7 0,0 0 0,-1 0 0,1 0 0,0 0 0,0 0 0,0 0 0,0 0 0,0 0 0,-1 0 0,1 0 0,0-1 0,0 1 0,0 0 0,0 0 0,0 0 0,0 0 0,0 0 0,0 0 0,0-1 0,0 1 0,-1 0 0,1 0 0,0 0 0,0 0 0,0-1 0,0 1 0,0 0 0,0 0 0,0 0 0,0 0 0,0 0 0,0-1 0,0 1 0,0 0 0,1 0 0,-1 0 0,0-1 0,6-2 0,10 1 0,285 8 0,-25 16 0,175 8 0,-442-29 0,-5-1 0,-1 1 0,0-1 0,1 0 0,-1 0 0,0-1 0,1 1 0,-1 0 0,0-1 0,1 0 0,-1 0 0,4-2 0,-7 3 0,1 0 0,-1-1 0,0 1 0,0 0 0,0 0 0,0-1 0,0 1 0,0 0 0,0 0 0,0-1 0,0 1 0,0 0 0,0 0 0,0-1 0,0 1 0,0 0 0,-1 0 0,1 0 0,0-1 0,0 1 0,0 0 0,0 0 0,0-1 0,0 1 0,-1 0 0,1 0 0,0 0 0,0 0 0,0-1 0,0 1 0,-1 0 0,1 0 0,0 0 0,0 0 0,-1 0 0,1 0 0,0-1 0,0 1 0,0 0 0,-1 0 0,1 0 0,0 0 0,-1 0 0,-11-5 0,-2 1-102,-1 1-1,1 1 0,-1 0 1,0 1-1,-15 1 0,18 0-646,-11 0-6077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2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2436 102 24575,'-4'-9'0,"1"0"0,-1-1 0,-2-18 0,-2-2 0,8 29 0,-1 1 0,1-1 0,0 0 0,-1 1 0,1-1 0,-1 1 0,1-1 0,-1 0 0,0 1 0,1-1 0,-1 1 0,1 0 0,-1-1 0,0 1 0,1-1 0,-1 1 0,0 0 0,0 0 0,1-1 0,-1 1 0,0 0 0,0 0 0,1 0 0,-1 0 0,0 0 0,0 0 0,1 0 0,-2 0 0,-28 4 0,19-1 0,-49 0 0,0-1 0,-88-11 0,-16 1 0,-1288 8 0,1361 8 0,2-1 0,-184-7-1365,259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3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2221 16 24575,'49'-5'0,"-9"0"0,0 1 0,52 3 0,-83 3 0,-1-1 0,1 1 0,16 7 0,-25-9 0,0 0 0,0 0 0,0 0 0,0 0 0,1 0 0,-1 0 0,0 0 0,0 1 0,0-1 0,0 0 0,0 0 0,0 0 0,0 0 0,0 0 0,0 0 0,0 1 0,0-1 0,0 0 0,-1 0 0,1 0 0,0 0 0,0 0 0,0 0 0,0 1 0,0-1 0,0 0 0,0 0 0,0 0 0,0 0 0,0 0 0,0 0 0,0 0 0,-1 0 0,1 0 0,0 0 0,0 1 0,0-1 0,0 0 0,0 0 0,0 0 0,0 0 0,-1 0 0,1 0 0,0 0 0,0 0 0,0 0 0,0 0 0,0 0 0,0 0 0,-1 0 0,1 0 0,0 0 0,-8 3 0,-8 1 0,0-1 0,-1-1 0,1-1 0,0 0 0,-25-2 0,7 0 0,-1369 1 0,1265-8 0,13 1 0,18-1 0,-11 1 0,81 7 0,-45 1 0,43 6 0,28-5 0,1 0 0,-17 1 0,-189-3-1365,203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3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747 1 24575,'-71'20'0,"38"-10"0,0-2 0,0 0 0,-37 2 0,-280-9 0,225-9-1365,94 5-5461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3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1161 59 24575,'-14'-4'0,"-1"0"0,0 1 0,-27-2 0,-47 4 0,4 0 0,-133-15 0,-56-4 0,-1 16 0,167 13-1365,83-7-5461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3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43 24575,'381'-41'0,"-102"39"0,-196 10 0,23-1 0,-183 4 0,52-9 0,-306 14 0,-142-8-625,-11-10 625,226-5 625,253 7-852,1 1-1,-1-1 1,1 1-1,0 0 1,-8 2-1,4 0-6598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3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1471 30 24575,'-1'-1'0,"1"0"0,0 0 0,0 0 0,-1 0 0,1 0 0,-1-1 0,1 1 0,-1 0 0,1 0 0,-1 0 0,0 0 0,1 1 0,-1-1 0,0 0 0,0 0 0,0 0 0,0 0 0,0 1 0,0-1 0,0 1 0,0-1 0,0 0 0,0 1 0,0 0 0,0-1 0,-3 0 0,-1 0 0,-1-1 0,0 1 0,-11-1 0,-12 2 0,0 1 0,1 1 0,-40 9 0,-30 2 0,-293 4 0,-36-36 0,212-3 0,202 21 0,-1 0 0,1 1 0,-1 1 0,1 0 0,-23 5 0,22-4-1365,2 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 177 24575,'119'-15'0,"-231"17"0,-150-3 0,181-6 0,-31-1 0,72 7 0,-45-6 0,21 1 0,-106 5 0,81 2 0,33 0 0,-60-2 0,107 0 0,0-1 0,1 1 0,-1-2 0,-10-3 0,18 6 0,1 0 0,0 0 0,0 0 0,0 0 0,-1-1 0,1 1 0,0 0 0,0 0 0,0 0 0,0 0 0,-1 0 0,1 0 0,0 0 0,0-1 0,0 1 0,0 0 0,-1 0 0,1 0 0,0 0 0,0-1 0,0 1 0,0 0 0,0 0 0,0 0 0,0 0 0,0-1 0,0 1 0,-1 0 0,1 0 0,0-1 0,0 1 0,0 0 0,0 0 0,0 0 0,0-1 0,0 1 0,0 0 0,1 0 0,-1 0 0,0-1 0,8-6 0,13-3 0,23-3 0,48-6 0,-11 2 0,-54 11 0,-15 4 0,0-1 0,0 0 0,0 0 0,-1-1 0,1-1 0,18-10 0,-30 15 0,1 0 0,-1 0 0,0 0 0,0 0 0,1 0 0,-1 0 0,0-1 0,0 1 0,0 0 0,1 0 0,-1 0 0,0 0 0,0 0 0,0 0 0,1-1 0,-1 1 0,0 0 0,0 0 0,0 0 0,0 0 0,0-1 0,1 1 0,-1 0 0,0 0 0,0 0 0,0-1 0,0 1 0,0 0 0,0 0 0,0-1 0,0 1 0,0 0 0,0 0 0,0 0 0,0-1 0,0 1 0,0 0 0,0-1 0,-11 3 0,-20 7 0,29-8 0,-40 11 0,0-2 0,-64 6 0,56-9 0,45-6 0,-26 3 0,-57 16 0,87-20 0,0 0 0,1 1 0,-1-1 0,0 0 0,1 0 0,-1 0 0,0 1 0,1-1 0,-1 0 0,0 1 0,1-1 0,-1 1 0,1-1 0,-1 1 0,1-1 0,-1 1 0,1-1 0,-1 1 0,1-1 0,-1 1 0,1 0 0,0-1 0,-1 1 0,1 0 0,-1 1 0,1-2 0,1 1 0,-1 0 0,0 0 0,0 0 0,1 0 0,-1 0 0,0-1 0,1 1 0,-1 0 0,1 0 0,-1-1 0,1 1 0,0 0 0,-1-1 0,1 1 0,0 0 0,0 0 0,5 3 0,-1 0 0,1 0 0,0-1 0,7 4 0,-6-4 0,246 117 0,-219-101-1365,-24-15-5461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24575,'231'-16'0,"-222"16"0,0-1 0,0-1 0,0 0 0,0 0 0,0-1 0,0 0 0,9-6 0,-14 8 0,-1-1 0,0 0 0,0 0 0,1 0 0,-2-1 0,1 1 0,0-1 0,0 0 0,-1 0 0,0 1 0,1-2 0,-1 1 0,0 0 0,0 0 0,-1-1 0,1 1 0,-1-1 0,0 1 0,2-7 0,-3 4 0,1 0 0,-1 0 0,-1 0 0,1 0 0,-1 0 0,0 0 0,0 0 0,-1 1 0,0-1 0,0 1 0,-4-9 0,0 3 0,0 0 0,-1 0 0,0 0 0,-13-13 0,16 20 0,0-1 0,0 1 0,-1-1 0,0 1 0,-10-6 0,13 9 0,0 0 0,-1 0 0,1 0 0,0 0 0,0 1 0,-1-1 0,1 1 0,0 0 0,-1 0 0,1 0 0,-1 0 0,1 0 0,0 0 0,-1 0 0,1 1 0,0-1 0,-1 1 0,-2 1 0,-5 3 0,1 0 0,-1 1 0,1 0 0,1 1 0,-1 0 0,1 0 0,1 0 0,-1 1 0,1 1 0,-6 9 0,11-16 0,0 1 0,0 0 0,0-1 0,1 1 0,-1 0 0,1 0 0,0 0 0,0 0 0,0 1 0,0-1 0,1 0 0,-1 0 0,1 0 0,0 1 0,0-1 0,0 0 0,0 1 0,0-1 0,1 0 0,0 0 0,-1 0 0,1 0 0,0 1 0,1-1 0,-1 0 0,1-1 0,-1 1 0,1 0 0,0 0 0,0-1 0,3 5 0,7 4 0,0 0 0,0 0 0,1-2 0,1 1 0,15 7 0,-9-5 0,110 62 0,-114-66 0,1-1 0,0-1 0,0 0 0,1-2 0,0 0 0,21 2 0,-37-5 0,1-1 0,-1 0 0,0 1 0,0-1 0,0 0 0,0 0 0,0-1 0,0 1 0,0 0 0,0-1 0,0 1 0,0-1 0,0 0 0,0 0 0,0 1 0,-1-1 0,1 0 0,0-1 0,0 1 0,-1 0 0,1 0 0,-1-1 0,1 1 0,-1-1 0,0 1 0,1-1 0,-1 0 0,0 0 0,0 1 0,0-1 0,0 0 0,-1 0 0,1 0 0,0 0 0,-1 0 0,0 0 0,1 0 0,-1 0 0,0 0 0,0-2 0,2-31-1365,-3 20-5461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9 24575,'-6'-2'0,"-1"1"0,1-1 0,0 1 0,-13-1 0,18 2 0,0 0 0,1 0 0,-1 0 0,0 0 0,0 0 0,1 0 0,-1 0 0,0 0 0,0 1 0,1-1 0,-1 0 0,0 1 0,1-1 0,-1 0 0,0 1 0,1-1 0,-1 1 0,0-1 0,1 1 0,-1 0 0,0 0 0,1 0 0,0 0 0,-1 0 0,1 0 0,0 0 0,0 0 0,0 0 0,0 0 0,0 0 0,0 0 0,0 0 0,1 0 0,-1 0 0,0 0 0,1 0 0,-1 0 0,0 0 0,1 0 0,-1 0 0,2 1 0,4 8 0,0 0 0,1 0 0,0 0 0,16 15 0,40 30 0,8 1 0,76 68 0,-144-122 0,-1 0 0,0 1 0,0-1 0,0 1 0,0-1 0,-1 1 0,1 0 0,-1 0 0,1-1 0,0 5 0,-2-6 0,0-1 0,1 1 0,-1 0 0,0-1 0,0 1 0,0 0 0,0 0 0,0-1 0,-1 1 0,1 0 0,0 0 0,0-1 0,0 1 0,-1 0 0,1-1 0,0 1 0,0 0 0,-2 0 0,1 0 0,0 0 0,0 0 0,0 0 0,0 0 0,0-1 0,0 1 0,0 0 0,0-1 0,-1 1 0,1-1 0,0 0 0,0 1 0,-1-1 0,-1 0 0,-12 2 0,0-1 0,0 0 0,0-1 0,-24-4 0,-60-14 0,81 14-113,-59-16 360,69 18-434,1-1-1,-1-1 1,0 1-1,1-1 1,0 0 0,0-1-1,-7-5 1,5 1-6639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24575,'4'46'0,"3"-1"0,1 0 0,2 0 0,2-1 0,2-1 0,2 0 0,1-1 0,3-1 0,49 77 0,-54-96 0,-7-10 0,0-1 0,0 1 0,-1 0 0,-1 1 0,7 18 0,-13-31 0,1 1 0,-1 0 0,0 0 0,1 0 0,-1 0 0,0-1 0,0 1 0,0 0 0,0 0 0,0 0 0,0 0 0,0 0 0,0-1 0,0 1 0,-1 0 0,1 0 0,0 0 0,0 0 0,-1-1 0,1 1 0,-1 0 0,1 0 0,-1 1 0,0-2 0,0 1 0,0-1 0,0 1 0,0-1 0,0 0 0,0 1 0,0-1 0,0 0 0,0 0 0,0 1 0,0-1 0,0 0 0,0 0 0,0 0 0,0 0 0,-1-1 0,-5 0 0,0-1 0,0 0 0,1 0 0,-9-4 0,-134-70 0,146 75 0,0-1 0,0 0 0,1 0 0,-1 0 0,1 0 0,-5-5 0,6 7 0,1-1 0,0 1 0,-1-1 0,1 1 0,0-1 0,0 1 0,0 0 0,-1-1 0,1 1 0,0-1 0,0 1 0,0-1 0,0 1 0,0-1 0,0 0 0,0 1 0,0-1 0,0 1 0,0-1 0,0 1 0,0-1 0,0 1 0,0-1 0,0 1 0,1-1 0,-1 1 0,0-1 0,0 1 0,1 0 0,-1-1 0,0 1 0,0-1 0,1 1 0,-1 0 0,1-1 0,-1 1 0,0-1 0,1 1 0,-1 0 0,1 0 0,-1-1 0,1 1 0,-1 0 0,1 0 0,-1 0 0,0-1 0,1 1 0,0 0 0,-1 0 0,1 0 0,13-4 0,0 0 0,1 0 0,-1 2 0,27-2 0,62 4 0,-51 1 0,-12-1 0,-21-1 0,0 0 0,0 2 0,0 0 0,0 2 0,0 0 0,20 6 0,-36-8 0,1 0 0,-1 1 0,1 0 0,-1-1 0,0 1 0,1 0 0,-1 1 0,0-1 0,-1 1 0,1-1 0,0 1 0,-1 0 0,1 0 0,-1 0 0,0 0 0,0 0 0,0 1 0,0-1 0,-1 1 0,1-1 0,-1 1 0,0-1 0,0 1 0,-1 0 0,1 0 0,-1 0 0,1 6 0,-1-2 24,0-1 0,1 1 0,0-1 0,3 11 0,-3-17-86,-1 1 0,1 0 0,-1 0 0,1-1 1,0 1-1,0 0 0,0-1 0,0 1 0,0-1 0,0 1 0,0-1 0,1 0 1,-1 1-1,0-1 0,1 0 0,-1 0 0,1 0 0,-1 0 0,1 0 0,0 0 1,-1 0-1,1-1 0,2 2 0,4-2-6764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24575,'2'-5'0,"1"1"0,1 4 0,1 4 0,0 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24575,'82'91'0,"-34"-37"0,-44-50 0,3 4 0,0 0 0,1 0 0,16 11 0,-23-18 0,1 0 0,-1 0 0,1 0 0,-1 0 0,1 0 0,-1 0 0,1-1 0,0 1 0,-1 0 0,1-1 0,0 0 0,-1 1 0,1-1 0,0 0 0,0 0 0,-1 0 0,1 0 0,0 0 0,0 0 0,-1 0 0,1-1 0,0 1 0,-1-1 0,1 1 0,0-1 0,-1 0 0,1 0 0,-1 1 0,1-1 0,-1 0 0,3-2 0,-2 0 0,1 0 0,-1 0 0,0-1 0,0 1 0,-1 0 0,1-1 0,-1 1 0,0-1 0,1 0 0,0-5 0,4-39 0,-6 24 0,-1 19 0,1 0 0,0 0 0,0 0 0,0 0 0,1 0 0,0 0 0,1-6 0,-1 11 0,-1-1 0,0 1 0,0-1 0,1 1 0,-1 0 0,0-1 0,0 1 0,1-1 0,-1 1 0,0 0 0,1-1 0,-1 1 0,1 0 0,-1 0 0,0-1 0,1 1 0,-1 0 0,1 0 0,-1-1 0,1 1 0,-1 0 0,1 0 0,-1 0 0,1 0 0,0 0 0,14 4 0,12 12 0,10 17 0,-27-23 0,1 0 0,20 13 0,-26-20 0,-1 0 0,0-1 0,0 1 0,0-1 0,0 0 0,8 2 0,-11-4 0,0 0 0,1 0 0,-1 1 0,0-1 0,0 0 0,0 0 0,0-1 0,1 1 0,-1 0 0,0 0 0,0-1 0,0 1 0,0 0 0,1-1 0,-1 1 0,0-1 0,0 0 0,0 1 0,0-1 0,0 0 0,-1 1 0,1-1 0,0 0 0,0 0 0,0 0 0,-1 0 0,2-1 0,-1 0 0,0 0 0,1 1 0,-1-1 0,1 0 0,0 1 0,-1-1 0,1 1 0,0 0 0,0 0 0,0-1 0,0 1 0,0 0 0,0 0 0,0 1 0,0-1 0,0 0 0,0 1 0,0-1 0,1 1 0,-1 0 0,0 0 0,0 0 0,1 0 0,1 0 0,5 2 0,0 0 0,0 1 0,-1 0 0,16 7 0,-16-6 0,0-1 0,0 0 0,0 0 0,15 2 0,-9-5-1365,-1-2-5461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 24575,'-7'-1'0,"0"0"0,0 1 0,0-1 0,0 2 0,-1-1 0,1 1 0,-13 3 0,19-3 0,-1-1 0,0 1 0,0-1 0,0 1 0,1 0 0,-1 0 0,0 0 0,1 0 0,-1 0 0,1 0 0,-1 1 0,1-1 0,0 1 0,-1-1 0,1 0 0,0 1 0,0 0 0,0-1 0,0 1 0,0 0 0,1-1 0,-1 1 0,0 0 0,1 0 0,-1 0 0,1 0 0,0 0 0,0-1 0,0 1 0,-1 0 0,2 0 0,-1 0 0,1 3 0,1 6 0,1-1 0,0 0 0,1 0 0,0-1 0,1 1 0,0-1 0,0 0 0,1 0 0,0-1 0,1 1 0,0-1 0,12 11 0,-18-18 0,0 0 0,0 0 0,0 0 0,0 0 0,0 0 0,0 0 0,0 0 0,0-1 0,0 1 0,0 0 0,1-1 0,-1 1 0,0-1 0,1 1 0,-1-1 0,0 0 0,0 0 0,1 1 0,-1-1 0,0 0 0,1 0 0,-1 0 0,1 0 0,-1-1 0,0 1 0,1 0 0,-1 0 0,0-1 0,0 1 0,1-1 0,-1 1 0,0-1 0,0 0 0,0 1 0,1-1 0,-1 0 0,0 0 0,0 0 0,0 0 0,1-1 0,1-2 0,-1 0 0,0 1 0,1-1 0,-2 0 0,1 0 0,0 0 0,-1 0 0,1 0 0,-1 0 0,0 0 0,0-8 0,-1-2 0,0 12 0,0-1 0,-1 0 0,1 1 0,1-1 0,-1 0 0,0 1 0,1-1 0,-1 0 0,1 1 0,0-1 0,1-3 0,-1 6 0,-1 0 0,0 0 0,0 0 0,1 0 0,-1 0 0,0 0 0,1 0 0,-1 0 0,0 0 0,0 0 0,1 0 0,-1 1 0,0-1 0,1 0 0,-1 0 0,0 0 0,0 0 0,1 1 0,-1-1 0,0 0 0,0 0 0,0 0 0,1 1 0,-1-1 0,0 0 0,0 0 0,0 1 0,0-1 0,1 0 0,-1 1 0,7 9 0,-7-10 0,23 38-83,-12-18-174,1-1 1,0-1 0,2-1-1,20 22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24575,'5'29'0,"4"20"0,3 9 0,2 4 0,1-1 0,0-1 0,1-1 0,-1 0 0,3-4 0,0-1 0,-1-2 0,0-2 0,0-6 0,-4-4 0,-1-5 0,-3-6 0,-3-5 0,-3-7-8191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24575,'155'52'0,"-46"-13"0,-95-35 0,0-1 0,0-1 0,0 1 0,0-2 0,0 0 0,21-2 0,-24 1 0,-1-2 0,0 1 0,1-1 0,-1-1 0,0 0 0,0 0 0,0-1 0,-1 0 0,13-8 0,-15 7 0,-1 0 0,1 0 0,-2-1 0,1 0 0,0 0 0,-1 0 0,-1-1 0,1 0 0,5-10 0,-4 4 0,0 0 0,-1-1 0,0 0 0,4-20 0,-8 32 0,-1-1 0,0 1 0,1 0 0,-1-1 0,0 1 0,0 0 0,0-1 0,-1 1 0,1 0 0,0 0 0,-1-1 0,0 1 0,1 0 0,-1 0 0,0-1 0,0 1 0,0 0 0,-2-2 0,2 3 0,0 1 0,0-1 0,0 0 0,0 0 0,0 0 0,0 1 0,-1-1 0,1 0 0,0 1 0,0-1 0,-1 1 0,1 0 0,0-1 0,0 1 0,-1 0 0,1 0 0,0 0 0,-1 0 0,1 0 0,0 0 0,-1 0 0,1 0 0,0 1 0,-1-1 0,1 0 0,0 1 0,0-1 0,-1 1 0,1-1 0,0 1 0,0 0 0,-2 1 0,0 0 0,-1 1 0,1 0 0,0 0 0,0 0 0,0 0 0,0 0 0,0 1 0,1-1 0,0 1 0,0 0 0,0 0 0,0-1 0,0 1 0,1 0 0,-1 1 0,1-1 0,-1 7 0,1-4 0,0 1 0,1-1 0,-1 1 0,2-1 0,-1 0 0,1 1 0,0-1 0,0 0 0,4 11 0,-1-9 0,0-1 0,0 0 0,1 0 0,0 0 0,0-1 0,1 0 0,0 0 0,1 0 0,-1-1 0,1 1 0,0-2 0,1 1 0,-1-1 0,1 0 0,0-1 0,11 5 0,9 2 0,0 0 0,0-3 0,51 10 0,-64-15-1365,-2-1-5461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7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24575,'0'18'0,"2"-1"0,0 1 0,8 28 0,19 50 0,-25-85 0,129 302 0,-99-239 0,-28-61-88,-2-7-125,-1 0 1,-1 0-1,1 0 0,-1 0 0,2 10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24575,'19'-10'0,"10"-3"0,2 0 0,-3 3 0,-2 1 0,-4 1 0,-3 3 0,-2 1 0,-5 0 0,-3-2 0,-2-3 0,-1-2 0,-2-2 0,-2 2-8191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24575,'1'29'0,"0"1"0,2-1 0,1 0 0,2-1 0,9 34 0,4-7 0,1-2 0,3 0 0,50 85 0,-65-125-455,0 1 0,10 23 0,-15-27-6371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88 24575,'-7'-16'0,"4"7"0,-1-1 0,-1 1 0,1 1 0,-1-1 0,-12-13 0,17 21 0,0 1 0,0 0 0,-1-1 0,1 1 0,0 0 0,0 0 0,-1-1 0,1 1 0,0 0 0,0 0 0,-1 0 0,1-1 0,0 1 0,-1 0 0,1 0 0,0 0 0,-1 0 0,1 0 0,0 0 0,-1 0 0,1 0 0,0 0 0,-1 0 0,1 0 0,0 0 0,-1 0 0,1 0 0,-1 0 0,1 0 0,-1 0 0,-6 10 0,0 17 0,7-27 0,-9 43 0,-18 50 0,-7 30 0,31-107 0,1 1 0,0-1 0,2 1 0,0 0 0,0-1 0,2 1 0,0 0 0,1-1 0,0 0 0,2 1 0,10 27 0,2-6 0,2 0 0,34 52 0,-38-69 0,1 1 0,2-2 0,0 0 0,1-1 0,22 17 0,-32-29-120,-5-3-35,1 0-1,1 0 0,-1 0 1,1 0-1,-1-1 0,1 0 1,11 4-1,-6-5-6670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24575,'33'-11'0,"41"-19"0,-66 26 0,0 0 0,0-1 0,0 0 0,-1 0 0,0-1 0,11-10 0,-16 13 0,1 0 0,-1 0 0,0 0 0,0-1 0,0 1 0,-1-1 0,1 1 0,-1-1 0,0 1 0,0-1 0,0 0 0,0 0 0,-1 0 0,1 1 0,-1-1 0,0 0 0,0 0 0,-1 0 0,1 0 0,-1 1 0,0-1 0,0 0 0,0 0 0,0 1 0,-1-1 0,1 1 0,-5-7 0,3 5 0,0 1 0,0-1 0,0 1 0,-1-1 0,1 1 0,-1 0 0,0 0 0,-1 1 0,1-1 0,-1 1 0,1 0 0,-1 0 0,0 0 0,0 1 0,0 0 0,0 0 0,-1 0 0,-9-2 0,12 4 0,1 0 0,-1 0 0,1 0 0,-1 0 0,1 1 0,-1-1 0,1 1 0,-1-1 0,1 1 0,0 0 0,-1 0 0,1 0 0,0 0 0,-1 0 0,1 0 0,0 1 0,0-1 0,0 1 0,0 0 0,1-1 0,-1 1 0,0 0 0,1 0 0,-1 0 0,1 0 0,-1 1 0,1-1 0,0 0 0,0 0 0,0 1 0,0 3 0,-2 4 0,0 0 0,1 0 0,0 0 0,1 1 0,1-1 0,0 14 0,0-15 0,1 0 0,0 0 0,0-1 0,1 1 0,0 0 0,1-1 0,0 1 0,6 11 0,-6-14 0,1 0 0,0 0 0,0-1 0,0 1 0,1-1 0,0 0 0,0-1 0,0 1 0,0-1 0,1 0 0,10 6 0,3-1 14,2 0 0,-1-1 0,1-1 0,0-1 0,0 0 0,39 3 0,131-3-924,-159-6 357,-19 0-6273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4:5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24575,'0'19'0,"2"-1"0,1 1 0,0-1 0,1 0 0,1 0 0,1 0 0,12 27 0,5 0 0,42 65 0,-38-72 0,-19-27 0,1 1 0,-1 0 0,-1 0 0,0 1 0,10 26 0,-17-38 0,1-1 0,-1 1 0,0 0 0,1 0 0,-1 0 0,0 0 0,0 0 0,0-1 0,0 1 0,0 0 0,0 0 0,0 0 0,0 0 0,-1 0 0,1 0 0,0-1 0,0 1 0,-1 0 0,1 0 0,-1 1 0,0-2 0,1 1 0,-1-1 0,1 0 0,-1 1 0,0-1 0,1 0 0,-1 1 0,1-1 0,-1 0 0,0 0 0,1 1 0,-1-1 0,0 0 0,0 0 0,1 0 0,-1 0 0,0 0 0,1 0 0,-2 0 0,-2-1 0,0 0 0,0 0 0,0 0 0,1-1 0,-1 1 0,1-1 0,-6-3 0,-7-6 0,0 0 0,1-2 0,-14-14 0,22 20 0,1 0 0,0-1 0,0 1 0,0-1 0,1-1 0,0 1 0,-7-19 0,11 25 4,0 0 0,1 0-1,-1 0 1,1 0-1,0 0 1,-1 0 0,1-1-1,0 1 1,0 0 0,1 0-1,-1 0 1,0 0-1,1-1 1,-1 1 0,1 0-1,-1 0 1,1 0 0,0 0-1,0 0 1,0 0-1,0 0 1,1 1 0,-1-1-1,0 0 1,1 1 0,-1-1-1,1 1 1,-1-1-1,1 1 1,0 0 0,0-1-1,2 0 1,3-1-190,0-1 1,0 1-1,1 0 0,0 1 1,-1 0-1,1 0 1,12-1-1,-7 2-6640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00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24575,'2'-10'0,"1"-1"0,1 4 0,-2 9 0,0 5 0,1 7 0,1 4 0,0-2-8191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0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24575,'1'4'0,"-1"-1"0,1 0 0,-1 0 0,1 1 0,0-1 0,0 0 0,0 0 0,1 0 0,-1 0 0,4 5 0,24 28 0,-16-20 0,0 0 0,0-1 0,2 0 0,-1 0 0,20 13 0,-28-24 0,0 1 0,1-1 0,0 0 0,-1-1 0,1 0 0,1 0 0,-1 0 0,0-1 0,1 0 0,-1 0 0,1-1 0,-1 0 0,1 0 0,9-1 0,-15 0 0,0-1 0,0 1 0,-1 0 0,1-1 0,0 1 0,0-1 0,0 0 0,-1 0 0,1 0 0,0 1 0,-1-1 0,1-1 0,-1 1 0,1 0 0,-1 0 0,1-1 0,-1 1 0,0 0 0,0-1 0,0 0 0,0 1 0,0-1 0,0 1 0,0-1 0,0 0 0,-1 0 0,1 0 0,0 1 0,-1-4 0,2-5 0,-1 1 0,0-1 0,0 0 0,-2-14 0,1 13 0,-4-10 0,3 18 0,0-1 0,1 1 0,-1-1 0,1 1 0,0 0 0,0-6 0,0 9 0,0 0 0,0 0 0,0-1 0,0 1 0,0 0 0,0 0 0,0 0 0,0 0 0,0 0 0,0 0 0,0 0 0,0-1 0,0 1 0,0 0 0,1 0 0,-1 0 0,0 0 0,0 0 0,0 0 0,0 0 0,0 0 0,0 0 0,0-1 0,0 1 0,1 0 0,-1 0 0,0 0 0,0 0 0,0 0 0,0 0 0,0 0 0,0 0 0,1 0 0,-1 0 0,0 0 0,0 0 0,0 0 0,0 0 0,0 0 0,1 0 0,5 4 0,6 8 0,-10-11 0,5 7 0,2 0 0,-1-1 0,1 0 0,0-1 0,1 0 0,-1 0 0,21 8 0,-24-12 0,1 1 0,-1-1 0,1 0 0,0-1 0,-1 0 0,1 0 0,0 0 0,0-1 0,0 0 0,0 0 0,0 0 0,-1-1 0,1 0 0,7-3 0,-12 4 0,0-1 0,-1 0 0,1 0 0,0 0 0,-1 0 0,1 0 0,-1 0 0,1 0 0,-1 0 0,1-1 0,-1 1 0,0 0 0,0-1 0,1 0 0,-1 1 0,0-1 0,-1 1 0,1-1 0,0 0 0,0 0 0,-1 1 0,1-1 0,-1 0 0,1 0 0,-1 0 0,0 0 0,0 0 0,0 0 0,0 1 0,0-1 0,0 0 0,-1 0 0,1 0 0,-1-2 0,-2-6 0,0 0 0,0 1 0,-1-1 0,-10-17 0,-29-41-1365,30 50-5461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0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24575,'29'13'-55,"0"0"-1,0 2 1,-2 1 0,0 2-1,0 0 1,-2 2 0,0 1-1,-2 0 1,0 2-1,-1 1 1,-2 0 0,0 2-1,-2 0 1,-1 2 0,-1-1-1,-1 2 1,-2 0-1,-1 1 1,14 50 0,-15-33 98,-1 0 0,-3 1 0,-2 0 0,-2 0 0,-2 0 1,-8 73-1,5-104-137,-1 0 1,0 0-1,-1-1 1,-1 1 0,0-1-1,-2 0 1,0-1-1,0 0 1,-1 0 0,-11 15-1,1-8-6264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2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75 24575,'2'1'0,"0"-1"0,0 1 0,0 0 0,0 0 0,0 0 0,0 0 0,0 0 0,0 1 0,1 1 0,6 3 0,465 245 0,-333-190 0,60 30 0,-231-108 0,-42-23 0,-81-21 0,-35-17 0,13-20 0,74 39 0,83 50 0,-1 1 0,1 0 0,-1 1 0,-35-7 0,41 12 0,-1-2 0,1 1 0,0-2 0,1 0 0,-1 0 0,1-1 0,-19-13 0,30 19 0,0 0 0,0-1 0,1 1 0,-1-1 0,0 0 0,0 1 0,1-1 0,-1 0 0,0 1 0,1-1 0,-1 0 0,1 0 0,-1 0 0,1 1 0,0-1 0,-1 0 0,1 0 0,0 0 0,-1 0 0,1 0 0,0-2 0,0 3 0,0-1 0,1 1 0,-1-1 0,1 0 0,-1 1 0,1-1 0,-1 1 0,1-1 0,-1 1 0,1-1 0,-1 1 0,1-1 0,-1 1 0,1 0 0,0-1 0,-1 1 0,1 0 0,0-1 0,-1 1 0,1 0 0,1 0 0,6-2 0,0 1 0,0 0 0,14 0 0,226 3 0,-149 7 0,-57-4 0,-65-6 0,-41-4 0,32 1 0,-45 1 0,21 1 0,2-5 0,35 4 0,-29-2 0,28 5 0,11-1 0,1 1 0,-1 0 0,1 0 0,-1 1 0,-11 3 0,19-4 0,1 0 0,-1 0 0,1 1 0,-1-1 0,1 0 0,-1 1 0,1-1 0,-1 0 0,1 1 0,0-1 0,-1 1 0,1-1 0,0 1 0,-1-1 0,1 1 0,0-1 0,-1 1 0,1-1 0,0 1 0,0 0 0,0-1 0,0 1 0,-1-1 0,1 1 0,0 0 0,0-1 0,0 1 0,0-1 0,0 1 0,0 0 0,1-1 0,-1 1 0,0-1 0,0 1 0,0-1 0,1 1 0,-1 0 0,1 0 0,13 26 0,-10-21 0,48 74 0,-29-41 75,-19-30-363,0-1 0,1 0 0,0 0 0,9 10 0,-6-10-6538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33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403 450 24575,'-176'-55'0,"138"41"0,0-3 0,-52-31 0,85 46 0,-21-13 0,25 15 0,0-1 0,0 1 0,0-1 0,0 1 0,0 0 0,0-1 0,0 1 0,0 0 0,0 0 0,0 0 0,0 0 0,0 0 0,0 0 0,0 0 0,0 0 0,0 0 0,0 1 0,0-1 0,0 0 0,0 1 0,0-1 0,-1 1 0,1 0 0,0 0 0,1 0 0,-1 0 0,1 0 0,-1 0 0,1 0 0,0 0 0,-1 0 0,1 0 0,0 0 0,0 0 0,0 0 0,-1 0 0,1 1 0,0-1 0,1 0 0,-1 0 0,0 0 0,0 0 0,0 0 0,1 0 0,0 2 0,10 25 0,-10-24 0,10 17 0,1 0 0,1 0 0,1-2 0,1 1 0,0-2 0,2 0 0,29 25 0,-37-35 0,0-1 0,1 0 0,0 0 0,1-1 0,14 6 0,-21-10 0,-1 0 0,1-1 0,0 1 0,0-1 0,0 0 0,0 0 0,0-1 0,1 1 0,-1-1 0,0 0 0,0 0 0,0 0 0,0-1 0,1 0 0,-1 1 0,0-1 0,0-1 0,6-1 0,-8 1 0,0 1 0,0-1 0,0 1 0,0-1 0,0 0 0,0 0 0,0 0 0,0 0 0,-1 0 0,1 0 0,-1 0 0,0 0 0,1-1 0,0-3 0,0 1 0,-1 0 0,0 0 0,0 0 0,0 0 0,-1 0 0,0 0 0,0-6 0,-2-4 0,0-1 0,-1 1 0,-9-29 0,-127-298 0,126 312 0,9 21 0,3 5 0,0 1 0,-1-1 0,1 1 0,-1 0 0,0-1 0,0 1 0,0 0 0,-1 0 0,-3-4 0,8 20 0,28 59 0,53 93 0,-65-130 0,4 5-455,2-1 0,29 37 0,-44-64-6371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3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117 231 24575,'4'-9'0,"24"-64"0,-25 65 0,-1 0 0,-1 0 0,1 0 0,-1 0 0,0-1 0,-1 1 0,0-10 0,-1 14 0,0 1 0,0-1 0,-1 1 0,1 0 0,-1-1 0,0 1 0,0 0 0,0 0 0,0 0 0,0 0 0,-1 0 0,0 0 0,1 1 0,-1 0 0,0-1 0,0 1 0,-6-3 0,6 2 0,-1 1 0,0 0 0,1 0 0,-1 1 0,0-1 0,0 1 0,0 0 0,0 0 0,0 0 0,0 1 0,0-1 0,-1 1 0,1 0 0,0 0 0,-7 1 0,9 0 0,-1 0 0,1 1 0,-1-1 0,1 0 0,0 1 0,0 0 0,-1-1 0,1 1 0,0 0 0,1 0 0,-1 0 0,0 1 0,1-1 0,-1 0 0,1 1 0,-1-1 0,1 0 0,0 1 0,0 0 0,0-1 0,0 5 0,-1-1 0,1 1 0,0-1 0,0 1 0,1-1 0,-1 1 0,2-1 0,-1 1 0,2 6 0,-1-7 0,1 0 0,0 0 0,1 0 0,-1 0 0,1-1 0,0 1 0,1-1 0,-1 0 0,1 0 0,0 0 0,0-1 0,1 1 0,-1-1 0,1 0 0,0 0 0,0-1 0,0 1 0,11 4 0,7 3 0,1-2 0,1 0 0,30 6 0,-41-11 0,-12-3-27,18 4 102,29 4 0,-45-8-189,1 0-1,0-1 1,-1 0-1,1 0 1,0 0-1,-1-1 1,1 1-1,0-1 1,-1 0-1,1 0 1,-1-1-1,8-2 1,-3-3-6712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3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88 24575,'-1'-2'0,"0"-1"0,1 0 0,-1 0 0,0-1 0,1 1 0,0-6 0,0 9 0,0 0 0,0-1 0,0 1 0,0 0 0,0 0 0,0-1 0,0 1 0,0 0 0,0 0 0,0 0 0,0-1 0,0 1 0,0 0 0,1 0 0,-1 0 0,0-1 0,0 1 0,0 0 0,0 0 0,1 0 0,-1 0 0,0-1 0,0 1 0,0 0 0,1 0 0,-1 0 0,0 0 0,0 0 0,0 0 0,1 0 0,-1 0 0,0 0 0,2 0 0,-1 0 0,0 0 0,0 1 0,0-1 0,0 0 0,0 1 0,0-1 0,0 1 0,0-1 0,0 1 0,1 1 0,49 38 0,-29-21 0,27 16 0,-42-30 0,1 0 0,0-1 0,1 0 0,-1-1 0,1 0 0,0 0 0,15 2 0,-23-4 0,1-1 0,-1 0 0,1 0 0,0 0 0,-1 0 0,1 0 0,-1 0 0,1 0 0,0 0 0,-1-1 0,1 1 0,-1-1 0,1 1 0,-1-1 0,1 1 0,-1-1 0,1 0 0,-1 0 0,2-1 0,-1 0 0,-1 1 0,0-1 0,0 0 0,0 0 0,0 0 0,0 0 0,0 1 0,0-1 0,-1 0 0,1 0 0,-1-1 0,1 1 0,-1 0 0,0 0 0,0-2 0,0-5 0,-1-1 0,0 1 0,0-1 0,-4-13 0,0 1 0,6 19 0,3 5 0,4 6 0,10 15 0,-11-14 0,0 0 0,0 0 0,1-1 0,1 0 0,10 8 0,47 26 0,-59-39 0,-1 0 0,1 0 0,0 0 0,0 0 0,0-1 0,0-1 0,0 1 0,12 0 0,-17-2 0,-1 0 0,1 0 0,0 0 0,-1-1 0,1 1 0,0-1 0,-1 1 0,1-1 0,0 1 0,-1-1 0,1 0 0,-1 0 0,1 0 0,-1 0 0,1 0 0,-1 0 0,0 0 0,2-2 0,-1 0 0,0 0 0,0 0 0,0 0 0,0-1 0,0 1 0,-1-1 0,3-6 0,-1-2 0,-1-1 0,0 1 0,1-25 0,-3 30 0,0-1 0,1 1 0,-1 0 0,2 0 0,-1 0 0,1 0 0,3-7 0,-4 12 0,0 0 0,0 0 0,0 0 0,1 0 0,-1 0 0,0 0 0,1 0 0,0 1 0,-1-1 0,1 1 0,0-1 0,0 1 0,0-1 0,0 1 0,0 0 0,0 0 0,0 0 0,0 0 0,1 1 0,-1-1 0,0 0 0,1 1 0,-1 0 0,0-1 0,3 1 0,2 0 9,1 1 0,-1-1 0,0 1 0,0 1 0,1-1 0,-1 1-1,0 1 1,-1-1 0,1 1 0,12 7 0,2 4-462,35 28 1,-44-33-106,-3-2-6268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35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162 159 24575,'-13'-35'0,"-31"-58"0,43 89 0,-2 1 0,1-1 0,0 1 0,0 0 0,-6-6 0,7 9 0,1 0 0,-1-1 0,1 1 0,-1-1 0,1 1 0,-1 0 0,0-1 0,1 1 0,-1 0 0,1 0 0,-1-1 0,0 1 0,1 0 0,-1 0 0,0 0 0,1 0 0,-1 0 0,0 0 0,1 0 0,-1 0 0,0 0 0,1 0 0,-1 0 0,0 0 0,1 1 0,-1-1 0,1 0 0,-1 0 0,0 1 0,1-1 0,-1 0 0,1 1 0,-1-1 0,1 1 0,-1-1 0,1 1 0,-1-1 0,1 1 0,-1-1 0,1 1 0,-1 0 0,-4 7 0,0 0 0,1 1 0,0-1 0,0 1 0,1 0 0,-3 11 0,-5 12 0,7-22 0,0 0 0,1 0 0,1 1 0,-1-1 0,0 14 0,3-21 0,0-1 0,0 1 0,0 0 0,0-1 0,0 1 0,0 0 0,1-1 0,-1 1 0,1-1 0,0 1 0,0-1 0,0 1 0,0-1 0,0 0 0,1 1 0,-1-1 0,1 0 0,-1 0 0,1 0 0,0 0 0,0 0 0,0 0 0,0-1 0,0 1 0,0-1 0,4 3 0,1-1 0,0-1 0,0 0 0,0 0 0,1 0 0,-1-1 0,0 0 0,11 0 0,53-4 0,-63 2 0,1 0 0,0-1 0,-1 0 0,1 0 0,-1-1 0,0-1 0,12-5 0,-16 7 0,0 0 0,0-1 0,-1 1 0,0 0 0,1-1 0,-1 0 0,0 0 0,0 0 0,-1 0 0,1 0 0,0-1 0,-1 1 0,0-1 0,0 0 0,0 0 0,0 1 0,1-8 0,-3 8 7,1 0-1,-1 0 0,-1 0 0,1 0 1,0 0-1,-1 0 0,1 0 1,-1 0-1,0 0 0,0 1 1,0-1-1,-1 0 0,1 1 0,0-1 1,-1 1-1,0-1 0,0 1 1,-3-4-1,-4-3-377,1 1-1,-1 0 1,-13-8 0,9 7-6455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0 133 24575,'1'4'0,"0"0"0,0 1 0,1-1 0,-1 1 0,1-1 0,0 0 0,0 0 0,4 4 0,1 5 0,8 21 0,0 1 0,11 44 0,-8-5 0,-18-67 0,-5-17 0,-6-15 0,-38-124 0,43 121 0,0 0 0,2 0 0,-1-43 0,5 68 0,0-1 0,0 0 0,1 1 0,-1-1 0,1 0 0,0 1 0,0-1 0,0 1 0,0-1 0,0 1 0,1 0 0,2-5 0,-2 6 0,0 0 0,0 0 0,0 0 0,0 0 0,0 0 0,1 0 0,-1 1 0,0-1 0,1 1 0,-1 0 0,1 0 0,-1 0 0,1 0 0,0 0 0,-1 0 0,6 0 0,-1 0 14,0 0-1,0 1 0,1 0 0,-1 0 1,0 1-1,0 0 0,0 0 1,12 4-1,-15-4-87,-1 0-1,0 0 1,0 1 0,0-1 0,0 1-1,0 0 1,0 0 0,0 0 0,0 0-1,-1 1 1,1-1 0,-1 1 0,0-1-1,0 1 1,0 0 0,0 0 0,0 0-1,0 0 1,1 6 0,1 3-6752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4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52 24575,'-12'-8'0,"0"1"0,0 0 0,-1 1 0,1 0 0,-1 1 0,-18-5 0,27 10 0,0-1 0,0 0 0,0 1 0,0 0 0,0 0 0,-1 0 0,1 0 0,0 1 0,0 0 0,0 0 0,-4 1 0,5-1 0,0 1 0,0-1 0,1 1 0,-1-1 0,1 1 0,0 0 0,-1 0 0,1 0 0,0 0 0,0 1 0,0-1 0,1 1 0,-1-1 0,0 1 0,1-1 0,0 1 0,-2 3 0,1 0 0,0-1 0,0 1 0,1 0 0,-1 0 0,1 0 0,1 1 0,-1-1 0,1 0 0,0 0 0,0 0 0,1 0 0,0 1 0,0-1 0,0 0 0,1 0 0,0-1 0,0 1 0,1 0 0,-1-1 0,1 1 0,0-1 0,1 0 0,-1 0 0,1 0 0,0 0 0,1-1 0,-1 1 0,1-1 0,-1 0 0,10 5 0,-5-3 0,1-1 0,1 0 0,-1-1 0,1 0 0,11 2 0,-18-5 0,1 0 0,0 0 0,0 0 0,1-1 0,-1 1 0,0-1 0,0-1 0,0 1 0,0-1 0,0 0 0,0 0 0,0 0 0,7-3 0,-10 3 0,-1-1 0,1 1 0,0-1 0,-1 1 0,1-1 0,-1 0 0,0 1 0,1-1 0,-1 0 0,0 0 0,0 0 0,0 0 0,0 0 0,-1 0 0,1 0 0,-1 0 0,1 0 0,-1-1 0,1 1 0,-1 0 0,0-3 0,0-6 0,0 0 0,-3-19 0,-4-2 0,7 32 0,0 0 0,0-1 0,0 1 0,0 0 0,0 0 0,0 0 0,0 0 0,0 0 0,0 0 0,0 0 0,0 0 0,0 0 0,0 0 0,0 0 0,0 0 0,0-1 0,1 1 0,-1 0 0,0 0 0,0 0 0,0 0 0,0 0 0,0 0 0,0 0 0,0 0 0,0 0 0,0 0 0,0 0 0,0 0 0,0 0 0,0 0 0,0 0 0,0 0 0,0 0 0,0 0 0,1-1 0,-1 1 0,0 0 0,0 0 0,0 0 0,0 0 0,0 0 0,0 0 0,0 0 0,0 0 0,0 0 0,0 0 0,0 0 0,1 0 0,-1 0 0,0 0 0,0 1 0,0-1 0,0 0 0,0 0 0,6 4 0,6 8 0,-11-11 0,119 141 0,-110-131-1365,-3-1-5461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44 24575,'-9'-44'0,"28"128"0,117 326 0,-125-385-1365,-5-16-5461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35 24575,'-242'-11'0,"185"9"-25,43 2-166,0 0-1,0-1 1,-1-1-1,1 0 1,0-1-1,-19-6 1,24 5-6635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5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24575,'2'5'0,"1"4"0,0 3 0,2 2 0,0 0 0,2 2 0,-1-1 0,2 1 0,-1-1 0,1-3 0,-1-1 0,1-2 0,-2 0 0,2-2 0,1-2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5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24575,'0'2'0,"-2"4"0,-1 3 0,0 2 0,0 2 0,1-1-8191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6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0 24575,'5'1'0,"0"0"0,-1 0 0,1 0 0,0 0 0,-1 1 0,1 0 0,-1 0 0,0 0 0,1 0 0,-1 1 0,0 0 0,-1-1 0,1 2 0,0-1 0,-1 0 0,0 1 0,1-1 0,-1 1 0,-1 0 0,1 0 0,-1 0 0,1 0 0,-1 1 0,0-1 0,-1 1 0,1-1 0,-1 1 0,0-1 0,1 10 0,-1-6 0,0 0 0,0 1 0,-1-1 0,0 0 0,-1 0 0,0 0 0,0 0 0,-1 0 0,-2 9 0,3-14 0,0 0 0,0 0 0,-1 0 0,1 0 0,-1 0 0,0 0 0,0 0 0,1 0 0,-2-1 0,1 1 0,0-1 0,-1 1 0,1-1 0,-1 0 0,1 0 0,-1 0 0,0-1 0,0 1 0,0-1 0,0 1 0,0-1 0,0 0 0,-1 0 0,-4 1 0,-1-2 0,-1 1 0,1-1 0,0 0 0,0-1 0,0 0 0,0-1 0,0 0 0,0 0 0,0-1 0,-10-4 0,15 5 0,0 0 0,0 0 0,0 0 0,0 0 0,0-1 0,1 1 0,0-1 0,-1 0 0,1 0 0,0 0 0,0-1 0,1 1 0,-1-1 0,1 1 0,-1-1 0,1 0 0,1 0 0,-1 0 0,0 0 0,1 0 0,0-1 0,0 1 0,-1-6 0,2 7 5,0 1 0,1-1 0,-1 1-1,1-1 1,-1 1 0,1-1 0,0 1 0,0 0-1,0-1 1,0 1 0,0 0 0,0 0 0,1 0-1,-1 0 1,1 0 0,-1 0 0,1 0-1,0 0 1,0 0 0,0 1 0,0-1 0,0 1-1,0 0 1,4-2 0,-1 0-140,1 1 0,-1-1 0,0 2 0,1-1 0,-1 0 0,1 1 0,-1 0 0,1 0 0,0 1 0,5 0 0,2 1-6691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7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24575,'1'3'0,"0"1"0,0 0 0,0 0 0,1 0 0,0 0 0,-1-1 0,1 1 0,1-1 0,-1 1 0,3 3 0,5 8 0,-1 0 0,1 0 0,0 0 0,1-1 0,0-1 0,1 1 0,19 15 0,-30-28 0,0 0 0,0 0 0,1 0 0,-1 0 0,0 0 0,1-1 0,-1 1 0,1 0 0,-1-1 0,1 1 0,0-1 0,-1 1 0,1-1 0,-1 0 0,1 1 0,0-1 0,-1 0 0,1 0 0,0 0 0,-1-1 0,1 1 0,-1 0 0,1-1 0,0 1 0,-1-1 0,1 1 0,-1-1 0,1 1 0,-1-1 0,2-1 0,0-1 0,0 0 0,-1 1 0,1-1 0,-1 0 0,0 0 0,0 0 0,0 0 0,0-1 0,0 1 0,-1-1 0,1 1 0,0-6 0,2-8 0,-3 13 0,-1 0 0,1-1 0,0 1 0,1 0 0,-1 0 0,1 1 0,-1-1 0,1 0 0,0 0 0,5-5 0,-7 8 0,1 1 0,0-1 0,0 1 0,0-1 0,0 1 0,-1 0 0,1-1 0,0 1 0,0 0 0,0 0 0,0-1 0,0 1 0,0 0 0,0 0 0,0 0 0,0 0 0,-1 0 0,1 0 0,0 1 0,0-1 0,0 0 0,0 0 0,0 1 0,0-1 0,0 0 0,-1 1 0,1-1 0,0 1 0,0-1 0,-1 1 0,1 0 0,0-1 0,-1 1 0,2 1 0,2 2 0,0 1 0,0-1 0,-1 1 0,4 5 0,10 17-682,34 41-1,-43-58-6143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220 505 24575,'-17'-8'0,"-3"-2"0,-1 1 0,0 1 0,0 0 0,-44-8 0,63 16 0,0 0 0,0-1 0,0 1 0,0 0 0,0 0 0,0 0 0,1 1 0,-1-1 0,0 0 0,0 1 0,0-1 0,0 1 0,0 0 0,1 0 0,-1 0 0,0-1 0,1 2 0,-1-1 0,-2 2 0,3-1 0,-1 0 0,1 0 0,-1 0 0,1 0 0,0 1 0,0-1 0,0 1 0,0-1 0,0 0 0,0 1 0,1 0 0,-1 3 0,0 6 0,1 0 0,0-1 0,1 1 0,0 0 0,4 13 0,-2-13 0,0 0 0,1 1 0,1-2 0,-1 1 0,2 0 0,7 12 0,-8-17 0,-1 0 0,1-1 0,1 0 0,-1 0 0,1 0 0,0-1 0,0 1 0,0-1 0,1-1 0,13 8 0,-18-11 0,0 0 0,-1-1 0,1 1 0,0 0 0,-1-1 0,1 1 0,0-1 0,-1 0 0,1 0 0,0 0 0,0 0 0,-1 0 0,1 0 0,0 0 0,0 0 0,-1-1 0,1 1 0,0 0 0,-1-1 0,3-1 0,-2 1 0,0-1 0,0 1 0,1-1 0,-1 0 0,-1 0 0,1 0 0,0 0 0,0 0 0,-1 0 0,1 0 0,1-5 0,1-3 0,0 0 0,0-1 0,-2 1 0,1-1 0,1-15 0,-3 10 0,0-23 0,0 46 0,0 0 0,0 0 0,1 0 0,-1 0 0,2-1 0,-1 1 0,1 0 0,0-1 0,0 0 0,1 0 0,7 11 0,-8-14 0,-1 0 0,1-1 0,-1 1 0,1 0 0,0-1 0,0 1 0,0-1 0,0 0 0,0 0 0,1 0 0,-1 0 0,1-1 0,-1 0 0,1 1 0,-1-1 0,1 0 0,0-1 0,0 1 0,-1-1 0,1 1 0,0-1 0,0 0 0,0-1 0,0 1 0,6-2 0,-6 1 0,-1 0 0,1-1 0,0 1 0,-1-1 0,1 0 0,-1 0 0,0 0 0,0-1 0,1 1 0,-1-1 0,-1 1 0,1-1 0,3-4 0,-2 1 0,0 0 0,-1 0 0,0 0 0,0 0 0,0-1 0,3-12 0,-1-3 0,-2 1 0,0-1 0,-1-37 0,-4-13 0,-3 0 0,-4 1 0,-2 0 0,-27-91 0,36 157 0,1-1 0,-2 0 0,1 1 0,-4-7 0,5 11 0,1 0 0,0 0 0,-1 1 0,1-1 0,-1 0 0,0 1 0,1-1 0,-1 1 0,0-1 0,1 0 0,-1 1 0,0 0 0,0-1 0,1 1 0,-1-1 0,-1 1 0,1 0 0,1 0 0,-1 0 0,0 0 0,1 0 0,-1 0 0,0 0 0,1 1 0,-1-1 0,0 0 0,1 1 0,-1-1 0,1 0 0,-1 1 0,1-1 0,-1 0 0,1 1 0,-1-1 0,1 1 0,-1-1 0,1 1 0,0 0 0,-1-1 0,1 1 0,0-1 0,-1 2 0,-1 3 0,-1-1 0,2 1 0,-1 0 0,0 0 0,1 0 0,0 1 0,0-1 0,0 7 0,1 45 0,1-50 0,0 12 0,1 0 0,0 1 0,2-1 0,0 0 0,2 0 0,0-1 0,1 0 0,0 0 0,2 0 0,0-1 0,1 0 0,0-1 0,2 0 0,19 22 0,12 5-1365,-29-27-5461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8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61 24575,'-35'-13'0,"-1"1"0,-1 2 0,0 2 0,-1 1 0,1 2 0,-49 0 0,83 4 0,1 1 0,-1 0 0,0 1 0,1-1 0,-1 0 0,0 1 0,1-1 0,-1 1 0,0 0 0,1 0 0,-1 0 0,1 0 0,-1 1 0,1-1 0,0 1 0,0-1 0,-1 1 0,1 0 0,0 0 0,1 0 0,-1 0 0,0 0 0,0 0 0,1 0 0,-1 1 0,1-1 0,0 0 0,0 1 0,0-1 0,0 1 0,0 0 0,1-1 0,-1 1 0,1 0 0,-1-1 0,1 1 0,0 0 0,0 0 0,0-1 0,1 4 0,0 1 0,1 0 0,0-1 0,0 1 0,1-1 0,-1 1 0,1-1 0,1 0 0,-1 0 0,1 0 0,0-1 0,1 1 0,6 6 0,8 7 0,41 30 0,-46-39 0,63 41 0,4 4 0,-80-55 0,-1 1 0,1-1 0,0 1 0,-1-1 0,1 0 0,-1 1 0,1-1 0,-1 1 0,1-1 0,-1 1 0,0 0 0,1-1 0,-1 1 0,0-1 0,1 1 0,-1 0 0,0-1 0,0 1 0,1 0 0,-1-1 0,0 2 0,0-2 0,0 1 0,-1-1 0,1 1 0,0-1 0,-1 1 0,1-1 0,0 0 0,-1 1 0,1-1 0,-1 0 0,1 0 0,0 1 0,-1-1 0,1 0 0,-1 0 0,1 1 0,-1-1 0,1 0 0,-1 0 0,1 0 0,-1 0 0,0 0 0,-5 1 0,-1 0 0,0-1 0,-8 0 0,11 0 0,-18-2 0,0-1 0,0 0 0,-39-13 0,44 11 0,15 5-136,0-1-1,0 1 1,0-1-1,0 0 1,0 0-1,0 0 1,0 0-1,1 0 0,-4-3 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24575,'1'-2'0,"4"5"0,5 8 0,-6-7 0,13 12 0,0-1 0,1 0 0,33 20 0,-38-27 0,1-1 0,-1-1 0,1 0 0,1-1 0,-1 0 0,26 4 0,-38-8 0,1-1 0,0 1 0,0-1 0,0 0 0,0 0 0,-1 0 0,1-1 0,0 1 0,0-1 0,0 1 0,-1-1 0,1 0 0,0 0 0,-1 0 0,1 0 0,-1-1 0,1 1 0,-1-1 0,0 0 0,1 1 0,-1-1 0,0 0 0,3-4 0,1-2 0,-1-1 0,-1 1 0,0-1 0,0 0 0,4-14 0,-5 15 0,-1 39 0,1 6 0,2-1 0,9 38 0,25 69 0,9 47 0,-46-181 0,0 0 0,-1 0 0,-1 1 0,0 15 0,0-24 0,0 0 0,0 1 0,0-1 0,0 0 0,-1 0 0,1 0 0,0 0 0,-1 1 0,1-1 0,0 0 0,-1 0 0,0 0 0,1 0 0,-1 0 0,0 0 0,1 0 0,-1 0 0,0 0 0,0 0 0,0-1 0,0 1 0,1 0 0,-1 0 0,-1-1 0,1 1 0,0-1 0,0 1 0,0-1 0,0 1 0,0-1 0,0 0 0,0 1 0,-1-1 0,1 0 0,0 0 0,0 0 0,0 0 0,-1 0 0,1 0 0,0 0 0,0-1 0,0 1 0,-1 0 0,1 0 0,0-1 0,-2 0 0,-8-3 15,0-1 0,0 0 0,0-1 0,0 0 0,1-1 0,0 0 0,-14-12 0,11 7-312,1-1 0,0 0 0,1 0 0,-15-24 0,16 20-6529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5:59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55 24575,'-8'-8'0,"-25"-23"0,31 29 0,0 1 0,-1-1 0,1 0 0,-1 1 0,0 0 0,1-1 0,-1 1 0,0 0 0,0 0 0,1 1 0,-7-2 0,9 2 0,-1 0 0,1 0 0,-1 0 0,1 0 0,-1 1 0,1-1 0,-1 0 0,1 0 0,-1 0 0,1 0 0,-1 1 0,1-1 0,-1 0 0,1 0 0,-1 1 0,1-1 0,-1 0 0,1 1 0,0-1 0,-1 1 0,1-1 0,0 0 0,-1 1 0,1-1 0,0 1 0,0-1 0,-1 1 0,1-1 0,0 1 0,0-1 0,0 1 0,0-1 0,-1 1 0,1-1 0,0 1 0,0-1 0,0 2 0,3 21 0,-3-22 0,4 16 0,0-1 0,1 0 0,13 28 0,29 43 0,-27-53 0,19 46 0,-38-79 0,-1 1 0,1-1 0,-1 1 0,1-1 0,-1 1 0,1-1 0,-1 1 0,0-1 0,0 1 0,0 0 0,0-1 0,0 1 0,0 0 0,0-1 0,0 1 0,-2 2 0,2-3 0,-1 0 0,0 0 0,0 0 0,0 0 0,0 0 0,0 0 0,0 0 0,0-1 0,0 1 0,0 0 0,0-1 0,-1 1 0,1 0 0,0-1 0,0 0 0,-1 1 0,1-1 0,0 0 0,-1 0 0,1 0 0,-2 1 0,-10-1 0,0 1 0,-1-2 0,1 1 0,-18-5 0,-53-14 0,45 9 0,-20-4-1365,36 8-5461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0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24575,'-4'32'0,"1"0"0,2 1 0,1-1 0,2 1 0,1-1 0,9 37 0,57 188 0,-51-200 0,0-10-1365,-12-35-5461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0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76 24575,'-29'-12'0,"-13"-4"0,-1 0 0,4 3 0,6 5 0,7 2 0,5 3 0,1 2 0,1 3 0,2 2 0,1 0 0,1 2 0,1-1 0,2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1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32 332 24575,'15'-34'0,"17"-60"0,-28 79 0,0 0 0,-2 0 0,0-1 0,-1 1 0,0-1 0,-3-28 0,1 38 0,0 0 0,0 0 0,-1 1 0,0-1 0,0 0 0,-6-10 0,8 14 0,-1 1 0,1 0 0,-1 0 0,0 0 0,1 1 0,-1-1 0,0 0 0,0 0 0,1 0 0,-1 0 0,0 1 0,0-1 0,0 0 0,0 1 0,0-1 0,0 1 0,0-1 0,0 1 0,0 0 0,-1-1 0,1 1 0,0 0 0,0 0 0,0-1 0,0 1 0,0 0 0,-1 0 0,1 1 0,0-1 0,0 0 0,0 0 0,0 0 0,0 1 0,0-1 0,-1 1 0,1-1 0,0 1 0,0-1 0,0 1 0,0-1 0,0 1 0,1 0 0,-1 0 0,-1 0 0,-1 2 0,1-1 0,-1 1 0,1-1 0,0 1 0,-1 0 0,1 0 0,1 0 0,-1 0 0,0 1 0,1-1 0,-1 0 0,1 1 0,0-1 0,0 1 0,1-1 0,-1 1 0,1-1 0,0 1 0,-1 0 0,2-1 0,-1 1 0,0-1 0,1 1 0,1 5 0,0 1 0,1-1 0,1 0 0,-1 0 0,1 0 0,1 0 0,0 0 0,11 14 0,-2-6 0,1 0 0,1-1 0,0-1 0,1-1 0,1 0 0,0-1 0,1-1 0,1-1 0,31 14 0,-46-23 0,0 0 0,1 0 0,0-1 0,-1 1 0,1-2 0,0 1 0,0 0 0,5-1 0,-9 0 0,0 0 0,0-1 0,0 1 0,0 0 0,0-1 0,0 1 0,0-1 0,0 0 0,0 0 0,-1 0 0,1 0 0,0 0 0,-1 0 0,1 0 0,-1 0 0,1 0 0,-1-1 0,1 1 0,-1-1 0,0 1 0,0-1 0,0 0 0,0 1 0,0-1 0,0 0 0,1-3 0,3-11 0,-2 0 0,0-1 0,0 1 0,-1-22 0,-1 17 0,2 0 0,4-21 0,-7 41 0,0 0 0,0 0 0,0 0 0,1 0 0,-1 0 0,0 0 0,1 0 0,-1 0 0,1 0 0,-1 1 0,1-1 0,-1 0 0,1 0 0,-1 0 0,1 1 0,0-1 0,0 0 0,-1 1 0,2-2 0,-1 2 0,0 0 0,-1 0 0,1 0 0,0 0 0,0 0 0,-1 0 0,1 0 0,0 0 0,-1 0 0,1 0 0,0 1 0,-1-1 0,1 0 0,-1 0 0,1 1 0,0-1 0,-1 0 0,1 1 0,-1-1 0,1 1 0,0 0 0,4 4 0,1 1 0,-1 0 0,-1 0 0,5 7 0,-3-4 0,13 18 0,1-2 0,1 0 0,1-2 0,1 0 0,1-2 0,27 19 0,-50-39 0,0 0 0,0-1 0,0 1 0,0 0 0,0-1 0,0 1 0,0-1 0,0 0 0,1 1 0,-1-1 0,0 0 0,0 1 0,0-1 0,0 0 0,0 0 0,1 0 0,-1 0 0,0 0 0,0 0 0,0 0 0,0-1 0,0 1 0,1 0 0,-1-1 0,2 0 0,-2 0 0,1-1 0,-1 1 0,0 0 0,1-1 0,-1 0 0,0 1 0,0-1 0,0 0 0,0 1 0,0-1 0,0 0 0,-1 0 0,1 0 0,0-3 0,3-14 0,2-27 0,-2 15 0,1-30 0,-5 60 0,0 1 0,0 0 0,0 0 0,0 0 0,0-1 0,0 1 0,0 0 0,0 0 0,0-1 0,0 1 0,1 0 0,-1 0 0,0 0 0,0-1 0,0 1 0,0 0 0,0 0 0,0 0 0,1-1 0,-1 1 0,0 0 0,0 0 0,0 0 0,0 0 0,1 0 0,-1-1 0,0 1 0,0 0 0,0 0 0,1 0 0,-1 0 0,6 4 0,6 15 0,-10-16 0,0-1 0,44 68 0,-39-60 0,0-1 0,1-1 0,0 1 0,0-1 0,11 7 0,-18-14 0,0 0 0,-1-1 0,1 1 0,0-1 0,0 1 0,0-1 0,0 1 0,0-1 0,0 1 0,0-1 0,0 0 0,0 0 0,0 0 0,0 1 0,0-1 0,1 0 0,-1 0 0,0 0 0,0-1 0,0 1 0,0 0 0,2-1 0,-2 0 0,0 1 0,1-1 0,-1 0 0,0 0 0,0 0 0,0 0 0,0-1 0,0 1 0,0 0 0,0 0 0,0-1 0,0 1 0,1-3 0,1-5 0,0 1 0,-1-1 0,0 0 0,1-10 0,-3 18 0,2-8 0,-1-1 0,1 1 0,1 0 0,0 0 0,0 0 0,7-13 0,-9 20 0,0 0 0,0 0 0,1 0 0,-1 1 0,0-1 0,1 1 0,-1-1 0,1 1 0,0-1 0,-1 1 0,1 0 0,0 0 0,0 0 0,0 0 0,0 0 0,0 0 0,0 0 0,0 1 0,0-1 0,0 1 0,0 0 0,0-1 0,0 1 0,0 0 0,1 0 0,-1 0 0,0 0 0,0 1 0,0-1 0,0 1 0,0-1 0,0 1 0,0 0 0,0-1 0,2 3 0,11 4 17,-2 0 0,1 1 1,-1 1-1,-1 0 0,1 1 0,11 12 0,-3 0-512,-1 1 0,21 28 0,-32-37-6331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2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88 24575,'-14'-13'0,"-1"1"0,-1 1 0,0 0 0,-1 1 0,0 1 0,-20-8 0,35 16 0,0 0 0,0 0 0,0 1 0,0-1 0,0 1 0,-1 0 0,1-1 0,0 1 0,0 0 0,0 0 0,-1 1 0,1-1 0,-2 1 0,3-1 0,0 1 0,0-1 0,0 1 0,0 0 0,0-1 0,0 1 0,0 0 0,1-1 0,-1 1 0,0 0 0,0 0 0,1 0 0,-1 0 0,1 0 0,-1 0 0,1 0 0,-1 0 0,1 0 0,-1 0 0,1 0 0,0 0 0,0 0 0,-1 0 0,1 1 0,0 1 0,-1 17 0,1 1 0,1-1 0,0 1 0,6 22 0,23 81 0,107 296 0,-112-344 0,-12-35 0,19 40 0,-32-80 2,0-1 0,0 0 1,0 1-1,0-1 0,0 0 0,0 0 0,0 1 0,0-1 0,0 0 0,0 0 0,1 1 0,-1-1 0,0 0 1,0 0-1,0 1 0,0-1 0,1 0 0,-1 0 0,0 0 0,0 1 0,0-1 0,1 0 0,-1 0 1,0 0-1,0 0 0,0 1 0,1-1 0,-1 0 0,0 0 0,1 0 0,-1 0 0,0 0 0,0 0 1,1 0-1,-1 0 0,0 0 0,0 0 0,1 0 0,-1 0 0,0 0 0,1 0 0,-1 0 0,0 0 0,0 0 1,1 0-1,-1 0 0,0 0 0,0-1 0,1 1 0,-1 0 0,0 0 0,7-14-1476,-4 3-5352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76 24575,'-30'-12'0,"-11"-4"0,-2 0 0,4 4 0,6 3 0,4 3 0,2 3 0,1 2 0,2 1 0,2 0 0,4 1 0,1 0 0,2 2 0,0 0 0,4 1-8191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3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26 24575,'-1'0'0,"1"0"0,0 0 0,-1 0 0,1 0 0,0 0 0,-1 0 0,1 0 0,0 0 0,-1 0 0,1 0 0,0 0 0,-1 1 0,1-1 0,0 0 0,-1 0 0,1 0 0,0 1 0,0-1 0,-1 0 0,1 0 0,0 0 0,0 1 0,-1-1 0,1 0 0,0 1 0,0-1 0,0 0 0,-1 0 0,1 1 0,0-1 0,0 0 0,0 1 0,1 13 0,12 10 0,-9-20 0,0 1 0,0-1 0,1-1 0,-1 1 0,1-1 0,0 0 0,0 0 0,0 0 0,0-1 0,0 1 0,1-1 0,5 1 0,-6-2 0,0 0 0,0 0 0,0 0 0,1 0 0,-1-1 0,0 0 0,0 0 0,0-1 0,0 1 0,0-1 0,0 0 0,0-1 0,9-3 0,-11 4 0,-1 0 0,1-1 0,-1 0 0,1 0 0,-1 1 0,0-1 0,0 0 0,0-1 0,0 1 0,0 0 0,-1-1 0,1 1 0,-1-1 0,2-4 0,1-2 0,-1-1 0,4-18 0,-3 6 0,-1 20 0,0 6 0,3 9 0,-4-9 0,4 7-170,0-1-1,1 0 0,0 0 1,0 0-1,1-1 0,1 0 1,13 11-1,-11-12-6655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3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24575,'1'3'0,"0"0"0,0 0 0,0-1 0,0 1 0,0 0 0,1-1 0,-1 1 0,1 0 0,3 3 0,2 5 0,7 12 0,1 1 0,2-2 0,30 35 0,-45-55 0,0 0 0,0 0 0,0-1 0,1 1 0,-1-1 0,0 1 0,1-1 0,-1 0 0,1 0 0,-1 0 0,1 0 0,-1 0 0,1 0 0,0-1 0,-1 0 0,1 1 0,3-1 0,-4 0 0,0 0 0,0-1 0,0 1 0,-1-1 0,1 1 0,0-1 0,0 1 0,-1-1 0,1 0 0,0 0 0,-1 0 0,1 0 0,-1 0 0,1 0 0,-1 0 0,0-1 0,0 1 0,1 0 0,-1-1 0,0 1 0,0-1 0,0 1 0,0-1 0,-1 0 0,1 1 0,1-3 0,2-10 0,-1 1 0,0-1 0,-1 0 0,1-16 0,-2 15 0,-1 13 0,0 1 0,0 0 0,0 0 0,0 0 0,0 0 0,0-1 0,1 1 0,-1 0 0,0 0 0,1 0 0,-1 0 0,1 0 0,-1 0 0,1 0 0,-1 0 0,1 0 0,0 0 0,-1 0 0,1 0 0,0 0 0,0 1 0,0-1 0,0 0 0,0 1 0,0-1 0,0 0 0,0 1 0,0-1 0,0 1 0,0-1 0,0 1 0,0 0 0,0-1 0,0 1 0,1 0 0,-1 0 0,0 0 0,0 0 0,0 0 0,0 0 0,0 0 0,1 0 0,-1 1 0,2 0 0,2 0 0,1 1 0,0 1 0,-1-1 0,0 1 0,0 0 0,1 0 0,5 5 0,15 12-89,-14-11-124,1 0 1,-2 1-1,1 0 0,-1 1 1,9 13-1,-13-14-6613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4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24575,'-8'0'0,"0"0"0,0 1 0,0 0 0,0 0 0,0 0 0,0 1 0,1 1 0,-12 4 0,16-6 0,1 0 0,-1 1 0,1-1 0,0 1 0,0 0 0,0 0 0,0 0 0,0 0 0,0 0 0,0 0 0,1 0 0,-1 1 0,1-1 0,-1 1 0,1-1 0,0 1 0,0-1 0,0 1 0,0 0 0,1-1 0,-1 1 0,1 0 0,0 0 0,0 0 0,-1-1 0,2 1 0,-1 4 0,2 2 0,0 0 0,0 0 0,0-1 0,1 1 0,1-1 0,-1 0 0,1 0 0,0 0 0,1 0 0,0-1 0,0 0 0,1 0 0,7 7 0,-3-4 0,0-1 0,0 0 0,2 0 0,-1-1 0,1-1 0,0 0 0,21 10 0,-23-14 20,-1 0 0,1-1 0,-1 0 0,1 0 0,18 0 0,-22-2-155,0 0 0,0 0 0,0-1 0,1 0 0,-1 0 0,0 0 0,0-1 0,0 0 0,0 0 0,6-3 0,-3-1-6691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4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24575,'30'45'0,"32"64"0,15 54 0,-57-120 0,51 133 0,-71-175 0,1 0 0,-1 0 0,0 0 0,1 0 0,-1 0 0,0 0 0,0 1 0,0-1 0,0 0 0,0 0 0,0 0 0,0 0 0,0 0 0,0 1 0,0-1 0,-1 1 0,1-1 0,-1-1 0,1 1 0,-1-1 0,1 0 0,0 1 0,-1-1 0,1 0 0,-1 1 0,1-1 0,-1 0 0,1 0 0,-1 1 0,1-1 0,-1 0 0,1 0 0,-1 0 0,1 0 0,-1 0 0,1 1 0,-1-1 0,1 0 0,-1 0 0,0-1 0,-3 1 0,0-1 0,0 0 0,1 0 0,-1 0 0,0-1 0,1 1 0,-6-5 0,-49-31-1365,40 27-5461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24575,'32'7'0,"49"8"0,-70-14 0,1 0 0,-1-1 0,0 0 0,0-1 0,14-2 0,-19 2 0,0-1 0,0 0 0,0 0 0,0-1 0,0 1 0,-1-1 0,0 0 0,1-1 0,7-6 0,-2 0 0,-1-1 0,18-22 0,-27 31 0,0 1 0,0 0 0,0-1 0,0 1 0,0 0 0,1 0 0,-1 0 0,0 0 0,1 0 0,-1 0 0,1 0 0,-1 0 0,1 0 0,-1 1 0,1-1 0,-1 1 0,3-1 0,-2 1 0,-1 0 0,1 0 0,-1 0 0,1 0 0,-1 1 0,1-1 0,-1 1 0,0-1 0,1 1 0,-1-1 0,0 1 0,1 0 0,-1-1 0,0 1 0,0 0 0,2 1 0,3 5 0,1 1 0,-1-1 0,-1 1 0,1 0 0,4 10 0,1 0 0,78 114 0,-83-120-1365,-3-3-5461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4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10 24575,'0'-5'0,"0"1"0,0 4 0,-2 3 0,-2 5 0,1 3 0,-2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5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 24575,'11'-1'0,"-1"0"0,0 0 0,1 1 0,-1 1 0,0 0 0,1 0 0,-1 1 0,19 6 0,-24-6 0,0 0 0,-1 0 0,1 0 0,-1 1 0,0 0 0,1 0 0,-1 0 0,0 0 0,-1 1 0,1-1 0,-1 1 0,1 0 0,-1 0 0,0 0 0,-1 1 0,1-1 0,-1 1 0,0-1 0,3 10 0,0 0 0,-2 0 0,0 1 0,0-1 0,-1 1 0,-1-1 0,-1 21 0,0-31 0,-1 1 0,0-1 0,0 0 0,0 1 0,0-1 0,-1 0 0,1 0 0,-1 0 0,0 0 0,-5 7 0,5-8 0,0-1 0,-1 1 0,1-1 0,-1 0 0,1 0 0,-1 0 0,0 0 0,0-1 0,0 1 0,0-1 0,0 0 0,0 1 0,0-1 0,0-1 0,0 1 0,-5 0 0,2 0 0,0-1 0,0 0 0,0-1 0,0 1 0,0-1 0,0 0 0,0-1 0,0 1 0,1-1 0,-1 0 0,1-1 0,-1 1 0,-8-7 0,5 4 0,1-2 0,0 1 0,0-1 0,0 0 0,1-1 0,-13-16 0,17 18 9,0 1 1,0 0-1,1-1 0,0 1 0,0-1 1,0 0-1,1 0 0,0 1 0,0-1 0,0 0 1,1 0-1,1-9 0,-2 12-80,2-1 1,-1 0-1,0 1 0,1-1 0,0 0 1,0 1-1,0-1 0,0 1 1,0-1-1,1 1 0,0 0 0,0-1 1,0 1-1,0 0 0,0 0 1,0 0-1,1 1 0,-1-1 0,1 1 1,6-5-1,0 3-6755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24575,'26'32'0,"-2"0"0,-1 1 0,-2 1 0,-1 2 0,-2 0 0,20 54 0,-37-89 0,-1 0 0,0 0 0,0 0 0,0 0 0,1-1 0,-1 1 0,0 0 0,1 0 0,-1 0 0,1-1 0,-1 1 0,1 0 0,-1 0 0,1-1 0,0 1 0,-1 0 0,1-1 0,1 2 0,-1-3 0,-1 1 0,0 0 0,1-1 0,-1 1 0,1-1 0,-1 1 0,0 0 0,1-1 0,-1 1 0,0-1 0,0 1 0,1-1 0,-1 1 0,0-1 0,0 1 0,0-1 0,0 1 0,0-1 0,1 1 0,-1-1 0,0 0 0,2-38 0,-2 18 0,0 4 0,0-1 0,4-28 0,-3 42 0,-1 0 0,1 1 0,0-1 0,0 0 0,0 1 0,1 0 0,-1-1 0,1 1 0,0 0 0,0-1 0,0 1 0,0 0 0,1 1 0,-1-1 0,1 0 0,-1 1 0,1-1 0,5-2 0,-5 4 0,0-1 0,0 2 0,0-1 0,0 0 0,0 0 0,0 1 0,0 0 0,0-1 0,0 1 0,0 1 0,0-1 0,0 0 0,0 1 0,0-1 0,0 1 0,0 0 0,0 0 0,0 0 0,5 3 0,5 3 0,0 0 0,21 17 0,-25-17 0,12 10-341,-1 0 0,-1 0-1,32 41 1,-36-40-6485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1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24575,'0'4'0,"1"-1"0,0 1 0,0 0 0,0 0 0,2 4 0,1 6 0,22 67 0,0 2 0,-2 45 0,-23-122 0,0 0 0,1 1 0,-1-1 0,5 10 0,-5-40 0,-8-5-1365,5 16-5461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2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24575,'3'-5'0,"1"-1"0,0 1 0,0 0 0,0 0 0,0 1 0,1-1 0,0 1 0,0 0 0,0 0 0,0 0 0,1 1 0,-1 0 0,1 0 0,0 1 0,0-1 0,0 1 0,0 0 0,0 1 0,1 0 0,-1 0 0,0 0 0,1 0 0,-1 1 0,1 0 0,-1 1 0,0-1 0,1 1 0,-1 1 0,9 2 0,3 1 0,1 2 0,-1 0 0,0 1 0,0 1 0,-1 1 0,0 0 0,-1 1 0,0 1 0,-1 0 0,-1 1 0,23 26 0,-32-33 0,-1 1 0,1-1 0,-1 1 0,-1 1 0,1-1 0,-1 1 0,-1-1 0,1 1 0,-1 0 0,-1 0 0,1-1 0,-1 1 0,-1 1 0,1-1 0,-1 0 0,-1 0 0,0 0 0,0 0 0,0 0 0,-1 0 0,0-1 0,-4 9 0,3-6 0,-2-1 0,1 0 0,-1 0 0,-1 0 0,0 0 0,0-1 0,0 0 0,-1 0 0,0-1 0,-1 0 0,0 0 0,0-1 0,0 0 0,-1 0 0,0-1 0,-17 8 0,13-8 0,1 0 0,-1-1 0,-1-1 0,1 0 0,-26 2 0,35-4 0,0-1 0,-1 0 0,1-1 0,0 1 0,0-1 0,0 0 0,0 0 0,0 0 0,1 0 0,-1 0 0,0-1 0,0 0 0,1 0 0,-1 0 0,1 0 0,0-1 0,-1 1 0,1-1 0,0 0 0,1 0 0,-1 0 0,0 0 0,-3-5 0,1-2-1365,1 2-5461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2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24575,'0'8'0,"0"4"0,0 3 0,2 1 0,1 1 0,3 0 0,2-1 0,3-1 0,1 0 0,2-3 0,0 0 0,-1-6 0,-6-3 0,-5-5 0,-4-2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2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24575,'3'-2'0,"-2"1"0,-2 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48 24575,'-17'-11'0,"-20"-10"0,32 18 0,-1 1 0,1 0 0,-1 0 0,1 0 0,-1 1 0,0 0 0,0 0 0,-8 0 0,13 1 0,-1 0 0,0 0 0,0 0 0,0 0 0,0 1 0,0-1 0,1 1 0,-1-1 0,0 1 0,0 0 0,1-1 0,-1 1 0,0 0 0,1 0 0,-1 0 0,1 0 0,-1 1 0,1-1 0,0 0 0,-2 3 0,1-1 0,0 0 0,0 0 0,1 1 0,0-1 0,-1 1 0,1-1 0,0 1 0,1-1 0,-2 8 0,2 4 0,0 0 0,1 0 0,0-1 0,4 16 0,3 5 0,1 0 0,2-1 0,1-1 0,20 39 0,76 122 0,-103-185 0,59 89-1365,-54-86-5461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3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 24575,'-22'0'0,"-9"0"0,-3 0 0,2 0 0,5 0 0,4 0 0,3 0 0,3 0 0,5-2 0,6-4 0,4-3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3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144 150 24575,'-34'-45'0,"24"30"0,-1 1 0,0 0 0,-2 0 0,1 1 0,-23-17 0,35 29 0,-1 1 0,1-1 0,0 1 0,-1 0 0,0-1 0,1 1 0,-1 0 0,1-1 0,-1 1 0,1 0 0,-1 0 0,1 0 0,-1-1 0,0 1 0,1 0 0,-1 0 0,1 0 0,-1 0 0,0 0 0,1 0 0,-1 0 0,-1 1 0,2-1 0,0 0 0,-1 1 0,1-1 0,0 1 0,-1-1 0,1 1 0,0-1 0,-1 1 0,1-1 0,0 1 0,0-1 0,0 1 0,0-1 0,-1 1 0,1-1 0,0 1 0,0-1 0,0 1 0,0-1 0,0 1 0,1 6 0,-1-1 0,1 0 0,2 8 0,-2-12 0,13 52 0,36 85 0,35 49 0,-25-60 0,-59-124-32,15 33-301,2-1 0,1 0-1,28 39 1,-40-66-6493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3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25 24575,'-27'-5'0,"-12"-2"0,-1 1 0,4 1 0,7 4 0,7 2 0,5 1 0,4 2 0,3 1 0,1 0 0,-2-2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4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0 276 24575,'3'-1'0,"21"-14"0,39-29 0,-58 39 0,1 0 0,-1 0 0,0 0 0,0 0 0,-1-1 0,1 0 0,-1 0 0,0 0 0,-1 0 0,0-1 0,0 1 0,3-10 0,-6 14 0,1-1 0,-1 1 0,0-1 0,0 1 0,0 0 0,0-1 0,0 1 0,0 0 0,-1-1 0,1 1 0,-1-1 0,0 1 0,0 0 0,0 0 0,0 0 0,0-1 0,0 1 0,0 0 0,-1 0 0,1 1 0,-1-1 0,1 0 0,-1 0 0,0 1 0,0-1 0,0 1 0,0-1 0,-3-1 0,1 1 0,1 0 0,-1 1 0,1-1 0,-1 1 0,0 0 0,0 0 0,1 0 0,-1 0 0,0 1 0,0 0 0,0-1 0,0 1 0,0 1 0,0-1 0,0 1 0,0-1 0,-4 2 0,6-1 0,0 0 0,0 0 0,0 0 0,1 0 0,-1 0 0,0 1 0,0-1 0,1 1 0,-1-1 0,1 1 0,-1-1 0,1 1 0,0 0 0,-1 0 0,1 0 0,0 0 0,0 0 0,0 0 0,1 0 0,-1 0 0,0 0 0,1 0 0,-1 0 0,1 0 0,0 1 0,0 2 0,0-1 0,0 0 0,0 0 0,1 0 0,-1 0 0,1 0 0,0 0 0,0-1 0,0 1 0,1 0 0,-1-1 0,1 1 0,0-1 0,0 1 0,3 3 0,6 5 0,1 0 0,0 0 0,1-1 0,0 0 0,1-2 0,0 1 0,0-2 0,1 0 0,0 0 0,1-2 0,0 0 0,0 0 0,0-2 0,0 0 0,1-1 0,-1 0 0,1-1 0,26-1 0,-34-2 0,-1 0 0,0 0 0,1 0 0,-1-1 0,0-1 0,0 1 0,0-1 0,-1 0 0,1-1 0,-1 0 0,1 0 0,7-7 0,-12 8 0,0 1 0,0-1 0,0 0 0,-1 1 0,1-1 0,-1-1 0,1 1 0,-1 0 0,0-1 0,-1 1 0,1-1 0,0 1 0,-1-1 0,0 0 0,0 1 0,0-1 0,0 0 0,-1 0 0,0 0 0,0 0 0,0 0 0,0 0 0,0 1 0,-1-1 0,1 0 0,-1 0 0,-3-7 0,1 3 0,-1 1 0,0-1 0,-1 1 0,1 0 0,-12-12 0,11 13 0,0 0 0,1 1 0,0-2 0,0 1 0,0 0 0,1-1 0,-6-13 0,9 19 0,-1-1 0,1 1 0,0 0 0,-1 0 0,1-1 0,0 1 0,0 0 0,0-1 0,0 1 0,0 0 0,0-1 0,1 1 0,-1 0 0,0-1 0,1 1 0,-1 0 0,1 0 0,-1-1 0,1 1 0,-1 0 0,1 0 0,0 0 0,1-2 0,0 2 0,0 0 0,-1-1 0,1 1 0,0 1 0,0-1 0,0 0 0,0 0 0,0 1 0,0-1 0,0 1 0,0 0 0,0-1 0,4 1 0,3 0 0,1 1 0,-1 0 0,1 1 0,-1 0 0,15 4 0,-10-1-273,0-1 0,1 0 0,0-2 0,17 2 0,-17-3-6553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5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17 24575,'-6'-3'0,"1"1"0,-1-1 0,0 1 0,0 0 0,0 1 0,-11-2 0,16 3 0,-1-1 0,1 1 0,0 0 0,-1 1 0,1-1 0,-1 0 0,1 0 0,0 0 0,-1 1 0,1-1 0,0 1 0,0-1 0,-1 1 0,1-1 0,0 1 0,0 0 0,0 0 0,-1 0 0,1-1 0,0 1 0,0 0 0,0 0 0,1 0 0,-1 1 0,0-1 0,0 0 0,0 0 0,1 0 0,-1 1 0,1-1 0,-1 0 0,1 0 0,-1 1 0,1-1 0,0 3 0,-1 4 0,0 0 0,0 0 0,1 0 0,0 1 0,1-1 0,0 0 0,0 0 0,1 0 0,0 0 0,1 0 0,-1 0 0,1-1 0,1 1 0,-1-1 0,2 0 0,-1 0 0,8 10 0,-3-6 0,2 1 0,-1-2 0,1 1 0,1-2 0,0 1 0,0-1 0,1-1 0,21 10 0,-19-11 0,0 0 0,17 4 0,-27-10 0,-1 1 0,1-1 0,0-1 0,0 1 0,-1-1 0,1 0 0,0 0 0,0 0 0,0 0 0,0-1 0,7-2 0,-10 2 0,0 0 0,0 0 0,-1 0 0,1-1 0,0 1 0,0 0 0,-1-1 0,1 1 0,-1-1 0,1 0 0,-1 1 0,0-1 0,1 0 0,-1 0 0,0 0 0,0 0 0,0 0 0,-1 0 0,1 0 0,0 0 0,-1-1 0,0 1 0,1-4 0,0-8 0,0 1 0,-3-26 0,1 21 0,0-20 0,1 38 0,0 0 0,0 0 0,0 0 0,0-1 0,0 1 0,0 0 0,0 0 0,0 0 0,0 0 0,0 0 0,0 0 0,0 0 0,0 0 0,0 0 0,0 0 0,0 0 0,0 0 0,0 0 0,0 0 0,0 0 0,1 0 0,-1 0 0,0 0 0,0 0 0,0 0 0,0-1 0,0 1 0,0 0 0,0 0 0,0 0 0,0 0 0,0 0 0,0 0 0,1 0 0,-1 0 0,0 1 0,0-1 0,0 0 0,0 0 0,0 0 0,0 0 0,0 0 0,0 0 0,0 0 0,0 0 0,0 0 0,0 0 0,0 0 0,1 0 0,-1 0 0,0 0 0,0 0 0,0 0 0,0 0 0,0 0 0,0 0 0,0 1 0,0-1 0,0 0 0,0 0 0,8 7 0,6 9 0,-3-2 0,1 0 0,0 0 0,1-1 0,27 22 0,-35-32 0,1 1 0,-1-1 0,1 0 0,0 0 0,0 0 0,0-1 0,10 2 0,-12-3 0,0 0 0,0-1 0,0 0 0,0 0 0,-1 0 0,1 0 0,0-1 0,0 1 0,0-1 0,-1 0 0,1 0 0,0-1 0,6-2 0,-2 0 0,0 0 0,0 1 0,0 0 0,1 1 0,12-2 0,-16 3 0,-1 0 0,1 1 0,0 0 0,0 0 0,0 0 0,0 1 0,0-1 0,0 1 0,0 0 0,0 1 0,5 1 0,-9-2-114,0 0 1,1-1-1,-1 1 0,0 0 0,0 0 1,0 0-1,0 0 0,1 0 0,-1 0 1,-1 1-1,3 1 0,1 5-6712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5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55 24575,'-13'-2'0,"-1"1"0,-20 1 0,31 0 0,-1 0 0,1 0 0,-1 1 0,1-1 0,0 1 0,-1 0 0,1 0 0,0 1 0,0-1 0,0 1 0,0-1 0,0 1 0,0 0 0,0 0 0,-3 3 0,5-4 0,0 1 0,0 0 0,0 0 0,0 0 0,0-1 0,0 1 0,1 0 0,-1 0 0,1 0 0,-1 0 0,1 0 0,0 1 0,-1-1 0,1 0 0,0 0 0,1 0 0,-1 0 0,0 0 0,0 0 0,1 0 0,-1 0 0,1 0 0,1 3 0,2 4 0,0 0 0,1-1 0,10 15 0,-2-5 0,1-1 0,28 27 0,-34-36 0,1 0 0,0-1 0,1 0 0,-1-1 0,2 0 0,20 9 0,-24-13 0,0 1 0,0-2 0,0 1 0,0-1 0,0 0 0,0-1 0,0 1 0,0-1 0,0-1 0,1 1 0,-1-1 0,0-1 0,0 1 0,0-1 0,0 0 0,-1-1 0,1 0 0,-1 0 0,1 0 0,-1-1 0,0 0 0,0 0 0,-1 0 0,1-1 0,-1 0 0,0 0 0,0 0 0,0-1 0,-1 0 0,0 1 0,0-2 0,-1 1 0,1 0 0,-1-1 0,-1 1 0,1-1 0,-1 0 0,2-13 0,-2 6 0,0 0 0,0 0 0,-2 0 0,-1-18 0,1 27 0,-1 0 0,1-1 0,-1 1 0,0 0 0,-1 0 0,1 0 0,-1 0 0,0 0 0,0 0 0,-1 1 0,0-1 0,1 1 0,-1 0 0,-6-7 0,8 10 0,-1 0 0,1 0 0,0 0 0,0 0 0,0 0 0,-1 0 0,1 0 0,0 1 0,-1-1 0,1 1 0,0-1 0,-1 1 0,1-1 0,-1 1 0,1 0 0,-1 0 0,1 0 0,-1 0 0,1 0 0,-3 0 0,2 1 0,0-1 0,0 1 0,0 0 0,1 0 0,-1 0 0,0 0 0,1 0 0,-1 0 0,0 0 0,1 1 0,0-1 0,-1 1 0,-1 2 0,-1 2 0,0 0 0,1 0 0,0 0 0,0 0 0,1 0 0,-1 1 0,1-1 0,-1 8 0,2-8 0,0-1 0,1 0 0,-1 1 0,1-1 0,0 1 0,1-1 0,1 9 0,-1-11 0,0 1 0,0-1 0,1 1 0,-1-1 0,1 0 0,0 1 0,0-1 0,0 0 0,1 0 0,-1-1 0,6 6 0,-2-3-1,1 1 0,0-1 0,0 0-1,1-1 1,-1 0 0,1 0 0,0-1 0,9 3-1,9 1 43,34 5 0,-34-7-759,33 9 0,-46-9-6108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6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1 312 24575,'61'-19'0,"-38"13"0,0 0 0,0-2 0,-1-1 0,0-1 0,24-14 0,-43 21 0,1 0 0,-1 0 0,0 0 0,1 0 0,-1-1 0,-1 1 0,1-1 0,0 0 0,-1 0 0,0 0 0,0 0 0,0 0 0,-1 0 0,1 0 0,-1-1 0,0 1 0,0-1 0,0 1 0,-1-1 0,1 1 0,-1-1 0,-1-4 0,1 3 0,-1 0 0,0 0 0,0 0 0,0 1 0,-1-1 0,0 0 0,0 1 0,-1-1 0,1 1 0,-1 0 0,0 0 0,-1 0 0,1 0 0,-1 0 0,0 1 0,-5-6 0,3 6 0,-1-1 0,1 1 0,-1 0 0,1 1 0,-1-1 0,0 1 0,0 1 0,-1-1 0,1 1 0,-11-1 0,16 2 0,0 1 0,0 0 0,-1 0 0,1-1 0,0 2 0,0-1 0,0 0 0,-1 0 0,1 1 0,0-1 0,0 1 0,0-1 0,0 1 0,0 0 0,0 0 0,0 0 0,0 0 0,0 0 0,0 1 0,1-1 0,-1 0 0,0 1 0,1-1 0,-1 1 0,1 0 0,0-1 0,-1 1 0,1 0 0,0 0 0,0 0 0,0 0 0,1 0 0,-1 0 0,0 0 0,1 0 0,-1 0 0,1 1 0,0-1 0,-1 4 0,1 0 0,0 0 0,1 0 0,-1 0 0,1 0 0,0 0 0,1 0 0,0 0 0,0 0 0,0 0 0,0-1 0,1 1 0,0-1 0,0 1 0,1-1 0,-1 0 0,1 0 0,9 8 0,2 1 0,0 0 0,2-1 0,-1-1 0,20 11 0,-6-6 0,53 23 0,-67-34 0,0 0 0,1-1 0,0-1 0,-1 0 0,25 1 0,-36-5 0,-1 0 0,1 0 0,0 0 0,-1-1 0,1 1 0,-1-1 0,1 0 0,-1 0 0,1-1 0,4-2 0,-6 3 0,-1-1 0,0 1 0,0 0 0,-1-1 0,1 1 0,0-1 0,0 0 0,-1 0 0,1 0 0,-1 0 0,1 0 0,-1 0 0,0 0 0,0 0 0,0 0 0,0-1 0,0 1 0,-1 0 0,1-1 0,-1 1 0,1-3 0,0-9-1365,-1 1-5461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7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238 125 24575,'-23'-19'0,"-53"-42"0,66 54 0,0 1 0,-1 0 0,1 0 0,-1 1 0,-21-7 0,31 12 0,-1-1 0,0 1 0,0-1 0,1 1 0,-1 0 0,0 0 0,0 0 0,0 0 0,0 0 0,1 0 0,-1 0 0,0 0 0,0 1 0,0-1 0,1 1 0,-1-1 0,0 1 0,1 0 0,-1 0 0,0 0 0,-1 1 0,1 0 0,1 0 0,-1 0 0,1 0 0,0 0 0,-1 0 0,1 0 0,0 0 0,1 0 0,-1 0 0,0 0 0,1 0 0,-1 1 0,1-1 0,-1 0 0,1 1 0,0 2 0,0 10 0,1-1 0,0 0 0,5 25 0,-5-33 0,0-1 0,1 1 0,0-1 0,0 0 0,0 0 0,1 0 0,0 0 0,0 0 0,0 0 0,0 0 0,1-1 0,5 6 0,-7-9 0,-1 0 0,0 0 0,0 0 0,0 0 0,1 0 0,-1 0 0,1-1 0,-1 1 0,0-1 0,1 1 0,-1-1 0,1 1 0,-1-1 0,1 0 0,0 1 0,-1-1 0,1 0 0,-1 0 0,1 0 0,-1-1 0,1 1 0,-1 0 0,1-1 0,-1 1 0,1 0 0,-1-1 0,1 0 0,-1 1 0,1-1 0,-1 0 0,0 0 0,0 0 0,1 0 0,-1 0 0,1-1 0,1-1 0,-1 1 0,1-1 0,-1 0 0,0-1 0,0 1 0,0 0 0,-1-1 0,1 1 0,-1-1 0,1 1 0,-1-1 0,0 1 0,0-6 0,-1-73 0,2 75 0,0 7 0,3 12 0,4 22 0,66 195 0,-48-155 0,14 31 0,-41-105-5,0 1 0,1 0 0,-1 0 0,0-1 1,1 1-1,-1 0 0,0 0 0,0 0 0,0 0 0,0-1 0,0 1 0,0 0 0,0 0 0,0 0 0,0 1 0,0-2 12,-1 0-1,1 0 1,0 0-1,0 0 1,-1 0 0,1 0-1,0 0 1,0 0-1,-1 0 1,1 0-1,0 0 1,-1 0-1,1 0 1,0 0 0,0 0-1,-1 0 1,1 0-1,0 0 1,0 0-1,-1 0 1,1 0 0,0-1-1,0 1 1,-1 0-1,1 0 1,0 0-1,0 0 1,0-1-1,-1 1 1,-18-19-1490,10 6-5343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7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24575,'14'16'0,"17"24"0,-18-24 0,21 24 0,-2-5 0,-17-19 0,26 23 0,-40-37 0,1-1 0,0 1 0,-1-1 0,1 0 0,0 0 0,0 0 0,0 0 0,0 0 0,0 0 0,0-1 0,0 1 0,0-1 0,0 1 0,0-1 0,0 0 0,0 1 0,0-1 0,1 0 0,-1-1 0,0 1 0,0 0 0,0-1 0,0 1 0,0-1 0,0 1 0,0-1 0,0 0 0,0 0 0,0 0 0,3-2 0,-3 1 0,1-1 0,-1 1 0,0-1 0,0 1 0,0-1 0,0 0 0,0 0 0,-1 0 0,1 0 0,-1 0 0,0 0 0,0 0 0,0 0 0,0 0 0,0-1 0,-1 1 0,1 0 0,-1-1 0,0-3 0,-2-7 0,0 0 0,0 1 0,-10-26 0,1-3 0,12 46 0,1 0 0,0 0 0,0 0 0,0 0 0,0 0 0,6 7 0,25 28 0,-11-15 0,37 44-1365,-46-55-5461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8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12 24575,'-9'-2'0,"-10"-1"0,-32-3 0,47 6 0,-1 0 0,1 0 0,-1 0 0,1 1 0,0-1 0,-1 1 0,1 0 0,0 0 0,0 1 0,0-1 0,0 1 0,0 0 0,-5 3 0,7-3 0,0 0 0,0 1 0,0-1 0,0 1 0,0-1 0,1 1 0,-1 0 0,1 0 0,-1-1 0,1 1 0,0 0 0,0 0 0,1 0 0,-1 1 0,0-1 0,1 0 0,0 0 0,0 0 0,0 0 0,0 0 0,0 0 0,1 4 0,2 7 0,0 0 0,0-1 0,9 21 0,-12-34 0,5 12 0,-1-1 0,2 1 0,0-1 0,8 13 0,-12-22 0,-1 0 0,1 0 0,0-1 0,0 1 0,-1 0 0,1-1 0,0 1 0,1-1 0,-1 1 0,0-1 0,0 0 0,3 1 0,-3-1 0,0-1 0,-1 0 0,1 0 0,0 0 0,-1 0 0,1 0 0,-1 0 0,1 0 0,0 0 0,-1-1 0,1 1 0,-1-1 0,1 1 0,-1-1 0,1 1 0,-1-1 0,1 0 0,-1 0 0,0 0 0,1 0 0,0-1 0,1-1 0,1-1 0,-1 1 0,-1-1 0,1 0 0,0 1 0,-1-1 0,0 0 0,0 0 0,0-1 0,-1 1 0,1 0 0,-1-1 0,0 1 0,0-1 0,0-5 0,1-10 0,-1 0 0,-3-24 0,1 21 0,1 14 0,-1 1 0,0-1 0,0 1 0,-5-14 0,43 111 131,-2-6-1627,-30-67-5330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9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24575,'130'295'0,"-99"-220"0,57 110 0,-75-161 0,-13-23 0,1 0 0,-1 0 0,1 0 0,-1 0 0,1 0 0,-1 0 0,0 0 0,1 0 0,-1 0 0,0 0 0,0 0 0,0 0 0,0 0 0,0 0 0,0 0 0,0 0 0,-1 2 0,1-2 0,0-1 0,-1 0 0,1 1 0,-1-1 0,1 0 0,-1 1 0,1-1 0,-1 0 0,0 0 0,1 0 0,-1 1 0,1-1 0,-1 0 0,1 0 0,-1 0 0,0 0 0,1 0 0,-1 0 0,1 0 0,-1 0 0,0 0 0,1 0 0,-1 0 0,1 0 0,-1-1 0,1 1 0,-1 0 0,0 0 0,1-1 0,-1 1 0,1 0 0,-1-1 0,-25-11 0,1-1 0,1-2 0,0 0 0,-36-30 0,58 43 0,-1 0 0,1 0 0,0 0 0,0 0 0,1 0 0,-1 0 0,0-1 0,1 1 0,-3-4 0,4 5 0,0 1 0,0-1 0,0 1 0,0-1 0,0 0 0,0 1 0,0-1 0,0 1 0,0-1 0,0 1 0,0-1 0,0 0 0,0 1 0,0-1 0,0 1 0,1-1 0,-1 1 0,0-1 0,1 0 0,0 0 0,0 0 0,0 0 0,0 0 0,0 0 0,0 0 0,0 1 0,0-1 0,0 0 0,0 1 0,1-1 0,1 0 0,5-1 0,0 0 0,0 0 0,-1 1 0,1 0 0,12 0 0,40 4 0,-50-3 0,55 8 0,88 20 0,-141-26 0,48 14 0,-55-14 0,0 0 0,0 0 0,0 0 0,0 1 0,-1-1 0,1 1 0,-1 0 0,0 1 0,5 3 0,-8-6 8,0 1 0,0-1 0,0 0 0,0 1 0,-1-1 0,1 1 0,0-1 0,-1 1 0,1-1 0,-1 1 0,0-1 0,1 1 0,-1 0 0,0 1 0,0-3-52,0 1 1,0 0-1,0 0 0,0-1 1,0 1-1,0 0 0,0-1 1,-1 1-1,1 0 0,0-1 1,0 1-1,-1-1 0,1 1 1,0 0-1,-1-1 0,1 1 0,-1-1 1,1 1-1,-1-1 0,1 1 1,-1-1-1,1 1 0,-1-1 1,1 0-1,-1 1 0,0-1 1,1 0-1,-1 0 0,0 1 1,1-1-1,-1 0 0,0 0 1,0 0-1,-9 1-6782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19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29 24575,'0'-10'0,"0"0"0,0 3 0,0 6 0,0 5 0,-3 7 0,0 4 0,0 2 0,0-2-8191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0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18 24575,'1'-1'0,"1"0"0,0 1 0,0-1 0,0 1 0,0 0 0,-1 0 0,1-1 0,0 1 0,0 1 0,0-1 0,0 0 0,0 0 0,-1 1 0,1-1 0,0 1 0,0-1 0,0 1 0,-1 0 0,1 0 0,0-1 0,-1 1 0,1 0 0,-1 1 0,1-1 0,-1 0 0,0 0 0,1 1 0,-1-1 0,0 1 0,0-1 0,0 1 0,0-1 0,0 1 0,0 0 0,0-1 0,-1 1 0,1 0 0,-1 0 0,1 0 0,-1-1 0,0 1 0,1 0 0,-1 3 0,2 24 0,-2-1 0,-4 47 0,4-73 0,0-1 0,0 0 0,-1 1 0,1-1 0,0 0 0,-1 1 0,1-1 0,-1 0 0,1 0 0,-1 1 0,0-1 0,0 0 0,1 0 0,-1 0 0,0 0 0,0 0 0,0 0 0,0 0 0,0 0 0,-2 1 0,1-1 0,-1 0 0,1 0 0,0 0 0,-1-1 0,1 1 0,0-1 0,-1 1 0,1-1 0,0 0 0,-1 0 0,-2 0 0,-3-1 0,-1-1 0,0 1 0,1-2 0,-1 1 0,-11-6 0,11 4 0,-1-1 0,1 0 0,0-1 0,0 0 0,1 0 0,-12-12 0,17 15 0,0 1 0,1-1 0,-1 0 0,1 0 0,0 0 0,0 0 0,0 0 0,0-1 0,1 1 0,-1-1 0,1 1 0,0-1 0,0 1 0,0-1 0,1 0 0,-1 1 0,1-1 0,0 0 0,0 0 0,0 1 0,1-7 0,0 8 0,-1 0 0,1 0 0,0 0 0,0 0 0,0 0 0,0 0 0,0 0 0,0 1 0,0-1 0,1 0 0,-1 1 0,1-1 0,-1 1 0,4-3 0,-1 2 0,-1 0 0,1 0 0,0 0 0,0 1 0,0-1 0,0 1 0,5-1 0,-1 1 0,0 0 0,1 0 0,-1 1 0,0 0 0,1 0 0,-1 1 0,9 2 0,-2 1 0,0 0 0,0 2 0,0 0 0,18 10 0,51 37 0,-62-37 0,1-1 0,0-1 0,1-2 0,34 14 0,-57-25 0,0-1 0,0 0 0,-1 1 0,1-1 0,0 0 0,0 0 0,0 0 0,0 0 0,-1 1 0,1-1 0,0 0 0,0-1 0,0 1 0,0 0 0,0 0 0,0 0 0,-1 0 0,1-1 0,0 1 0,0 0 0,0-1 0,-1 1 0,1 0 0,0-1 0,0 1 0,-1-1 0,1 0 0,0 1 0,-1-1 0,1 1 0,-1-1 0,1 0 0,-1 1 0,1-1 0,-1 0 0,1 0 0,-1 0 0,0 1 0,1-1 0,-1 0 0,0 0 0,0 0 0,1-1 0,0-5 0,-1 0 0,1 0 0,-1 0 0,-2-11 0,1 6 0,0-12 0,0-1 0,2-27 0,-1 51 0,0-1 0,0 1 0,0 0 0,1 0 0,-1-1 0,0 1 0,1 0 0,-1 0 0,1-1 0,-1 1 0,1 0 0,0 0 0,-1 0 0,1 0 0,0 0 0,0 0 0,0 0 0,0 0 0,0 0 0,0 0 0,0 0 0,1 0 0,1 0 0,-1 0 0,0 0 0,1 1 0,-1-1 0,0 1 0,1 0 0,-1-1 0,1 1 0,-1 0 0,0 0 0,4 1 0,2 0 0,1 1 0,-1 0 0,0 1 0,0 0 0,16 7 0,-1 4 0,-1 1 0,33 27 0,36 42 0,-90-84 0,4 5-101,2 1-110,-1 1 0,1-1 1,-1 2-1,0-1 1,7 12-1,-7-7-6615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8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44 140 24575,'-1'0'0,"1"0"0,-1 0 0,0 1 0,1-1 0,-1 0 0,0 1 0,1-1 0,-1 1 0,1-1 0,-1 1 0,1-1 0,-1 1 0,1-1 0,-1 1 0,1-1 0,0 1 0,-1 0 0,1-1 0,0 1 0,-1-1 0,1 1 0,0 0 0,0-1 0,-1 1 0,1 0 0,0 0 0,0-1 0,0 1 0,0 0 0,0 0 0,0 23 0,11 38 0,-5-35 0,-2 0 0,2 48 0,-6-67 0,1-5 0,-1-1 0,0 0 0,0 1 0,0-1 0,0 1 0,0-1 0,-1 1 0,1-1 0,-1 0 0,1 1 0,-1-1 0,0 0 0,-2 5 0,3-7 0,-1 0 0,1 0 0,0 0 0,0 0 0,0 0 0,-1 0 0,1 0 0,0 0 0,0 0 0,0 0 0,-1 0 0,1-1 0,0 1 0,0 0 0,0 0 0,0 0 0,-1 0 0,1 0 0,0 0 0,0 0 0,0 0 0,0-1 0,-1 1 0,1 0 0,0 0 0,0 0 0,0 0 0,0 0 0,0-1 0,0 1 0,0 0 0,0 0 0,-1 0 0,1-1 0,0 1 0,0 0 0,0 0 0,0-1 0,-4-9 0,4 9 0,-5-16 0,0-1 0,2 0 0,-3-28 0,2 13 0,-14-84 0,17 117 0,1 0 0,0-1 0,0 1 0,0 0 0,0 0 0,0 0 0,0-1 0,0 1 0,0 0 0,0 0 0,0-1 0,0 1 0,0 0 0,0 0 0,0-1 0,0 1 0,0 0 0,0 0 0,0-1 0,0 1 0,0 0 0,0 0 0,0-1 0,0 1 0,0 0 0,0 0 0,1-1 0,-1 1 0,0 0 0,0 0 0,0 0 0,0 0 0,1-1 0,-1 1 0,0 0 0,0 0 0,1 0 0,-1 0 0,0 0 0,0-1 0,1 1 0,9 8 0,14 21 0,-21-26 0,14 18 0,1-1 0,1-1 0,28 21 0,69 45 0,-109-80 0,0 0 0,0-1 0,1 0 0,14 5 0,-21-8 0,0-1 0,0 1 0,0-1 0,0 0 0,0 1 0,0-1 0,0 0 0,1 0 0,-1 0 0,0 0 0,0 0 0,0 0 0,0 0 0,1 0 0,-1-1 0,0 1 0,0 0 0,0-1 0,0 1 0,0 0 0,0-1 0,0 0 0,0 1 0,0-1 0,0 1 0,0-1 0,0 0 0,0 0 0,-1 0 0,1 0 0,0 1 0,0-1 0,-1 0 0,1 0 0,-1 0 0,1 0 0,-1 0 0,1-1 0,-1 1 0,0 0 0,1 0 0,-1 0 0,0 0 0,0-2 0,2-18 0,-1 0 0,-3-41 0,0 10 0,2 14 0,1 10 0,-2 0 0,0 0 0,-10-45 0,7 61-1365,0 3-5461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2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889 1 24575,'152'0'0,"-707"0"0,447 9 0,58-4 0,-1 2 0,-32 1 0,80-8 0,0 0 0,0 0 0,-1 0 0,1 1 0,-1-1 0,1 1 0,0-1 0,-1 1 0,-3 2 0,7-3 0,0 0 0,0 0 0,0 0 0,1 0 0,-1 0 0,0 0 0,0 0 0,0 0 0,0 0 0,0 0 0,0 0 0,0 0 0,0 0 0,1 0 0,-1 0 0,0 0 0,0 1 0,0-1 0,0 0 0,0 0 0,0 0 0,0 0 0,0 0 0,0 0 0,0 0 0,0 0 0,0 0 0,1 1 0,-1-1 0,0 0 0,0 0 0,0 0 0,0 0 0,0 0 0,0 0 0,0 0 0,0 1 0,0-1 0,0 0 0,0 0 0,0 0 0,0 0 0,0 0 0,0 0 0,-1 0 0,1 1 0,0-1 0,0 0 0,0 0 0,0 0 0,0 0 0,0 0 0,0 0 0,0 0 0,0 0 0,0 0 0,0 0 0,0 1 0,-1-1 0,1 0 0,0 0 0,0 0 0,11 2 0,194 27 0,-164-20 0,0 2 0,74 31 0,-109-40 0,-1 0 0,0 1 0,0 0 0,0 0 0,-1 1 0,1-1 0,-1 1 0,0 0 0,6 7 0,-8-9 0,-1 0 0,1 0 0,-1 1 0,0-1 0,0 1 0,0 0 0,0-1 0,0 1 0,0 0 0,-1-1 0,1 1 0,-1 0 0,0 0 0,0-1 0,0 1 0,0 0 0,0 0 0,0 0 0,-1-1 0,0 1 0,0 3 0,-3 2 0,1 0 0,-1-1 0,0 1 0,-1-1 0,0 0 0,0-1 0,0 1 0,-1-1 0,0 0 0,-9 7 0,-10 7 0,-39 22 0,43-29 0,-39 25 0,1 3 0,1 3 0,-88 89 0,32-20 0,112-112 0,-14 16 0,16-16 0,-1 0 0,1 0 0,-1-1 0,0 1 0,1 0 0,-1 0 0,1 0 0,0-1 0,-1 1 0,1 0 0,0 0 0,-1 0 0,1 0 0,0 0 0,0 0 0,0 0 0,0 0 0,0 0 0,0 0 0,0 1 0,0-2 0,1 0 0,-1 1 0,1-1 0,-1 0 0,1 1 0,-1-1 0,1 0 0,-1 0 0,1 0 0,0 0 0,-1 1 0,1-1 0,-1 0 0,1 0 0,-1 0 0,1 0 0,0 0 0,-1 0 0,2-1 0,15-1 0,-12 1 0,220-4 0,-53 4 0,-115-2 0,438-38 0,-462 37 0,-19 3 0,0-1 0,0 0 0,0-1 0,18-6 0,-32 9 1,0 0 0,0 0 0,0 0 0,0 0 0,0 0 0,0 0 0,0-1 0,0 1 0,0 0 0,0 0 0,-1 0 0,1 0 0,0 0 0,0 0-1,0 0 1,0 0 0,0 0 0,0 0 0,0 0 0,0-1 0,0 1 0,0 0 0,0 0 0,0 0 0,0 0 0,0 0 0,0 0 0,0 0 0,0 0 0,0 0 0,0-1 0,0 1 0,0 0-1,0 0 1,0 0 0,0 0 0,0 0 0,0 0 0,0 0 0,0 0 0,0 0 0,1 0 0,-1-1 0,0 1 0,0 0 0,0 0 0,0 0 0,0 0 0,0 0 0,0 0 0,-9-1-1393,-1 0-5456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4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24575,'3'58'0,"2"1"0,3-1 0,20 73 0,13 7 0,-40-138 0,0-6 0,-3-9 0,-11-45-1365,8 46-5461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4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 24575,'-3'0'0,"0"0"0,0 1 0,0-1 0,0 1 0,0 0 0,0 0 0,0 0 0,1 1 0,-1-1 0,0 0 0,1 1 0,-1 0 0,1 0 0,-1 0 0,-3 4 0,-3 4 0,0 1 0,-10 14 0,5-5 0,13-18 0,-1-1 0,1 1 0,0-1 0,0 1 0,0 0 0,0 0 0,0-1 0,1 1 0,-1 0 0,0 0 0,1 0 0,-1 0 0,1 0 0,0 0 0,0 0 0,0 3 0,0-3 0,1-1 0,-1 1 0,1 0 0,0-1 0,0 1 0,-1-1 0,1 1 0,0-1 0,0 0 0,1 1 0,-1-1 0,0 0 0,0 0 0,1 0 0,-1 0 0,0 0 0,1 0 0,-1 0 0,3 1 0,103 45 0,-95-42 0,25 9 0,1-1 0,45 9 0,-82-22 7,0 1 0,-1-1 0,1 0 0,0 0 0,0 0 0,0 0 0,0 0 0,0 0 0,-1 0 0,1 0 0,0 0 0,0-1 0,0 1 0,0 0 0,-1 0 0,2-1 0,-1 0-47,-1 1 0,0 0 0,0-1 0,0 1 0,0 0 0,0-1-1,1 1 1,-1 0 0,0-1 0,0 1 0,0-1 0,0 1 0,0 0 0,0-1 0,0 1-1,0 0 1,0-1 0,-1 1 0,1-1 0,0 1 0,0 0 0,0-1 0,0 1-1,0 0 1,-1-1 0,1 1 0,0 0 0,0 0 0,0-1 0,-1 1 0,1 0 0,0-1-1,-1 1 1,1 0 0,0 0 0,-1-1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4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47 24575,'-33'0'0,"1"-2"0,-34-5 0,41 3-100,16 3-41,0-1 1,0 1-1,0-1 1,0-1-1,0 0 1,1 0-1,-1-1 0,-8-4 1,9 1-6686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5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24575,'-22'0'0,"-10"0"0,-4 0 0,2 3 0,3 0 0,3 0 0,3 2 0,2 0 0,1-1 0,3 0 0,4-2-8191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25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22 24575,'2'-2'0,"0"0"0,0 0 0,0 0 0,0 0 0,1 1 0,-1-1 0,1 1 0,-1 0 0,1 0 0,0 0 0,-1 0 0,1 0 0,0 0 0,0 1 0,-1-1 0,7 1 0,-5 0 0,0 1 0,0-1 0,0 1 0,0 0 0,0 0 0,0 0 0,-1 1 0,1 0 0,0-1 0,5 5 0,-2-1 0,0 0 0,0 1 0,-1 0 0,0 0 0,0 0 0,-1 1 0,1-1 0,-2 1 0,1 1 0,6 12 0,-8-12 0,1 0 0,-1 1 0,-1-1 0,0 1 0,0 0 0,-1-1 0,0 1 0,0 10 0,-1-15 0,-1 1 0,1-1 0,-1 0 0,0 0 0,0 0 0,-1 0 0,1 0 0,-1-1 0,1 1 0,-1 0 0,-1-1 0,1 1 0,0-1 0,-1 1 0,0-1 0,0 0 0,0 0 0,0-1 0,-5 5 0,2-4 0,0 1 0,0-1 0,0-1 0,-1 1 0,1-1 0,0 0 0,-1-1 0,0 0 0,1 0 0,-1 0 0,-7 0 0,-1-1 0,0-1 0,0 0 0,-29-7 0,38 7 0,0-1 0,1 0 0,-1 0 0,0 0 0,1-1 0,-1 0 0,1 0 0,0 0 0,0-1 0,0 1 0,1-1 0,-1 0 0,1-1 0,-7-8 0,9 9 0,-1 0 0,1 0 0,0 0 0,0-1 0,0 1 0,1-1 0,0 1 0,0-1 0,0 0 0,0 0 0,1 1 0,-1-1 0,1 0 0,1 0 0,-1 0 0,1 1 0,-1-1 0,1 0 0,2-5 0,0 2-151,0 1-1,0-1 0,1 1 0,0-1 1,1 1-1,-1 1 0,1-1 1,8-8-1,-3 6-6674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1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379 161 24575,'1'-2'0,"1"1"0,-1 0 0,0-1 0,1 1 0,-1-1 0,0 1 0,0-1 0,0 0 0,-1 1 0,1-1 0,0 0 0,-1 0 0,1 1 0,-1-1 0,1 0 0,-1 0 0,0 0 0,0 0 0,0-3 0,0 3 0,-1 0 0,1-1 0,-1 1 0,0 0 0,0-1 0,0 1 0,0 0 0,-1 0 0,1 0 0,-1 0 0,1 0 0,-1 0 0,-1-2 0,-4-2 0,-1 0 0,1 1 0,-1-1 0,0 2 0,0-1 0,-15-5 0,3 2 0,0 0 0,0 2 0,-37-7 0,26 8 0,18 2 0,0 0 0,0 2 0,-14-1 0,24 2 0,0 0 0,-1 0 0,1 1 0,-1-1 0,1 1 0,-1 0 0,1 0 0,0 0 0,0 0 0,-1 1 0,1 0 0,0-1 0,0 1 0,0 0 0,1 0 0,-4 4 0,2-2 0,0 1 0,1 0 0,0 0 0,0 0 0,0 0 0,0 0 0,1 1 0,0 0 0,0-1 0,1 1 0,-2 7 0,2-5 0,0 1 0,0-1 0,1 0 0,0 0 0,0 1 0,1-1 0,3 13 0,-3-17 0,0 0 0,1 0 0,0 0 0,0 0 0,0-1 0,0 1 0,0-1 0,1 1 0,0-1 0,0 0 0,0 0 0,0 0 0,0 0 0,0 0 0,1-1 0,-1 0 0,1 1 0,0-1 0,-1-1 0,1 1 0,5 1 0,7 2 0,1-1 0,0-1 0,32 3 0,-33-5 0,-6 0 0,0 0 0,0-1 0,0 0 0,0-1 0,0 0 0,0-1 0,0 0 0,0-1 0,0 0 0,-1 0 0,1-1 0,15-9 0,-23 12 0,-1-1 0,1 1 0,0-1 0,-1 0 0,1 0 0,-1 0 0,1 0 0,-1 0 0,0 0 0,0 0 0,0-1 0,0 1 0,0 0 0,0 0 0,-1-1 0,1 1 0,-1-1 0,0 1 0,1-1 0,-1 1 0,-1-5 0,1 2 0,-1 0 0,0 0 0,0 1 0,0-1 0,0 0 0,-1 1 0,0-1 0,0 1 0,-4-9 0,3 12 0,3 6 0,3 10 0,6 3 0,0-1 0,21 30 0,-4-8 0,-15-22-1365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2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17 24575,'-2'-2'0,"0"0"0,0 1 0,0-1 0,0 0 0,0 1 0,-1-1 0,1 1 0,-5-2 0,6 3 0,1 0 0,-1 0 0,0 0 0,1 0 0,-1 0 0,0 0 0,1 0 0,-1 0 0,0 0 0,1 0 0,-1 0 0,0 0 0,1 1 0,-1-1 0,1 0 0,-1 0 0,0 1 0,1-1 0,-1 0 0,1 1 0,-1-1 0,1 1 0,-1-1 0,1 1 0,0-1 0,-1 1 0,1-1 0,-1 1 0,1-1 0,0 1 0,-1-1 0,1 1 0,0 0 0,0-1 0,0 1 0,-1-1 0,1 1 0,0 0 0,0-1 0,0 1 0,0 1 0,-2 19 0,0 0 0,2 1 0,3 40 0,-3-58 0,3 22 0,0 0 0,2-1 0,1 0 0,1 0 0,1 0 0,1-1 0,20 37 0,-26-52-1365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24575,'-6'2'0,"1"0"0,-1 1 0,1-1 0,-10 7 0,-3 1 0,-27 11 0,1 0 0,43-21 0,0 0 0,1 1 0,-1-1 0,0 1 0,0-1 0,0 1 0,0-1 0,1 1 0,-1-1 0,0 1 0,0 0 0,1 0 0,-1-1 0,1 1 0,-1 0 0,0 0 0,1 0 0,0 0 0,-1 0 0,0 1 0,1-2 0,1 1 0,-1 0 0,0-1 0,0 1 0,0 0 0,1-1 0,-1 1 0,0 0 0,0-1 0,1 1 0,-1-1 0,1 1 0,-1-1 0,1 1 0,-1-1 0,1 1 0,-1-1 0,1 1 0,-1-1 0,1 1 0,0-1 0,6 4 0,0-1 0,0 0 0,0 0 0,7 1 0,-10-2 0,130 32-1365,-121-30-5461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3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24575,'3'0'0,"-3"0"0,-2 0 0,-2 2 0,0 4 0,3 3 0,2 2 0,1 0-8191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4 24575,'-13'0'0,"-2"0"0,-24-2 0,39 1 0,-1 1 0,0 0 0,0 0 0,1 0 0,-1 0 0,0 0 0,1 0 0,-1 0 0,0 0 0,0 0 0,1 0 0,-1 1 0,0-1 0,0 0 0,1 0 0,-1 1 0,0-1 0,1 0 0,-1 1 0,1-1 0,-1 1 0,0-1 0,0 2 0,0-1 0,1 0 0,-1 0 0,1 0 0,0 0 0,-1 0 0,1 0 0,0 0 0,0 0 0,-1 0 0,1 1 0,0-1 0,0 0 0,0 0 0,1 1 0,0 7 0,1-1 0,0-1 0,6 14 0,-6-14 0,8 23 0,-5-14 0,12 28 0,-15-39 0,1-1 0,-1 0 0,1 1 0,0-1 0,0 0 0,1-1 0,-1 1 0,1 0 0,-1-1 0,7 4 0,-5-4 0,0 0 0,0-1 0,1 1 0,-1-1 0,1-1 0,-1 1 0,1-1 0,-1 0 0,1 0 0,0-1 0,0 1 0,-1-1 0,1 0 0,0-1 0,0 0 0,-1 1 0,1-2 0,-1 1 0,1-1 0,-1 0 0,1 0 0,-1 0 0,0-1 0,8-5 0,-7 4 0,0 0 0,-1 0 0,1 0 0,-1-1 0,0 0 0,0 0 0,-1 0 0,1-1 0,-1 0 0,-1 0 0,5-7 0,-6 9 0,0-1 0,0 1 0,-1-1 0,0 1 0,0-1 0,0 0 0,0 1 0,0-1 0,-1 0 0,0 0 0,0 1 0,-1-1 0,1 0 0,-1 0 0,0 1 0,0-1 0,-2-5 0,3 10 0,0 0 0,0 0 0,0-1 0,0 1 0,0 0 0,0-1 0,0 1 0,0 0 0,-1 0 0,1-1 0,0 1 0,0 0 0,0 0 0,0-1 0,0 1 0,-1 0 0,1 0 0,0-1 0,0 1 0,0 0 0,-1 0 0,1 0 0,0 0 0,0-1 0,-1 1 0,1 0 0,0 0 0,0 0 0,-1 0 0,-1 8 0,2 15 0,4 5 0,2-1 0,16 45 0,29 52 0,-36-88 0,3 7 0,-2 0 0,19 88 0,-34-127 0,-1-1 0,1 1 0,-1-1 0,0 1 0,0 0 0,0-1 0,0 1 0,-1 0 0,0-1 0,0 1 0,-1 3 0,1-5 0,1-1 0,-1 1 0,0-1 0,0 1 0,0 0 0,-1-1 0,1 0 0,0 1 0,0-1 0,-1 0 0,1 0 0,-1 0 0,1 0 0,-1 0 0,0 0 0,1 0 0,-1 0 0,0-1 0,0 1 0,1 0 0,-1-1 0,0 0 0,-2 1 0,-2-1 0,0 0 0,0 0 0,-1 0 0,1-1 0,0 0 0,0-1 0,0 1 0,0-1 0,0 0 0,0 0 0,0-1 0,1 0 0,-1 0 0,1 0 0,0-1 0,-6-4 0,-8-8 0,0-1 0,-25-30 0,42 45 0,-2-2 0,1 0 0,-1-1 0,1 1 0,0-1 0,0 1 0,1-1 0,-1 0 0,1 0 0,0 0 0,1 0 0,-3-8 0,4 10 0,0 0 0,0 1 0,0-1 0,0 0 0,1 1 0,-1-1 0,1 1 0,-1-1 0,1 0 0,0 1 0,0-1 0,0 1 0,0 0 0,1-1 0,-1 1 0,1 0 0,-1 0 0,1 0 0,0 0 0,0 0 0,-1 0 0,2 0 0,-1 1 0,0-1 0,3-1 0,3-2 12,0 1 1,1 0-1,-1 0 0,1 1 0,14-4 0,48-7-536,-48 11-390,-8 0-5912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43 24575,'-25'-7'0,"-10"-3"0,-1 1 0,-66-7 0,99 16 0,0-1 0,0 1 0,-1 1 0,1-1 0,0 0 0,0 1 0,0 0 0,0-1 0,0 1 0,0 0 0,0 1 0,0-1 0,0 1 0,0-1 0,0 1 0,-2 2 0,2-1 0,0 0 0,0 0 0,1 1 0,-1-1 0,1 0 0,0 1 0,0 0 0,0-1 0,0 1 0,1 0 0,-2 4 0,0 9 0,0 1 0,1-1 0,0 1 0,2 29 0,0-39 0,4 42 0,1 0 0,2 0 0,3 0 0,18 53 0,18 44 0,-45-145 0,-1-1 0,1 0 0,-1 0 0,1 1 0,-1-1 0,1 0 0,0 0 0,0 1 0,0-1 0,-1 0 0,1 0 0,0 0 0,0 0 0,1 0 0,-1-1 0,0 1 0,0 0 0,0 0 0,1-1 0,-1 1 0,0-1 0,0 1 0,1-1 0,-1 1 0,1-1 0,-1 0 0,0 0 0,1 0 0,-1 0 0,1 0 0,-1 0 0,3 0 0,4-2 0,1 1 0,-1-1 0,1-1 0,10-4 0,-1 1 0,-13 4-120,-2 2 24,0-1 1,-1 0-1,1 0 0,-1 1 0,0-1 1,1-1-1,-1 1 0,0 0 0,1-1 0,-1 1 1,0-1-1,2-2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8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 24575,'-5'-8'0,"3"11"0,6 15 0,3-1 0,15 35 0,-20-47 0,1 0 0,0 0 0,0-1 0,0 1 0,0-1 0,1 0 0,6 6 0,-9-9 0,-1-1 0,0 0 0,0 0 0,0 0 0,1 1 0,-1-1 0,0 0 0,1 0 0,-1 0 0,0 1 0,0-1 0,1 0 0,-1 0 0,0 0 0,1 0 0,-1 0 0,0 0 0,0 0 0,1 0 0,-1 0 0,0 0 0,1 0 0,-1 0 0,0 0 0,1 0 0,-1 0 0,0 0 0,1 0 0,-1 0 0,3-9 0,-6-16 0,2 23 0,-1-6 0,1-1 0,0 1 0,1-1 0,0-16 0,0 24 0,0-1 0,0 1 0,1-1 0,-1 1 0,0 0 0,1-1 0,-1 1 0,1 0 0,-1-1 0,1 1 0,0 0 0,-1 0 0,1 0 0,0-1 0,0 1 0,0 0 0,0 0 0,0 0 0,0 0 0,0 1 0,0-1 0,0 0 0,0 0 0,1 1 0,-1-1 0,0 0 0,0 1 0,1-1 0,-1 1 0,0 0 0,1-1 0,-1 1 0,1 0 0,-1 0 0,0 0 0,1 0 0,-1 0 0,3 1 0,3 0 0,0 1 0,-1 0 0,1 0 0,-1 0 0,1 1 0,-1 0 0,0 0 0,0 1 0,-1 0 0,7 5 0,1 1 0,-2 1 0,1 0 0,12 17 0,-13-14 0,-1-2 0,17 15 0,-22-23-1365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9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20 24575,'-3'-2'0,"0"0"0,0 0 0,0 0 0,0 0 0,0 0 0,0 1 0,-1 0 0,1-1 0,0 1 0,-1 0 0,1 1 0,-1-1 0,0 1 0,1-1 0,-1 1 0,-4 1 0,-9 0 0,0 0 0,-20 6 0,15-3 0,-15 0-275,-69-1 1,86-4-542,6 1-6010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3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24575,'0'-1'0,"0"1"0,0 0 0,0 0 0,-1 0 0,1 0 0,0-1 0,0 1 0,0 0 0,0 0 0,0 0 0,-1 0 0,1 0 0,0 0 0,0 0 0,0-1 0,-1 1 0,1 0 0,0 0 0,0 0 0,-1 0 0,1 0 0,0 0 0,0 0 0,0 0 0,-1 0 0,1 0 0,0 0 0,0 0 0,0 0 0,-1 0 0,1 0 0,0 1 0,0-1 0,0 0 0,-1 0 0,-3 8 0,1 14 0,2 2 0,2 1 0,1-1 0,5 32 0,22 74 0,-15-75 0,-7-28 0,-4-15 0,0-1 0,0 1 0,-1 0 0,-1 0 0,1 24 0,-5-24 120,3-12-160,0 0 0,0 1 0,0-1-1,0 0 1,-1 0 0,1 1 0,0-1 0,0 0 0,0 0 0,0 1 0,-1-1-1,1 0 1,0 0 0,0 0 0,0 1 0,-1-1 0,1 0 0,0 0-1,0 0 1,-1 0 0,1 0 0,0 0 0,-1 1 0,1-1 0,0 0-1,0 0 1,-1 0 0,1 0 0,0 0 0,-1 0 0,1 0 0,0 0 0,0 0-1,-1 0 1,1 0 0,-1-1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24575,'-3'1'0,"0"0"0,0 0 0,1 0 0,-1 0 0,0 1 0,1-1 0,-1 1 0,0 0 0,1 0 0,-5 4 0,0 0 0,0-1 0,-1 1 0,2 0 0,-1 0 0,1 1 0,0-1 0,0 1 0,1 1 0,0-1 0,-8 15 0,13-21 0,0-1 0,0 1 0,-1 0 0,1 0 0,0-1 0,0 1 0,0 0 0,0-1 0,0 1 0,0 0 0,0 0 0,0-1 0,1 1 0,-1 0 0,0-1 0,0 1 0,0 0 0,1-1 0,-1 1 0,0 0 0,1-1 0,-1 1 0,1-1 0,-1 1 0,1 0 0,-1-1 0,1 1 0,-1-1 0,1 0 0,-1 1 0,1-1 0,0 1 0,-1-1 0,1 0 0,0 1 0,-1-1 0,1 0 0,0 0 0,1 1 0,4 0 0,0 0 0,0 0 0,12 1 0,-7-2 0,40 6 0,-15-2 0,0 1 0,51 14 0,-75-14-1365,-3 0-5461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24575,'6'-3'0,"0"0"0,-1 1 0,1 0 0,0 0 0,0 0 0,0 1 0,1 0 0,-1 0 0,0 0 0,8 1 0,-10 0 0,0 1 0,0 0 0,0 0 0,0 0 0,0 0 0,0 1 0,-1-1 0,1 1 0,0 0 0,-1 0 0,0 0 0,1 1 0,-1-1 0,0 1 0,0-1 0,5 7 0,-2-1 0,-1 0 0,1 0 0,-1 1 0,-1-1 0,0 1 0,0 0 0,-1 0 0,0 0 0,0 0 0,-1 1 0,0-1 0,-1 1 0,0 0 0,-1-1 0,0 13 0,1-1 0,5 31 0,1 15 0,-4-7 0,17 87 0,14-3 0,-29-122 0,-3-18 0,-1 1 0,0 0 0,0-1 0,0 1 0,-1 0 0,1 7 0,-1-11 0,-1 1 0,1 0 0,-1-1 0,1 1 0,-1-1 0,1 1 0,-1-1 0,0 0 0,0 1 0,1-1 0,-1 1 0,0-1 0,0 0 0,-1 0 0,1 0 0,0 0 0,0 0 0,0 0 0,-1 0 0,1 0 0,-1 0 0,1 0 0,0-1 0,-2 1 0,-6 3-2,-1-1 0,-13 2 0,8-1-1357,1-1-5467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2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35 24575,'30'-7'0,"-24"5"0,-21 5 0,-16 0 0,0 0 0,0-2 0,-1-1 0,1-2 0,0 0 0,-34-9 0,57 9-227,1 0-1,-1 0 1,1-1-1,-1 0 1,-8-5-1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43 24575,'27'-12'0,"-36"10"0,-6 0 0,-139-5 0,27-11 0,122 17-124,0 1 0,-1 0 0,1 0 0,0 0 0,0 0 0,0 1-1,-1 0 1,1 0 0,0 0 0,-9 4 0,4 1-6702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8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906 30 24575,'70'-12'0,"-42"6"0,-1 1 0,1 2 0,33-1 0,-301 4 0,103 1 0,93 0 0,-50 7 0,27-2 0,-108-5 0,82-2 0,60 1 0,-17 0 0,36 0 0,11 0 0,5 0 0,29 5 0,-1 2 0,60 20 0,-66-20 0,-5 0 0,34 15 0,-47-19 0,0 1 0,0-1 0,0 1 0,0 0 0,-1 1 0,0-1 0,0 1 0,0 0 0,5 7 0,-8-8 0,0 1 0,0-1 0,-1 0 0,1 1 0,-1-1 0,0 1 0,0 0 0,0-1 0,-1 1 0,1 0 0,-1 0 0,-1 7 0,0 2 0,-2 1 0,-6 25 0,2-21 0,-1-1 0,-1 0 0,-1-1 0,-22 31 0,25-38 0,-63 91 0,56-82 0,-1-1 0,0-1 0,-2-1 0,-28 23 0,-83 46 0,119-80 0,2 1 0,-1 1 0,1 0 0,-12 13 0,-14 12 0,33-32 0,-16 16 0,16-16 0,0 1 0,0-1 0,-1 0 0,1 1 0,0-1 0,0 0 0,0 0 0,0 1 0,-1-1 0,1 0 0,0 1 0,0-1 0,0 0 0,0 1 0,0-1 0,0 0 0,0 1 0,0-1 0,0 0 0,0 1 0,0-1 0,0 1 0,0-1 0,1 0 0,-1 1 0,1-1 0,-1 0 0,0 0 0,1 0 0,-1 1 0,1-1 0,-1 0 0,1 0 0,-1 0 0,1 0 0,-1 0 0,1 0 0,-1 0 0,1 0 0,-1 0 0,1 0 0,-1 0 0,0 0 0,2 0 0,315-21 0,1 19 0,-271 2 0,181-15 0,-210 10 0,-16 2 0,-10 0 0,-6 1-1365,0 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24575,'12'0'0,"7"0"0,2 0 0,-2 2 0,-2 2 0,-1 1 0,-2 4 0,1-1 0,-1 1 0,-1-1 0,-1-2-8191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49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24575,'3'-9'0,"0"-2"0,0 4 0,0 6 0,-4 5 0,-1 7 0,-1 5 0,1 1 0,0 3 0,1 0 0,0-3-8191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69 24575,'-3'-10'0,"1"5"0,0-1 0,0 0 0,0 0 0,0 1 0,-1 0 0,0-1 0,0 1 0,-6-7 0,9 11 0,0 1 0,-1 0 0,1 0 0,0 0 0,0 0 0,0-1 0,0 1 0,0 0 0,0 0 0,0 0 0,-1 0 0,1 0 0,0 0 0,0 0 0,0-1 0,0 1 0,-1 0 0,1 0 0,0 0 0,0 0 0,0 0 0,-1 0 0,1 0 0,0 0 0,0 0 0,0 0 0,0 0 0,-1 0 0,1 0 0,0 0 0,0 0 0,0 0 0,-1 0 0,1 0 0,0 0 0,0 0 0,0 1 0,0-1 0,-1 0 0,1 0 0,-2 9 0,3 12 0,13 51 0,2-1 0,3-1 0,32 74 0,-42-115 0,6 12 0,-13-65-1365,-2 12-5461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2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 24575,'-5'0'0,"-1"0"0,1 0 0,-1 1 0,1 0 0,-1 0 0,1 0 0,-6 2 0,8-1 0,1-1 0,-1 0 0,1 1 0,-1 0 0,1-1 0,0 1 0,-1 0 0,1 0 0,0 0 0,1 1 0,-1-1 0,0 0 0,0 1 0,-1 4 0,0-2 0,0 0 0,1 0 0,0 1 0,0-1 0,1 1 0,-2 6 0,3-10 0,0-1 0,0 0 0,0 0 0,0 0 0,0 0 0,0 1 0,0-1 0,0 0 0,1 0 0,-1 0 0,0 0 0,1 0 0,-1 0 0,1 0 0,0 0 0,-1 0 0,1 0 0,0 0 0,-1 0 0,1 0 0,0 0 0,0-1 0,0 1 0,0 0 0,0-1 0,-1 1 0,2 0 0,-1-1 0,0 1 0,0-1 0,0 1 0,0-1 0,0 0 0,0 0 0,0 1 0,0-1 0,2 0 0,46 4 0,-10-2 0,172 21 0,-203-23 0,-1 1 0,0 0 0,0 1 0,9 3 0,-12-3-1365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15 24575,'-5'-3'0,"-4"0"0,-3 0 0,-1 0 0,-2 1 0,-1 1 0,1 3 0,0 1 0,0 0 0,0 0 0,0-1 0,1-1 0,-1 0 0,1-1 0,-1 0 0,1 0 0,-1-2 0,4-2-8191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3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37 24575,'-30'-7'0,"-11"-3"0,-5 1 0,4 1 0,6 5 0,7 3 0,4 4 0,3 1 0,3 3 0,2-1 0,5-1-8191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3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37 24575,'-2'-3'0,"-1"0"0,1 0 0,0 0 0,-1 1 0,1-1 0,-1 1 0,0-1 0,0 1 0,0 0 0,0 0 0,0 1 0,0-1 0,-6-2 0,7 4 0,0 0 0,0-1 0,1 1 0,-1 0 0,0 0 0,0 0 0,0 0 0,1 0 0,-1 0 0,0 1 0,0-1 0,1 0 0,-1 1 0,0 0 0,1-1 0,-1 1 0,0 0 0,1 0 0,-1 0 0,1 0 0,-1 0 0,1 0 0,0 0 0,-1 1 0,1-1 0,0 0 0,0 1 0,-2 2 0,-3 6 0,0 0 0,0 1 0,-7 20 0,11-26 0,0 0 0,1 0 0,0-1 0,0 1 0,0 0 0,1 0 0,-1 0 0,1 0 0,1 0 0,-1 0 0,2 10 0,-1-13 0,0 0 0,0 1 0,1-1 0,-1 1 0,0-1 0,1 0 0,0 0 0,-1 0 0,1 0 0,0 0 0,0 0 0,0-1 0,0 1 0,0 0 0,1-1 0,-1 0 0,0 0 0,1 1 0,3 0 0,5 1 0,0 0 0,1 0 0,13 1 0,-10-2 0,4 1 0,0-1 0,1-1 0,-1 0 0,0-2 0,31-4 0,-46 4 0,0 0 0,0 0 0,0 0 0,0-1 0,0 1 0,0-1 0,0 0 0,-1 0 0,1-1 0,-1 1 0,0-1 0,1 0 0,-1 0 0,3-4 0,-4 5 0,-1 0 0,0 0 0,1-1 0,-1 1 0,0-1 0,0 1 0,0-1 0,0 1 0,-1-1 0,1 1 0,-1-1 0,0 0 0,1 1 0,-1-1 0,0 0 0,-1 1 0,1-1 0,0 0 0,-1 1 0,1-1 0,-1 0 0,0 1 0,-2-4 0,0-1-62,0 1 0,-1-1 0,0 1 0,0 0 0,-1 0 0,0 0 0,0 1 0,0-1 0,0 1 0,-1 0 0,0 1 0,0 0-1,0-1 1,-1 2 0,0-1 0,1 1 0,-1 0 0,0 1 0,0-1 0,-1 1 0,-7-1 0,-1 1-6764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6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39 206 24575,'-2'-14'0,"3"12"0,4 7 0,9 16 0,-1 1 0,-1 0 0,-1 0 0,-1 1 0,11 37 0,-15-41 0,-3-6 0,4 22 0,-8-60 0,1 15 0,-1 0 0,1 0 0,-2 0 0,0 1 0,-4-15 0,-4 1 0,-1 0 0,-15-22 0,14 26 0,1-1 0,1 0 0,-9-23 0,8 13 0,-5-20 0,15 50 0,1-1 0,0 1 0,0 0 0,0-1 0,0 1 0,0 0 0,0-1 0,0 1 0,-1 0 0,1 0 0,0-1 0,0 1 0,0 0 0,0-1 0,0 1 0,0 0 0,1-1 0,-1 1 0,0 0 0,0-1 0,0 1 0,0 0 0,0-1 0,0 1 0,0 0 0,1 0 0,-1-1 0,0 1 0,1 0 0,7 4 0,14 20 0,-17-18 0,4 4 0,0 1 0,1-1 0,1-1 0,0 0 0,0 0 0,1-1 0,0-1 0,0 0 0,23 9 0,-31-14 0,10 3 0,1 0 0,-1-1 0,29 5 0,-40-9 0,1 0 0,0 1 0,-1-1 0,1-1 0,0 1 0,-1 0 0,1-1 0,-1 0 0,1 0 0,-1 0 0,1 0 0,-1 0 0,0-1 0,1 0 0,-1 1 0,0-1 0,0 0 0,0-1 0,0 1 0,-1 0 0,5-5 0,-3 2 0,-1 0 0,0 0 0,0-1 0,0 1 0,0-1 0,-1 0 0,0 1 0,3-12 0,-2 0 0,1-31 0,-3 27 0,-1 18 0,0 0 0,1 0 0,0 0 0,-1 0 0,1 0 0,2-5 0,-3 8 0,1-1 0,-1 1 0,0 0 0,0-1 0,0 1 0,0 0 0,1 0 0,-1-1 0,0 1 0,0 0 0,1 0 0,-1-1 0,0 1 0,1 0 0,-1 0 0,0 0 0,0-1 0,1 1 0,-1 0 0,0 0 0,1 0 0,-1 0 0,0 0 0,1 0 0,-1 0 0,1 0 0,0 0 0,-1 1 0,1-1 0,0 0 0,-1 1 0,1-1 0,0 1 0,-1-1 0,1 1 0,-1-1 0,1 1 0,-1-1 0,0 1 0,1-1 0,-1 1 0,1 0 0,-1 0 0,61 118 0,31 20 0,-56-86 0,-27-42-23,-7-9-126,0 0 0,-1 0 0,1 0 0,-1 0 0,1 0-1,-1 1 1,0-1 0,2 5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8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 24575,'0'-1'0,"0"1"0,0 0 0,0 0 0,0 0 0,0 0 0,0-1 0,-1 1 0,1 0 0,0 0 0,0 0 0,0 0 0,-1 0 0,1 0 0,0-1 0,0 1 0,0 0 0,-1 0 0,1 0 0,0 0 0,0 0 0,0 0 0,-1 0 0,1 0 0,0 0 0,0 0 0,0 0 0,-1 0 0,1 0 0,0 0 0,0 0 0,-1 0 0,1 0 0,0 1 0,0-1 0,-1 0 0,-3 8 0,1 13 0,3 11 0,0-1 0,2 0 0,2 0 0,0 0 0,10 32 0,34 206 0,-46-253 0,8 27 0,-7-78 0,-4 7 0,0 15 0,1 0 0,0 0 0,1 0 0,4-20 0,-5 30 0,1 0 0,0 0 0,1-1 0,-1 1 0,1 0 0,-1 0 0,1 0 0,0 0 0,0 0 0,0 1 0,0-1 0,0 1 0,1-1 0,-1 1 0,1 0 0,0 0 0,0 0 0,0 0 0,0 0 0,0 1 0,0-1 0,3 0 0,1 0 0,0 1 0,0-1 0,0 1 0,0 1 0,0 0 0,0 0 0,0 0 0,0 0 0,0 1 0,0 1 0,0-1 0,0 1 0,13 5 0,-2 1 0,0 0 0,-1 2 0,29 20 0,-38-25 0,-1 1 0,1 0 0,-1 1 0,-1 0 0,1 0 0,-1 0 0,0 1 0,-1 0 0,7 13 0,-10-18 0,-1 0 0,0 1 0,1-1 0,-1 0 0,-1 1 0,1-1 0,0 0 0,-1 1 0,0-1 0,0 1 0,0-1 0,0 1 0,0-1 0,-1 1 0,1-1 0,-1 0 0,0 1 0,0-1 0,0 0 0,-1 0 0,1 0 0,-1 1 0,0-2 0,0 1 0,0 0 0,0 0 0,0 0 0,0-1 0,-4 3 0,-2 1 0,1 0 0,-1 0 0,0-1 0,-1-1 0,1 1 0,-1-1 0,0-1 0,0 0 0,0 0 0,0-1 0,-20 3 0,-5-2 0,-1-2 0,-34-3 0,20 1 0,36 1 40,-1-1 0,-13-3 0,23 4-175,0-1 0,0 0 0,0-1 0,0 1 0,0-1 0,0 1 0,0-1 0,0-1 0,1 1 0,-6-4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8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24575,'0'-1'0,"0"1"0,0 0 0,0-1 0,0 1 0,0 0 0,0-1 0,-1 1 0,1 0 0,0-1 0,0 1 0,0 0 0,-1-1 0,1 1 0,0 0 0,0-1 0,-1 1 0,1 0 0,0 0 0,-1 0 0,1-1 0,0 1 0,-1 0 0,1 0 0,0 0 0,-1-1 0,1 1 0,0 0 0,-1 0 0,0 0 0,-3 10 0,1 21 0,3-29 0,0 17 0,-1 0 0,2 0 0,1-1 0,0 1 0,1 0 0,1-1 0,1 1 0,1-1 0,10 23 0,-11-31 0,16 36 0,-20-43 0,1 1 0,-1 0 0,0-1 0,-1 1 0,1 0 0,0 0 0,-1 0 0,0 0 0,-1 6 0,1-10 0,1 1 0,-1-1 0,0 0 0,0 0 0,-1 0 0,1 1 0,0-1 0,0 0 0,0 0 0,0 1 0,0-1 0,0 0 0,0 0 0,0 0 0,0 1 0,0-1 0,0 0 0,-1 0 0,1 0 0,0 1 0,0-1 0,0 0 0,0 0 0,-1 0 0,1 0 0,0 0 0,0 1 0,0-1 0,-1 0 0,1 0 0,0 0 0,0 0 0,-1 0 0,1 0 0,0 0 0,0 0 0,-1 0 0,-7-6 0,-6-15 0,13 20 0,-14-23-1365,9 14-5461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6:59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0 24575,'-102'25'0,"89"-21"0,-1 1 0,1 1 0,0 0 0,0 0 0,-15 11 0,26-15 0,-1 0 0,1 0 0,0 0 0,0 0 0,0 1 0,0-1 0,0 0 0,0 1 0,0-1 0,1 1 0,-1 0 0,1 0 0,-2 4 0,3-6 0,0 1 0,-1 0 0,1-1 0,0 1 0,0-1 0,0 1 0,1-1 0,-1 1 0,0-1 0,0 1 0,1-1 0,-1 1 0,1-1 0,0 1 0,-1-1 0,1 0 0,0 1 0,0-1 0,0 0 0,-1 1 0,1-1 0,1 0 0,-1 0 0,0 0 0,0 0 0,0 0 0,1 0 0,1 1 0,3 1 0,0 1 0,1-1 0,0 0 0,-1-1 0,1 0 0,0 0 0,8 1 0,50 4 0,-12-3 0,-52-4 0,22 3 0,0 0 0,43-1 0,-65-2-72,0 0 1,0 0-1,0 0 0,0-1 0,0 1 0,0 0 0,0 0 0,0-1 1,0 1-1,0 0 0,0-1 0,0 1 0,0-1 0,0 0 0,-1 1 1,1-1-1,0 0 0,1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24575,'-3'2'0,"6"3"0,5 5 0,19 11 0,0-1 0,1-1 0,41 21 0,-21-12 0,122 82 0,-208-152-1365,29 32-5461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1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0 24575,'-7'4'0,"1"0"0,-1 1 0,1-1 0,0 1 0,1 0 0,-9 10 0,-26 39 0,32-41 33,0 1 0,1 0 0,-6 21 0,6-18-781,-16 31-1,17-38-6077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2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46 24575,'-23'-9'0,"9"2"0,0 1 0,0 1 0,-1 1 0,1 0 0,-1 0 0,0 2 0,-22-2 0,23 4 0,-1 1 0,1 0 0,-1 1 0,1 0 0,-16 6 0,28-8 0,1 0 0,0 0 0,0 1 0,0-1 0,0 1 0,-1-1 0,1 1 0,0 0 0,0-1 0,0 1 0,0 0 0,0 0 0,1-1 0,-1 1 0,0 0 0,0 0 0,0 0 0,1 0 0,-1 0 0,0 0 0,1 1 0,-1-1 0,1 0 0,0 0 0,-1 0 0,1 0 0,0 1 0,0-1 0,-1 0 0,1 0 0,0 1 0,0-1 0,0 0 0,1 0 0,-1 2 0,2 5 0,0-1 0,1 0 0,0 0 0,0 0 0,4 6 0,4 9 0,21 83 0,3 9 0,30 32 0,19 50 0,-74-162 0,-8-24 0,1 0 0,0 0 0,6 12 0,-9-22 0,1 1 0,-1 0 0,0-1 0,1 1 0,-1-1 0,1 0 0,-1 1 0,1-1 0,-1 1 0,1-1 0,0 0 0,-1 1 0,1-1 0,-1 0 0,1 0 0,0 1 0,-1-1 0,1 0 0,0 0 0,-1 0 0,1 0 0,0 0 0,-1 0 0,1 0 0,0 0 0,-1 0 0,1 0 0,-1 0 0,2-1 0,23-8 0,-11 3 0,27-2-1365,-29 5-5461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3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0 0,0 1 0,1-1 0,-1 0 0,1 0 0,0 1 0,-1-1 0,1 0 0,-1 1 0,1-1 0,-1 0 0,1 1 0,0-1 0,-1 1 0,1-1 0,0 1 0,0-1 0,-1 1 0,1-1 0,0 1 0,0-1 0,-1 1 0,1-1 0,0 1 0,0-1 0,0 1 0,0-1 0,0 1 0,0-1 0,0 1 0,0 0 0,2 21 0,3-7 0,1 0 0,0 0 0,1 0 0,0 0 0,1-1 0,1-1 0,15 20 0,-20-28 0,-1-1 0,1 0 0,0 0 0,0 0 0,1 0 0,-1-1 0,8 5 0,-11-8 0,-1 1 0,1-1 0,0 1 0,0-1 0,0 0 0,0 0 0,0 1 0,0-1 0,0 0 0,0 0 0,0 0 0,0 0 0,0 0 0,0 0 0,0 0 0,0-1 0,0 1 0,0 0 0,1-1 0,0 0 0,-1 0 0,0 0 0,0 0 0,1 0 0,-1 0 0,0 0 0,0-1 0,0 1 0,0 0 0,-1-1 0,1 1 0,0-1 0,0 1 0,-1-1 0,1 1 0,0-2 0,3-12 0,-1 0 0,2-18 0,-3 19 0,0-1 0,7-21 0,-9 35 0,1-1 0,-1 1 0,1 0 0,-1 0 0,1 0 0,-1 0 0,1-1 0,0 1 0,0 0 0,-1 0 0,1 0 0,0 0 0,0 0 0,0 1 0,0-1 0,0 0 0,0 0 0,0 1 0,0-1 0,1 0 0,-1 1 0,0-1 0,0 1 0,1 0 0,-1-1 0,0 1 0,0 0 0,1 0 0,-1 0 0,0 0 0,1 0 0,-1 0 0,0 0 0,0 0 0,1 0 0,-1 1 0,0-1 0,0 1 0,3 0 0,5 3 0,-1 0 0,1 1 0,-1 0 0,12 9 0,-4-3 0,18 10 0,-1 1 0,53 47 0,-85-68-40,0-1 0,-1 0 0,1 1 0,-1-1-1,1 1 1,-1-1 0,0 0 0,1 1 0,-1-1 0,1 1 0,-1-1-1,0 1 1,1-1 0,-1 1 0,0 0 0,0-1 0,1 1-1,-1-1 1,0 1 0,0 0 0,0-1 0,0 1 0,0-1 0,0 1-1,0 0 1,0-1 0,0 1 0,0-1 0,0 1 0,0 0-1,0-1 1,-1 1 0,1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4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24 24575,'15'-8'0,"-7"5"0,-37-1 0,-46 5 0,-58-2 0,105-4-1365,18 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4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36 24575,'-20'-36'0,"94"292"0,-47-169 0,-7-25 0,-10-35 0,-1 0 0,-1 1 0,-2 0 0,5 44 0,-11-72 3,0 0 0,1 1 0,-1-1 0,0 0 0,0 0 0,0 1 0,0-1 0,0 0 0,0 1 0,0-1 0,0 0 0,0 0 0,0 1 0,0-1 0,0 0 0,0 1 0,0-1 0,0 0 0,0 1 0,0-1 0,0 0 0,-1 0 0,1 1 0,0-1 0,0 0 0,0 0 0,0 1 0,-1-1 0,1 0-1,0 0 1,0 0 0,0 1 0,-1-1 0,1 0 0,0 0 0,-1 1 0,-5-11-1478,3 0-5351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5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7 24575,'0'-1'0,"0"1"0,1 0 0,-1 0 0,0 0 0,0-1 0,0 1 0,0 0 0,0 0 0,-1-1 0,1 1 0,0 0 0,0 0 0,0 0 0,0-1 0,0 1 0,0 0 0,0 0 0,0 0 0,0-1 0,-1 1 0,1 0 0,0 0 0,0 0 0,0 0 0,0-1 0,-1 1 0,1 0 0,0 0 0,0 0 0,0 0 0,0 0 0,-1 0 0,1 0 0,0 0 0,0-1 0,-1 1 0,-9 3 0,-7 11 0,9-5 0,0 1 0,1 0 0,0 1 0,1-1 0,0 1 0,1 1 0,0-1 0,-4 19 0,9-29 0,-1-1 0,1 1 0,0 0 0,0 0 0,0-1 0,0 1 0,0 0 0,0-1 0,0 1 0,1 0 0,-1 0 0,0-1 0,0 1 0,0 0 0,1-1 0,-1 1 0,0 0 0,1-1 0,-1 1 0,1-1 0,-1 1 0,1 0 0,-1-1 0,1 1 0,-1-1 0,1 0 0,-1 1 0,1-1 0,0 1 0,-1-1 0,1 0 0,0 1 0,-1-1 0,1 0 0,0 0 0,-1 0 0,1 1 0,0-1 0,0 0 0,-1 0 0,2 0 0,5 1 0,0-1 0,0 1 0,10-2 0,-10 1 0,37-1 0,81 9 0,-110-6-111,-8-2-69,0 1 1,1 0 0,-1 1 0,0-1 0,0 1 0,12 6 0,-10-2-6647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05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1 101 24575,'27'-21'0,"2"1"0,61-32 0,-88 50 0,1 1 0,0 0 0,0 0 0,0 1 0,0-1 0,0 1 0,0-1 0,0 1 0,0 0 0,0 0 0,0 0 0,0 0 0,0 1 0,6 1 0,-5 0 0,1-1 0,-1 2 0,1-1 0,-1 0 0,0 1 0,0 0 0,0 0 0,5 5 0,0 2 0,0 0 0,-1 0 0,0 1 0,-1 0 0,-1 0 0,6 13 0,-2 1 0,-2 1 0,0 0 0,-2 0 0,3 34 0,-7-49 0,11 78 0,9 53 0,-15-109 0,1 0 0,16 38 0,-8-25 0,10 49 0,-16-50 0,-9-44 0,-1 0 0,0-1 0,0 1 0,0 0 0,0 0 0,0-1 0,0 1 0,0 0 0,-1 0 0,1-1 0,0 1 0,0 0 0,-1-1 0,1 1 0,0 0 0,-1-1 0,1 1 0,0 0 0,-1-1 0,1 1 0,-1-1 0,1 1 0,-1-1 0,1 1 0,-1-1 0,0 1 0,1-1 0,-1 1 0,1-1 0,-1 0 0,0 0 0,1 1 0,-1-1 0,0 0 0,0 0 0,1 1 0,-1-1 0,0 0 0,-1 0 0,-4 1 0,-1-1 0,0 1 0,-10-2 0,9 1 0,-102-1-1365,87 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3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263 362 24575,'20'-2'0,"-19"2"0,0 0 0,0 0 0,-1 0 0,1 0 0,0 0 0,0-1 0,0 1 0,0 0 0,-1-1 0,1 1 0,0 0 0,0-1 0,-1 1 0,1-1 0,0 1 0,-1-1 0,1 1 0,0-1 0,0-1 0,-1 2 0,0-1 0,0 1 0,0-1 0,0 1 0,-1-1 0,1 1 0,0-1 0,0 1 0,-1-1 0,1 1 0,0 0 0,0-1 0,-1 1 0,1-1 0,0 1 0,-1 0 0,1-1 0,-1 1 0,1 0 0,-1-1 0,1 1 0,0 0 0,-1 0 0,1-1 0,-1 1 0,0 0 0,-18-8 0,15 7 0,-12-5 0,0 0 0,-1 2 0,0 0 0,-22-3 0,34 7 0,0 1 0,1-1 0,-1 1 0,1 0 0,0 0 0,-1 0 0,1 0 0,0 1 0,-8 3 0,-36 25 0,35-21 0,9-7 0,0 1 0,0 0 0,1 0 0,-1 1 0,1-1 0,0 1 0,0-1 0,0 1 0,0 0 0,0 0 0,1 0 0,-3 6 0,4-6 0,0-1 0,0 1 0,1-1 0,-1 1 0,1-1 0,-1 1 0,1-1 0,0 1 0,1-1 0,-1 1 0,1-1 0,-1 1 0,1-1 0,0 0 0,0 1 0,0-1 0,4 6 0,-1-2 0,1 1 0,1-1 0,-1 0 0,1 0 0,1-1 0,-1 0 0,1 0 0,0-1 0,0 1 0,1-1 0,-1-1 0,15 7 0,1-1 0,0-2 0,0 0 0,34 6 0,-53-13 0,-1 0 0,1-1 0,-1 1 0,1-1 0,-1 0 0,1 0 0,-1 0 0,1 0 0,-1-1 0,1 0 0,-1 1 0,1-1 0,-1-1 0,4 0 0,-5 0 0,1 1 0,-1-1 0,0 0 0,0 1 0,0-1 0,0 0 0,-1 0 0,1-1 0,0 1 0,-1 0 0,1 0 0,-1-1 0,0 1 0,0-1 0,0 1 0,0-1 0,0 1 0,-1-1 0,1-3 0,0 0 0,0-1 0,-1 0 0,0 0 0,0 0 0,-1 0 0,-3-13 0,-13-42 0,9 38 0,-88-321 0,94 338 0,1 2 0,-1 0 0,1-1 0,-1 1 0,0 0 0,-1 0 0,1 1 0,-7-10 0,9 14 0,0 0 0,0 0 0,0 0 0,0 0 0,0-1 0,0 1 0,-1 0 0,1 0 0,0 0 0,0 0 0,0 0 0,0-1 0,-1 1 0,1 0 0,0 0 0,0 0 0,0 0 0,0 0 0,-1 0 0,1 0 0,0 0 0,0 0 0,0 0 0,-1 0 0,1 0 0,0 0 0,0 0 0,0 0 0,-1 0 0,1 0 0,0 0 0,0 0 0,0 0 0,-1 0 0,1 0 0,0 0 0,0 1 0,0-1 0,-1 0 0,1 0 0,0 0 0,0 0 0,0 0 0,0 1 0,0-1 0,0 0 0,-1 0 0,1 0 0,0 0 0,0 1 0,0-1 0,0 0 0,0 0 0,0 0 0,0 1 0,0-1 0,0 0 0,0 0 0,0 0 0,0 1 0,0-1 0,0 0 0,0 0 0,0 0 0,0 1 0,0-1 0,0 15 0,9 18 0,1 0 0,27 55 0,-18-44 0,-18-43 0,128 285 0,-127-282 0,-1 0 0,1 0 0,0 0 0,1-1 0,-1 1 0,1 0 0,-1-1 0,1 1 0,5 3 0,-8-6-30,0-1 0,0 0-1,1 0 1,-1 0 0,0 0-1,0 0 1,0 0 0,1 0-1,-1 0 1,0 0 0,0 0-1,1 1 1,-1-1 0,0 0-1,0 0 1,0 0-1,1-1 1,-1 1 0,0 0-1,0 0 1,1 0 0,-1 0-1,0 0 1,0 0 0,0 0-1,1 0 1,-1 0 0,0 0-1,0-1 1,0 1 0,1 0-1,-1 0 1,0 0 0,0 0-1,0-1 1,0 1 0,0 0-1,1 0 1,-1 0 0,0-1-1,0 1 1,0 0 0,0 0-1,0-1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3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0 245 24575,'22'2'0,"78"4"0,-89-6 0,0 0 0,-1-1 0,1-1 0,0 0 0,-1 0 0,0-1 0,12-5 0,-19 7 0,1-1 0,-1 0 0,0 0 0,1 0 0,-1 0 0,0 0 0,0-1 0,0 0 0,-1 1 0,1-1 0,-1 0 0,1 0 0,-1 0 0,0-1 0,0 1 0,-1 0 0,3-6 0,-3 4 0,0 0 0,0 0 0,0 0 0,0 0 0,-1 0 0,0 0 0,0 0 0,0 0 0,-1 0 0,0 0 0,-2-10 0,1 8 0,-1 0 0,1 1 0,-1-1 0,0 1 0,-1-1 0,1 1 0,-1 0 0,-1 1 0,1-1 0,-1 1 0,0-1 0,0 1 0,0 1 0,-1-1 0,0 1 0,0 0 0,0 0 0,-11-5 0,15 9 0,1-1 0,-1 1 0,0-1 0,1 1 0,-1 0 0,1-1 0,-1 1 0,0 0 0,0 0 0,1 0 0,-1 0 0,0 0 0,1 1 0,-1-1 0,1 0 0,-1 1 0,0-1 0,1 1 0,-1 0 0,1-1 0,-1 1 0,1 0 0,-1 0 0,1 0 0,0 0 0,0 0 0,-1 0 0,1 0 0,-2 3 0,2-1 0,-1-1 0,1 1 0,0-1 0,0 1 0,0 0 0,0 0 0,1-1 0,-1 1 0,1 0 0,0 0 0,0 0 0,0 0 0,0-1 0,0 1 0,0 0 0,1 0 0,0 3 0,2 3 0,0 0 0,1 0 0,0 0 0,0 0 0,1-1 0,0 1 0,1-1 0,-1-1 0,2 1 0,-1-1 0,1 0 0,0 0 0,0-1 0,1 0 0,0-1 0,0 1 0,0-1 0,1-1 0,-1 0 0,1 0 0,0 0 0,1-1 0,-1-1 0,0 1 0,1-2 0,-1 1 0,18-1 0,-17-1-117,-2 1 200,0-1 1,16-3 0,-22 3-167,0 0-1,-1-1 1,1 1 0,0-1 0,0 1-1,0-1 1,-1 0 0,1 0-1,0 0 1,-1 0 0,1 0 0,-1 0-1,1-1 1,-1 1 0,1 0 0,-1-1-1,2-2 1,1-4-6743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4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293 118 24575,'-106'-66'0,"88"56"0,-2 0 0,1 2 0,-38-11 0,54 18 0,0 0 0,-1 0 0,1 1 0,0-1 0,-1 1 0,1 0 0,0 0 0,-1 0 0,1 0 0,0 1 0,-1-1 0,-3 2 0,5-1 0,1 0 0,-1 0 0,1 0 0,-1 0 0,1 0 0,0 0 0,-1 1 0,1-1 0,0 0 0,0 1 0,0-1 0,0 1 0,0-1 0,0 1 0,0 0 0,0-1 0,1 1 0,-1 0 0,0-1 0,1 1 0,0 0 0,-1 0 0,1 3 0,-1 2 0,1 1 0,0-1 0,0 0 0,0 0 0,1 1 0,0-1 0,1 0 0,0 0 0,0 0 0,0 0 0,1 0 0,6 11 0,-4-10 0,1 0 0,-1 0 0,1-1 0,1 0 0,-1 0 0,1-1 0,1 1 0,-1-2 0,12 8 0,-16-11 0,0 0 0,0-1 0,1 0 0,-1 1 0,0-1 0,0 0 0,1 0 0,-1-1 0,1 1 0,-1-1 0,1 0 0,-1 1 0,0-2 0,1 1 0,5-1 0,-7 0 0,0 1 0,0-1 0,-1 1 0,1-1 0,0 0 0,0 0 0,-1 0 0,1 0 0,0 0 0,-1-1 0,1 1 0,-1 0 0,1-1 0,-1 1 0,0-1 0,0 1 0,0-1 0,0 0 0,0 0 0,0 1 0,0-1 0,0 0 0,-1 0 0,1 0 0,-1 0 0,1 0 0,-1-3 0,1-6 0,-1 0 0,-2-20 0,0 14 0,2 17 0,0 0 0,0 0 0,0 0 0,0 0 0,0-1 0,-1 1 0,1 0 0,0 0 0,0 0 0,0 0 0,0 0 0,0 0 0,0-1 0,0 1 0,0 0 0,0 0 0,0 0 0,0 0 0,0 0 0,0-1 0,0 1 0,0 0 0,0 0 0,0 0 0,0 0 0,1 0 0,-1 0 0,0-1 0,0 1 0,0 0 0,0 0 0,0 0 0,0 0 0,0 0 0,0 0 0,0 0 0,0 0 0,1-1 0,-1 1 0,0 0 0,0 0 0,0 0 0,0 0 0,0 0 0,0 0 0,1 0 0,-1 0 0,0 0 0,6 6 0,7 14 0,-13-19 0,126 208 0,-111-185 0,22 47 0,-33-62 0,0 0 0,-1 0 0,0 0 0,-1 0 0,0 0 0,-1 1 0,0-1 0,0 1 0,-1 12 0,0-20 0,0 0 0,-1 0 0,1 0 0,-1 0 0,1 0 0,-1-1 0,0 1 0,1 0 0,-1 0 0,0-1 0,0 1 0,0-1 0,-1 1 0,1-1 0,0 1 0,-1-1 0,1 1 0,0-1 0,-1 0 0,1 0 0,-1 0 0,0 0 0,1 0 0,-1 0 0,0 0 0,0-1 0,0 1 0,1-1 0,-1 1 0,0-1 0,0 0 0,0 0 0,0 1 0,-3-2 0,-2 1 0,1 0 0,0-1 0,0 0 0,0 0 0,0-1 0,0 1 0,0-1 0,0-1 0,-8-4 0,-1-2 0,-1-1 0,1-1 0,1 0 0,0-1 0,-14-16 0,22 21 0,0 1 0,1-1 0,0 0 0,0-1 0,1 0 0,0 1 0,0-1 0,0 0 0,1-1 0,1 1 0,-1-1 0,-1-15 0,4 21-105,0 0 0,0 1 0,0-1 0,1 0 0,-1 0 0,1 0 0,0 1 0,0-1 0,0 0 0,0 1 0,0-1 0,3-3 0,2-3-6721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4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45 219 24575,'1'8'0,"1"1"0,-1-1 0,1 1 0,1-1 0,-1 0 0,2 0 0,-1 0 0,1 0 0,0-1 0,0 1 0,11 12 0,-15-20 0,0 1 0,1-1 0,-1 0 0,0 1 0,0-1 0,1 1 0,-1-1 0,0 0 0,1 1 0,-1-1 0,0 0 0,1 1 0,-1-1 0,0 0 0,1 1 0,-1-1 0,1 0 0,-1 0 0,1 0 0,-1 1 0,1-1 0,-1 0 0,0 0 0,2 0 0,-2 0 0,0-1 0,1 1 0,-1 0 0,0-1 0,0 1 0,1-1 0,-1 1 0,0-1 0,0 1 0,0-1 0,0 1 0,0-1 0,0 1 0,0-1 0,0 1 0,0-1 0,0 1 0,0-1 0,-3-27 0,-3 9 0,-1-1 0,0 2 0,-20-35 0,-9-24 0,33 68 0,0 1 0,0-1 0,1 0 0,0 0 0,1 0 0,0 0 0,1-10 0,-1 18 0,1 0 0,0-1 0,1 1 0,-1 0 0,0 0 0,0 0 0,0-1 0,1 1 0,-1 0 0,0 0 0,1 0 0,-1 0 0,1 0 0,0 0 0,-1 0 0,1 0 0,0 0 0,0 0 0,-1 0 0,1 0 0,0 1 0,0-1 0,0 0 0,0 0 0,0 1 0,0-1 0,0 1 0,0-1 0,0 1 0,0-1 0,1 1 0,-1 0 0,0 0 0,0-1 0,0 1 0,0 0 0,1 0 0,-1 0 0,0 0 0,0 0 0,2 1 0,3 0 0,0 0 0,0 0 0,0 1 0,0 0 0,-1 0 0,10 5 0,-1 1-273,1 2 0,-1-1 0,-1 2 0,13 12 0,-9-7-6553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5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0 214 24575,'64'1'0,"45"0"0,-89-2 0,-1-1 0,0-1 0,30-8 0,-45 9 0,0 1 0,0-1 0,-1 0 0,1 0 0,0 0 0,-1 0 0,0-1 0,1 1 0,-1-1 0,0 0 0,-1 0 0,1 0 0,0 0 0,-1-1 0,0 1 0,1-1 0,1-4 0,-3 5 0,0 0 0,0 0 0,0 0 0,0 0 0,0 0 0,-1 0 0,1 0 0,-1 0 0,0 0 0,0-1 0,0 1 0,0 0 0,-1 0 0,1 0 0,-1 0 0,0 0 0,0 0 0,0 0 0,0 0 0,-1 0 0,1 0 0,-4-5 0,-2 0 0,1 0 0,-1 1 0,-1 0 0,-8-7 0,11 10 0,1 1 0,-1 0 0,0 0 0,0 0 0,0 0 0,0 1 0,0 0 0,-11-2 0,14 3 0,1 1 0,-1 0 0,1 0 0,0 0 0,-1 0 0,1 0 0,-1 1 0,1-1 0,0 0 0,-1 1 0,1-1 0,-1 1 0,1-1 0,0 1 0,0-1 0,-1 1 0,1 0 0,-2 1 0,1 1 0,-1-1 0,1 0 0,0 1 0,0 0 0,1-1 0,-1 1 0,1 0 0,-2 3 0,0 1 0,1-1 0,0 1 0,0 0 0,1 0 0,0-1 0,0 1 0,0 10 0,2-10 0,-1-1 0,2 1 0,-1 0 0,1-1 0,0 1 0,0-1 0,0 0 0,1 0 0,0 0 0,4 6 0,-1-3 0,1-1 0,-1 0 0,1 0 0,1-1 0,14 11 0,-14-12 0,1 0 0,0-1 0,0 0 0,0-1 0,1 0 0,-1 0 0,13 2 0,-2-1 0,0-2 0,35 2 0,9-5 0,16 1 0,-69 1 120,-10-2-158,-1 0 0,0 0 0,0 0 0,1 0 0,-1 0 0,0 0-1,0 0 1,1 0 0,-1 0 0,0 0 0,0 0 0,1 0 0,-1 1 0,0-1 0,0 0 0,1 0 0,-1 0 0,0 0 0,0 0-1,0 1 1,1-1 0,-1 0 0,0 0 0,0 0 0,0 1 0,0-1 0,0 0 0,0 0 0,1 1 0,-1-1 0,0 0 0,0 0-1,0 0 1,0 1 0,0-1 0,0 0 0,0 0 0,0 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36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0 338 24575,'16'-14'0,"0"0"0,-1-1 0,25-33 0,-37 42 0,1 0 0,-1 1 0,1-2 0,-1 1 0,-1 0 0,0 0 0,1-1 0,-2 1 0,1-1 0,-1 0 0,0 0 0,-1 1 0,1-1 0,-1 0 0,-1 0 0,0-8 0,-1 5 0,-1 0 0,0 0 0,0 1 0,0-1 0,-2 1 0,1 0 0,-1 0 0,0 0 0,-1 1 0,0 0 0,-10-12 0,15 20 0,1-1 0,-1 0 0,0 1 0,1-1 0,-1 1 0,0-1 0,1 1 0,-1-1 0,0 1 0,1-1 0,-1 1 0,0 0 0,0 0 0,0-1 0,1 1 0,-1 0 0,0 0 0,0 0 0,0 0 0,0 0 0,1 0 0,-1 0 0,0 0 0,0 0 0,-1 0 0,1 1 0,0 0 0,0 0 0,0-1 0,0 1 0,0 0 0,0 0 0,0 0 0,1 0 0,-1 0 0,0 0 0,1 0 0,-1 0 0,1 0 0,-1 1 0,0 0 0,-1 6 0,1-1 0,-1 1 0,1-1 0,0 12 0,0 3 0,0 7 0,4 45 0,-3-67 0,1 1 0,1-1 0,0 1 0,0-1 0,0 0 0,1 0 0,0 0 0,0 0 0,0 0 0,1-1 0,6 8 0,-7-10 0,1 0 0,0-1 0,0 1 0,1-1 0,-1 0 0,1 0 0,0 0 0,0-1 0,-1 1 0,2-1 0,-1-1 0,0 1 0,0-1 0,1 1 0,5-1 0,9 1 0,1-1 0,35-3 0,-15 0 0,116 2-1365,-140 0-5461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24575,'0'0'0,"-1"0"0,1-1 0,0 1 0,-1 0 0,1-1 0,-1 1 0,1 0 0,-1 0 0,1 0 0,-1-1 0,1 1 0,-1 0 0,0 0 0,1 0 0,-1 0 0,1 0 0,-1 0 0,1 0 0,-1 0 0,1 0 0,-1 0 0,0 0 0,1 0 0,-1 1 0,0-1 0,1 1 0,0-1 0,0 1 0,0 0 0,0-1 0,-1 1 0,1-1 0,1 1 0,-1 0 0,0-1 0,0 1 0,0-1 0,0 1 0,0 0 0,0-1 0,1 1 0,-1-1 0,0 1 0,1 0 0,17 30 0,-17-30 0,86 127 0,-73-112 0,-14-15 0,0-1 0,0 0 0,0 0 0,1 0 0,-1 0 0,0 0 0,0 0 0,0 0 0,0 0 0,1 0 0,-1 0 0,0 0 0,0 0 0,0 1 0,0-1 0,1 0 0,-1 0 0,0 0 0,0-1 0,0 1 0,0 0 0,1 0 0,-1 0 0,0 0 0,0 0 0,0 0 0,0 0 0,1 0 0,-1 0 0,0 0 0,0 0 0,0 0 0,0-1 0,1 1 0,2-12 0,-4-56 0,0 43 0,2-26 0,-1 50 0,0 0 0,0 1 0,0-1 0,0 1 0,0-1 0,0 1 0,0-1 0,0 1 0,1-1 0,-1 1 0,0-1 0,0 1 0,0-1 0,1 1 0,-1-1 0,0 1 0,0 0 0,1-1 0,-1 1 0,1-1 0,-1 1 0,0 0 0,1-1 0,0 0 0,0 1 0,-1 0 0,1 0 0,-1 0 0,1 1 0,0-1 0,-1 0 0,1 0 0,-1 0 0,1 0 0,-1 0 0,1 1 0,-1-1 0,1 0 0,-1 1 0,1-1 0,-1 0 0,1 1 0,0 0 0,22 25 0,-19-21 0,5 5 0,8 11 0,1 0 0,1-1 0,33 27 0,-48-45 0,0 1 0,0-1 0,0 0 0,0-1 0,0 1 0,0 0 0,1-1 0,-1 0 0,1 0 0,-1-1 0,7 1 0,-10-1 0,1 0 0,0 0 0,0 0 0,-1 0 0,1 0 0,0-1 0,0 1 0,-1 0 0,1-1 0,0 0 0,-1 1 0,1-1 0,-1 0 0,1 0 0,-1 0 0,1 0 0,-1 0 0,1 0 0,-1 0 0,0-1 0,0 1 0,0 0 0,0-1 0,0 1 0,0-1 0,0 1 0,0-1 0,0 0 0,-1 1 0,1-1 0,0-2 0,0-5 0,0 0 0,0-1 0,-1 1 0,0-1 0,-2-11 0,1 10 0,1 0 0,0 0 0,1-12 0,-1 23 0,0 0 0,0 0 0,0-1 0,0 1 0,0 0 0,0 0 0,0 0 0,0 0 0,0 0 0,0-1 0,0 1 0,0 0 0,0 0 0,0 0 0,1 0 0,-1 0 0,0-1 0,0 1 0,0 0 0,0 0 0,0 0 0,0 0 0,0 0 0,1 0 0,-1 0 0,0 0 0,0-1 0,0 1 0,0 0 0,0 0 0,1 0 0,-1 0 0,0 0 0,0 0 0,0 0 0,0 0 0,1 0 0,6 4 0,9 12 0,-11-11 0,137 112 0,-136-112-273,0-1 0,1 1 0,0-1 0,10 4 0,-4-4-6553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2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92 24575,'-33'-17'0,"-5"-5"0,-63-25 0,98 46 0,0 0 0,0 0 0,0 0 0,0 0 0,0 1 0,0 0 0,0-1 0,0 1 0,0 0 0,0 0 0,0 1 0,0-1 0,0 0 0,-6 3 0,8-2 0,-1 0 0,0 0 0,1 0 0,-1 0 0,0 0 0,1 1 0,-1-1 0,1 0 0,0 1 0,0-1 0,-1 1 0,1 0 0,0 0 0,0-1 0,0 1 0,1 0 0,-1 0 0,0 0 0,1 0 0,-1 0 0,1 0 0,0 0 0,-1 2 0,1 3 0,-1 1 0,1-1 0,1 0 0,-1 0 0,1 0 0,1 0 0,-1 0 0,1 0 0,0 0 0,1 0 0,-1-1 0,6 9 0,-6-11 0,0 0 0,0-1 0,1 0 0,0 1 0,-1-1 0,1 0 0,0 0 0,0-1 0,1 1 0,-1-1 0,0 1 0,1-1 0,0 0 0,-1 0 0,1-1 0,0 1 0,0-1 0,0 0 0,0 0 0,0 0 0,0 0 0,7 0 0,-9-1 0,0 0 0,0 0 0,1 0 0,-1-1 0,0 1 0,0 0 0,0-1 0,0 1 0,0-1 0,0 0 0,0 0 0,0 0 0,0 0 0,0 0 0,0 0 0,0 0 0,-1-1 0,1 1 0,0 0 0,-1-1 0,1 0 0,-1 1 0,0-1 0,1 0 0,-1 0 0,0 0 0,0 0 0,0 0 0,1-3 0,0-4 0,0 0 0,-1 0 0,0-1 0,0 1 0,-2-15 0,2-2 0,-1 25 0,0 0 0,0 0 0,0 0 0,0 0 0,0 0 0,0 0 0,1 0 0,-1 0 0,0 0 0,1 1 0,-1-1 0,1-1 0,0 1 0,-1 1 0,0 0 0,0 0 0,1-1 0,-1 1 0,0 0 0,1 0 0,-1 0 0,0 0 0,0-1 0,1 1 0,-1 0 0,0 0 0,1 0 0,-1 0 0,0 0 0,1 0 0,-1 0 0,0 0 0,1 0 0,-1 0 0,0 0 0,1 0 0,0 0 0,1 1 0,1 0 0,0 1 0,-1-1 0,1 1 0,-1-1 0,5 5 0,146 127-1365,-141-120-5461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24575,'0'0'0,"0"-1"0,-1 0 0,1 0 0,0 1 0,1-1 0,-1 0 0,0 0 0,0 1 0,0-1 0,0 0 0,1 1 0,-1-1 0,0 0 0,0 1 0,1-1 0,-1 0 0,1 1 0,-1-1 0,1 1 0,-1-1 0,1 0 0,-1 1 0,1-1 0,-1 1 0,1 0 0,-1-1 0,1 1 0,0-1 0,-1 1 0,1 0 0,0 0 0,0-1 0,-1 1 0,1 0 0,0 0 0,-1 0 0,1 0 0,0 0 0,0 0 0,-1 0 0,1 0 0,0 0 0,0 0 0,-1 0 0,1 0 0,0 0 0,1 1 0,4 1 0,0 0 0,0 0 0,0 1 0,7 4 0,-10-6 0,64 37 0,-3 2 0,63 52 0,-106-76 0,-1-2 0,37 20 0,-56-33 0,-1-1 0,1 1 0,0-1 0,0 0 0,0 1 0,0-1 0,0 0 0,0 0 0,0 1 0,0-1 0,0 0 0,0 0 0,0 0 0,0 0 0,2-1 0,-3 1 0,0 0 0,1 0 0,-1 0 0,0-1 0,1 1 0,-1 0 0,0 0 0,1-1 0,-1 1 0,0 0 0,0-1 0,1 1 0,-1 0 0,0-1 0,0 1 0,0 0 0,0-1 0,1 1 0,-1-1 0,0 1 0,0 0 0,0-1 0,0 1 0,0-1 0,0 0 0,0-1 0,-1-1 0,1 0 0,-1 0 0,1 1 0,-1-1 0,0 0 0,0 1 0,0-1 0,-2-2 0,-19-29-1365,12 19-5461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3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 24575,'-47'39'0,"-33"30"0,66-56 0,0 1 0,2 1 0,-17 24 0,10-8-59,2-4-594,-20 26 0,29-44-6173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71 24575,'-67'-43'0,"58"38"0,-1 1 0,1 0 0,-1 0 0,0 1 0,-16-4 0,22 7 0,0 0 0,-1 0 0,1 0 0,-1 1 0,1 0 0,0 0 0,-1 0 0,1 0 0,0 0 0,0 1 0,0 0 0,0 0 0,0 0 0,0 1 0,1-1 0,-1 1 0,1 0 0,-5 4 0,5-4 0,0-1 0,1 1 0,0-1 0,-1 1 0,1 0 0,1 0 0,-1 0 0,0 0 0,0 0 0,1 0 0,0 0 0,0 0 0,0 1 0,0-1 0,0 0 0,1 1 0,-1-1 0,1 1 0,0-1 0,0 1 0,0-1 0,1 1 0,0 5 0,2-3 0,0 1 0,1-2 0,-1 1 0,1 0 0,0-1 0,1 1 0,-1-1 0,9 7 0,-6-6 0,-1 0 0,-1 0 0,0 0 0,10 15 0,-14-20 0,0 1 0,-1 0 0,1-1 0,0 1 0,-1 0 0,1-1 0,-1 1 0,1 0 0,-1 0 0,0 0 0,0-1 0,0 1 0,0 0 0,0 0 0,0 0 0,0-1 0,-1 1 0,1 0 0,-1 0 0,1-1 0,-1 1 0,-1 2 0,-1 1 0,-1 0 0,1-1 0,-1 1 0,0-1 0,-8 6 0,-11 13 0,22-22 0,0 1 0,1-1 0,-1 1 0,0-1 0,1 1 0,-1-1 0,1 1 0,-1-1 0,1 1 0,0 0 0,0-1 0,0 1 0,0 0 0,0-1 0,0 1 0,0 0 0,1-1 0,-1 1 0,1-1 0,-1 1 0,1-1 0,-1 1 0,1-1 0,0 1 0,0-1 0,0 1 0,-1-1 0,1 0 0,3 3 0,2 4 0,1-1 0,1 1 0,10 8 0,-16-15 0,9 8 0,-1-1 0,0 0 0,-1 0 0,0 1 0,14 18 0,-21-24 0,-1-1 0,1 0 0,-1 0 0,0 1 0,0-1 0,0 1 0,0-1 0,0 1 0,-1 0 0,1-1 0,-1 1 0,1 0 0,-1-1 0,0 1 0,0 0 0,0 0 0,-1-1 0,1 1 0,-1 0 0,1-1 0,-1 1 0,0-1 0,0 1 0,0-1 0,0 1 0,-1-1 0,1 0 0,-3 4 0,-3 2 0,-1 1 0,0-1 0,-1 0 0,-16 11 0,14-11 0,1 0 0,0 1 0,-9 10 0,16-15 0,0-1 0,1 1 0,-1-1 0,1 1 0,0 0 0,0 0 0,1 0 0,-1 0 0,1 0 0,0 1 0,0-1 0,0 0 0,0 7 0,1-6 6,0 1 0,1-1 0,-1 1 0,1-1 0,0 1 0,0-1 0,1 0 0,0 1 0,0-1 0,0 0 0,1 0 0,-1 0 0,1 0 0,0-1 0,1 1 0,-1-1 0,1 0 0,0 0 0,4 4 0,4 1-254,1 1 1,0-2-1,0 1 1,1-2-1,22 10 1,-23-12-6579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6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37 111 24575,'-1'0'0,"0"0"0,1 0 0,-1 1 0,1-1 0,-1 0 0,0 1 0,1-1 0,-1 0 0,1 1 0,-1-1 0,1 1 0,-1-1 0,1 1 0,-1-1 0,1 1 0,0 0 0,-1-1 0,1 1 0,0-1 0,-1 1 0,1 0 0,0-1 0,0 1 0,0 0 0,0-1 0,-1 1 0,1 1 0,-2 22 0,2-21 0,-1 17 0,2 0 0,0 0 0,1 0 0,1 0 0,7 22 0,35 95 0,-40-124 0,5 9 0,-18-59 0,-76-224 0,77 234 0,8 28 0,-1-1 0,1 0 0,-1 0 0,1 0 0,-1 0 0,1 0 0,-1 0 0,0 1 0,1-1 0,-1 0 0,1 0 0,-1 1 0,1-1 0,-1 0 0,0 1 0,1-1 0,-1 0 0,0 1 0,1-1 0,-1 1 0,0-1 0,1 1 0,12 14 0,30 41 0,-17-20 0,1-3 0,1 0 0,46 41 0,-62-64 0,1 0 0,-1-1 0,2 0 0,-1-1 0,1-1 0,0 0 0,1-1 0,-1 0 0,22 4 0,-34-9 0,0-1 0,1 1 0,-1-1 0,0 0 0,1 0 0,-1 0 0,0 0 0,1 0 0,-1-1 0,0 1 0,0-1 0,1 1 0,-1-1 0,0 0 0,0 0 0,0 0 0,0 0 0,3-2 0,-3 1 0,0 0 0,0 0 0,0 0 0,0-1 0,0 1 0,0-1 0,-1 1 0,1-1 0,-1 0 0,0 0 0,0 1 0,1-5 0,0-2 0,0 0 0,-1 0 0,0-1 0,0 1 0,-1 0 0,-1 0 0,1 0 0,-4-12 0,-4-13 0,-2 0 0,-1 0 0,-2 1 0,-2 1 0,0 0 0,-3 1 0,-26-37 0,40 62 30,0 0 0,-1 1 0,-8-9 0,12 13-85,0 0 0,0 0 0,0 0 0,0 1 0,0-1 0,0 0 0,0 0 0,-1 1 0,1-1 0,0 1 0,0-1 0,0 1 0,-1-1 0,1 1 0,0 0 0,-1 0 0,1 0 0,0 0 0,-1 0 0,1 0 0,0 0 0,-1 0 0,1 0 0,0 0 0,0 1 0,-3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24575,'-2'5'0,"-2"4"0,-1 3 0,-1 2 0,1 1 0,1 0 0,2 1 0,-2-1 0,0 0 0,1 0 0,1-1 0,0 1 0,1-1 0,-1-2 0,-2 0 0,-1-4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139 122 24575,'-2'8'0,"0"0"0,0 0 0,1 0 0,0 0 0,0 1 0,1-1 0,0 0 0,1 0 0,0 0 0,0 1 0,5 14 0,0-5 0,0-1 0,2 0 0,0 0 0,13 19 0,-3-1 0,-14-26 0,-14-23 0,-38-56 0,-19-31 0,51 74 0,1-2 0,1 0 0,-16-50 0,26 67 0,3 10 0,0 0 0,0-1 0,1 1 0,-1-1 0,1 1 0,-1-5 0,1 7 0,0 0 0,0 0 0,0 0 0,0 0 0,0 0 0,0-1 0,0 1 0,0 0 0,0 0 0,0 0 0,0 0 0,0 0 0,0 0 0,0 0 0,0 0 0,0 0 0,0 0 0,0 0 0,0 0 0,0-1 0,0 1 0,1 0 0,-1 0 0,0 0 0,0 0 0,0 0 0,0 0 0,0 0 0,0 0 0,0 0 0,0 0 0,0 0 0,0 0 0,0 0 0,1 0 0,-1 0 0,0 0 0,0 0 0,0 0 0,0 0 0,0 0 0,0 0 0,0 0 0,0 0 0,0 0 0,0 0 0,0 0 0,1 0 0,-1 0 0,0 0 0,0 0 0,0 0 0,0 0 0,0 0 0,0 1 0,7 4 0,6 7 0,26 29 0,1-2 0,2-2 0,69 47 0,-108-82 0,0 0 0,0-1 0,1 1 0,-1 0 0,0-1 0,1 0 0,-1 0 0,0 0 0,1 0 0,-1-1 0,1 1 0,-1-1 0,1 0 0,5 0 0,-7-1 0,0 1 0,0-1 0,0 0 0,0 1 0,0-1 0,0 0 0,0 0 0,0-1 0,0 1 0,-1 0 0,1-1 0,-1 1 0,1-1 0,-1 1 0,1-1 0,-1 0 0,0 1 0,0-1 0,1 0 0,-1 0 0,-1 0 0,1 0 0,0 0 0,0 0 0,0-3 0,1-6 0,0 0 0,-1 0 0,0 0 0,0 0 0,-3-17 0,2-20 0,0 47 0,0 1 0,0-1 0,0 0 0,0 1 0,0-1 0,0 0 0,0 0 0,1 1 0,-1-1 0,0 0 0,0 1 0,0-1 0,1 0 0,-1 1 0,0-1 0,1 0 0,-1 1 0,1-1 0,-1 1 0,1-1 0,0 0 0,-1 1 0,1 0 0,-1 0 0,1 0 0,-1 0 0,1 0 0,-1 0 0,1 0 0,-1 0 0,1 1 0,-1-1 0,1 0 0,-1 0 0,0 0 0,1 1 0,-1-1 0,1 0 0,-1 1 0,1-1 0,-1 0 0,0 1 0,1-1 0,-1 1 0,6 5 0,-2 0 0,9 13 0,-10-15 0,58 98 0,24 34 0,-37-65-1365,-38-58-5461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7:48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24575,'0'-4'0,"0"1"0,0-1 0,0 0 0,1 1 0,-1-1 0,1 1 0,0-1 0,0 1 0,1-1 0,-1 1 0,1 0 0,2-4 0,-3 5 0,1 0 0,-1 1 0,0-1 0,1 1 0,0 0 0,-1-1 0,1 1 0,0 0 0,0 0 0,0 0 0,0 0 0,0 0 0,0 1 0,0-1 0,0 1 0,0-1 0,0 1 0,0 0 0,0 0 0,0-1 0,0 1 0,3 1 0,5 0 0,-1 0 0,1 1 0,-1 1 0,1-1 0,15 8 0,44 25 0,-37-17 0,-29-16 0,0-1 0,0 1 0,0 0 0,0 0 0,0 1 0,0-1 0,-1 0 0,1 1 0,-1 0 0,0-1 0,0 1 0,0 0 0,0 0 0,1 4 0,-2-5 0,-1 0 0,1-1 0,-1 1 0,0 0 0,0 0 0,1-1 0,-1 1 0,0 0 0,-1 0 0,1-1 0,0 1 0,0 0 0,-1-1 0,1 1 0,-1 0 0,0-1 0,1 1 0,-1 0 0,0-1 0,0 1 0,0-1 0,0 0 0,0 1 0,0-1 0,0 0 0,-1 1 0,1-1 0,0 0 0,-1 0 0,-1 1 0,-6 4 0,1 0 0,0 1 0,-13 13 0,18-17 0,1 0 0,0 1 0,0-1 0,0 0 0,0 1 0,0-1 0,1 1 0,0 0 0,0-1 0,0 1 0,0 0 0,0 0 0,0 6 0,1-6 0,0 1 0,0-1 0,1 1 0,-1-1 0,1 1 0,0-1 0,0 0 0,0 1 0,1-1 0,-1 0 0,5 8 0,-2-6 0,1 0 0,0-1 0,0 1 0,0-1 0,0 0 0,10 6 0,9 6 0,-19-14 0,1 0 0,-1 1 0,1 0 0,-1 0 0,0 0 0,-1 1 0,1 0 0,-1 0 0,7 10 0,-10-14 0,-1 0 0,1 0 0,-1-1 0,0 1 0,0 0 0,1 0 0,-1 0 0,0 0 0,0 0 0,0 0 0,0 0 0,0 0 0,0-1 0,0 1 0,0 0 0,0 0 0,0 0 0,-1 0 0,1 0 0,0 0 0,-1 0 0,1-1 0,0 1 0,-1 0 0,1 0 0,-1 0 0,0-1 0,1 1 0,-1 0 0,1-1 0,-1 1 0,0-1 0,-1 2 0,-3 1 0,1 0 0,-1-1 0,0 1 0,-10 2 0,-4 3 0,17-7 0,-1 0 0,1 0 0,0 1 0,0-1 0,0 1 0,0-1 0,1 1 0,-1 0 0,0 0 0,1 0 0,-1 0 0,1 0 0,0 0 0,-1 0 0,1 0 0,0 1 0,1-1 0,-1 0 0,0 1 0,1-1 0,-1 1 0,1-1 0,-1 1 0,1-1 0,0 1 0,0-1 0,1 1 0,-1-1 0,0 0 0,1 1 0,-1-1 0,1 1 0,1 2 0,4 8 0,-1-2 0,2 1 0,0-1 0,0 0 0,10 11 0,-7-8 0,37 42 0,-34-41 0,0 0 0,-1 0 0,0 2 0,-1-1 0,13 29 0,-22-40 24,0 0 0,-1 1 0,1-1 0,0 11 0,-2-14-130,0 0 0,1 1 0,-2-1 0,1 0 0,0 1 0,0-1-1,-1 0 1,1 1 0,-1-1 0,0 0 0,0 0 0,0 0 0,-2 4 0,-4 3-6720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07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42 184 24575,'2'24'0,"1"-1"0,0 0 0,2 0 0,10 27 0,-1 1 0,1 4 0,8 31 0,-20-72 0,-1 1 0,0 0 0,0 26 0,-3-53 0,1 0 0,-1 0 0,-1 1 0,-3-14 0,-18-52 0,10 32 0,-34-88 0,11 38 0,34 84 0,2 11 0,0 0 0,0 0 0,0 0 0,0 0 0,0 0 0,-1 0 0,1 0 0,0 0 0,0 0 0,0 0 0,0 0 0,1 0 0,-1-1 0,0 1 0,0 0 0,0 0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0,1 0 0,-1 0 0,0 0 0,0 0 0,0 0 0,0 0 0,0 0 0,11 14 0,-8-10 0,10 12 0,0-1 0,2-1 0,25 22 0,55 31 0,-35-25 0,-35-23 0,1-2 0,1-1 0,0-1 0,1-1 0,58 19 0,-85-32 0,-1-1 0,1 1 0,0-1 0,0 0 0,0 1 0,0-1 0,0 0 0,0 0 0,0 0 0,0 0 0,0 0 0,0 0 0,1 0 0,-1 0 0,0 0 0,0-1 0,0 1 0,0 0 0,-1 0 0,1-1 0,0 1 0,0-1 0,0 1 0,0-1 0,0 1 0,0-1 0,-1 0 0,1 1 0,0-1 0,0 0 0,-1 0 0,1 1 0,0-1 0,-1 0 0,1 0 0,-1 0 0,0 0 0,1 0 0,-1 0 0,1 0 0,-1 0 0,0 0 0,0 0 0,0 0 0,0-1 0,1-6 0,-1 0 0,-1 1 0,1-1 0,-5-14 0,5 17 0,-57-206 0,27 108 0,3 23-1365,20 61-5461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08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18 24575,'-319'0'0,"314"0"-136,0 0-1,0-1 1,0 1-1,1-1 1,-1 0-1,0 0 1,1 0-1,-1-1 0,-6-3 1,2 0-6690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08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45 24575,'-27'-5'0,"-14"-2"0,-2 1 0,4 1 0,3-1 0,5 1 0,6 0 0,2 2 0,3 2 0,2 0 0,1 0 0,2 1 0,1 1 0,2-1-8191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08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24575,'12'-8'0,"1"0"0,0 1 0,0 1 0,1 0 0,0 0 0,0 2 0,0-1 0,23-2 0,-29 6 0,-1 0 0,0 1 0,0 0 0,1 0 0,-1 1 0,0 0 0,0 0 0,1 1 0,-1 0 0,0 0 0,-1 0 0,1 1 0,0 0 0,-1 1 0,1-1 0,-1 1 0,0 1 0,-1-1 0,8 7 0,-11-8 0,0-1 0,0 1 0,0 0 0,0 0 0,-1 0 0,1 0 0,-1 0 0,0 0 0,1 0 0,-2 0 0,1 0 0,0 1 0,-1-1 0,1 0 0,-1 1 0,0-1 0,0 0 0,0 1 0,-1-1 0,0 7 0,-1-2 0,-1 1 0,1-1 0,-2 1 0,1-1 0,-1 0 0,-8 13 0,-43 50 0,-1 2 0,54-71 0,1 0 0,0 0 0,0 0 0,0 0 0,0 0 0,0 0 0,0 1 0,1-1 0,-1 0 0,1 0 0,-1 1 0,1-1 0,0 4 0,0-5 0,0 1 0,1-1 0,-1 0 0,1 0 0,-1 0 0,1 0 0,-1 0 0,1 0 0,0 0 0,-1 0 0,1 0 0,0 0 0,0-1 0,0 1 0,0 0 0,0 0 0,0-1 0,0 1 0,0 0 0,0-1 0,0 1 0,0-1 0,0 0 0,0 1 0,0-1 0,0 0 0,1 0 0,0 1 0,8 0 0,0 0 0,-1-1 0,1 1 0,0-2 0,14-1 0,49-13 0,-41 7 0,46-10-1365,-64 16-5461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83 147 24575,'-4'-4'0,"3"6"0,6 14 0,13 21 0,40 57 0,-24-43 0,-8-11 0,-15-25 0,-1 0 0,16 32 0,-26-47 0,0 0 0,0 0 0,0 0 0,0 0 0,0 0 0,0 0 0,-1 0 0,1 0 0,0 0 0,0 0 0,0 0 0,0 0 0,0 0 0,0 0 0,0 0 0,0 0 0,0 0 0,0 1 0,0-1 0,0 0 0,0 0 0,0 0 0,0 0 0,0 0 0,0 0 0,0 0 0,0 0 0,0 0 0,0 0 0,0 0 0,0 0 0,0 0 0,0 0 0,0 0 0,0 0 0,0 0 0,0 0 0,-1 0 0,1 0 0,0 0 0,0 0 0,0 0 0,0 1 0,0-1 0,1 0 0,-1 0 0,0 0 0,-8-7 0,-7-10 0,-109-145 0,96 120 0,1-1 0,-21-49 0,45 85 0,1 4 0,1 0 0,-1 0 0,1 0 0,0-1 0,-1 1 0,1 0 0,1-1 0,-1 1 0,1-1 0,-1-5 0,1 9 0,0-1 0,1 1 0,-1 0 0,0-1 0,0 1 0,1 0 0,-1 0 0,0-1 0,0 1 0,1 0 0,-1 0 0,0 0 0,1-1 0,-1 1 0,0 0 0,1 0 0,-1 0 0,0 0 0,1 0 0,-1 0 0,0 0 0,1 0 0,-1 0 0,1 0 0,-1 0 0,0 0 0,1 0 0,-1 0 0,0 0 0,1 0 0,-1 0 0,0 0 0,1 0 0,-1 1 0,0-1 0,1 0 0,-1 0 0,0 0 0,1 1 0,-1-1 0,1 0 0,14 10 0,13 11 0,38 38 0,-7-5 0,-36-35 0,48 31 0,-59-44 0,-1 1 0,1-2 0,1 1 0,-1-2 0,1 0 0,22 5 0,-32-9 0,0 0 0,0 1 0,1-1 0,-1 0 0,0 0 0,0-1 0,0 1 0,0-1 0,0 1 0,-1-1 0,1 0 0,0 0 0,0-1 0,0 1 0,4-3 0,-3 1 0,-1 0 0,0 0 0,0 0 0,0 0 0,0 0 0,-1-1 0,1 1 0,-1-1 0,0 0 0,2-5 0,0 0 0,-1-1 0,0 0 0,0 0 0,-2 0 0,1 0 0,-1 0 0,0-1 0,-2-16 0,0 11 0,0 0 0,-2 0 0,0 0 0,-1 1 0,0-1 0,-11-24 0,15 40 0,0-1 0,0 1 0,0 0 0,0-1 0,0 1 0,0 0 0,-1 0 0,1-1 0,0 1 0,0 0 0,0-1 0,0 1 0,0 0 0,-1 0 0,1 0 0,0-1 0,0 1 0,0 0 0,-1 0 0,1 0 0,0-1 0,0 1 0,-1 0 0,1 0 0,0 0 0,0 0 0,-1 0 0,1 0 0,0-1 0,-1 1 0,1 0 0,-2 10 0,5 16 0,6 6 0,1 1 0,1-2 0,2 1 0,1-2 0,2 0 0,35 53 0,-37-63-227,1 0-1,0-1 1,1 0-1,1-2 1,38 32-1,-43-41-6598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347 128 24575,'0'-1'0,"1"0"0,0 0 0,-1 0 0,1 0 0,0 0 0,-1 0 0,1-1 0,-1 1 0,0 0 0,1 0 0,-1 0 0,0 0 0,0-1 0,0 1 0,0 0 0,0-2 0,0 2 0,-1 1 0,1-1 0,0 0 0,-1 1 0,1-1 0,-1 1 0,1 0 0,-1-1 0,0 1 0,1-1 0,-1 1 0,1 0 0,-1 0 0,0-1 0,1 1 0,-1 0 0,0 0 0,1 0 0,-1-1 0,0 1 0,1 0 0,-1 0 0,0 0 0,0 0 0,1 0 0,-1 1 0,0-1 0,1 0 0,-1 0 0,-1 1 0,-5 0 0,-24 4 0,-1-1 0,0-2 0,-39-2 0,61-1 0,0 0 0,-1-1 0,1 0 0,0-1 0,-18-8 0,22 9 0,0-2 0,0 1 0,1-1 0,-1 0 0,1 0 0,0 0 0,0-1 0,0 1 0,1-1 0,-5-7 0,6 7-273,0 1 0,1-1 0,-1 1 0,-1-7 0,0-2-6553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1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407 101 24575,'-27'-15'0,"-12"-7"0,-3 0 0,2 4 0,6 5 0,4 4 0,4 7 0,2 4 0,0 3 0,2 1 0,-1 3 0,2-2 0,-1 0 0,3 0 0,6-1-8191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1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24575,'-1'-5'0,"1"-12"0,3 12 0,3 9 0,0 4 0,0 0 0,-1 1 0,0-1 0,-1 1 0,0 0 0,-1 0 0,5 15 0,2 7 0,23 60-95,27 66 309,-49-133-511,1 0 1,1-1-1,2 0 0,20 25 0,-27-38-6529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5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305 455 24575,'-144'-32'0,"53"10"0,87 21 0,1 1 0,-1-1 0,1 1 0,0-1 0,-1 1 0,1 0 0,-1 1 0,1-1 0,0 0 0,-1 1 0,-5 1 0,8-1 0,-1 0 0,1 0 0,-1 0 0,1 0 0,0 0 0,-1 0 0,1 1 0,0-1 0,0 0 0,-1 1 0,1-1 0,0 1 0,1-1 0,-1 1 0,0-1 0,0 1 0,1-1 0,-1 1 0,1 0 0,-1 0 0,1-1 0,0 1 0,-1 0 0,1 1 0,0 3 0,1-1 0,-1 1 0,1-1 0,0 0 0,0 0 0,0 1 0,1-1 0,0 0 0,0 0 0,0 0 0,1-1 0,0 1 0,-1-1 0,8 8 0,-4-4 0,0-1 0,1 1 0,0-2 0,0 1 0,1-1 0,0 0 0,11 6 0,-12-9 0,0 0 0,0 0 0,0-1 0,0 1 0,1-2 0,-1 1 0,0-1 0,1 0 0,0-1 0,-1 1 0,1-2 0,-1 1 0,16-3 0,-22 2 0,1 1 0,-1-1 0,1 0 0,-1 0 0,1 1 0,-1-1 0,1 0 0,-1 0 0,1 0 0,-1 0 0,0-1 0,0 1 0,0 0 0,1-1 0,-1 1 0,0 0 0,1-3 0,-1 0 0,1 1 0,-1-1 0,0 0 0,0 1 0,-1-1 0,1 0 0,0-6 0,-1-2 0,-1 0 0,-1 0 0,1 0 0,-5-14 0,-63-181 0,-18 6 0,78 181 0,-11-19 0,20 39 0,0 0 0,0 0 0,0 0 0,0 0 0,0 0 0,0 0 0,0 0 0,0 0 0,0 0 0,0 0 0,0 1 0,0-1 0,0 0 0,0 0 0,0 0 0,0 0 0,0 0 0,0 0 0,0 0 0,0 0 0,0 0 0,0 0 0,0 0 0,0 0 0,0 0 0,0 0 0,-1 0 0,1 0 0,0 0 0,0 0 0,0 0 0,0 0 0,0 0 0,0 0 0,0 0 0,0 0 0,0 0 0,0 0 0,0 0 0,0 0 0,0 0 0,0 0 0,0 0 0,0 0 0,0 0 0,0 0 0,0 0 0,1 10 0,4 14 0,1-2 0,11 40 0,34 84 0,-43-128 0,0 0 0,2-1 0,0 0 0,0-1 0,2 0 0,0-1 0,1 0 0,0-1 0,19 15 0,-24-23 0,0-1 0,0-1 0,0 1 0,0-1 0,1-1 0,0 1 0,0-2 0,13 4 0,-7-4 0,0 0 0,-1 0 0,1-2 0,24-1 0,-33 1 0,0-1 0,0 0 0,0 0 0,0-1 0,0 0 0,0 0 0,-1 0 0,1-1 0,-1 1 0,0-2 0,1 1 0,-1 0 0,0-1 0,-1 0 0,1 0 0,-1 0 0,0-1 0,5-6 0,-5 5 0,-1 1 0,0-1 0,0 0 0,-1 0 0,0 0 0,0 0 0,0 0 0,-1 0 0,0-1 0,0 1 0,0-1 0,-1 1 0,0-1 0,0 1 0,-1 0 0,0-1 0,-2-7 0,1 4 0,-1 1 0,-1-1 0,1 0 0,-2 1 0,1 0 0,-12-17 0,13 23 0,1-1 0,-1 1 0,1 0 0,-1 0 0,0 0 0,0 0 0,0 1 0,-1-1 0,1 1 0,-1 0 0,1-1 0,-1 2 0,0-1 0,0 0 0,0 1 0,0 0 0,0 0 0,0 0 0,-7-1 0,10 2 0,-1 0 0,1 1 0,-1-1 0,0 0 0,1 0 0,-1 1 0,1-1 0,-1 1 0,1-1 0,0 1 0,-1-1 0,1 1 0,-1 0 0,1 0 0,0 0 0,0 0 0,0 0 0,-2 2 0,1-1 0,1 0 0,-1 0 0,1 0 0,0 0 0,0 1 0,0-1 0,0 1 0,0-1 0,1 1 0,-1 3 0,0 0 0,0 1 0,1 0 0,0-1 0,1 1 0,-1 0 0,1-1 0,4 13 0,0-6 0,0 0 0,1 0 0,1 0 0,0-1 0,1 0 0,0 0 0,1-1 0,0 0 0,0-1 0,18 15 0,-12-13 0,0 0 0,1-1 0,0-1 0,1-1 0,0 0 0,0-1 0,26 8 0,-35-14 14,-1 0-1,1 0 0,0-1 0,-1 0 1,1-1-1,0 1 0,0-1 1,13-2-1,-18 1-55,-1 1-1,0-1 1,0 1-1,0-1 1,0 0-1,0 0 1,0 0 0,0 0-1,0 0 1,0 0-1,-1 0 1,1-1-1,0 1 1,-1-1 0,1 1-1,-1-1 1,1 0-1,-1 1 1,0-1-1,0 0 1,0 0 0,0 0-1,0 0 1,0 0-1,0 0 1,-1 0-1,1 0 1,-1-1 0,1 1-1,-1 0 1,0 0-1,0 0 1,0-1-1,-1-3 1,-1-10-6784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5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94 24575,'-22'-15'0,"-52"-32"0,64 41 0,-1 1 0,1 0 0,-1 1 0,-1 0 0,-12-2 0,23 5 0,-1 1 0,1 0 0,-1-1 0,0 1 0,1 0 0,-1 0 0,0 0 0,1 0 0,-1 0 0,0 1 0,1-1 0,-1 0 0,0 1 0,1 0 0,-1-1 0,1 1 0,-1 0 0,1-1 0,-1 1 0,-1 2 0,2-2 0,0 1 0,-1-1 0,1 1 0,0 0 0,0 0 0,0 0 0,0-1 0,0 1 0,1 0 0,-1 0 0,0 0 0,1 1 0,-1 3 0,1 3 0,0-1 0,0 1 0,1 0 0,0 0 0,0 0 0,4 12 0,-2-14 0,0 1 0,0 0 0,1-1 0,0 0 0,0 0 0,0 0 0,1 0 0,0-1 0,1 0 0,-1 0 0,1 0 0,0 0 0,0-1 0,1 0 0,0-1 0,0 1 0,0-1 0,0-1 0,13 5 0,-18-7 0,0 0 0,0-1 0,1 1 0,-1-1 0,0 0 0,0 0 0,1 0 0,-1 0 0,0 0 0,0 0 0,1 0 0,-1-1 0,0 1 0,0-1 0,0 0 0,0 0 0,1 1 0,-1-1 0,2-2 0,-1 1 0,-1-1 0,0 1 0,1 0 0,-1-1 0,0 1 0,0-1 0,-1 0 0,1 1 0,-1-1 0,1 0 0,-1 0 0,1-4 0,1-1 0,-1-1 0,-1 1 0,0-1 0,0 1 0,0-1 0,-1 1 0,-1-1 0,1 1 0,-3-12 0,1 11 0,2 11 0,4 16 0,14 38 0,46 163 0,-61-205 0,-1 1 0,0 0 0,0 0 0,-2 30 0,-1-43-4,1 0-1,0-1 1,-1 1-1,1 0 1,-1 0-1,1-1 1,-1 1 0,0 0-1,0-1 1,0 1-1,0-1 1,0 1-1,0-1 1,0 1-1,0-1 1,-1 0-1,-1 2 1,0-1 24,0 0 0,0-1 0,1 1 0,-1-1 0,-1 0 0,1 0 0,0 0 0,0 0 0,-4 0 0,-3 0-268,0-1 1,0 1-1,0-2 1,0 1-1,-13-4 1,6 0-6579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17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24575,'2'-2'0,"101"-54"0,-90 51 0,0 0 0,1 0 0,-1 1 0,1 1 0,0 0 0,18 0 0,-15 2 0,-1 1 0,1 1 0,-1 1 0,31 7 0,-35-6 0,-1 0 0,0 1 0,0 0 0,-1 1 0,1 1 0,-1-1 0,17 13 0,-24-14 0,1-1 0,0 0 0,-1 1 0,0 0 0,1 0 0,-2 0 0,1 0 0,0 0 0,-1 1 0,0-1 0,0 1 0,0-1 0,0 1 0,-1 0 0,0 0 0,0 0 0,0 0 0,-1 0 0,1 0 0,-2 8 0,1-6 0,-2 1 0,1 0 0,-1-1 0,0 0 0,-1 1 0,0-1 0,0 0 0,-1 0 0,1-1 0,-1 1 0,-1-1 0,-8 10 0,-12 12 0,13-16 0,1 0 0,1 1 0,0 0 0,-14 25 0,12-21 0,10-15 0,0 0 0,1 1 0,-1-1 0,0 1 0,1 0 0,0-1 0,-1 1 0,-1 6 0,4-9 0,-1 0 0,0 1 0,0-1 0,1 0 0,-1 0 0,0 1 0,0-1 0,1 0 0,-1 0 0,0 1 0,1-1 0,-1 0 0,0 0 0,1 0 0,-1 1 0,1-1 0,-1 0 0,0 0 0,1 0 0,-1 0 0,1 0 0,-1 0 0,0 0 0,1 0 0,-1 0 0,1 0 0,-1 0 0,0 0 0,1 0 0,-1 0 0,1 0 0,-1-1 0,0 1 0,1 0 0,17-5 0,-17 5 0,19-5 0,0 0 0,0 2 0,33-2 0,61 6 0,-93 0-341,0 1 0,-1 0-1,22 7 1,-25-4-6485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3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0,0-1 0,0 1 0,0 0 0,0 0 0,1-1 0,-1 1 0,0 0 0,0 0 0,0-1 0,1 1 0,-1 0 0,0 0 0,0-1 0,1 1 0,-1 0 0,0 0 0,0 0 0,1 0 0,-1-1 0,0 1 0,0 0 0,1 0 0,-1 0 0,0 0 0,1 0 0,-1 0 0,0 0 0,1 0 0,-1 0 0,0 0 0,1 0 0,-1 0 0,0 0 0,1 0 0,-1 0 0,1 1 0,0 0 0,0-1 0,0 1 0,0 0 0,0 0 0,-1 0 0,1 0 0,0 0 0,-1 0 0,2 2 0,12 32 0,-14-34 0,20 59 0,-3 0 0,12 87 0,-23-99 0,-2-9 0,18 73 0,-21-109 0,0 0 0,1 0 0,-1 0 0,0 0 0,1-1 0,0 1 0,0 0 0,-1-1 0,4 3 0,-5-4 0,1-1 0,-1 1 0,1-1 0,0 1 0,-1-1 0,1 1 0,0-1 0,-1 0 0,1 1 0,0-1 0,-1 0 0,1 1 0,0-1 0,-1 0 0,1 0 0,0 0 0,0 0 0,-1 0 0,1 0 0,0 0 0,0 0 0,-1 0 0,1 0 0,0 0 0,0 0 0,-1-1 0,1 1 0,0 0 0,-1-1 0,1 1 0,0 0 0,-1-1 0,1 1 0,-1-1 0,1 1 0,0-1 0,-1 1 0,1-1 0,-1 1 0,1-1 0,-1 1 0,0-1 0,1 0 0,0-1 0,0 0-72,1-1 1,-1 0-1,0 0 0,0-1 0,0 1 0,0 0 0,0 0 0,-1 0 1,1-1-1,-1 1 0,0 0 0,0-1 0,0 1 0,-1 0 0,1 0 1,-1-1-1,1 1 0,-2-3 0,-2-5-6754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4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24575,'98'9'0,"137"-4"0,-196-5 0,-34 0 0,1 0 0,-1-1 0,1 1 0,-1-1 0,10-3 0,-14 4 0,0-1 0,-1 1 0,1 0 0,0-1 0,0 1 0,-1 0 0,1-1 0,0 1 0,-1-1 0,1 1 0,-1-1 0,1 0 0,-1 1 0,1-1 0,-1 0 0,1 1 0,-1-1 0,1 0 0,-1 0 0,1 0 0,-1 0 0,-1 0 0,1 0 0,0 0 0,0 0 0,0 0 0,0 0 0,-1 0 0,1 0 0,0 0 0,-1 0 0,1 0 0,-1 0 0,1 1 0,-1-1 0,1 0 0,-1 0 0,0 0 0,1 1 0,-2-2 0,-8-8-1365,-1 0-5461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4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24575,'5'0'0,"0"0"0,1 1 0,-1-1 0,0 1 0,0 0 0,0 1 0,0-1 0,0 1 0,0 0 0,0 0 0,-1 1 0,8 4 0,-7-3 0,0 1 0,0-1 0,0 1 0,0 0 0,-1 1 0,0-1 0,0 1 0,5 9 0,1 8 0,-1 0 0,-1 1 0,-1 0 0,4 30 0,-3-21 0,43 227 0,-44-219 0,-1-17-25,-4-19-143,-1 1 1,1-1-1,-1 0 1,-1 1-1,1-1 1,-1 1-1,0 8 1,-2-6-6659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5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23 24575,'2'-3'0,"0"1"0,0 0 0,0 0 0,-1 1 0,2-1 0,-1 0 0,0 1 0,0-1 0,0 1 0,1-1 0,2 0 0,-5 2 0,0 0 0,0 0 0,1 1 0,-1-1 0,0 0 0,0 0 0,0 0 0,0 0 0,0 1 0,0-1 0,1 0 0,-1 0 0,0 0 0,0 1 0,0-1 0,0 0 0,0 0 0,0 1 0,0-1 0,0 0 0,0 0 0,0 0 0,0 1 0,0-1 0,0 0 0,0 0 0,0 1 0,0-1 0,0 0 0,0 0 0,0 0 0,0 1 0,-1-1 0,1 0 0,0 0 0,0 0 0,0 1 0,-5 10 0,4-9 0,-3 6 0,-54 123 0,51-110 0,0 0 0,1 1 0,2 0 0,-4 31 0,6-13 0,1 0 0,7 64 0,-2-77 0,1-1 0,1 1 0,1-1 0,19 44 0,-6-29 0,1-1 0,1-1 0,3-1 0,0-2 0,3 0 0,1-2 0,2-1 0,1-1 0,70 53 0,-89-76-1365,-3-3-5461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6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24575,'11'-2'0,"15"-4"0,0 1 0,43-3 0,-62 8 0,0 0 0,-1 0 0,1 1 0,0-1 0,-1 1 0,1 1 0,0-1 0,-1 1 0,1 1 0,-1-1 0,0 1 0,0 0 0,0 0 0,0 1 0,8 7 0,-11-9 0,-1 1 0,0 0 0,0 0 0,0 0 0,0 0 0,-1 1 0,1-1 0,-1 0 0,0 1 0,0-1 0,0 1 0,0-1 0,-1 1 0,1 0 0,-1-1 0,0 1 0,0-1 0,0 1 0,-1 0 0,1-1 0,-2 5 0,0 1 0,0-1 0,-1 1 0,0 0 0,0-1 0,-1 0 0,0 0 0,-7 11 0,4-9 0,-35 56 0,38-60 0,1 0 0,0 1 0,1-1 0,-1 1 0,1 0 0,1 0 0,-1 0 0,0 12 0,2-15 0,1 0 0,-1-1 0,1 1 0,0 0 0,0-1 0,1 1 0,-1-1 0,1 0 0,0 1 0,-1-1 0,1 0 0,1 0 0,-1 0 0,0 0 0,1 0 0,0-1 0,-1 1 0,5 2 0,7 5 0,0 0 0,24 12 0,-37-22 0,13 7 0,0-1 0,0 0 0,28 7 0,-34-12 0,-1 1 0,1-1 0,-1 0 0,1-1 0,0 0 0,-1 0 0,1 0 0,0-1 0,11-3 0,-17 3-97,1 1-1,-1-2 1,1 1-1,-1 0 1,0 0-1,1-1 1,-1 0-1,0 1 1,0-1-1,0 0 1,0 0-1,0 0 0,2-3 1,2-6-6729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6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513 61 24575,'-30'-5'0,"-14"-4"0,-5-1 0,2 0 0,3 0 0,6 3 0,6 2 0,5 2 0,3 2 0,2 1 0,3 0 0,0 0 0,1 1 0,-2-1 0,0 0 0,-1 1 0,0 1 0,4 2-8191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6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24575,'33'17'-134,"-2"2"1,0 2-1,-1 0 0,-1 2 0,-1 1 0,-2 2 0,0 0 1,-2 2-1,0 0 0,-2 2 0,-2 1 0,18 33 0,-15-17 308,28 83 0,-40-96-88,-2-1 1,-2 2 0,5 51 0,-12-76-29,1 0 0,-2 0 0,1 0 0,-1-1 0,-1 1 0,0 0 0,0 0 0,-5 13 0,4-17-17,0 1-1,0-1 0,-1 0 0,0 0 1,0 0-1,0-1 0,-1 1 0,1-1 0,-1 0 1,-1 0-1,1-1 0,-11 7 0,6-5-313,-1 0 0,1-1 0,-1 0 0,-15 3 0,8-3-6553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24575,'10'-5'0,"0"1"0,1 0 0,-1 0 0,1 2 0,0-1 0,0 1 0,20-1 0,0 3 0,46 6 0,-58-4 0,2 1 0,98 12 0,-119-15 0,0 0 0,0 0 0,0-1 0,0 1 0,0 0 0,0 0 0,0 0 0,0 0 0,0 0 0,0 0 0,0 0 0,1 0 0,-1 0 0,0 0 0,0 0 0,0 0 0,0 0 0,0 0 0,0 0 0,0 0 0,0 1 0,0-1 0,0 0 0,0 0 0,1 0 0,-1 0 0,0 0 0,0 0 0,0 0 0,0 0 0,0 0 0,0 0 0,0 0 0,0 0 0,0 0 0,0 0 0,0 0 0,0 0 0,0 1 0,0-1 0,0 0 0,0 0 0,0 0 0,0 0 0,0 0 0,0 0 0,0 0 0,0 0 0,0 0 0,0 0 0,0 0 0,0 1 0,0-1 0,0 0 0,0 0 0,0 0 0,0 0 0,0 0 0,0 0 0,0 0 0,0 0 0,0 0 0,0 0 0,0 0 0,-7 5 0,-11 0 0,-2-2 0,0-2 0,0 0 0,0-1 0,0-1 0,0-1 0,0-1 0,0-1 0,1 0 0,-1-2 0,-24-10 0,33 12-1365,1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8:5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37 24575,'-22'-7'0,"-9"-3"0,-3 1 0,2 1 0,5 5 0,4 3 0,3 2 0,3-1 0,2 1 0,4 0-8191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1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625 73 24575,'0'-1'0,"1"0"0,-1 0 0,0-1 0,0 1 0,1 0 0,-1 0 0,0 0 0,1 0 0,-1 0 0,1 0 0,-1 0 0,1 0 0,0 0 0,-1 0 0,1 0 0,1-1 0,-1 1 0,0 0 0,0 1 0,-1-1 0,1 0 0,0 0 0,-1 0 0,1 0 0,0 0 0,-1-1 0,0 1 0,1-2 0,-1 3 0,0-1 0,0 1 0,0 0 0,0-1 0,0 1 0,0-1 0,0 1 0,-1 0 0,1-1 0,0 1 0,0-1 0,0 1 0,-1 0 0,1-1 0,0 1 0,0 0 0,-1-1 0,1 1 0,0 0 0,-1 0 0,1-1 0,0 1 0,-1 0 0,1 0 0,-1 0 0,1 0 0,0-1 0,-1 1 0,1 0 0,-1 0 0,1 0 0,0 0 0,-1 0 0,-17-2 0,16 2 0,-34-1 0,13 1 0,-27-4 0,8-1 0,-48 2 0,18 2 0,2-6 0,-18-1 0,63 9 0,0 2 0,-25 4 0,26-3 0,23-4 0,0 1 0,0-1 0,0 0 0,0 0 0,0 0 0,0 1 0,0-1 0,0 1 0,0-1 0,0 1 0,0-1 0,0 1 0,0-1 0,0 1 0,-1 1 0,2-2 0,0 0 0,0 1 0,0-1 0,0 0 0,-1 1 0,1-1 0,0 0 0,0 1 0,0-1 0,0 0 0,0 1 0,0-1 0,1 0 0,-1 1 0,0-1 0,0 0 0,0 1 0,0-1 0,0 0 0,0 1 0,1-1 0,-1 0 0,0 0 0,0 1 0,0-1 0,1 0 0,-1 1 0,0-1 0,1 0 0,2 3 0,0-1 0,0 0 0,0 0 0,1 0 0,-1 0 0,8 2 0,153 47 0,-87-29 0,139 60 0,-212-80 0,1 0 0,-1 1 0,0 0 0,1 0 0,-1 0 0,5 6 0,-8-9 0,-1 1 0,1 0 0,0-1 0,-1 1 0,1 0 0,-1 0 0,1 0 0,-1-1 0,1 1 0,-1 0 0,1 0 0,-1 0 0,0 0 0,0 0 0,0 0 0,1 0 0,-1 0 0,0 0 0,0 0 0,0 0 0,0 0 0,0 0 0,-1 0 0,1 0 0,0 0 0,0 0 0,-1 0 0,1-1 0,0 1 0,-1 0 0,1 0 0,-1 0 0,1 0 0,-1 0 0,0-1 0,1 1 0,-1 0 0,0-1 0,0 2 0,-9 5 0,0-1 0,-1 0 0,0 0 0,1-1 0,-2-1 0,1 0 0,-17 4 0,-1 1 0,-124 36 0,136-41 0,-1 2 0,0 1 0,1 0 0,-19 11 0,-8 5 0,43-23 0,0 0 0,-1 1 0,1-1 0,0 1 0,0-1 0,0 1 0,0-1 0,0 1 0,0 0 0,0 0 0,0-1 0,1 1 0,-1 0 0,0 0 0,0 0 0,1 0 0,-1 0 0,0 0 0,1 0 0,-1 0 0,1 0 0,-1 0 0,1 0 0,0 0 0,-1 1 0,1-1 0,0 0 0,0 2 0,0-2 0,1 0 0,-1 0 0,1 1 0,0-1 0,0 0 0,-1 0 0,1 0 0,0 0 0,0 0 0,0 0 0,0 0 0,0-1 0,0 1 0,0 0 0,0 0 0,0-1 0,1 1 0,-1-1 0,0 1 0,0-1 0,1 1 0,-1-1 0,0 0 0,0 1 0,3-1 0,23 3 0,1-1 0,0-1 0,29-3 0,-4 1 0,494 0 0,-540 1-341,-1 0 0,1 1-1,8 1 1,-5 1-6485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2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36 24575,'-7'-35'0,"25"92"0,-2 3 0,16 105 0,-26-134 0,-4-24 0,-1 0 0,0 0 0,0 0 0,0 0 0,-1 7 0,0-14-21,0 0-1,0 0 0,0 0 1,0-1-1,0 1 0,0 0 1,0 0-1,0 0 0,0 0 1,0 0-1,0 0 0,0 0 1,0 0-1,0 0 0,-1 0 1,1-1-1,0 1 0,0 0 1,0 0-1,0 0 0,0 0 0,0 0 1,0 0-1,0 0 0,0 0 1,-1 0-1,1 0 0,0 0 1,0 0-1,0 0 0,0 0 1,0 0-1,0 0 0,0 0 1,0 0-1,-1 0 0,1 0 1,0 0-1,0 0 0,0 0 1,0 0-1,0 0 0,0 0 1,0 0-1,0 0 0,0 0 1,-1 1-1,1-1 0,0 0 1,0 0-1,0 0 0,0 0 1,0 0-1,0 0 0,0 0 1,0 0-1,0 0 0,0 0 1,0 1-1,0-1 0,0 0 1,0 0-1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2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24575,'-58'32'0,"51"-28"0,1 1 0,0-1 0,0 1 0,1 0 0,-1 0 0,-7 11 0,12-15 0,0 0 0,0 1 0,0-1 0,0 1 0,0-1 0,1 1 0,-1-1 0,0 1 0,1-1 0,-1 1 0,1 0 0,0-1 0,-1 1 0,1 0 0,0-1 0,0 1 0,0 0 0,0-1 0,0 1 0,1 0 0,-1-1 0,0 1 0,1 0 0,-1-1 0,1 1 0,1 1 0,0 0 0,0-1 0,0 0 0,0 0 0,0 0 0,0 0 0,1 0 0,-1 0 0,1-1 0,-1 1 0,1-1 0,0 1 0,0-1 0,-1 0 0,4 0 0,18 5 0,-1-2 0,1-1 0,0 0 0,0-2 0,0-1 0,32-4 0,-40 1 120,-16 3-165,0 0 0,1 0 0,-1 0 0,1-1 0,-1 1 0,0 0 0,1 0 0,-1 0 0,1-1 0,-1 1 0,0 0 0,1-1 0,-1 1 0,0 0 0,0 0 0,1-1 0,-1 1 0,0-1 0,0 1 0,1 0 0,-1-1 0,0 1 0,0-1 0,0 1 0,0 0 0,0-1 0,0 1 0,1-1 0,-1 1 0,0-1 0,0 1 0,-1-1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2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37 24575,'-27'-5'0,"-11"-2"0,-2 1 0,3 1 0,7 1 0,4 2 0,5 1 0,4-2 0,4 0-8191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26 24575,'-27'-7'0,"-12"-3"0,-1 3 0,6 5 0,7 3 0,7 4 0,7 1-8191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3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90 24575,'-9'-2'0,"0"0"0,0 0 0,0 1 0,0 0 0,0 1 0,-12 0 0,19 0 0,0 1 0,0-1 0,0 0 0,0 1 0,0 0 0,0-1 0,0 1 0,0 0 0,0 0 0,0 0 0,1 0 0,-1 0 0,0 0 0,1 1 0,-1-1 0,1 0 0,-1 1 0,1 0 0,0-1 0,-1 1 0,1 0 0,0-1 0,0 1 0,0 0 0,0 0 0,1 0 0,-1 0 0,1 0 0,-1 0 0,1 0 0,-1 0 0,1 0 0,0 3 0,0-1 0,0 0 0,1 0 0,-1 0 0,1 0 0,0 0 0,0 0 0,0 0 0,0 0 0,1 0 0,0 0 0,0 0 0,0-1 0,0 1 0,0-1 0,1 0 0,0 1 0,-1-1 0,1 0 0,0-1 0,1 1 0,4 3 0,6 3 0,0 0 0,0-2 0,1 0 0,17 7 0,-17-9 0,0 0 0,20 3 0,-28-7 0,0 0 0,0 0 0,0-1 0,0 0 0,-1 0 0,1 0 0,12-3 0,-17 2 0,0 0 0,1 1 0,-1-1 0,0 0 0,0 0 0,0 0 0,0-1 0,0 1 0,0-1 0,0 1 0,0-1 0,0 1 0,-1-1 0,1 0 0,-1 0 0,1 0 0,0-2 0,0 0 0,-1 1 0,1-1 0,-1 1 0,0-1 0,0 1 0,-1-1 0,1 0 0,-1 0 0,0 1 0,0-5 0,0-1 0,-2 0 0,1 0 0,-1 0 0,0 1 0,-1-1 0,0 1 0,0-1 0,-7-10 0,4 9 17,0 0 0,-1 0 1,0 1-1,-1 0 0,0 0 0,-14-12 0,16 17-141,0 0 0,-1-1 1,1 2-1,-1-1 0,0 1 0,1 0 1,-1 0-1,-1 1 0,1 0 0,0 0 1,-11 0-1,1 1-6702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4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29 107 24575,'5'5'0,"0"1"0,-1-1 0,0 1 0,0 0 0,0 1 0,-1-1 0,3 8 0,15 50 0,-18-49 0,1-1 0,1 0 0,1 0 0,10 21 0,-12-30 0,-2-5 0,-2-11 0,-7-17 0,-4 3 0,0 0 0,-20-31 0,20 39 0,1 0 0,1-1 0,0-1 0,2 1 0,-10-37 0,16 32 0,1 23 0,0-1 0,0 1 0,0-1 0,0 1 0,0-1 0,0 1 0,0-1 0,1 1 0,-1-1 0,0 1 0,0-1 0,0 1 0,1 0 0,-1-1 0,0 1 0,1 0 0,-1-1 0,0 1 0,1 0 0,-1-1 0,1 1 0,-1 0 0,0 0 0,1-1 0,-1 1 0,1 0 0,-1 0 0,1 0 0,-1-1 0,1 1 0,-1 0 0,1 0 0,-1 0 0,1 0 0,-1 0 0,1 0 0,-1 0 0,1 0 0,-1 0 0,0 1 0,1-1 0,-1 0 0,1 0 0,5 2 0,-1 0 0,0 0 0,0 1 0,0-1 0,-1 1 0,1 0 0,6 6 0,29 29 0,-21-18 0,-17-18 0,69 62 0,-60-56 0,0 0 0,1 0 0,0-1 0,23 10 0,-33-16 0,-1-1 0,1 1 0,-1-1 0,0 1 0,1-1 0,-1 1 0,1-1 0,-1 0 0,1 0 0,-1 0 0,1 0 0,-1 0 0,1 0 0,-1 0 0,1 0 0,-1-1 0,0 1 0,1 0 0,-1-1 0,1 1 0,0-2 0,0 1 0,-1 0 0,0-1 0,0 1 0,0 0 0,0-1 0,0 1 0,0-1 0,-1 0 0,1 1 0,0-1 0,-1 1 0,1-1 0,-1 0 0,0 1 0,0-1 0,1 0 0,-1 0 0,-1-2 0,0-63 0,0-12 0,1 78 0,0-1 0,0 1 0,0 0 0,0 0 0,1 0 0,-1 0 0,0 0 0,0 0 0,1 0 0,-1 0 0,1 0 0,-1 1 0,1-1 0,0-2 0,0 3 0,-1 0 0,0 0 0,1 0 0,-1-1 0,0 1 0,1 0 0,-1 0 0,1 0 0,-1 0 0,0 0 0,1 0 0,-1 0 0,0 0 0,1 0 0,-1 0 0,1 0 0,-1 0 0,0 0 0,1 0 0,-1 0 0,0 0 0,1 0 0,-1 0 0,0 1 0,1-1 0,0 0 0,2 3 0,1 0 0,0 0 0,-1 0 0,0 0 0,4 5 0,-2-3 0,69 81 0,-34-38 0,5 11 46,-26-32-1457,-10-15-5415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6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24575,'1'5'0,"0"0"0,0-1 0,0 1 0,0 0 0,1-1 0,3 7 0,2 6 0,6 26 0,27 76 0,-32-93 0,-1-1 0,-1 1 0,3 26 0,-9-52 0,0 1 0,0 0 0,0-1 0,0 1 0,0 0 0,1-1 0,-1 1 0,0-1 0,0 1 0,1-1 0,-1 1 0,0 0 0,1-1 0,-1 1 0,0-1 0,1 1 0,0-1 0,-1 0 0,0 0 0,0 0 0,1 1 0,-1-1 0,0 0 0,0 0 0,1 0 0,-1 0 0,0 0 0,0 0 0,1 0 0,-1 0 0,0-1 0,0 1 0,1 0 0,-1 0 0,0 0 0,0 0 0,1 0 0,-1 0 0,0 0 0,0-1 0,1 1 0,-1 0 0,16-19 0,-10 10 0,-1 4 0,0 0 0,-1 1 0,2-1 0,-1 1 0,0 0 0,1 0 0,0 1 0,0 0 0,0 0 0,0 0 0,0 1 0,1-1 0,-1 2 0,1-1 0,-1 1 0,1 0 0,0 0 0,0 0 0,-1 1 0,1 1 0,0-1 0,0 1 0,-1 0 0,1 0 0,0 1 0,11 4 0,-5-1 0,-1 0 0,0 1 0,17 10 0,-26-14 0,0 0 0,0 0 0,0 1 0,-1-1 0,1 1 0,-1-1 0,1 1 0,-1 0 0,0 0 0,0 0 0,0 0 0,0 0 0,-1 1 0,1-1 0,-1 0 0,0 1 0,2 6 0,-3-8 0,0-1 0,0 1 0,0 0 0,0 0 0,-1-1 0,1 1 0,0 0 0,-1-1 0,1 1 0,-1 0 0,1-1 0,-1 1 0,0-1 0,0 1 0,0-1 0,-1 3 0,-1-1 0,1-1 0,-1 1 0,1-1 0,-1 1 0,0-1 0,0 0 0,-5 2 0,0 0 0,0 0 0,0-1 0,-1 0 0,1-1 0,-16 3 0,10-3 0,0-1 0,0 0 0,0-1 0,0 0 0,0-1 0,1-1 0,-21-4 0,22 1-1365,3-1-5461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7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24575,'-3'19'0,"0"0"0,1 1 0,0 20 0,2-29 0,1-1 0,0 1 0,1-1 0,0 1 0,1-1 0,0 0 0,7 14 0,39 69 0,-19-40 0,-22-30-1365,-5-13-5461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7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24575,'-9'4'0,"-3"2"0,0 0 0,1 0 0,-1 1 0,-19 17 0,30-23 0,0-1 0,0 1 0,0 0 0,1 0 0,-1-1 0,0 1 0,1 0 0,-1 0 0,0 0 0,1 0 0,-1 0 0,1 0 0,-1 0 0,1 0 0,0 0 0,-1 0 0,1 1 0,0-1 0,0 0 0,0 0 0,0 0 0,0 0 0,0 0 0,0 1 0,0-1 0,0 0 0,0 0 0,1 0 0,-1 0 0,0 0 0,1 0 0,-1 0 0,1 0 0,-1 0 0,1 0 0,0 0 0,-1 0 0,1 0 0,0 0 0,0 0 0,0-1 0,-1 1 0,1 0 0,0-1 0,0 1 0,2 1 0,5 2 0,0 0 0,0 0 0,0-1 0,15 5 0,21 4 0,0-2 0,55 6 0,-80-12-30,-16-3-73,0 0 1,0 0-1,0-1 0,0 1 1,-1-1-1,1 0 0,0 1 0,0-1 1,0-1-1,0 1 0,0 0 1,5-2-1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8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24575,'8'-6'0,"-1"1"0,0 1 0,1 0 0,0 0 0,0 0 0,0 1 0,1 0 0,-1 1 0,1 0 0,-1 0 0,1 1 0,0 0 0,12 0 0,-16 1 0,1 1 0,-1 0 0,0 0 0,0 0 0,0 0 0,1 1 0,-1-1 0,-1 2 0,1-1 0,0 0 0,0 1 0,-1 0 0,1 0 0,-1 0 0,0 0 0,0 1 0,0 0 0,-1 0 0,1 0 0,-1 0 0,0 0 0,0 1 0,3 6 0,-4-6 0,0 0 0,0 1 0,0-1 0,0 1 0,-1-1 0,0 1 0,0 0 0,-1-1 0,1 1 0,-1 0 0,-1 0 0,1-1 0,-2 10 0,-3 2 0,0 0 0,-1 0 0,-8 16 0,13-30 0,-2 3 0,-3 8 0,-7 24 0,12-35 0,0 0 0,0 1 0,1-1 0,-1 1 0,1-1 0,0 1 0,0-1 0,0 1 0,0-1 0,1 1 0,-1-1 0,1 0 0,1 4 0,0-4 5,-1 0 0,1-1 0,0 0 0,0 1 0,0-1 0,0 0 0,0 0 0,1 0 0,-1 0 0,0 0 0,1-1 0,0 1 0,-1-1 0,1 1 0,0-1 0,0 0 0,-1 0 0,1 0 0,0-1 0,0 1 0,0-1 0,0 1 0,5-1 0,-3 0-119,1 0 0,-1 0-1,1-1 1,-1 0 0,0 1 0,1-2-1,-1 1 1,0-1 0,0 0 0,0 0-1,0 0 1,5-4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9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15 24575,'-29'-2'0,"-13"-2"0,-1 1 0,4 1 0,7 0 0,5 1 0,6 0 0,3 4 0,3 0 0,4 0-8191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18 24575,'-27'-5'0,"-12"-1"0,-1 2 0,1 2 0,5 2 0,6 0 0,7 1-8191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0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24575,'5'17'0,"4"11"0,3 5 0,-1 2 0,1 0 0,0-1 0,-2-1 0,1-4 0,-1-2 0,0-4 0,-1 1 0,-1-3 0,-2-2 0,0-4 0,-1-2 0,-1-1 0,-1 0 0,-2-2-8191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 24575,'-9'0'0,"-1"0"0,0 1 0,1 1 0,-1 0 0,1 0 0,-1 1 0,-10 4 0,17-6 0,0 1 0,0-1 0,0 1 0,1 0 0,-1 0 0,0 0 0,1 0 0,-1 1 0,1-1 0,-4 5 0,5-5 0,0 0 0,0 0 0,0 0 0,0 0 0,1 0 0,-1 0 0,1 0 0,-1 0 0,1 1 0,0-1 0,0 0 0,-1 0 0,2 1 0,-1-1 0,0 0 0,0 0 0,2 4 0,-1-3 0,0 0 0,0 0 0,1 0 0,-1 0 0,1 0 0,0-1 0,0 1 0,0-1 0,0 1 0,1-1 0,-1 0 0,0 0 0,1 0 0,0 0 0,-1 0 0,6 2 0,5 3 0,0-2 0,20 7 0,-24-9 0,26 7 0,-1-2 0,60 6 0,-58-5-1365,-26-7-5461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4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0 24575,'-6'9'0,"1"0"0,0 0 0,0 0 0,1 0 0,0 1 0,0-1 0,1 1 0,1 0 0,0 0 0,0 0 0,1 1 0,0-1 0,0 0 0,1 1 0,1-1 0,0 0 0,4 18 0,4 9 0,3 0 0,0-1 0,26 50 0,-18-40 0,-16-38-455,1 1 0,10 13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4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 24575,'-88'117'0,"87"-115"0,0-1 0,0 1 0,0-1 0,1 1 0,-1 0 0,0-1 0,1 1 0,-1 0 0,1 0 0,-1-1 0,1 1 0,0 0 0,0 0 0,0 0 0,0-1 0,0 5 0,1-5 0,-1 0 0,1 1 0,0-1 0,-1 0 0,1 0 0,0 1 0,0-1 0,0 0 0,0 0 0,0 0 0,0 0 0,0 0 0,0 0 0,0 0 0,0-1 0,1 1 0,-1 0 0,0-1 0,0 1 0,1-1 0,-1 1 0,2-1 0,33 10 0,0-3 0,1-1 0,-1-1 0,1-2 0,39-3 0,-73 0 15,0 0 0,-1 0 0,1 0 0,-1-1 0,1 0 0,-1 1 0,5-3 0,-7 3-22,0 0 1,1 0 0,-1 0-1,0 0 1,0 0-1,0 0 1,1-1-1,-1 1 1,0 0-1,0 0 1,0 0-1,1 0 1,-1-1-1,0 1 1,0 0-1,0 0 1,0-1-1,0 1 1,0 0-1,1 0 1,-1 0-1,0-1 1,0 1-1,0 0 1,0 0-1,0-1 1,0 1-1,0 0 1,0 0-1,0-1 1,-1 0-80,1 0 1,-1 1-1,1-1 1,-1 0-1,1 1 0,-1-1 1,1 1-1,-1-1 1,0 0-1,1 1 0,-1-1 1,0 1-1,0 0 1,-1-1-1,-7-4-6740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5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46 24575,'-17'-5'0,"-8"-1"0,-3 0 0,2 1 0,2 1 0,3 2 0,3 1 0,1 0 0,2 1 0,1 0 0,2-2 0,2-1 0,1-2 0,1-1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5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10 24575,'-24'-3'0,"-11"0"0,-2 0 0,3 3 0,5 1 0,2 1 0,4 0 0,3 0 0,4-1-8191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5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45 24575,'3'-4'0,"-6"5"0,-7 8 0,2 2 0,1 0 0,0 0 0,-6 14 0,10-18 0,0-1 0,1 1 0,0 0 0,1 0 0,0 0 0,0 0 0,0 11 0,1-13 0,0-1 0,0 1 0,0 0 0,1-1 0,0 1 0,0-1 0,0 0 0,0 1 0,1-1 0,3 7 0,-2-7 0,-1-1 0,0 0 0,1 0 0,0-1 0,0 1 0,0 0 0,0-1 0,0 0 0,0 0 0,0 0 0,1 0 0,6 3 0,-6-4 0,0 1 0,0-1 0,0 0 0,0 0 0,0 0 0,0 0 0,0-1 0,1 0 0,-1 0 0,0 0 0,0 0 0,0-1 0,6-1 0,-7 1 0,0 0 0,0 0 0,-1 0 0,1-1 0,0 1 0,-1-1 0,0 1 0,1-1 0,-1 0 0,0 0 0,0 0 0,0 0 0,0-1 0,0 1 0,0-1 0,-1 1 0,1-1 0,-1 1 0,2-6 0,1-2 0,-1 0 0,0 0 0,0-1 0,-1 0 0,-1 1 0,1-1 0,-2 0 0,0 0 0,-1-11 0,0 16 0,1 0 0,-2 0 0,1 1 0,-1-1 0,1 0 0,-2 1 0,1-1 0,-1 1 0,1 0 0,-1 0 0,-1 0 0,1 0 0,-1 1 0,0-1 0,0 1 0,0 0 0,0 0 0,-8-4 0,10 6-195,-1 1 0,0-1 0,0 1 0,1 0 0,-1 0 0,-4-1 0,-4 0-6631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1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4523 102 24575,'0'-2'0,"0"0"0,0-1 0,-1 1 0,1-1 0,0 1 0,-1 0 0,0-1 0,1 1 0,-1 0 0,0 0 0,0-1 0,0 1 0,-1 0 0,1 0 0,0 0 0,-1 0 0,1 1 0,-1-1 0,0 0 0,-2-1 0,2 1 0,-1 1 0,0-1 0,0 1 0,1 0 0,-1 0 0,0 0 0,0 0 0,0 0 0,0 1 0,0-1 0,-1 1 0,1 0 0,0 0 0,0 0 0,-4 1 0,-53 6 0,-67 1 0,-104-10 0,-204 4 0,284 4 0,-62 2 0,-315-24 0,359 1 0,-204-15 0,-2 18 0,303 12 0,-235 9 0,70 6 0,41-11 0,41-2 0,81 5 0,-25 0 0,52-6 0,-47 6 0,-85 8 0,178-15-4,-303 33-1357,282-31-5465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3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712 23 24575,'34'-6'0,"-9"0"0,-1 2 0,1 1 0,0 1 0,33 1 0,-45 4 0,-13-3 0,1 0 0,-1 0 0,0 0 0,0 0 0,0 0 0,1 0 0,-1 1 0,0-1 0,0 0 0,0 0 0,1 0 0,-1 0 0,0 1 0,0-1 0,0 0 0,0 0 0,0 0 0,0 1 0,1-1 0,-1 0 0,0 0 0,0 0 0,0 1 0,0-1 0,0 0 0,0 0 0,0 1 0,0 0 0,-1-1 0,0 1 0,1 0 0,-1 0 0,1-1 0,-1 1 0,0 0 0,1-1 0,-1 1 0,0-1 0,0 1 0,0-1 0,1 1 0,-1-1 0,0 1 0,0-1 0,0 0 0,0 1 0,-2-1 0,-25 7 0,-1-2 0,-1-1 0,-32 1 0,16-2 0,-132 5 0,-15 1 0,63-2 0,126-7 0,-1 0 0,1 1 0,0-1 0,-1 1 0,1 1 0,0-1 0,0 0 0,0 1 0,0 0 0,0 0 0,-5 3 0,9-5 0,0 1 0,0-1 0,-1 0 0,1 0 0,0 0 0,0 1 0,0-1 0,0 0 0,0 0 0,0 1 0,0-1 0,0 0 0,0 0 0,0 0 0,0 1 0,0-1 0,0 0 0,0 0 0,0 0 0,0 1 0,0-1 0,0 0 0,0 0 0,0 1 0,0-1 0,1 0 0,-1 0 0,0 0 0,0 0 0,0 1 0,0-1 0,0 0 0,1 0 0,-1 0 0,0 0 0,0 1 0,0-1 0,0 0 0,1 0 0,-1 0 0,0 0 0,0 0 0,0 0 0,1 0 0,-1 0 0,0 0 0,0 0 0,0 0 0,1 0 0,-1 0 0,0 0 0,0 0 0,1 0 0,-1 0 0,0 0 0,0 0 0,18 3 0,-16-3 0,88 14 0,-1 3 0,138 46 0,-215-59 0,0 0 0,0 1 0,-1 0 0,0 1 0,0 0 0,13 11 0,-22-16 0,1 1 0,-1 0 0,0 0 0,0 0 0,0 0 0,-1 0 0,1 1 0,0-1 0,-1 0 0,0 1 0,1-1 0,-1 1 0,0 0 0,0-1 0,0 1 0,-1 0 0,1 0 0,-1-1 0,1 1 0,-1 0 0,0 0 0,0 0 0,0 0 0,-1-1 0,1 1 0,-1 0 0,1 0 0,-1-1 0,0 1 0,0 0 0,0-1 0,0 1 0,-3 4 0,-1 0 0,0 0 0,0-1 0,-1 0 0,1 1 0,-1-2 0,0 1 0,-1-1 0,-11 8 0,-7 2 0,-30 12 0,31-15 0,-91 41 0,-55 29 0,123-56 0,-70 52 0,50-23 0,66-55 0,0 1 0,0-1 0,1 1 0,-1-1 0,1 1 0,-1-1 0,0 1 0,1 0 0,-1-1 0,1 1 0,-1 0 0,1-1 0,0 1 0,-1 0 0,1 0 0,-1 1 0,1-2 0,0 0 0,0 1 0,0-1 0,0 0 0,1 1 0,-1-1 0,0 1 0,0-1 0,0 0 0,0 1 0,1-1 0,-1 0 0,0 1 0,0-1 0,1 0 0,-1 0 0,0 1 0,0-1 0,1 0 0,-1 0 0,0 1 0,1-1 0,-1 0 0,1 0 0,3 2 0,1 0 0,-1-1 0,1 0 0,7 2 0,-3-2 0,39 8 0,0-2 0,60 1 0,98-10 0,-80-6 0,92 2 0,-180 11-1365,-26-2-5461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3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28 24575,'-3'-9'0,"0"-2"0,0 4 0,3 6 0,1 5 0,4 5 0,0 3 0,2 2 0,2-2 0,3 0 0,1 1 0,0 0 0,-1-2-8191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3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24575,'3'15'0,"0"9"0,0 6 0,2 1 0,0-4 0,-1-5-8191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7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115 133 24575,'-1'0'0,"0"-1"0,1 0 0,-1 0 0,0 1 0,0-1 0,-1 1 0,1-1 0,0 1 0,0-1 0,0 1 0,0 0 0,0-1 0,0 1 0,-1 0 0,1 0 0,0 0 0,0 0 0,0 0 0,0 0 0,-1 0 0,1 0 0,0 1 0,0-1 0,0 0 0,0 1 0,-2 0 0,2 0 0,-1 0 0,1 1 0,0-1 0,0 1 0,0-1 0,0 1 0,0-1 0,1 1 0,-1 0 0,0-1 0,1 1 0,-1 0 0,1-1 0,-1 1 0,1 0 0,0 0 0,0 2 0,-1 9 0,1 0 0,0 0 0,1 0 0,1 0 0,0 0 0,0 0 0,1-1 0,8 20 0,-10-28 0,4 11 0,-6-12 0,-5-10 0,-8-14 0,1-2 0,1 1 0,1-1 0,1-1 0,-12-41 0,20 59 0,1-1 0,-1 1 0,1-1 0,0-11 0,1 17 0,0-1 0,0 1 0,0 0 0,0 0 0,0 0 0,1 0 0,-1 0 0,0 0 0,1 0 0,-1 0 0,0-1 0,1 1 0,0 1 0,-1-1 0,2-2 0,-1 3 0,-1-1 0,1 1 0,0 0 0,-1-1 0,1 1 0,0 0 0,0 0 0,0-1 0,-1 1 0,1 0 0,0 0 0,0 0 0,0 0 0,-1 0 0,1 0 0,0 0 0,0 0 0,0 0 0,-1 1 0,1-1 0,0 0 0,0 0 0,-1 1 0,3 0 0,13 7 0,-1 1 0,30 21 0,-20-13 0,145 91 0,-132-86 0,1-3 0,66 24 0,-101-41 0,0-1 0,-1 0 0,1 0 0,0-1 0,0 1 0,8 0 0,-11-2 0,0 1 0,0 0 0,0 0 0,0 0 0,0-1 0,-1 1 0,1 0 0,0-1 0,0 1 0,0-1 0,0 1 0,0-1 0,0 1 0,-1-1 0,1 0 0,0 1 0,-1-1 0,1 0 0,0 0 0,-1 0 0,1 1 0,-1-1 0,1 0 0,-1 0 0,1 0 0,-1 0 0,0 0 0,1 0 0,-1 0 0,0 0 0,0 0 0,0-1 0,1-10 0,0-1 0,-1 1 0,0-1 0,-1 1 0,-5-24 0,-20-58 0,14 63-682,-23-42-1,29 60-6143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415 129 24575,'-86'-47'0,"44"23"0,-51-22 0,86 44 0,1 0 0,-1 0 0,1 0 0,-1 1 0,0 0 0,0 0 0,1 1 0,-1 0 0,0 0 0,0 0 0,0 1 0,1 0 0,-9 3 0,10-3 0,0 1 0,0 0 0,0 0 0,0 1 0,1-1 0,0 1 0,-1 0 0,1 0 0,0 0 0,0 1 0,0-1 0,1 1 0,-1 0 0,1 0 0,0 0 0,0 1 0,-4 8 0,5-8 0,-1 0 0,1 0 0,1 1 0,-1-1 0,1 1 0,0-1 0,0 1 0,0 7 0,1-10 0,0 0 0,1 0 0,-1 0 0,1 0 0,0 0 0,0 0 0,0-1 0,0 1 0,1 0 0,-1-1 0,1 1 0,-1-1 0,1 1 0,0-1 0,0 0 0,0 0 0,3 3 0,4 2 0,0 0 0,1-1 0,-1 0 0,1-1 0,0 0 0,0-1 0,1 0 0,11 3 0,-2-2 0,-1-1 0,1 0 0,32 0 0,-46-4 0,0 1 0,0-2 0,0 1 0,0-1 0,0 0 0,-1 0 0,1 0 0,9-4 0,-13 4 0,0 0 0,0-1 0,0 1 0,0 0 0,0-1 0,0 0 0,-1 1 0,1-1 0,0 0 0,-1 0 0,1 0 0,-1 0 0,0 0 0,0 0 0,0 0 0,0 0 0,0-1 0,0 1 0,0 0 0,-1-1 0,1 1 0,-1 0 0,0-5 0,0-3 0,0 0 0,-1 0 0,-3-13 0,13 48 60,17 34 0,-20-48-308,0 0 1,1 0-1,0-1 1,1 1-1,10 9 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8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24575,'1'18'0,"1"-1"0,0 1 0,1-1 0,1 0 0,1 0 0,0 0 0,2 0 0,11 22 0,5 3 0,52 73 0,-50-84-1365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19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24575,'-23'39'0,"19"-32"0,-1-1 0,1 1 0,1 0 0,-1 0 0,1 0 0,0 0 0,1 1 0,-1-1 0,2 1 0,-3 13 0,4-18 0,0 1 0,0 0 0,0 0 0,0 0 0,1 0 0,-1-1 0,1 1 0,0 0 0,0 0 0,0-1 0,1 1 0,2 4 0,-2-5 0,0-1 0,0 1 0,0-1 0,1 0 0,-1 0 0,0 0 0,1 0 0,0 0 0,-1-1 0,1 1 0,0-1 0,0 0 0,0 0 0,0 0 0,6 1 0,10 1 0,0 0 0,0-2 0,0 0 0,29-4 0,4 2 0,-24 1-1365,-16 0-5461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0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24575,'5'-3'0,"-1"-1"0,1 1 0,-1 0 0,1 0 0,0 1 0,0-1 0,1 1 0,-1 0 0,0 0 0,1 1 0,-1 0 0,1 0 0,-1 0 0,1 1 0,-1-1 0,1 1 0,6 1 0,-2 0 0,0 0 0,0 1 0,0 0 0,-1 0 0,1 1 0,-1 1 0,1-1 0,15 10 0,-18-8 0,-1 0 0,0 0 0,0 1 0,0 0 0,-1 0 0,0 0 0,0 1 0,-1-1 0,1 1 0,-1 0 0,-1 1 0,1-1 0,-2 1 0,1-1 0,2 14 0,-1-3 0,0 1 0,-2 0 0,0 0 0,-2 0 0,-2 30 0,-12 35 0,2-22 0,11-60 0,1 0 0,0 0 0,-1 0 0,1 0 0,0 1 0,0-1 0,0 0 0,1 0 0,-1 0 0,1 0 0,-1 0 0,1 0 0,-1 0 0,1 0 0,0 0 0,0 0 0,0 0 0,0 0 0,1 0 0,0 1 0,1 0 0,0-1 0,0 0 0,1 0 0,-1 0 0,0-1 0,1 1 0,-1-1 0,1 1 0,-1-1 0,8 1 0,2 1 0,1-1 0,0 0 0,0-1 0,0-1 0,15-1 0,-21 1 0,1-1 0,-1-1 0,0 0 0,0 0 0,0 0 0,0-1 0,0-1 0,0 1 0,11-8 0,10-10-1365,-17 12-5461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0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0 24575,'-27'0'0,"-11"0"0,-2 0 0,3 0 0,6 0 0,6 0 0,4 0 0,4 0 0,2 0 0,1 0 0,3 0-8191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0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24575,'-29'0'0,"-13"0"0,-1 0 0,4 0 0,7 0 0,5 0 0,6 0 0,3 2 0,5 2-8191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1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 24575,'-5'-1'0,"4"7"0,2 12 0,-1-13 0,9 57 0,1 0 0,37 115 0,-43-164-110,8 25-517,17 40-1,-24-69-6198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24575,'-6'0'0,"0"0"0,0 1 0,0 0 0,0 0 0,0 0 0,0 1 0,1 0 0,-1 0 0,-8 5 0,12-6 0,-1 0 0,1 1 0,0 0 0,0-1 0,-1 1 0,1 0 0,0 0 0,1 0 0,-1 0 0,0 0 0,1 1 0,-1-1 0,1 0 0,-1 1 0,1-1 0,0 1 0,0 0 0,0-1 0,1 1 0,-1 0 0,1-1 0,-1 6 0,1-6 0,0 0 0,1-1 0,-1 1 0,0 0 0,1 0 0,-1-1 0,1 1 0,0 0 0,0-1 0,0 1 0,-1 0 0,1-1 0,1 1 0,-1-1 0,0 0 0,0 1 0,0-1 0,1 0 0,-1 0 0,1 0 0,-1 0 0,1 0 0,-1 0 0,1 0 0,2 1 0,5 1 0,0 1 0,1-1 0,14 2 0,-9-2 0,80 17 0,40 10 0,-118-23-1365,-5-1-5461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8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507 46 24575,'53'-14'0,"79"-10"0,-105 21 0,1 1 0,0 1 0,-1 2 0,52 8 0,-69-8 0,0 1 0,1-1 0,-1-1 0,1 1 0,-1-2 0,1 0 0,-1 0 0,16-4 0,-16 2 0,1 1 0,16-1 0,-24 3 0,0 0 0,0 0 0,0 0 0,0 0 0,0 0 0,0 1 0,0-1 0,0 1 0,0 0 0,0 0 0,0 0 0,0 0 0,4 3 0,-7-4 0,0 0 0,0 1 0,0-1 0,0 0 0,0 0 0,0 0 0,0 0 0,0 1 0,0-1 0,0 0 0,0 0 0,0 0 0,0 0 0,0 0 0,0 1 0,0-1 0,0 0 0,0 0 0,0 0 0,0 0 0,0 0 0,0 0 0,-1 1 0,1-1 0,0 0 0,0 0 0,0 0 0,0 0 0,0 0 0,0 0 0,0 0 0,-1 0 0,1 1 0,0-1 0,0 0 0,0 0 0,0 0 0,0 0 0,-1 0 0,1 0 0,0 0 0,0 0 0,0 0 0,0 0 0,0 0 0,-1 0 0,1 0 0,0 0 0,0 0 0,0 0 0,0 0 0,0 0 0,-1 0 0,1-1 0,-11 3 0,-52-1 0,-87-8 0,89 1 0,-102 6 0,80 6 0,-238 24 0,269-23 0,13-1 0,-48 1 0,144 7 0,-52-13 0,217 53 0,-156-35 0,83 37 0,-138-51 0,-1 0 0,0 0 0,0 1 0,-1 0 0,0 1 0,0 0 0,8 9 0,-15-15 0,0 1 0,0 0 0,-1 0 0,1 0 0,-1 1 0,1-1 0,-1 0 0,0 1 0,0-1 0,0 1 0,0-1 0,0 1 0,0-1 0,-1 1 0,1-1 0,-1 1 0,0 0 0,0-1 0,0 1 0,0 0 0,0 0 0,0-1 0,-1 1 0,0-1 0,1 1 0,-1 0 0,0-1 0,0 0 0,0 1 0,0-1 0,-1 1 0,1-1 0,-1 0 0,-3 4 0,-8 9 0,-2-1 0,1 0 0,-1-2 0,-1 1 0,-1-2 0,1 0 0,-21 9 0,-133 51 0,43-21 0,109-41 0,0 0 0,1 2 0,-17 12 0,3-1 0,12-9 0,1 1 0,-19 18 0,37-32 0,-1 0 0,1 0 0,0 0 0,0 0 0,0 1 0,-1-1 0,1 0 0,0 0 0,0 0 0,0 0 0,0 0 0,-1 1 0,1-1 0,0 0 0,0 0 0,0 0 0,0 1 0,0-1 0,0 0 0,0 0 0,0 0 0,0 1 0,-1-1 0,1 0 0,0 0 0,0 0 0,0 1 0,0-1 0,0 0 0,0 0 0,0 1 0,0-1 0,1 0 0,-1 0 0,0 0 0,0 1 0,0-1 0,0 0 0,0 0 0,0 0 0,0 1 0,0-1 0,1 0 0,11 2 0,18-6 0,-30 4 0,152-15 0,-57 8 0,406-59 0,-489 64 0,1 1 0,0-1 0,-1-1 0,0 0 0,15-6 0,-17 3-77,-10 1 268,-1 4-296,0 0-1,0 1 0,0-1 1,0 1-1,0-1 0,0 1 1,0-1-1,0 1 0,0 0 1,0-1-1,0 1 0,0 0 1,-1 0-1,-10-2-6720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9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24575,'2'66'0,"3"1"0,3 0 0,3-1 0,20 66 0,-29-125 0,2 8 0,4 28 0,-7-39 0,-1-1 0,1 1 0,-1 0 0,-1-1 0,1 1 0,0-1 0,-1 1 0,0 0 0,0-1 0,0 1 0,0-1 0,0 0 0,-4 6 0,5-8 0,-1 1 0,0-1 0,0 0 0,1 0 0,-1 0 0,0 0 0,0 0 0,0 0 0,0 0 0,0 0 0,0 0 0,0-1 0,-1 1 0,1 0 0,0-1 0,0 1 0,-1-1 0,1 1 0,0-1 0,-1 0 0,1 1 0,0-1 0,-1 0 0,1 0 0,0 0 0,-1 0 0,1 0 0,0 0 0,-1-1 0,1 1 0,0 0 0,-1-1 0,1 1 0,0-1 0,-1 1 0,1-1 0,0 1 0,-1-2 0,-2 0 0,1-1 0,0 1 0,0-1 0,1 0 0,-1 0 0,0 0 0,1 0 0,0 0 0,0-1 0,0 1 0,-3-8 0,3 4-136,-1-1-1,1 0 1,1 0-1,-1 0 1,1 0-1,1 0 1,0 0-1,0 0 0,2-13 1,1 5-6690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29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0 24575,'-5'4'0,"-130"84"0,133-87 0,0 1 0,0 0 0,0-1 0,0 1 0,0 0 0,0 0 0,1 0 0,-1 0 0,1 0 0,-1 1 0,1-1 0,0 0 0,0 1 0,0-1 0,0 1 0,1-1 0,-1 1 0,1-1 0,-1 1 0,1 4 0,0-5 0,1 1 0,-1-1 0,1 1 0,0-1 0,0 1 0,0-1 0,0 1 0,0-1 0,0 0 0,1 1 0,-1-1 0,1 0 0,0 0 0,-1 0 0,1 0 0,0-1 0,0 1 0,0 0 0,0-1 0,4 2 0,10 6 0,0 0 0,1-2 0,0 0 0,0-1 0,0-1 0,20 3 0,110 11 0,-141-18-115,30 0 364,-22-5-544,-14 3 248,1 1 1,-1 0 0,0-1 0,1 1-1,-1-1 1,0 1 0,1 0-1,-1-1 1,0 1 0,0-1-1,0 1 1,1 0 0,-1-1 0,0 1-1,0-1 1,0 1 0,0-1-1,0 1 1,0-1 0,0 1-1,0-1 1,0 1 0,0-1 0,0 1-1,0-1 1,-3-8-6780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0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43 24575,'-29'-5'0,"-15"-1"0,-2 0 0,6-2 0,8 1 0,7 2 0,5 1 0,6 2-8191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0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54 24575,'-27'-7'0,"-12"-3"0,-1 1 0,2 1 0,3 0 0,7 2 0,5 1 0,6 4 0,4 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0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74 24575,'-8'5'0,"0"0"0,0 0 0,0 1 0,0 0 0,1 0 0,-10 10 0,16-14 0,-1 0 0,1 0 0,0 0 0,-1-1 0,1 1 0,0 0 0,0 1 0,0-1 0,0 0 0,1 0 0,-1 0 0,1 0 0,-1 1 0,1-1 0,0 0 0,0 0 0,0 1 0,0-1 0,0 0 0,0 1 0,0-1 0,1 0 0,-1 0 0,1 1 0,0-1 0,0 0 0,0 0 0,0 0 0,0 0 0,0 0 0,0 0 0,3 2 0,1 2 0,0-1 0,1 0 0,0 0 0,0 0 0,0-1 0,1 0 0,-1 0 0,1 0 0,0-1 0,10 3 0,6 2 0,-1-2 0,27 3 0,-37-6 0,1-1 0,0-1 0,0-1 0,16 0 0,-25-1 0,0 1 0,-1-1 0,1 0 0,-1 0 0,1 0 0,-1 0 0,1-1 0,4-2 0,-6 2 0,0 1 0,-1 0 0,1-1 0,0 1 0,-1-1 0,1 0 0,-1 1 0,0-1 0,0 0 0,1 0 0,-1 0 0,-1 0 0,1 0 0,0 0 0,1-4 0,-1-1 6,0 0 0,0 0-1,0 0 1,-1-1 0,0 1-1,0 0 1,-1 0 0,0-1 0,0 1-1,-1 0 1,0 0 0,0 0-1,-1 0 1,0 1 0,0-1-1,0 1 1,-1-1 0,0 1 0,0 0-1,-8-7 1,5 5-112,0 1 0,-1 0 0,0 0 0,0 1 0,-1 0 0,0 0-1,0 1 1,0 0 0,-1 1 0,1 0 0,-1 1 0,0 0 0,-18-4 0,12 5-6720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2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0 182 24575,'1'-1'0,"-1"1"0,0 0 0,0 0 0,0 0 0,0 0 0,0-1 0,1 1 0,-1 0 0,0 0 0,0 0 0,0 0 0,1 0 0,-1 0 0,0-1 0,0 1 0,0 0 0,1 0 0,-1 0 0,0 0 0,0 0 0,0 0 0,1 0 0,-1 0 0,0 0 0,0 0 0,0 0 0,1 0 0,-1 0 0,0 0 0,0 0 0,1 0 0,-1 0 0,0 1 0,0-1 0,0 0 0,5 8 0,-2 13 0,-3-21 0,0 10 0,1 15 0,1-1 0,1 1 0,2 0 0,10 36 0,-13-73 0,0-10 0,-4 4 0,0-1 0,-1 1 0,-1 0 0,-1 0 0,0 0 0,-9-17 0,10 20 0,6 10 0,5 10 0,11 14 0,2-1 0,0 0 0,45 29 0,-56-42 0,1 1 0,0-1 0,0-1 0,1 0 0,-1 0 0,1-1 0,0 0 0,0-1 0,0 0 0,0-1 0,0 0 0,16-2 0,-25 1 0,1 0 0,-1-1 0,1 1 0,-1-1 0,1 0 0,-1 0 0,0 0 0,1 0 0,-1 0 0,0 0 0,0-1 0,0 1 0,0-1 0,0 1 0,0-1 0,0 0 0,0 0 0,-1 0 0,1 0 0,-1 0 0,1 0 0,-1 0 0,0 0 0,0-1 0,0 1 0,0 0 0,0-1 0,0 1 0,0-4 0,1-6 0,-1-2 0,0 1 0,0 0 0,-2-19 0,0 16 0,1 0 30,-1 0 0,-1 1 0,-7-27 0,7 34-195,-1-1 0,0 1 0,-1 0 0,1 0 0,-2 1 0,1-1 0,-1 1 0,-7-8 0,4 6-6661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3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74 24575,'-50'-18'0,"5"2"0,0 2 0,-60-11 0,101 25 0,0-1 0,1 1 0,-1 0 0,1 0 0,-1 0 0,0 1 0,1-1 0,-1 1 0,1 0 0,-1 0 0,1 0 0,0 0 0,-1 0 0,1 1 0,0 0 0,0 0 0,0-1 0,-5 6 0,5-4 0,0 0 0,0 1 0,0-1 0,0 1 0,1 0 0,0 0 0,0 0 0,0 0 0,0 0 0,1 1 0,-1-1 0,1 0 0,0 1 0,0 6 0,0-5 0,0-1 0,1 1 0,0-1 0,0 1 0,1 0 0,0-1 0,0 1 0,0-1 0,0 1 0,5 9 0,-3-9 0,1 0 0,-1-1 0,1 1 0,0-1 0,1 0 0,-1-1 0,1 1 0,0-1 0,6 5 0,-2-2 0,0-1 0,1 0 0,0 0 0,0-1 0,0 0 0,1-1 0,14 4 0,-22-7 0,1-1 0,-1 1 0,0-1 0,0 0 0,0 0 0,0 0 0,1 0 0,-1 0 0,0-1 0,0 1 0,0-1 0,0 0 0,4-1 0,-5 0 0,0 1 0,0-1 0,1 1 0,-1-1 0,-1 0 0,1 0 0,0 1 0,0-1 0,-1-1 0,1 1 0,-1 0 0,0 0 0,1 0 0,-1-1 0,0 1 0,0-1 0,-1 1 0,2-5 0,0-1 0,0-1 0,-1 0 0,0 1 0,-1-1 0,0 0 0,0 0 0,0 0 0,-1 1 0,-1-1 0,0 0 0,0 1 0,-3-10 0,5 19 0,2 8 0,0 1 0,7 13 0,-2-10 0,1-1 0,1 0 0,0 0 0,13 13 0,46 37 0,-45-47-1365,-14-11-5461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3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24575,'1'23'0,"1"1"0,1-1 0,1 0 0,1 0 0,0 0 0,2-1 0,10 23 0,53 120 0,-68-162-1365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4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 24575,'-23'13'0,"-35"23"0,53-32 0,1 0 0,-1 0 0,0 0 0,1 0 0,0 1 0,0 0 0,1 0 0,-6 8 0,8-11 0,0 0 0,0 1 0,1-1 0,-1 0 0,0 0 0,1 1 0,0-1 0,-1 0 0,1 1 0,0-1 0,0 1 0,0-1 0,1 0 0,-1 1 0,0-1 0,1 0 0,0 1 0,-1-1 0,1 0 0,0 0 0,0 0 0,0 0 0,1 0 0,-1 0 0,0 0 0,1 0 0,-1 0 0,1 0 0,0-1 0,0 1 0,-1-1 0,4 2 0,1 2 0,1-1 0,-1 0 0,1 0 0,1-1 0,-1 1 0,0-2 0,1 1 0,10 1 0,0 0 0,2 0 0,26 2 0,-41-5 0,1-1 0,0 0 0,-1-1 0,1 1 0,-1-1 0,1 0 0,-1 0 0,1-1 0,7-3 0,-11 4-124,0 0 0,0 0 0,0 0 0,0-1 0,0 1 0,-1 0-1,1-1 1,0 0 0,-1 1 0,2-4 0,3-5-6702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3 24575,'-2'-1'0,"0"1"0,0-1 0,0 1 0,1 0 0,-1-1 0,0 1 0,0 0 0,0 0 0,0 0 0,0 1 0,0-1 0,0 0 0,0 1 0,1-1 0,-1 1 0,0 0 0,0-1 0,0 1 0,1 0 0,-3 2 0,3-2 0,0 0 0,0 1 0,0-1 0,0 1 0,0-1 0,0 1 0,1-1 0,-1 1 0,1-1 0,-1 1 0,1-1 0,0 1 0,-1 0 0,1-1 0,0 1 0,0 0 0,0-1 0,0 1 0,1 0 0,-1-1 0,0 1 0,1-1 0,-1 1 0,2 2 0,2 7 0,1 1 0,0-1 0,1 0 0,0 0 0,13 17 0,-6-11 0,1-1 0,24 22 0,-26-28 0,0 0 0,0-1 0,0 0 0,23 10 0,-29-16 0,0-1 0,0 1 0,0-1 0,0 0 0,1-1 0,-1 0 0,1 0 0,-1 0 0,1-1 0,-1 1 0,1-2 0,-1 1 0,10-2 0,-13 1 0,0 0 0,1 0 0,-1-1 0,1 1 0,-1-1 0,0 1 0,0-1 0,0 0 0,0 0 0,0-1 0,-1 1 0,1-1 0,4-4 0,-4 2 0,0 1 0,0-1 0,-1 0 0,1 0 0,-1 0 0,0-1 0,0 1 0,1-7 0,-1 1 0,0-1 0,-1 1 0,-1-1 0,0 0 0,0 1 0,-1-1 0,-4-21 0,1 18 0,5 25 0,6 25 0,18 41 0,60 122 0,-66-156 0,21 55 0,-35-84 0,-1 0 0,-1 1 0,0-1 0,-1 1 0,1 20 0,-3-32 0,0-1 0,0 1 0,0 0 0,0-1 0,0 1 0,0 0 0,-1-1 0,1 1 0,-1 0 0,1-1 0,-1 1 0,0-1 0,1 1 0,-1-1 0,0 1 0,0-1 0,0 0 0,0 1 0,0-1 0,0 0 0,-1 0 0,1 0 0,0 0 0,-1 0 0,1 0 0,-1 0 0,1 0 0,-1 0 0,1-1 0,-1 1 0,1-1 0,-1 1 0,0-1 0,1 0 0,-1 1 0,0-1 0,1 0 0,-1 0 0,-1 0 0,-4-1 0,0 1 0,0-1 0,1 0 0,-1-1 0,0 0 0,1 0 0,0 0 0,-10-5 0,2-1 0,0 0 0,1-1 0,-1 0 0,2-1 0,-14-14 0,21 20 0,1 0 0,0-1 0,1 1 0,-1-1 0,1 0 0,0 0 0,0 0 0,0-1 0,1 1 0,0-1 0,0 1 0,0-1 0,1 0 0,0 1 0,0-1 0,0 0 0,1-9 0,0 12 7,0 0 0,1 0-1,0 1 1,-1-1 0,1 0-1,0 0 1,1 1-1,-1-1 1,0 0 0,1 1-1,-1-1 1,1 1 0,0 0-1,0-1 1,0 1 0,0 0-1,3-2 1,-1 1-156,0 0 1,0 1-1,1-1 1,-1 1-1,1 0 1,-1 0-1,1 1 1,0-1-1,7 0 1,4-1-6678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74 24575,'-34'-17'0,"-1"3"0,0 0 0,-58-12 0,89 25 0,1 0 0,0 1 0,0 0 0,0-1 0,-1 1 0,1 1 0,0-1 0,0 0 0,-1 1 0,1-1 0,0 1 0,0 0 0,0 0 0,0 0 0,-5 3 0,6-2 0,0 0 0,0-1 0,0 1 0,1 0 0,-1 0 0,0 0 0,1 1 0,-1-1 0,1 0 0,0 1 0,0-1 0,0 0 0,0 1 0,0-1 0,1 1 0,-1 0 0,1-1 0,-1 1 0,1 3 0,0 0 0,0 0 0,0 0 0,1 0 0,0 0 0,0 0 0,1 0 0,-1 0 0,1 0 0,3 6 0,5 7 0,14 23 0,-12-23 0,56 83 0,12 21 0,-70-106 0,-2 1 0,0 0 0,-1 0 0,-1 1 0,6 30 0,8 107 0,-20-152 0,1 1 0,-1-1 0,1 1 0,0-1 0,1 0 0,-1 0 0,1 1 0,0-1 0,0 0 0,0 0 0,0-1 0,1 1 0,-1 0 0,1-1 0,0 1 0,0-1 0,0 0 0,6 4 0,-4-4 0,1 0 0,0 0 0,0 0 0,-1-1 0,1 0 0,1 0 0,-1 0 0,0-1 0,0 0 0,1 0 0,-1-1 0,9 0 0,-7 0 0,8 0 0,0 0 0,0-2 0,28-5 0,-40 6 0,0 0 0,0 0 0,0-1 0,0 1 0,-1-1 0,1 0 0,0 0 0,-1-1 0,1 1 0,-1-1 0,0 1 0,0-1 0,0 0 0,0 0 0,-1-1 0,1 1 0,-1 0 0,0-1 0,4-7 0,-5 8-85,-1 1 0,1-1-1,-1 0 1,1 0 0,-1 0-1,0 0 1,0 0 0,0 0-1,-1 0 1,1 0 0,-1 0-1,1 0 1,-1 0 0,0 0-1,-3-5 1,-2-4-6741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7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24575,'0'6'0,"1"0"0,0 0 0,0 0 0,1-1 0,0 1 0,0 0 0,0-1 0,1 1 0,-1-1 0,1 1 0,1-1 0,-1 0 0,1 0 0,0-1 0,0 1 0,6 4 0,-2-2 0,0 0 0,0 0 0,1-1 0,0 0 0,0-1 0,1 0 0,0-1 0,15 6 0,-23-9 0,1 0 0,-1-1 0,0 1 0,0-1 0,1 0 0,-1 1 0,0-1 0,1 0 0,-1 0 0,0-1 0,0 1 0,1 0 0,-1-1 0,0 1 0,0-1 0,1 0 0,-1 0 0,0 0 0,0 0 0,0 0 0,0 0 0,0 0 0,0-1 0,-1 1 0,1-1 0,0 0 0,-1 1 0,1-1 0,-1 0 0,0 0 0,1 0 0,-1 0 0,0 0 0,0 0 0,0 0 0,0-3 0,4-8 0,-2 0 0,0 0 0,-1-1 0,2-25 0,-3 27 0,-1 11 0,0 0 0,0 0 0,0 0 0,0 0 0,0 0 0,1 0 0,-1 0 0,0 0 0,1 0 0,-1 1 0,0-1 0,1 0 0,-1 0 0,1 0 0,-1 0 0,1 1 0,-1-1 0,1 0 0,0 1 0,-1-1 0,1 0 0,0 1 0,0-1 0,0 1 0,-1-1 0,1 1 0,0-1 0,0 1 0,0 0 0,0-1 0,0 1 0,0 0 0,-1 0 0,1 0 0,0 0 0,0 0 0,0 0 0,0 0 0,0 0 0,0 0 0,0 0 0,0 0 0,1 1 0,5 1 0,1 0 0,-1 1 0,0 0 0,10 5 0,-5-2 0,33 17 0,85 60 0,-73-45 0,-39-28 120,-8-7-321,-10-3 177,0 0 0,0 0 1,1 0-1,-1 0 0,0 0 0,0 0 1,0 0-1,0 0 0,0 0 0,0 0 0,1 0 1,-1 0-1,0 0 0,0 0 0,0 0 1,0 0-1,0 0 0,0 0 0,0 0 0,0 0 1,0 0-1,1-1 0,-1 1 0,0 0 1,0 0-1,0 0 0,0 0 0,0 0 0,0 0 1,0 0-1,0 0 0,0-1 0,0 1 1,0 0-1,0 0 0,0 0 0,0 0 0,0 0 1,0 0-1,0-1 0,0 1 0,0 0 1,0 0-1,0 0 0,0 0 0,0 0 0,0 0 1,0 0-1,0-1 0,0 1 0,0 0 0,0 0 1,-1 0-1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38 24575,'-29'-8'0,"-13"-2"0,-1 1 0,4 1 0,6 6 0,7 4 0,4 3 0,7 2 0,6 0-8191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7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24575,'165'475'0,"-135"-370"-1365,-27-93-5461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8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24575,'-25'25'0,"9"-11"0,1 1 0,1 1 0,-21 30 0,23-30 0,-7 11 0,18-25 0,0-1 0,0 0 0,1 1 0,-1-1 0,0 1 0,1-1 0,0 1 0,-1-1 0,1 1 0,0 0 0,0-1 0,0 1 0,0-1 0,0 1 0,0-1 0,0 3 0,1-3 0,-1 0 0,1 0 0,0 0 0,-1 0 0,1 0 0,0-1 0,-1 1 0,1 0 0,0 0 0,0 0 0,0-1 0,0 1 0,-1-1 0,1 1 0,0 0 0,0-1 0,0 0 0,0 1 0,1-1 0,-1 0 0,1 1 0,27 3 0,-17-3 0,56 8 0,95 17 0,-133-20-119,19 5-504,66 5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8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24575,'34'-6'0,"104"-13"0,-123 19 0,0-1 0,0 2 0,-1 0 0,1 1 0,-1 0 0,1 1 0,18 7 0,-27-8 0,-1 0 0,0 0 0,1 1 0,-1 0 0,0 0 0,0 0 0,-1 0 0,1 1 0,-1 0 0,1 0 0,-1 0 0,0 1 0,-1-1 0,1 1 0,-1 0 0,0 0 0,0 0 0,0 0 0,-1 0 0,0 1 0,0-1 0,0 1 0,1 8 0,10 55 0,3 0 0,47 125 0,-42-147 0,19 49 0,-35-82 0,0 1 0,-1-1 0,-1 1 0,2 25 0,-5-36 8,0 1-1,0-1 1,-1 0-1,1 1 1,-1-1-1,0 0 1,0 0-1,0 1 1,-1-1-1,0 0 1,1 0-1,-1-1 1,-1 1-1,1 0 1,-6 6-1,4-5-142,0-1 0,-1 0 0,0 0 0,0-1 0,0 1 0,0-1 0,-1 0 0,1 0 0,-1-1 0,-8 3 0,-2 0-6691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8 24575,'-15'2'0,"-7"1"0,-2 1 0,0-2 0,2 0 0,2-1 0,3 0 0,0-1 0,0 0 0,-1 0 0,1 0 0,0-3 0,2 0 0,-1-3 0,2 0 0,2 1-8191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39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83 24575,'-27'-12'0,"-11"-7"0,-4 0 0,2 3 0,6 5 0,6 6 0,6 4 0,3 5 0,3 4 0,2 3 0,1 0 0,2-2-8191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1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1037 13 24575,'128'-13'0,"-170"14"0,-510 54 0,510-52 0,-263 10 0,154-4 0,116-6 0,-3 0 0,39-3 0,-1 0 0,0 0 0,0 0 0,0 0 0,0 0 0,0 0 0,0 0 0,0 0 0,0 0 0,1 0 0,-1 0 0,0 0 0,0 0 0,0 0 0,0 0 0,0 0 0,0 0 0,0 0 0,0 0 0,0 0 0,0 0 0,1 0 0,-1 1 0,0-1 0,0 0 0,0 0 0,0 0 0,0 0 0,0 0 0,0 0 0,0 0 0,0 0 0,0 0 0,0 1 0,0-1 0,0 0 0,0 0 0,0 0 0,0 0 0,0 0 0,0 0 0,0 0 0,0 1 0,0-1 0,0 0 0,0 0 0,0 0 0,0 0 0,0 0 0,0 0 0,0 0 0,0 0 0,0 0 0,0 1 0,-1-1 0,1 0 0,0 0 0,0 0 0,0 0 0,0 0 0,0 0 0,0 0 0,0 0 0,0 0 0,9 4 0,182 52 0,41 14 0,-177-51 0,52 20 0,-89-31 0,1 1 0,-2 0 0,26 18 0,-39-24 0,0 0 0,0 1 0,-1-1 0,1 0 0,-1 1 0,0 0 0,0 0 0,0 0 0,-1 0 0,5 9 0,-6-11 0,-1 1 0,1-1 0,-1 0 0,1 0 0,-1 1 0,0-1 0,0 0 0,0 1 0,0-1 0,0 0 0,0 1 0,-1-1 0,1 0 0,-1 0 0,0 0 0,0 1 0,0-1 0,0 0 0,0 0 0,0 0 0,0 0 0,0 0 0,-1-1 0,1 1 0,-3 2 0,-23 21 0,-1 0 0,-2-2 0,-35 21 0,30-21 0,1 2 0,-32 29 0,-16 40 0,10-11 0,62-73 0,-14 16 0,-2 0 0,-1-2 0,-1-1 0,-40 24 0,59-41 0,3-3 0,0 0 0,0 0 0,1 1 0,-1 0 0,1 0 0,0 1 0,-7 7 0,11-11 0,1-1 0,0 0 0,0 1 0,0-1 0,-1 0 0,1 1 0,0-1 0,0 1 0,0-1 0,0 0 0,0 1 0,0-1 0,0 1 0,-1-1 0,1 0 0,0 1 0,1-1 0,-1 1 0,0-1 0,0 0 0,0 1 0,0-1 0,0 1 0,0-1 0,0 0 0,1 1 0,-1-1 0,0 0 0,0 1 0,0-1 0,1 0 0,-1 1 0,0-1 0,0 0 0,1 1 0,-1-1 0,0 0 0,1 0 0,-1 0 0,0 1 0,1-1 0,-1 0 0,1 0 0,-1 0 0,0 0 0,1 1 0,-1-1 0,1 0 0,-1 0 0,0 0 0,1 0 0,0 0 0,25 3 0,-24-3 0,277-8 0,-87 0 0,213 17-214,-302-5-937,-65-3-5675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1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24575,'0'4'0,"-1"31"0,2 0 0,2 0 0,0 0 0,11 37 0,0-24 0,14 58 0,-24-86 0,-1 1 0,0-1 0,-1 27 0,-2-38 0,0-7 0,1 1 0,-1-1 0,0 1 0,0-1 0,0 1 0,0-1 0,-1 1 0,1-1 0,-1 1 0,0-1 0,-1 5 0,2-7 0,0 0 0,0 0 0,-1 0 0,1 0 0,0 1 0,0-1 0,0 0 0,0 0 0,0 0 0,0 0 0,-1 0 0,1 0 0,0 0 0,0 0 0,0 0 0,0 0 0,0 0 0,0 0 0,0 0 0,-1 0 0,1-1 0,0 1 0,0 0 0,0 0 0,0 0 0,0 0 0,0 0 0,0 0 0,-1 0 0,1 0 0,0 0 0,0 0 0,0 0 0,0 0 0,0-1 0,0 1 0,0 0 0,0 0 0,0 0 0,0 0 0,0 0 0,-4-9 0,1-8 0,2 8-151,1 1-1,0-1 0,0 1 0,1-1 1,0 1-1,0-1 0,1 1 1,4-12-1,-1 6-6674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2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 24575,'-18'14'0,"-4"2"0,2 2 0,0 0 0,-26 31 0,44-47 0,0 1 0,0-1 0,0 1 0,0 0 0,1 0 0,-1 0 0,1 0 0,0 0 0,0 0 0,0 0 0,0 0 0,0 7 0,1-8 0,1-1 0,-1 1 0,0 0 0,1 0 0,-1-1 0,1 1 0,-1-1 0,1 1 0,0 0 0,0-1 0,0 1 0,0-1 0,0 0 0,0 1 0,0-1 0,0 0 0,0 0 0,1 1 0,-1-1 0,0 0 0,1 0 0,-1 0 0,1-1 0,-1 1 0,4 1 0,13 5 0,0 0 0,0-2 0,1 0 0,0-1 0,23 2 0,-5-3 0,66-4 0,-97 1-124,0 0 0,0-1 0,0 0 0,0 0 0,0 0 0,0-1-1,0 1 1,0-2 0,-1 1 0,11-6 0,-7 0-6702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2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52 24575,'-25'-8'0,"-10"-2"0,-2 1 0,4 2 0,3 1 0,6 3 0,4 1 0,3 1 0,4-1 0,2-1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339 100 24575,'-30'-12'0,"-11"-7"0,-5 0 0,4 3 0,6 3 0,7 2 0,4 4 0,3 5 0,3 3 0,2 4 0,5 4 0,1-1 0,3 2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13 24575,'-6'2'0,"-10"4"0,-28 12 0,41-16 0,0-1 0,0 1 0,0 0 0,0 0 0,0 0 0,0 1 0,0-1 0,1 1 0,-1-1 0,1 1 0,0 0 0,0 0 0,0 0 0,-3 6 0,4-7 0,1 0 0,0 0 0,0 0 0,0 0 0,0 0 0,0 0 0,0 0 0,0 0 0,1 0 0,-1-1 0,1 1 0,-1 0 0,1 0 0,0 0 0,0 0 0,-1-1 0,1 1 0,1 0 0,-1-1 0,0 1 0,0-1 0,1 1 0,-1-1 0,0 0 0,1 1 0,-1-1 0,3 1 0,6 5 0,-1 0 0,2-1 0,12 6 0,-18-10 0,10 5 0,-1 0 0,1-2 0,0 0 0,18 4 0,-28-8 0,0 0 0,1 0 0,-1-1 0,1 1 0,-1-1 0,0 0 0,1-1 0,-1 1 0,1-1 0,-1 0 0,0-1 0,0 1 0,0-1 0,0 0 0,8-4 0,-10 4 5,0-1-1,0 1 1,-1-1 0,1 0-1,-1 0 1,1 0-1,-1 0 1,0 0 0,0 0-1,0 0 1,-1-1 0,1 1-1,-1-1 1,0 1-1,0-1 1,0 0 0,-1 1-1,1-1 1,-1 0-1,0 1 1,1-1 0,-2 0-1,1 0 1,0 1-1,-3-8 1,2 5-92,0 1-1,-1-1 1,0 1 0,0-1-1,0 1 1,-1 0 0,0 0-1,0 0 1,0 1-1,-1-1 1,1 1 0,-1-1-1,0 1 1,0 0 0,-1 1-1,-5-5 1,-2 2-6739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4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55 145 24575,'-1'-1'0,"0"2"0,0-1 0,0 0 0,0 0 0,0 0 0,0 0 0,0 1 0,0-1 0,0 0 0,0 1 0,1-1 0,-1 1 0,0-1 0,0 1 0,0-1 0,0 1 0,1 0 0,-1-1 0,0 1 0,1 0 0,-2 1 0,1 0 0,0 0 0,0 0 0,0 0 0,0 0 0,1 0 0,-1 1 0,0-1 0,1 0 0,-1 3 0,1 3 0,0-1 0,0 1 0,1-1 0,2 14 0,3 6 0,12 34 0,-13-49 0,0 0 0,1-1 0,0 1 0,16 20 0,-20-28 0,3 2 0,-1-1 0,1 1 0,0-1 0,6 5 0,-10-15 0,-4-4 0,-56-128 0,43 99 0,2 0 0,1-1 0,-12-72 0,24 108 0,1 1 0,0-1 0,-1 0 0,1 1 0,0-1 0,1 0 0,-1 1 0,1-4 0,-1 5 0,0 1 0,0 0 0,0 0 0,0-1 0,1 1 0,-1 0 0,0 0 0,0-1 0,0 1 0,0 0 0,1 0 0,-1-1 0,0 1 0,0 0 0,0 0 0,1 0 0,-1-1 0,0 1 0,0 0 0,1 0 0,-1 0 0,0 0 0,1 0 0,-1-1 0,0 1 0,0 0 0,1 0 0,0 0 0,-1 0 0,1 1 0,0-1 0,0 0 0,0 1 0,0-1 0,0 1 0,0-1 0,-1 1 0,1-1 0,0 1 0,0 0 0,-1-1 0,1 1 0,1 1 0,13 14 0,13 14 0,1-1 0,33 24 0,-40-38 0,38 22 0,-48-31 0,0 0 0,0-1 0,1-1 0,-1 0 0,19 3 0,-29-6 0,0-1 0,0 1 0,0-1 0,0 0 0,0 0 0,0 0 0,0 0 0,0-1 0,0 1 0,0-1 0,0 1 0,0-1 0,0 1 0,0-1 0,-1 0 0,1 0 0,0 0 0,0 0 0,-1 0 0,4-3 0,-3 2 0,-1-1 0,1 1 0,0-1 0,-1 1 0,0-1 0,1 0 0,-1 0 0,0 0 0,-1 1 0,1-1 0,0 0 0,-1 0 0,1-5 0,-3-119 0,-1 69 0,3 58 0,0 0 0,0 0 0,0 0 0,0 0 0,0-1 0,0 1 0,0 0 0,-1 0 0,1 0 0,0 0 0,0 0 0,0 0 0,0 0 0,0 0 0,0-1 0,0 1 0,0 0 0,0 0 0,0 0 0,0 0 0,0 0 0,0 0 0,0 0 0,1 0 0,-1-1 0,0 1 0,0 0 0,0 0 0,0 0 0,0 0 0,0 0 0,0 0 0,0 0 0,0 0 0,0 0 0,0 0 0,0-1 0,0 1 0,1 0 0,-1 0 0,0 0 0,0 0 0,0 0 0,0 0 0,0 0 0,0 0 0,0 0 0,0 0 0,1 0 0,-1 0 0,0 0 0,0 0 0,0 0 0,0 0 0,0 0 0,0 0 0,0 0 0,0 0 0,1 0 0,-1 0 0,0 0 0,0 0 0,0 0 0,8 9 0,10 19 0,-16-25 0,97 170 0,-38-64 0,-49-82-1365,-9-16-5461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6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39 24575,'-3'-5'0,"-11"-16"0,14 20 0,-1 0 0,0 0 0,0 0 0,1 0 0,-1 0 0,0 1 0,0-1 0,0 0 0,0 0 0,0 1 0,0-1 0,0 1 0,-1-1 0,1 1 0,-2-1 0,3 1 0,-1 0 0,1 0 0,-1 0 0,1 1 0,-1-1 0,1 0 0,-1 1 0,1-1 0,-1 0 0,1 1 0,-1-1 0,1 0 0,-1 1 0,1-1 0,0 1 0,-1-1 0,1 1 0,0-1 0,0 1 0,-1-1 0,1 1 0,0-1 0,0 1 0,0-1 0,-1 1 0,1-1 0,0 1 0,0 0 0,0-1 0,0 1 0,0 0 0,-1 24 0,1-22 0,1 46 0,1 0 0,3 0 0,3-1 0,1 0 0,21 66 0,-25-101 0,-1 1 0,-1 1 0,0-1 0,0 0 0,-1 28 0,-1-49 0,0 0 0,0 0 0,0 0 0,1 0 0,0 0 0,1 0 0,-1 0 0,1 1 0,1-1 0,-1 1 0,7-9 0,-7 11 0,1-1 0,-1 1 0,1 0 0,0 1 0,0-1 0,1 1 0,-1 0 0,1 0 0,-1 0 0,1 0 0,0 1 0,0 0 0,0 0 0,1 0 0,-1 1 0,11-2 0,-5 2 0,0 0 0,0 2 0,0-1 0,0 1 0,0 1 0,-1 0 0,1 0 0,0 1 0,12 6 0,-17-7 0,0 1 0,0-1 0,0 1 0,-1 1 0,0-1 0,0 1 0,0 0 0,0 0 0,0 0 0,-1 1 0,0 0 0,0 0 0,0 0 0,0 0 0,-1 1 0,0-1 0,3 9 0,-5-12 0,0 1 0,0 0 0,-1-1 0,1 1 0,-1-1 0,0 1 0,0 0 0,0-1 0,0 1 0,0 0 0,-1-1 0,1 1 0,-1 0 0,1-1 0,-1 1 0,-2 3 0,1-2 0,-1 0 0,1 0 0,-1-1 0,0 1 0,0-1 0,0 0 0,0 0 0,-1 0 0,-4 3 0,-3 1 0,0 0 0,-1-1 0,0-1 0,0 0 0,-23 6 0,19-6 0,0-1 0,-1 0 0,0-1 0,1-1 0,-30-1 0,44-1 7,0 0 0,0 0 0,1-1 0,-1 1 0,0-1 1,1 1-1,-1-1 0,0 0 0,1 0 0,-1 1 0,1-1 0,-1 0 0,1 0 0,-1-1 0,1 1 0,-2-2 0,0 0-255,1-1 1,-1 0-1,1 0 1,0 0-1,-2-4 1,-1-5-6579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6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24575,'-3'3'0,"-1"-1"0,1 1 0,0 1 0,-1-1 0,1 0 0,1 1 0,-1-1 0,0 1 0,1 0 0,0 0 0,0 0 0,0 0 0,1 0 0,-1 1 0,1-1 0,0 0 0,0 1 0,0-1 0,1 1 0,-1-1 0,1 1 0,0-1 0,2 9 0,1 7 0,1 1 0,1-1 0,14 37 0,-12-35 0,15 41 0,-3 1 0,14 87 0,-27-110-1365,-3-32-5461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6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0 24575,'-11'9'0,"-1"0"0,1 0 0,0 0 0,0 1 0,1 1 0,-17 22 0,26-31 0,0 0 0,0 0 0,0 0 0,0 0 0,0 0 0,0 0 0,1 1 0,-1-1 0,0 0 0,1 0 0,0 1 0,0-1 0,0 0 0,0 1 0,0-1 0,0 0 0,0 1 0,2 2 0,-1-2 0,0-1 0,0 1 0,1-1 0,-1 0 0,1 1 0,-1-1 0,1 0 0,0 0 0,0 0 0,0 0 0,0 0 0,1 0 0,2 1 0,4 2 0,0 0 0,0-1 0,0 0 0,1-1 0,0 0 0,0 0 0,12 1 0,165 15 0,-184-19-97,0 0-1,0 0 1,0 0-1,1 0 1,-1 0-1,0-1 1,0 1-1,0-1 1,0 0-1,0 0 1,0 0-1,0-1 0,5-2 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24575,'19'1'0,"-1"1"0,1 1 0,-1 0 0,0 1 0,0 1 0,29 12 0,99 55 0,-129-63 0,15 8 0,-7-2 0,1-2 0,0 0 0,39 11 0,-37-19-1365,-16-4-5461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8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 24575,'-24'27'0,"1"1"0,2 1 0,1 1 0,1 0 0,-19 46 0,36-72-65,-4 10 162,-11 19-1,15-29-245,0 0 0,-1-1-1,0 1 1,1-1 0,-1 0-1,-1 0 1,1 0 0,0 0-1,-7 4 1,0-2-6677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49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18 24575,'7'-14'0,"-3"10"0,-2 12 0,-3 8 0,0 0 0,-7 27 0,5-25 0,-28 113 0,19-89 0,2 1 0,2 0 0,-4 62 0,12-87 0,-1 10 0,4 37 0,-2-56 0,0 0 0,1 0 0,0 0 0,1 0 0,0 0 0,0-1 0,1 1 0,5 8 0,2-1 0,2 1 0,-1-2 0,2 0 0,0 0 0,1-1 0,0-1 0,1 0 0,1-2 0,0 0 0,0 0 0,37 15 0,-22-16-1365,-19-7-5461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95 24575,'0'-5'0,"0"-4"0,0 0 0,-1 0 0,0 0 0,0 0 0,-3-9 0,4 16 0,-1 1 0,1 0 0,0-1 0,-1 1 0,0 0 0,1-1 0,-1 1 0,0 0 0,0 0 0,1 0 0,-1 0 0,0 0 0,0 0 0,0 0 0,0 0 0,-1 0 0,1 0 0,0 0 0,0 0 0,0 1 0,-1-1 0,1 1 0,0-1 0,-1 1 0,1-1 0,-1 1 0,1 0 0,0 0 0,-1-1 0,1 1 0,-1 0 0,1 0 0,0 1 0,-1-1 0,1 0 0,-1 0 0,1 1 0,0-1 0,-1 1 0,-1 0 0,-1 0 0,-1 1 0,1 0 0,-1 0 0,1 0 0,0 0 0,-1 1 0,1-1 0,0 1 0,1 0 0,-1 1 0,0-1 0,1 1 0,0-1 0,0 1 0,0 0 0,0 0 0,1 0 0,0 1 0,-1-1 0,1 0 0,-2 8 0,-2 26 0,2-1 0,1 1 0,1 0 0,5 39 0,-1-57 0,0-1 0,2 1 0,0-1 0,9 20 0,32 75 0,-3-11 0,-32-76 0,-1 0 0,-1 1 0,-2 0 0,-1 1 0,-1 0 0,1 35 0,-5-62 0,-1-1 0,1 1 0,0-1 0,0 1 0,0-1 0,1 1 0,-1-1 0,0 1 0,0-1 0,1 0 0,-1 1 0,1-1 0,-1 1 0,1-1 0,0 0 0,-1 0 0,1 1 0,0-1 0,2 2 0,-1-2 0,0 0 0,-1-1 0,1 1 0,0 0 0,0-1 0,0 0 0,0 1 0,0-1 0,0 0 0,0 0 0,1 0 0,-1 0 0,0 0 0,2-1 0,24-4 0,43-11 0,-24 4 0,-45 12-37,9-2-295,-1-1 0,1 0 0,11-5 0,-13 3-6494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2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24575,'3'96'0,"-1"-82"0,0 0 0,1-1 0,0 1 0,10 24 0,-7-23 0,8 19 0,-12-31 0,-1-1 0,1 1 0,-1-1 0,1 0 0,0 0 0,0 1 0,-1-1 0,2-1 0,-1 1 0,3 2 0,-4-3 0,0-1 0,0 0 0,0 1 0,0-1 0,0 0 0,0 0 0,1 0 0,-1 1 0,0-1 0,0 0 0,0 0 0,0-1 0,0 1 0,0 0 0,1 0 0,-1-1 0,0 1 0,0 0 0,0-1 0,0 1 0,0-1 0,0 1 0,0-1 0,0 0 0,0 1 0,-1-1 0,1 0 0,0 0 0,0 1 0,0-1 0,-1 0 0,1 0 0,-1 0 0,2-2 0,3-4 0,-1-1 0,0 1 0,4-12 0,-5 13 0,4-13 0,0 0 0,-1-1 0,5-26 0,-11 45 0,0 0 0,0-1 0,0 1 0,1 0 0,-1-1 0,0 1 0,1 0 0,-1 0 0,1 0 0,0-1 0,-1 1 0,1 0 0,0 0 0,0 0 0,0 0 0,-1 0 0,1 0 0,0 0 0,0 1 0,0-1 0,2-1 0,-2 2 0,1-1 0,-1 1 0,1 0 0,-1 0 0,0 0 0,1 0 0,-1 0 0,0 0 0,1 0 0,-1 1 0,1-1 0,-1 0 0,0 1 0,1-1 0,-1 1 0,2 0 0,6 5 0,-1-1 0,1 1 0,-1 0 0,9 11 0,-11-12 0,215 191-1365,-208-183-5461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2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402 12 24575,'-10'0'0,"-5"0"0,-3 0 0,-1 0 0,0 0 0,2 0 0,0 0 0,-1 0 0,-3 0 0,-2 0 0,-3 0 0,-4 0 0,-4 0 0,-1-3 0,-3 0 0,4 0 0,6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3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24575,'2'49'0,"2"0"0,2 0 0,21 84 0,59 138 0,-80-256-1365,-1-3-5461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0 24575,'-6'11'0,"1"1"0,1-1 0,0 1 0,0-1 0,-3 25 0,6-31 0,1-1 0,-1 1 0,1 0 0,1 0 0,-1-1 0,1 1 0,-1 0 0,1-1 0,1 1 0,-1-1 0,1 1 0,-1-1 0,1 0 0,1 0 0,-1 0 0,0 0 0,1 0 0,5 6 0,-6-8 0,1 0 0,-1 0 0,1 0 0,0 0 0,0 0 0,0 0 0,0-1 0,0 1 0,0-1 0,0 0 0,0 0 0,0 0 0,1-1 0,-1 1 0,0-1 0,1 1 0,-1-1 0,7-1 0,3-1 0,1 0 0,0-1 0,18-7 0,-19 6 0,0 0 0,16-2 0,14 4-1365,-31 3-5461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24575,'21'-10'0,"-1"0"0,1 2 0,40-11 0,-50 17 0,-1 0 0,1 1 0,0 0 0,-1 1 0,1 0 0,0 1 0,-1 0 0,1 1 0,-1 0 0,14 4 0,6 5 0,31 17 0,-37-16 0,-22-11 0,0 0 0,0 1 0,0-1 0,0 0 0,-1 1 0,1 0 0,-1-1 0,1 1 0,-1 0 0,1 0 0,-1 0 0,0 0 0,2 4 0,9 32 0,-7-22 0,3 8 0,8 27 0,28 60 0,54 130 0,-93-229 0,-1 1 0,-1 0 0,0 0 0,-1 0 0,1 15 0,-3-24 0,0 0 0,0 0 0,0 0 0,-1 0 0,1-1 0,-1 1 0,0 0 0,0 0 0,0-1 0,0 1 0,-1 0 0,0-1 0,0 0 0,0 1 0,0-1 0,0 0 0,0 0 0,-1 0 0,0 0 0,1 0 0,-7 4 0,-2-1-1,1-1 0,-2 0 0,1 0 0,-1-1 1,1 0-1,-20 2 0,-8 4-1358,23-5-5467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24575,'0'28'0,"2"0"0,1-1 0,1 0 0,1 0 0,1 0 0,2 0 0,0-1 0,23 45 0,-22-51 0,-5-12 0,0 0 0,0 0 0,0 0 0,1 0 0,1-1 0,-1 0 0,9 9 0,-17-23-1365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8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24575,'30'-11'0,"0"1"0,0 2 0,1 0 0,0 2 0,35-2 0,-48 7 0,0 1 0,0 1 0,0 0 0,0 2 0,0 0 0,0 1 0,-1 0 0,0 1 0,0 2 0,23 10 0,-20-6 0,-1 0 0,0 2 0,-1 0 0,0 0 0,19 22 0,-30-29 0,0 1 0,-1 0 0,-1 1 0,1-1 0,-1 1 0,0 0 0,-1 0 0,0 1 0,0-1 0,-1 1 0,0 0 0,0 0 0,-1 0 0,0 1 0,0 10 0,-2-13 0,-1 1 0,0-1 0,0 0 0,-1 1 0,0-1 0,0 0 0,-1 0 0,0 0 0,0-1 0,-1 1 0,1-1 0,-1 0 0,-1 0 0,1 0 0,-1 0 0,0-1 0,-9 8 0,-1 0 0,-2 0 0,0-1 0,0-1 0,-1 0 0,-20 7 0,10-5 0,-58 17 0,70-26 0,1 0 0,-1-2 0,0 0 0,0 0 0,-25-2 0,28-2-1365,3-1-5461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0 234 24575,'155'-106'0,"-141"98"0,33-24 0,-43 29 0,0-1 0,0 1 0,-1 0 0,1-1 0,-1 0 0,0 0 0,0 0 0,4-8 0,-6 11 0,-1 0 0,1 0 0,-1 0 0,1-1 0,-1 1 0,0 0 0,1 0 0,-1 0 0,0 0 0,0-1 0,0 1 0,0 0 0,0 0 0,0 0 0,0-1 0,-1 1 0,1 0 0,0 0 0,-1 0 0,1 0 0,0 0 0,-1 0 0,-1-2 0,1 1 0,0 1 0,-1 0 0,1-1 0,-1 1 0,0 0 0,1 0 0,-1 0 0,0 0 0,0 1 0,1-1 0,-1 0 0,0 1 0,-2-1 0,-5-1 0,-1 1 0,1 1 0,0-1 0,0 1 0,-10 2 0,15-2 0,0 1 0,0 0 0,1 0 0,-1 0 0,0 0 0,1 1 0,-1-1 0,1 1 0,-1 0 0,1 0 0,0 0 0,0 0 0,0 1 0,0-1 0,0 1 0,1 0 0,-1 0 0,-3 5 0,4-5 0,1 0 0,-1 0 0,1 0 0,0 0 0,0 0 0,0 1 0,0-1 0,1 0 0,0 0 0,-1 1 0,1-1 0,0 0 0,0 0 0,1 1 0,-1-1 0,1 0 0,0 0 0,-1 1 0,1-1 0,1 0 0,-1 0 0,3 4 0,1 2 0,1-1 0,0 0 0,0 0 0,1 0 0,0-1 0,12 10 0,-3-4 0,0-1 0,24 12 0,-31-19-85,1 0 0,0-1-1,0 0 1,1 0 0,-1-1-1,1-1 1,-1 0 0,1 0-1,0-1 1,0 0 0,0-1-1,0 0 1,0-1 0,-1 0-1,17-4 1,-15 1-6741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9:59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59 711 24575,'9'-1'0,"1"-1"0,-1-1 0,0 1 0,0-2 0,0 1 0,-1-1 0,1 0 0,9-7 0,-14 8 0,-1 1 0,1-1 0,-1 0 0,0 0 0,0 0 0,0-1 0,-1 1 0,1-1 0,-1 1 0,0-1 0,0 0 0,0 0 0,-1 0 0,1 0 0,-1 0 0,0 0 0,0 0 0,0 0 0,-1-1 0,1-5 0,-1-6 0,-2-1 0,1 1 0,-9-31 0,-19-47 0,20 65 0,-88-248 0,72 208 0,23 64 0,1 3 0,1-1 0,-1 1 0,0-1 0,0 1 0,0 0 0,-1-1 0,1 1 0,-4-4 0,5 6 0,0 0 0,0 0 0,0 0 0,-1 1 0,1-1 0,0 0 0,0 0 0,0 0 0,-1 0 0,1 0 0,0 0 0,0 0 0,0 1 0,0-1 0,-1 0 0,1 0 0,0 0 0,0 0 0,0 1 0,0-1 0,0 0 0,0 0 0,-1 0 0,1 1 0,0-1 0,0 0 0,0 0 0,0 0 0,0 1 0,0-1 0,0 0 0,0 0 0,0 1 0,0-1 0,0 0 0,0 0 0,0 0 0,0 1 0,0-1 0,0 12 0,1 28 0,2 0 0,11 56 0,-11-79 0,2 17 0,3 1 0,1-1 0,1 0 0,2-1 0,20 42 0,-25-61 0,1 0 0,1-1 0,0 0 0,0-1 0,2 1 0,-1-2 0,1 0 0,1 0 0,0-1 0,1 0 0,-1-1 0,2 0 0,-1-2 0,19 9 0,-21-11-195,0-1 0,1 0 0,-1-1 0,1 0 0,0-1 0,17 2 0,-17-4-6631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74 24575,'-41'-20'0,"14"7"0,-1 1 0,-44-14 0,70 26 0,1-1 0,0 1 0,-1-1 0,1 1 0,-1 0 0,1 0 0,0 0 0,-1 0 0,1 0 0,-1 0 0,1 0 0,0 0 0,-1 0 0,1 1 0,0-1 0,-1 1 0,1-1 0,0 1 0,-1-1 0,1 1 0,0 0 0,0-1 0,-2 3 0,2-2 0,0 1 0,0-1 0,0 1 0,0 0 0,1 0 0,-1-1 0,1 1 0,-1 0 0,1 0 0,0 0 0,-1 0 0,1-1 0,0 1 0,0 0 0,1 0 0,-1 3 0,2 5 0,0 0 0,0 0 0,1 0 0,1-1 0,-1 1 0,1-1 0,1 0 0,0 0 0,8 12 0,1-4 0,-1-1 0,2 0 0,23 20 0,-30-29 0,1-1 0,-1 0 0,1-1 0,1 1 0,-1-2 0,1 1 0,0-1 0,0-1 0,15 4 0,-19-6 0,0 0 0,0-1 0,0 1 0,0-1 0,0 0 0,0-1 0,0 0 0,7-1 0,-10 1 0,1 0 0,0-1 0,-1 1 0,1-1 0,-1 0 0,1 0 0,-1 0 0,0 0 0,0-1 0,0 1 0,0-1 0,0 0 0,3-3 0,-4 1 0,1 1 0,-1 0 0,0 0 0,-1-1 0,1 1 0,-1-1 0,1 0 0,-1 1 0,-1-1 0,1 0 0,-1 0 0,0 1 0,0-6 0,-1-9 0,-7-35 0,-4 7 0,19 54 0,-1 1 0,8 12 0,-4-6 0,0 0 0,0-1 0,1-1 0,1 1 0,0-2 0,1 1 0,0-2 0,1 0 0,0 0 0,0-2 0,1 0 0,0 0 0,1-1 0,0-1 0,0-1 0,0 0 0,30 4 0,-42-8 0,0-1 0,0 0 0,0 0 0,-1 0 0,1 0 0,0-1 0,0 0 0,-1 1 0,1-1 0,6-3 0,-8 2 0,1 1 0,-1 0 0,0-1 0,0 1 0,-1-1 0,1 1 0,0-1 0,0 0 0,-1 0 0,1 0 0,-1 0 0,0 0 0,1 0 0,-1 0 0,0-1 0,0 1 0,1-5 0,1-7 0,0 1 0,-1-1 0,0-1 0,-1 1 0,-1 0 0,0 0 0,-1 0 0,0 0 0,-1-1 0,-1 2 0,-5-19 0,6 26 0,-6-27 0,15 39 0,1 8 0,9 19 0,1-1 0,35 47 0,-52-78 0,0 0 0,0 0 0,-1 0 0,1 0 0,0 0 0,0 0 0,0 0 0,0 0 0,0-1 0,0 1 0,0 0 0,0-1 0,0 1 0,0-1 0,0 1 0,1-1 0,-1 0 0,0 1 0,0-1 0,0 0 0,1 0 0,1 0 0,-2 0 0,0-1 0,1 1 0,-1-1 0,0 0 0,0 1 0,0-1 0,0 0 0,0 0 0,0 0 0,0 0 0,0 0 0,0 0 0,0 0 0,0 0 0,-1 0 0,1 0 0,0 0 0,-1 0 0,1-1 0,0-1 0,4-11 0,5-24 0,-7 22 0,9-23 0,-10 35 0,0 0 0,0 0 0,0 0 0,0 0 0,1 0 0,-1 0 0,1 1 0,0-1 0,0 1 0,4-3 0,-6 5 0,0 0 0,0 0 0,0 1 0,1-1 0,-1 0 0,0 1 0,0-1 0,0 1 0,1-1 0,-1 1 0,0 0 0,1 0 0,-1-1 0,0 1 0,1 0 0,-1 0 0,0 0 0,1 0 0,-1 1 0,2-1 0,0 1 0,-1 0 0,0 0 0,1 0 0,-1 0 0,1 1 0,-1-1 0,0 1 0,0 0 0,3 2 0,2 4 0,0 0 0,-1 0 0,0 1 0,6 11 0,11 24 0,-3 1 0,21 64 0,15 99 0,-48-176 0,0-3 0,-2 0 0,-1 0 0,1 37 0,-6-65 0,0 1 0,0 0 0,0 0 0,0 0 0,0-1 0,0 1 0,-1 0 0,1 0 0,-1-1 0,1 1 0,-1 0 0,0-1 0,1 1 0,-1 0 0,0-1 0,0 1 0,0-1 0,0 0 0,-1 1 0,1-1 0,0 0 0,0 0 0,-1 1 0,1-1 0,-4 1 0,3-1 0,0 0 0,-1-1 0,1 1 0,-1-1 0,1 0 0,-1 0 0,1 0 0,0 0 0,-1 0 0,1 0 0,-1-1 0,1 1 0,-1-1 0,1 0 0,0 1 0,-1-1 0,1 0 0,-4-3 0,-4-2 0,-1-1 0,1-1 0,1 0 0,-1 0 0,1-1 0,1 0 0,0 0 0,-11-17 0,6 6 0,1 0 0,1-1 0,-14-36 0,21 47 15,1 1 0,0-1 0,1 0 0,0 0 0,1 1 0,0-1 0,0-14 0,1 21-66,0 0 0,1 0-1,-1 0 1,1 0 0,0 0 0,-1 1 0,1-1-1,0 0 1,1 0 0,-1 1 0,0-1 0,1 0-1,0 1 1,-1 0 0,1-1 0,0 1-1,0 0 1,1 0 0,-1 0 0,0 0 0,1 0-1,-1 1 1,1-1 0,-1 1 0,1-1 0,0 1-1,-1 0 1,5-1 0,6-1-6775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202 194 24575,'21'130'0,"-17"-113"0,1 0 0,1-1 0,1 1 0,0-1 0,14 23 0,22 23 0,-37-54 0,0-1 0,0 0 0,1-1 0,0 1 0,15 9 0,-22-16 0,0 1 0,0-1 0,1 0 0,-1 0 0,0 1 0,1-1 0,-1 0 0,0 0 0,0 0 0,1 1 0,-1-1 0,0 0 0,1 0 0,-1 0 0,1 0 0,-1 0 0,0 0 0,1 0 0,-1 0 0,0 0 0,1 0 0,-1 0 0,1 0 0,-1 0 0,0 0 0,1 0 0,-1 0 0,0 0 0,1 0 0,-1 0 0,0-1 0,1 1 0,-1 0 0,1 0 0,-1-1 0,0 0 0,1 0 0,-1 0 0,0 0 0,0 0 0,0 0 0,0 0 0,0 0 0,0 0 0,0 0 0,0 1 0,-1-1 0,1-1 0,-13-31 0,-10-7 0,-2 1 0,-37-44 0,35 47 0,0 0 0,-33-62 0,48 75 0,2-1 0,0 0 0,1-1 0,-5-25 0,14 49 0,-1-1 0,1 1 0,0 0 0,0 0 0,-1 0 0,1 0 0,0 0 0,0 0 0,1-1 0,-1 1 0,0 0 0,0 0 0,0 0 0,1 0 0,-1 0 0,0 0 0,1 0 0,-1 0 0,1 0 0,0 0 0,-1 0 0,1 0 0,0 0 0,-1 0 0,1 0 0,0 0 0,0 1 0,0-1 0,0 0 0,0 1 0,0-1 0,0 1 0,0-1 0,0 1 0,0-1 0,0 1 0,0 0 0,0-1 0,0 1 0,0 0 0,0 0 0,1 0 0,-1 0 0,2 0 0,4 0 0,-1 1 0,1-1 0,0 1 0,-1 1 0,1 0 0,8 3 0,10 5 0,-2 2 0,1 0 0,-2 2 0,0 0 0,-1 2 0,33 29 0,-49-40 0,-1 0 0,1-1 0,-1 1 0,0 1 0,-1-1 0,1 1 0,3 8 0,-6-12 0,-1-1 0,1 1 0,-1-1 0,1 1 0,-1 0 0,0-1 0,1 1 0,-1-1 0,0 1 0,0 0 0,0-1 0,0 1 0,-1 0 0,1-1 0,0 1 0,-1-1 0,1 1 0,-1 0 0,1-1 0,-1 1 0,0-1 0,0 0 0,0 1 0,0-1 0,0 1 0,0-1 0,0 0 0,0 0 0,0 0 0,0 0 0,-1 0 0,1 0 0,0 0 0,-3 1 0,-2 1 0,0 0 0,0-1 0,-1 0 0,1 0 0,-1 0 0,0 0 0,-12 0 0,-52-1 0,46-2 0,-20 1-455,-1-3 0,-65-12 0,92 10-6371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2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44 266 24575,'0'0'0,"1"0"0,-1 0 0,0 0 0,0 1 0,1-1 0,-1 0 0,0 0 0,0 0 0,1 0 0,-1 1 0,0-1 0,1 0 0,-1 0 0,0 0 0,1 0 0,-1 0 0,0 0 0,0 0 0,1 0 0,-1 0 0,0 0 0,1 0 0,-1 0 0,0 0 0,1 0 0,-1 0 0,1-1 0,-4-7 0,-1 0 0,-6-18 0,1 0 0,2 0 0,1-1 0,1 0 0,-4-53 0,9 77 12,0 0 0,0 0 0,1 0 0,-1 0 0,0 0 0,1 0 0,0 1 0,0-1 0,1-3 0,-2 5-20,0 1 0,1 0 0,-1-1 0,0 1 0,0-1 0,1 1 0,-1 0 0,0-1 0,1 1 0,-1 0 0,0 0 0,1-1-1,-1 1 1,0 0 0,1 0 0,-1 0 0,1-1 0,-1 1 0,0 0 0,1 0 0,-1 0 0,1 0 0,-1 0 0,1 0 0,0 0-78,0 0 1,1 1-1,-1-1 1,0 0-1,0 1 0,0-1 1,0 1-1,-1-1 1,1 1-1,0 0 0,0 0 1,0-1-1,0 1 1,1 1-1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291 125 24575,'-101'-59'0,"84"51"0,0 0 0,0 1 0,0 1 0,-24-5 0,39 11 0,-1-1 0,1 1 0,-1 0 0,0 0 0,1 0 0,-1 0 0,1 0 0,-1 0 0,1 1 0,-1-1 0,1 1 0,-1 0 0,1-1 0,0 1 0,-1 1 0,1-1 0,0 0 0,0 0 0,-3 3 0,2-1 0,1-1 0,-1 1 0,1 0 0,0 0 0,0 0 0,0 0 0,0 1 0,1-1 0,-1 0 0,1 1 0,0-1 0,-1 6 0,0-3 0,1 0 0,0 0 0,1 0 0,0 0 0,0 0 0,0 0 0,0 0 0,1 0 0,0 0 0,1 0 0,-1 0 0,1 0 0,0-1 0,0 1 0,1 0 0,4 6 0,-1-5 0,0 0 0,1-1 0,-1 0 0,1 0 0,1-1 0,-1 1 0,1-2 0,0 1 0,0-1 0,0 0 0,18 5 0,-20-8 0,0 1 0,0-1 0,0 0 0,0-1 0,1 1 0,-1-1 0,0 0 0,7-2 0,-9 2 0,0-1 0,0 0 0,0-1 0,0 1 0,0-1 0,0 1 0,0-1 0,-1-1 0,1 1 0,-1 0 0,0-1 0,6-5 0,-6 5 0,-1 0 0,0 0 0,0-1 0,0 1 0,0 0 0,0-1 0,-1 0 0,1 1 0,-1-1 0,0 0 0,0 0 0,-1 1 0,1-1 0,-1 0 0,0 0 0,0 0 0,0 0 0,-1 0 0,0-4 0,0 0 0,-1 0 0,0 0 0,-1 0 0,0 0 0,0 0 0,-1 1 0,0 0 0,-4-8 0,1 7-151,1 0-1,-1 1 0,0-1 0,0 1 1,-1 1-1,0 0 0,0 0 1,-17-9-1,5 5-6674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3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66 172 24575,'1'40'0,"10"80"0,-6-97 0,0 0 0,1-1 0,1 0 0,20 40 0,-19-43 0,-5-13 0,-1 0 0,1 0 0,1-1 0,4 8 0,-10-30 0,-9-7 0,-22-36 0,-7-17 0,39 76 0,-49-133 0,45 118 0,1 0 0,1 0 0,0 0 0,1-1 0,1 1 0,1-27 0,0 40 0,1-1 0,-1 0 0,1 0 0,0 0 0,0 1 0,0-1 0,0 0 0,1 1 0,-1-1 0,1 1 0,0-1 0,0 1 0,0 0 0,1 0 0,-1 0 0,1 0 0,0 0 0,-1 1 0,1-1 0,0 1 0,1 0 0,-1 0 0,0 0 0,1 0 0,-1 0 0,1 1 0,-1 0 0,1 0 0,0 0 0,0 0 0,-1 0 0,1 1 0,0-1 0,0 1 0,0 0 0,4 1 0,7 1 0,1 0 0,-1 2 0,0 0 0,0 0 0,0 2 0,-1-1 0,16 10 0,-6-1 0,0 0 0,-1 2 0,24 21 0,-37-30 0,-1 2 0,-1-1 0,0 1 0,0 0 0,11 18 0,-17-25 0,-1 0 0,0 0 0,0 1 0,0-1 0,0 0 0,0 0 0,0 0 0,-1 1 0,1-1 0,-1 0 0,1 1 0,-1-1 0,0 1 0,0-1 0,0 0 0,-1 1 0,1-1 0,0 0 0,-1 1 0,1-1 0,-1 0 0,0 1 0,0-1 0,0 0 0,0 0 0,0 0 0,-1 0 0,1 0 0,0 0 0,-1 0 0,0 0 0,1-1 0,-1 1 0,0-1 0,-3 3 0,-2 0-170,0 0-1,0 0 0,0-1 1,0-1-1,-1 1 0,1-1 1,-13 2-1,-4 0-6655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4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2 391 24575,'36'-9'0,"-20"6"0,0-1 0,0-1 0,0 0 0,0-1 0,-1-1 0,17-10 0,-30 15 0,1 0 0,-1 1 0,0-1 0,0 0 0,0-1 0,0 1 0,0 0 0,0-1 0,0 1 0,-1-1 0,1 1 0,-1-1 0,0 0 0,0 1 0,0-1 0,1-5 0,-2 3 0,1 1 0,-1-1 0,0 0 0,0 0 0,-1 0 0,1 0 0,-1 1 0,0-1 0,-3-6 0,-2-4 0,-1 0 0,0 1 0,-1 0 0,0 1 0,-12-15 0,19 27 0,-9-13 0,-18-17 0,25 27 0,0 1 0,-1 0 0,1 0 0,-1 1 0,0-1 0,0 1 0,0 0 0,0 0 0,0 0 0,-8-2 0,11 3 0,-1 1 0,1 0 0,0 0 0,0 0 0,0 0 0,-1 0 0,1 0 0,0 0 0,0 0 0,-1 0 0,1 1 0,0-1 0,0 0 0,0 1 0,0-1 0,0 1 0,-1-1 0,1 1 0,0 0 0,0-1 0,0 1 0,-1 1 0,0 0 0,1 0 0,0 0 0,-1 0 0,1 1 0,0-1 0,0 0 0,0 0 0,0 1 0,0-1 0,0 4 0,0 3 0,0-1 0,0 1 0,1-1 0,0 1 0,2 13 0,0-12 0,1 1 0,0-1 0,0 0 0,1 0 0,1 0 0,0 0 0,0 0 0,1-1 0,0 0 0,0-1 0,1 1 0,0-1 0,1 0 0,0-1 0,0 0 0,0 0 0,1-1 0,0 0 0,0 0 0,1-1 0,0 0 0,-1-1 0,2 0 0,-1-1 0,0 0 0,1 0 0,-1-1 0,20 1 0,10-2 0,-1-1 0,0-3 0,1-1 0,46-10 0,-58 9 0,-19 3 0,0 1 0,0-1 0,0 0 0,-1-1 0,1 0 0,9-5 0,-17 8 0,0-1 0,0 1 0,0-1 0,-1 0 0,1 1 0,0-1 0,-1 0 0,1 0 0,0 1 0,-1-1 0,1 0 0,-1 0 0,0 0 0,1 0 0,-1 0 0,0 0 0,1 0 0,-1 0 0,0 0 0,0 0 0,0 0 0,0 0 0,0 0 0,0 0 0,0 0 0,0 0 0,0 1 0,0-1 0,-1 0 0,1 0 0,0 0 0,-1 0 0,1 0 0,-1-2 0,-3-3 0,0 0 0,0 0 0,-8-11 0,5 8 0,-68-88 0,71 91 0,1 0 0,-1-1 0,1 1 0,0-1 0,0 1 0,1-1 0,0 0 0,0 0 0,-1-10 0,3 14 0,0 1 0,0-1 0,0 1 0,0-1 0,1 1 0,-1-1 0,0 1 0,1-1 0,0 1 0,0-1 0,-1 1 0,1 0 0,1-1 0,-1 1 0,0 0 0,1 0 0,-1 0 0,1 0 0,-1 0 0,1 0 0,0 1 0,0-1 0,0 0 0,0 1 0,0 0 0,0-1 0,0 1 0,0 0 0,1 0 0,1-1 0,-1 1-114,0 0 1,0 0-1,0 1 0,0-1 0,1 0 1,-1 1-1,0 0 0,0 0 0,0 0 1,0 0-1,4 1 0,3 2-6712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4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24575,'1'-1'0,"0"1"0,0-1 0,1 1 0,-1 0 0,0 0 0,0 0 0,0-1 0,0 1 0,1 0 0,-1 0 0,0 1 0,0-1 0,0 0 0,0 0 0,1 0 0,-1 1 0,0-1 0,0 1 0,0-1 0,0 1 0,0-1 0,0 1 0,0 0 0,0-1 0,0 1 0,0 0 0,-1 0 0,2 1 0,3 3 0,-1 0 0,0 0 0,6 11 0,-10-16 0,27 51 0,-3 2 0,20 58 0,-38-93 0,3 5 0,19 49 0,35 145 0,-60-197-1365,-1-4-5461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5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38 24575,'-24'-7'0,"-11"-3"0,-2 0 0,0 3 0,5 4 0,5 3 0,4 4 0,4 3 0,3 1 0,4-1-8191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5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24575,'37'36'0,"53"40"0,-70-61 0,0-2 0,1 0 0,0-1 0,44 16 0,-61-26 0,0-1 0,0 0 0,0 0 0,1 0 0,-1 0 0,0-1 0,1 0 0,4 0 0,-8 0 0,1 0 0,-1 0 0,1-1 0,-1 1 0,0 0 0,0-1 0,1 1 0,-1-1 0,0 0 0,0 1 0,1-1 0,-1 0 0,0 0 0,0 0 0,0 0 0,0 0 0,0 0 0,0 0 0,-1 0 0,1 0 0,0 0 0,0 0 0,-1-1 0,1 1 0,-1 0 0,1-1 0,-1 1 0,1 0 0,-1-2 0,2-7 0,-1 0 0,0 1 0,-1-1 0,0 0 0,-1 1 0,0-1 0,0 1 0,-3-11 0,-3-2 0,0 0 0,-13-26 0,20 47 0,-1 0 0,1 0 0,-1 0 0,1 0 0,-1 0 0,0 0 0,1 0 0,-1 0 0,0 0 0,0 0 0,0 0 0,0 0 0,-2-1 0,3 2 0,0 0 0,0 0 0,0 0 0,-1 0 0,1 0 0,0 0 0,0 0 0,0 0 0,-1 0 0,1 0 0,0 0 0,0 0 0,0 0 0,-1 0 0,1 0 0,0 0 0,0 0 0,0 0 0,0 0 0,-1 0 0,1 1 0,0-1 0,0 0 0,0 0 0,0 0 0,0 0 0,-1 0 0,1 1 0,0-1 0,0 0 0,-3 12 0,2 22 0,1 0 0,2-1 0,2 1 0,7 32 0,-8-51 0,27 117 0,-18-88 0,-2 0 0,6 54 0,-16-94 0,0-1 0,0 1 0,0-1 0,0 1 0,-1 0 0,1-1 0,-2 5 0,2-8 0,-1 1 0,1 0 0,0 0 0,-1 0 0,1-1 0,-1 1 0,1 0 0,-1 0 0,1-1 0,-1 1 0,0 0 0,1-1 0,-1 1 0,0-1 0,1 1 0,-1-1 0,0 1 0,0-1 0,1 1 0,-1-1 0,0 0 0,0 1 0,0-1 0,0 0 0,0 0 0,1 0 0,-1 0 0,0 0 0,0 0 0,0 0 0,0 0 0,0 0 0,0 0 0,-1-1 0,-6-1 0,0 0 0,0-1 0,1 0 0,-1 0 0,1-1 0,0 0 0,-1 0 0,2-1 0,-1 0 0,-9-9 0,2 0 0,0-1 0,1 0 0,-14-22 0,23 32 0,1 0 0,0 0 0,0 0 0,1 0 0,-1-1 0,1 1 0,1-1 0,-2-5 0,2 8 0,1 1 0,0 0 0,0-1 0,0 1 0,0 0 0,0-1 0,1 1 0,-1 0 0,1 0 0,0-1 0,-1 1 0,1 0 0,0 0 0,0 0 0,0 0 0,1 0 0,-1 0 0,0 0 0,1 0 0,-1 0 0,1 1 0,0-1 0,2-1 0,2-1 12,0-1 0,0 1 0,1 1 0,0-1 0,0 1 0,0 1 0,0-1 0,0 1 0,12-2 0,3 1-755,42-1 1,-45 4-6084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6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190 116 24575,'-20'-7'0,"-50"-17"0,63 23 0,0-1 0,0 1 0,0 0 0,0 1 0,0-1 0,0 2 0,-14 1 0,20-2 0,-1 0 0,1 0 0,0 1 0,-1-1 0,1 0 0,-1 1 0,1 0 0,0-1 0,0 1 0,-1 0 0,1-1 0,0 1 0,0 0 0,0 0 0,0 0 0,0 0 0,0 0 0,0 0 0,0 1 0,0-1 0,0 0 0,1 0 0,-2 2 0,2-1 0,-1 1 0,1-1 0,0 0 0,0 1 0,0-1 0,0 0 0,0 0 0,0 1 0,1-1 0,-1 0 0,1 1 0,-1-1 0,2 2 0,3 6 0,-1 0 0,1-1 0,1 0 0,0 0 0,8 9 0,-5-7 0,1 0 0,0-2 0,1 1 0,20 13 0,-24-18 0,1 0 0,1-1 0,-1 1 0,0-2 0,1 1 0,0-1 0,0-1 0,11 2 0,-17-3 0,0-1 0,0 1 0,0-1 0,0 0 0,0 0 0,0-1 0,0 1 0,1 0 0,-1-1 0,0 0 0,-1 0 0,1 0 0,0 0 0,0 0 0,0-1 0,-1 1 0,1-1 0,0 1 0,-1-1 0,0 0 0,1 0 0,-1 0 0,0-1 0,0 1 0,0-1 0,0 1 0,-1-1 0,1 1 0,-1-1 0,1 0 0,-1 0 0,0 1 0,0-1 0,1-6 0,0 0 0,-1 0 0,0 0 0,0 0 0,-1-1 0,0 1 0,0 0 0,-1 0 0,-1 0 0,1 0 0,-6-15 0,4 15 0,-1 0 0,0 0 0,-1 0 0,0 1 0,0-1 0,0 1 0,-1 1 0,-1-1 0,-8-8 0,10 12 0,1 1 0,-1-1 0,1 1 0,-1 0 0,0 0 0,0 1 0,0-1 0,-1 1 0,1 0 0,-1 0 0,1 1 0,-1 0 0,1 0 0,-1 0 0,0 1 0,0 0 0,-5 0 0,-30 6-1365,25-3-5461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6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63 24575,'-4'-7'0,"1"1"0,0 0 0,0 0 0,-1 1 0,1 0 0,-1 0 0,-1 0 0,1 0 0,-6-5 0,10 10 0,-1 0 0,1-1 0,0 1 0,0 0 0,-1 0 0,1 0 0,0 0 0,-1-1 0,1 1 0,0 0 0,0 0 0,-1 0 0,1 0 0,0 0 0,-1 0 0,1 0 0,0 0 0,-1 0 0,1 0 0,0 0 0,-1 0 0,1 0 0,0 0 0,0 0 0,-1 0 0,1 0 0,0 0 0,-1 1 0,1-1 0,0 0 0,0 0 0,-1 0 0,1 0 0,0 1 0,0-1 0,-1 0 0,1 0 0,0 0 0,0 1 0,0-1 0,-1 0 0,1 1 0,0-1 0,-4 16 0,5 3 0,0 0 0,1 0 0,1 0 0,1 0 0,6 19 0,-5-19 0,79 255-512,16-4-12,-99-266 523,68 160-42,-54-135 97,1 0 0,1-1 0,28 35 0,-44-63-53,0 2-30,0 0-1,1 0 1,-1 0-1,1-1 1,-1 1-1,1 0 0,0-1 1,0 1-1,0-1 1,0 0-1,0 0 1,0 1-1,0-1 1,0-1-1,0 1 0,4 1 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74 24575,'-24'-12'0,"-12"-4"0,-3 0 0,0 3 0,1 5 0,4 2 0,4 3 0,2 4 0,1 3 0,4-1-8191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8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164 228 24575,'-1'0'0,"1"0"0,-1 1 0,1-1 0,-1 0 0,1 1 0,0-1 0,-1 0 0,1 1 0,-1-1 0,1 0 0,0 1 0,-1-1 0,1 1 0,0-1 0,0 1 0,-1-1 0,1 1 0,0-1 0,0 1 0,0-1 0,0 1 0,-1-1 0,1 1 0,0-1 0,0 1 0,0-1 0,0 1 0,0-1 0,0 1 0,1-1 0,-1 1 0,0-1 0,0 1 0,0-1 0,1 2 0,4 22 0,-5-23 0,11 28 0,0-1 0,2-1 0,1 0 0,21 31 0,-13-22 0,-16-27 0,-5-8 0,0 1 0,1-1 0,-1 1 0,0 0 0,0 0 0,0-1 0,-1 1 0,1 0 0,1 3 0,-12-10 0,-26-27 0,1-2 0,2-1 0,1-1 0,2-2 0,-41-68 0,65 94 0,0 0 0,0-1 0,1 0 0,-5-22 0,8 27 0,1 0 0,0-1 0,0 1 0,1-1 0,0 1 0,0-1 0,1 0 0,2-13 0,-2 20 0,-1 0 0,1-1 0,0 1 0,0 0 0,0 0 0,0 0 0,0 0 0,0 0 0,0 0 0,1 0 0,-1 0 0,1 1 0,-1-1 0,1 0 0,0 1 0,0 0 0,3-3 0,-2 3 0,0-1 0,0 1 0,0 1 0,0-1 0,1 0 0,-1 1 0,0-1 0,0 1 0,0 0 0,0 0 0,6 1 0,2 1 0,-1 1 0,1 0 0,-1 0 0,1 1 0,-1 0 0,13 9 0,22 14 0,-1 2 0,-1 1 0,-1 3 0,-2 2 0,52 58 0,-81-82 0,-2 1 0,1 0 0,-2 1 0,0-1 0,0 2 0,-1-1 0,6 19 0,-11-27 0,0 0 0,-1 1 0,0-1 0,0 0 0,0 1 0,-1-1 0,0 0 0,0 1 0,0-1 0,-1 1 0,0-1 0,0 0 0,0 1 0,0-1 0,-1 0 0,0 0 0,0 0 0,0 0 0,-1 0 0,0 0 0,0-1 0,0 1 0,-5 5 0,2-4 0,-1-1 0,0 1 0,0-1 0,0 0 0,-1-1 0,1 1 0,-1-1 0,0-1 0,0 0 0,-9 3 0,-8 0 0,1 0 0,-31 2 0,8-5-448,-54-2 0,91-1-21,-4 0-6357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24575,'2'22'0,"2"13"0,1 4 0,3-1 0,3-3 0,1-2 0,2-4 0,1-2 0,-3-4 0,0 0 0,-3-2 0,0-4 0,-2-3 0,-1-1 0,-3-3-8191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8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539 60 24575,'-27'-12'0,"-13"-4"0,-4 0 0,2 6 0,3 4 0,1 6 0,1 6 0,1 3 0,-2 4 0,-1 1 0,-5-2 0,2 1 0,1-3 0,9-3-8191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9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51 24575,'-5'-8'0,"3"4"0,0 1 0,0-1 0,-1 1 0,1-1 0,-1 1 0,0 0 0,0 0 0,0 0 0,0 1 0,0-1 0,-1 1 0,-3-3 0,7 5 0,0 0 0,-1 0 0,1 0 0,0 0 0,-1 0 0,1 0 0,0 0 0,-1 0 0,1 0 0,0 0 0,0 0 0,-1 0 0,1 0 0,0 0 0,-1 0 0,1 0 0,0 0 0,-1 0 0,1 0 0,0 0 0,0 0 0,-1 1 0,1-1 0,0 0 0,0 0 0,-1 0 0,1 1 0,0-1 0,0 0 0,0 0 0,-1 1 0,1-1 0,-3 13 0,6 13 0,4 2 0,2-1 0,0 0 0,26 49 0,-4-9 0,28 60 0,-106-191-1365,37 49-5461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24575,'29'-17'0,"1"1"0,0 1 0,1 1 0,62-17 0,-82 29 0,21-7 0,-30 9 0,-1-1 0,1 1 0,0-1 0,-1 0 0,1 0 0,-1 0 0,1 1 0,-1-2 0,1 1 0,-1 0 0,1 0 0,-1 0 0,2-3 0,-3 4 2,0 0-1,0-1 1,0 1 0,0 0-1,0 0 1,0 0-1,0-1 1,0 1 0,0 0-1,0 0 1,0-1-1,0 1 1,0 0-1,0 0 1,0 0 0,0-1-1,0 1 1,0 0-1,0 0 1,0-1 0,0 1-1,0 0 1,-1 0-1,1 0 1,0-1-1,0 1 1,0 0 0,0 0-1,0 0 1,-1 0-1,1-1 1,0 1 0,0 0-1,0 0 1,-1 0-1,1 0 1,0 0 0,0 0-1,0 0 1,-1 0-1,1-1 1,-11-1-1141,10 2 846,-9-2-6533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09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24575,'15'-5'0,"7"-4"0,2 0 0,0-2 0,-2 2 0,-2 1 0,-3 1 0,0 1 0,-2 2 0,-1 1 0,0 1 0,0 1 0,-2 4 0,-4 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0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24575,'61'144'0,"-6"-15"0,-46-109 0,0-2 0,0 0 0,-1 0 0,-1 1 0,7 30 0,-15-43-1365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0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591 88 24575,'-25'-17'0,"-10"-6"0,-4 2 0,2 5 0,2 7 0,3 7 0,-2 6 0,-1 5 0,-5 4 0,-3 1 0,-4 1 0,-4-1 0,-1-2 0,4-2 0,10-3-8191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4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24575,'-2'2'0,"-1"4"0,0 3 0,0 2 0,1 2 0,1 2 0,1-1 0,-1 2 0,1-1 0,3-3 0,0 0 0,3-3 0,0 0 0,1-2 0,-2-5 0,-3-4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4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 24575,'-7'-3'0,"-3"2"0,-2 4 0,-1 3 0,1 2-8191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5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174 106 24575,'-13'-20'0,"-14"-19"0,23 35 0,0-1 0,-1 0 0,1 1 0,-1 0 0,0 0 0,0 0 0,0 1 0,0-1 0,-6-1 0,9 4 0,0 0 0,1 1 0,-1-1 0,0 1 0,1-1 0,-1 1 0,0 0 0,0-1 0,1 1 0,-1 0 0,0 0 0,0 1 0,0-1 0,1 0 0,-1 0 0,0 1 0,1-1 0,-1 1 0,0 0 0,-2 1 0,1 0 0,1 0 0,0 0 0,-1 0 0,1 0 0,0 1 0,0-1 0,1 0 0,-1 1 0,1 0 0,-1-1 0,-1 5 0,-1 3 0,1 0 0,0 1 0,1-1 0,0 1 0,-1 20 0,4 26 0,1 1 0,3-1 0,3 0 0,2-1 0,25 77 0,-5-46 0,59 115 0,-38-89 0,-42-94 0,7 28 0,-14-39 0,0 0 0,0 1 0,-1-1 0,0 0 0,-1 0 0,-1 14 0,1-21 4,0 0 0,0 1 0,0-1 0,0 0 0,0 1 0,-1-1 0,1 1 0,-1-1 0,1 0 0,-1 0 0,1 1 0,-1-1 0,0 0 0,0 0 0,0 0 0,1 0 0,-1 0 0,0 0 0,0 0 0,0 0 0,-1 0 0,1 0 0,0 0 0,0-1 0,0 1 0,-1 0 0,1-1 0,0 1 0,-2 0 0,0-1-139,-1 0 0,0 0 0,1 0 0,-1 0 0,1 0 0,-1-1 0,0 1 0,1-1 0,-1 0 0,-3-2 0,-8-2-6691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5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15 24575,'-27'-2'0,"-14"-2"0,-5 1 0,4 1 0,3 0 0,3 1 0,4 0 0,4 1 0,4 3 0,5 0 0,5 0-8191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6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40 24575,'-4'-4'0,"1"2"0,1 1 0,0-1 0,0 0 0,0 0 0,1-1 0,-1 1 0,0 0 0,1 0 0,-1-1 0,1 1 0,0-1 0,0 0 0,-1-3 0,2 6 0,0 0 0,0 0 0,0 0 0,1 0 0,-1 0 0,0 0 0,0-1 0,0 1 0,1 0 0,-1 0 0,0 0 0,0 0 0,1 0 0,-1 0 0,0 0 0,0 0 0,0 1 0,1-1 0,-1 0 0,0 0 0,0 0 0,0 0 0,1 0 0,-1 0 0,0 0 0,0 0 0,0 0 0,0 1 0,1-1 0,-1 0 0,0 0 0,0 0 0,0 0 0,0 1 0,0-1 0,1 0 0,-1 0 0,0 1 0,9 7 0,11 17 0,0 2 0,27 51 0,-9-16 0,62 91 0,176 204 0,-270-349 0,-3-5 0,-1 0 0,1 0 0,0 0 0,0 0 0,0 0 0,0 0 0,0-1 0,1 0 0,-1 0 0,6 3 0,-9-5 0,0 0 0,1 0 0,-1 0 0,1 1 0,-1-1 0,1 0 0,-1 0 0,0 0 0,1 0 0,-1 0 0,1 0 0,-1 0 0,1 0 0,-1 0 0,1 0 0,-1 0 0,0-1 0,1 1 0,-1 0 0,1 0 0,-1 0 0,1 0 0,-1-1 0,0 1 0,1 0 0,-1-1 0,0 1 0,1-1 0,0 1 0,-1-1 0,0 0 0,1 0 0,-1 0 0,0 0 0,1 0 0,-1 0 0,0 0 0,0 0 0,0 0 0,0 0 0,0-1 0,0-3 0,-1 0 0,0 1 0,0-1 0,-2-6 0,-31-59-1043,32 67 721,-6-12-6504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7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81 24575,'-6'-9'0,"2"1"0,-1-1 0,-1 1 0,0 1 0,0-1 0,0 1 0,-14-12 0,19 18 0,1 1 0,-1-1 0,0 1 0,0-1 0,0 1 0,-1-1 0,1 1 0,0-1 0,0 1 0,0 0 0,0 0 0,0 0 0,0-1 0,0 1 0,-1 0 0,1 0 0,0 1 0,0-1 0,0 0 0,-1 1 0,-1-1 0,1 1 0,0 0 0,0 0 0,0 1 0,0-1 0,0 0 0,0 1 0,0-1 0,-2 3 0,-3 5 0,1-1 0,-1 1 0,-6 13 0,9-16 0,-3 8 0,0 0 0,1 0 0,0 1 0,1 0 0,1 0 0,1 0 0,-4 31 0,4 5 0,4 56 0,0-36 0,-1-46 0,-1-1 0,-1 0 0,-6 29 0,5-42 0,0 0 0,0 0 0,-1 0 0,-1 0 0,0-1 0,0 0 0,-1 0 0,0 0 0,-8 9 0,11-16-114,0 1 1,-1-1-1,1 1 0,-1-1 0,1 0 1,-1 0-1,0-1 0,0 1 0,0-1 1,0 0-1,-9 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7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24575,'-2'2'0,"0"-1"0,0 1 0,0-1 0,0 1 0,0 0 0,1 0 0,-1 0 0,1 0 0,-1 0 0,1 0 0,0 1 0,-1-1 0,1 0 0,1 1 0,-1-1 0,0 1 0,0-1 0,1 1 0,-1 2 0,-1 9 0,1 0 0,1 18 0,0-18 0,1 66 0,3 0 0,3 0 0,31 135 0,-33-195 0,2 0 0,0-1 0,1 0 0,1 0 0,1 0 0,0-1 0,1-1 0,1 0 0,1 0 0,20 19 0,-28-31-85,-1-1 0,1 0-1,0 0 1,1 0 0,-1-1-1,1 0 1,-1 0 0,1 0-1,0-1 1,0 0 0,0 0-1,0 0 1,1-1 0,-1 0-1,11 0 1,-5 0-6741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8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24575,'3'-5'0,"0"1"0,0-1 0,1 1 0,-1 0 0,1 0 0,0 0 0,0 0 0,0 1 0,5-4 0,-7 7 0,-1-1 0,1 0 0,-1 0 0,1 1 0,0-1 0,-1 0 0,1 1 0,0 0 0,0-1 0,-1 1 0,1 0 0,0 0 0,0 0 0,-1 0 0,1 0 0,0 0 0,0 1 0,-1-1 0,1 1 0,0-1 0,-1 1 0,1 0 0,0-1 0,-1 1 0,1 0 0,-1 0 0,0 0 0,1 0 0,-1 0 0,0 0 0,3 3 0,10 14 0,-1 0 0,-1 0 0,0 2 0,-2-1 0,10 25 0,-2-7 0,-13-24 0,0 1 0,-1-1 0,0 1 0,-1 0 0,-1 0 0,0 0 0,-1 1 0,0-1 0,-1 0 0,-4 27 0,3-34 0,0-1 0,-1 0 0,0 0 0,0 0 0,-4 7 0,3-6 0,3-6 0,0 0 0,-1 0 0,1 0 0,0 0 0,0 0 0,0 0 0,0 0 0,0 0 0,0-1 0,0 1 0,0 0 0,0 0 0,0 0 0,0 0 0,1 0 0,-1 0 0,0 0 0,1 0 0,-1-1 0,1 1 0,-1 0 0,1 0 0,-1 0 0,1-1 0,-1 1 0,1 0 0,0-1 0,-1 1 0,1 0 0,0-1 0,0 1 0,-1-1 0,1 1 0,0-1 0,0 0 0,0 1 0,0-1 0,0 0 0,1 1 0,5 1 0,1 1 0,0-1 0,13 1 0,-13-2 0,2 1-85,-1-1 0,1 0-1,0-1 1,0 0 0,0-1-1,0 0 1,-1 0 0,1-1-1,0-1 1,-1 1 0,0-1-1,1-1 1,-1 0 0,-1 0-1,15-9 1,-11 5-6741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27 24575,'-30'-5'0,"-11"-1"0,-2-1 0,4 2 0,6 2 0,7 3 0,2 2 0,3 1 0,3 2 0,1 0 0,0 2 0,-1 0 0,4-2-8191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9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24575,'14'-2'0,"1"1"0,-1 1 0,1 0 0,-1 0 0,1 1 0,-1 1 0,0 1 0,0 0 0,0 1 0,0 0 0,0 1 0,21 11 0,-19-7 0,1 2 0,-2-1 0,1 2 0,-2 0 0,1 1 0,-2 0 0,0 1 0,0 1 0,11 17 0,1 9 0,-1 0 0,-2 2 0,-1 1 0,-3 0 0,-2 1 0,13 55 0,-22-68 0,6 45 0,-12-66 0,0 0 0,-1 0 0,0 0 0,-1 0 0,0 0 0,-1 0 0,-6 21 0,6-26-80,0-1 0,-1 1-1,1-1 1,-1 0 0,-1 0-1,1 0 1,-1-1 0,0 1-1,0-1 1,0 0 0,0 0 0,-1 0-1,0 0 1,1-1 0,-1 0-1,-9 4 1,-2-1-6746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9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12 24575,'-27'0'0,"-13"0"0,-4 0 0,5 0 0,5 0 0,7 0 0,6 0 0,3 0 0,2 0 0,2 0 0,1 0 0,0 0 0,-1-3 0,1 0 0,1-3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19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16 24575,'-29'-3'0,"-15"0"0,-3 0 0,3 1 0,3 0 0,6 1 0,7 0 0,8 1-8191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1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639 0 24575,'309'15'0,"-269"-20"0,-35 3 0,-26 6 0,-44 5 0,-82 1 0,-68-10 0,87-2 0,-82 13 0,183-8 0,19-3 0,0 0 0,0 1 0,0 0 0,1 1 0,-1 0 0,1 0 0,-12 5 0,19-7 0,0 0 0,0 0 0,-1 0 0,1 0 0,0 0 0,0 0 0,-1 0 0,1 0 0,0 0 0,0 1 0,-1-1 0,1 0 0,0 0 0,0 0 0,0 0 0,-1 1 0,1-1 0,0 0 0,0 0 0,0 0 0,-1 1 0,1-1 0,0 0 0,0 0 0,0 1 0,0-1 0,0 0 0,0 0 0,0 1 0,0-1 0,0 0 0,0 0 0,0 1 0,0-1 0,0 0 0,0 1 0,0-1 0,0 0 0,0 0 0,0 1 0,0-1 0,0 0 0,0 0 0,0 1 0,0-1 0,0 0 0,1 0 0,-1 1 0,0-1 0,0 0 0,0 0 0,0 0 0,1 1 0,-1-1 0,0 0 0,0 0 0,0 0 0,1 0 0,-1 0 0,0 1 0,0-1 0,1 0 0,-1 0 0,1 0 0,20 8 0,-17-7 0,67 23 0,101 52 0,-163-71 0,0 0 0,0 1 0,0 0 0,0 0 0,-1 1 0,0 0 0,-1 0 0,10 12 0,-15-16 0,0 0 0,0 0 0,0 0 0,0-1 0,0 2 0,-1-1 0,0 0 0,1 0 0,-1 0 0,0 1 0,-1-1 0,1 0 0,0 1 0,-1-1 0,0 1 0,0-1 0,0 1 0,0-1 0,-1 0 0,1 1 0,-1-1 0,0 0 0,0 1 0,0-1 0,0 0 0,-1 0 0,1 0 0,-1 0 0,-2 4 0,-7 6 0,0-1 0,0 0 0,-1-1 0,-1 0 0,-19 13 0,-74 41 0,95-59 0,-64 34 0,-70 44 0,135-78 0,7-5 0,1 0 0,0 0 0,-1 1 0,1-1 0,0 1 0,0-1 0,0 1 0,0 0 0,0 0 0,1 0 0,-4 3 0,5-4 0,0-1 0,0 1 0,0-1 0,0 0 0,0 1 0,0-1 0,0 0 0,0 1 0,1-1 0,-1 0 0,0 1 0,0-1 0,0 0 0,0 1 0,0-1 0,0 0 0,1 1 0,-1-1 0,0 0 0,0 1 0,1-1 0,-1 0 0,0 0 0,0 1 0,1-1 0,-1 0 0,0 0 0,1 0 0,-1 0 0,0 1 0,1-1 0,-1 0 0,0 0 0,1 0 0,-1 0 0,0 0 0,1 0 0,-1 0 0,0 0 0,1 0 0,-1 0 0,0 0 0,1 0 0,0 0 0,17 0 0,761-110 0,-730 106-1365,-32 3-5461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24575,'-1'0'0,"0"-1"0,0 1 0,0 0 0,0 0 0,1 1 0,-1-1 0,0 0 0,0 0 0,0 0 0,0 1 0,1-1 0,-1 0 0,0 1 0,0-1 0,0 0 0,1 1 0,-1-1 0,0 1 0,1-1 0,-1 1 0,0 0 0,1-1 0,-1 1 0,1 0 0,-1-1 0,1 1 0,-1 0 0,1 0 0,-1 0 0,1-1 0,0 1 0,0 0 0,-1 0 0,1 0 0,0 0 0,0 0 0,0-1 0,0 1 0,0 0 0,0 0 0,0 0 0,0 0 0,0 0 0,1 0 0,-1 3 0,1-1 0,0 1 0,0-1 0,0 0 0,1 0 0,-1 1 0,1-1 0,0 0 0,4 5 0,-1-2 0,0 0 0,1 0 0,0-1 0,1 0 0,-1 0 0,11 6 0,-16-10 0,1-1 0,-1 1 0,1-1 0,-1 1 0,1-1 0,-1 1 0,1-1 0,0 0 0,-1 0 0,1 1 0,-1-1 0,1 0 0,0-1 0,-1 1 0,1 0 0,1-1 0,-1 0 0,-1 1 0,1-1 0,-1 0 0,1 0 0,-1 0 0,0 0 0,0-1 0,1 1 0,-1 0 0,0 0 0,0-1 0,0 1 0,0-1 0,-1 1 0,1-1 0,0 1 0,-1-1 0,2-3 0,5-19 0,-6 16 0,1 0 0,1 1 0,5-13 0,-7 18 0,0 1 0,-1 0 0,1 0 0,0 0 0,0 0 0,0 0 0,1 0 0,-1 0 0,0 1 0,0-1 0,0 0 0,1 1 0,-1-1 0,0 1 0,1-1 0,-1 1 0,0-1 0,1 1 0,-1 0 0,1 0 0,-1 0 0,1 0 0,-1 0 0,0 0 0,1 0 0,-1 0 0,1 0 0,-1 1 0,3 0 0,5 2 0,-1 0 0,0 0 0,13 8 0,-15-8 0,74 47 132,-23-14-1629,-45-29-5329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3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24575,'1'1'0,"-1"1"0,0-1 0,1 1 0,-1-1 0,1 1 0,-1-1 0,1 1 0,0-1 0,0 0 0,-1 1 0,1-1 0,0 0 0,2 2 0,15 15 0,-15-16 0,36 30 0,3-1 0,0-3 0,55 28 0,-91-53 0,31 19 0,-6-4 0,44 20 0,-75-38 0,0 0 0,0 0 0,0 0 0,0 0 0,0 0 0,1 0 0,-1 0 0,0 0 0,0 1 0,0-1 0,0 0 0,0 0 0,0 0 0,0 0 0,0 0 0,0 0 0,0 0 0,0 0 0,0 0 0,1 0 0,-1 0 0,0 0 0,0 0 0,0 0 0,0 0 0,0 0 0,0 0 0,0 0 0,0 0 0,0 0 0,1 0 0,-1 0 0,0 0 0,0 0 0,0 0 0,0 0 0,0 0 0,0 0 0,0 0 0,0 0 0,0 0 0,0 0 0,0 0 0,1-1 0,-1 1 0,0 0 0,0 0 0,0 0 0,0 0 0,0 0 0,0 0 0,0 0 0,0 0 0,0 0 0,0 0 0,0 0 0,0-1 0,0 1 0,0 0 0,-4-7 0,-9-7 0,4 5-1365,1 1-5461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3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1 24575,'-21'21'0,"0"0"0,2 2 0,1 0 0,0 1 0,-20 38 0,33-52 30,-1 1 0,0-1 0,-9 11 0,13-18-136,-1 0 0,1 0 0,-1 0 0,0-1 0,0 1 0,0-1-1,-1 0 1,1 1 0,-1-2 0,1 1 0,-1 0 0,1-1 0,-6 2 0,-3-1-6720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4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37 24575,'-17'-6'0,"-3"-1"0,-1 0 0,-1 2 0,-31-5 0,47 9 0,0 1 0,0-1 0,0 2 0,0-1 0,0 1 0,0-1 0,0 2 0,0-1 0,0 1 0,1 0 0,-1 0 0,0 0 0,1 1 0,0 0 0,0 0 0,0 0 0,-8 7 0,9-6 0,0 0 0,0 0 0,1 0 0,-1 0 0,1 0 0,0 1 0,0 0 0,0 0 0,1 0 0,0 0 0,0 0 0,0 0 0,0 0 0,1 1 0,0-1 0,0 1 0,0-1 0,1 1 0,0-1 0,0 1 0,0-1 0,1 1 0,0-1 0,0 1 0,0-1 0,1 0 0,2 7 0,41 78 0,-23-50 0,-17-31 0,20 39 0,-1 1 0,23 71 0,-46-116 0,22 84 0,-22-85 0,-1 0 0,1-1 0,0 1 0,1 0 0,-1 0 0,0-1 0,1 1 0,-1-1 0,1 1 0,0-1 0,0 0 0,0 1 0,0-1 0,0 0 0,0 0 0,1-1 0,-1 1 0,0 0 0,1-1 0,0 0 0,-1 1 0,1-1 0,0 0 0,0 0 0,0-1 0,4 2 0,8 0 0,0 0 0,0-1 0,0-1 0,16-1 0,-6 0 0,-1 1 0,-18 1 0,1 0 0,0-1 0,0 0 0,-1-1 0,1 0 0,13-3 0,-20 4-48,1 0-1,0-1 0,0 1 0,0-1 0,0 1 1,0-1-1,-1 1 0,1-1 0,0 0 1,-1 1-1,1-1 0,0 0 0,-1 0 1,1 0-1,-1 1 0,1-1 0,-1 0 1,1 0-1,-1 0 0,0 0 0,1 0 1,-1 0-1,0 0 0,0 0 0,0 0 0,1 0 1,-1-1-1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24575,'1'6'0,"0"-1"0,-1 1 0,2-1 0,-1 1 0,1-1 0,0 0 0,0 1 0,0-1 0,5 6 0,-2-2 0,1 0 0,0 0 0,15 15 0,-18-21 0,1 0 0,-1 0 0,1 0 0,0 0 0,-1-1 0,1 0 0,0 1 0,1-2 0,-1 1 0,0 0 0,7 1 0,-9-3 0,0 1 0,0-1 0,0 0 0,0 0 0,0 0 0,0 0 0,0-1 0,1 1 0,-1 0 0,0-1 0,0 0 0,-1 1 0,1-1 0,0 0 0,0 0 0,0 0 0,0 0 0,-1 0 0,1 0 0,0-1 0,-1 1 0,1-1 0,-1 1 0,0-1 0,1 1 0,-1-1 0,1-2 0,2-3 0,0-1 0,-1 0 0,0 0 0,-1 0 0,1 0 0,-1 0 0,0-10 0,8-26 0,-10 43 0,1 0 0,-1 0 0,0 0 0,1 0 0,-1 0 0,0 1 0,1-1 0,-1 0 0,1 0 0,-1 0 0,1 1 0,0-1 0,-1 0 0,1 1 0,0-1 0,-1 0 0,1 1 0,0-1 0,0 1 0,-1-1 0,1 1 0,0 0 0,0-1 0,0 1 0,0 0 0,0-1 0,0 1 0,0 0 0,-1 0 0,1 0 0,0 0 0,0 0 0,0 0 0,0 0 0,0 0 0,0 0 0,0 1 0,0-1 0,0 0 0,0 1 0,-1-1 0,1 0 0,0 1 0,1 0 0,5 3 0,0 1 0,0 0 0,0 0 0,7 7 0,-6-4 0,25 18 0,-13-11 0,-1 1 0,0 1 0,-2 0 0,16 21 0,-28-29-1365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5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24575,'45'-23'0,"63"-21"0,-93 39 0,1 0 0,-1 1 0,1 1 0,0 0 0,0 2 0,0 0 0,0 0 0,22 3 0,-23 1 0,0 1 0,-1 0 0,1 1 0,-1 1 0,0 0 0,0 1 0,-1 0 0,0 1 0,0 0 0,21 19 0,-29-22 0,-1 0 0,1 0 0,-1 1 0,0-1 0,0 1 0,0 0 0,3 7 0,17 49 0,-10-25 0,50 102 0,10 27 0,-67-150 0,-2-1 0,1 1 0,-2 1 0,0-1 0,-1 1 0,1 26 0,-4-36 0,0 1 0,0 0 0,-1-1 0,0 1 0,-1-1 0,0 1 0,0-1 0,-3 8 0,4-12 0,-1 0 0,0 0 0,1-1 0,-1 1 0,0-1 0,0 0 0,0 1 0,0-1 0,-1 0 0,1 0 0,-1-1 0,1 1 0,-1 0 0,1-1 0,-1 1 0,0-1 0,0 0 0,0 0 0,0 0 0,0 0 0,0-1 0,0 1 0,-3-1 0,-42 1-1365,32-2-5461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6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24575,'6'-6'0,"0"1"0,0 0 0,1 0 0,-1 0 0,1 1 0,0 0 0,1 1 0,-1-1 0,16-3 0,-13 4 0,1 1 0,0 0 0,0 1 0,0 1 0,0-1 0,17 3 0,-3 2 0,0 1 0,0 1 0,-1 2 0,0 0 0,37 18 0,-56-23 0,0-1 0,0 1 0,0 0 0,0 1 0,-1-1 0,1 1 0,-1 0 0,0 0 0,0 0 0,0 0 0,-1 1 0,5 6 0,-6-7 0,-1 0 0,1-1 0,-1 1 0,1 0 0,-1 0 0,-1 0 0,1 0 0,0 0 0,-1 0 0,0 0 0,0 0 0,0 0 0,-1 1 0,1-1 0,-1 0 0,0 0 0,0-1 0,-2 6 0,-10 25 0,6-19 0,1 0 0,0 1 0,2 0 0,0 0 0,0 0 0,-1 23 0,5-35 0,0-1 0,1 1 0,-1-1 0,1 1 0,-1-1 0,1 0 0,0 1 0,0-1 0,1 0 0,-1 0 0,1 0 0,-1 1 0,1-2 0,0 1 0,3 3 0,-2-2 0,1-1 0,0 0 0,0 0 0,0 0 0,0 0 0,0 0 0,1-1 0,-1 0 0,7 2 0,5 1 0,-1-1 0,0-1 0,1-1 0,-1 0 0,25-1 0,-30-1 17,0-1 0,1 0 1,-1 0-1,0-1 0,0 0 0,14-6 0,-20 7-95,0-1 0,0 0 0,0 1-1,-1-1 1,1-1 0,-1 1 0,1 0 0,-1-1 0,0 0-1,0 0 1,0 0 0,0 0 0,-1 0 0,1 0 0,-1-1-1,0 0 1,0 1 0,3-7 0,-2-2-6748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6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7 24575,'-27'-2'0,"-11"-2"0,-5 4 0,4 0 0,2 4 0,6 1 0,3 2 0,4-1 0,3 0 0,6-2-8191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7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7 24575,'-30'-2'0,"-11"-1"0,-2 2 0,4 2 0,6 2 0,4 2 0,5 2 0,3-1 0,3 0 0,5-2-8191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27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24575,'6'8'0,"0"-1"0,0 2 0,-1-1 0,0 0 0,-1 1 0,0 0 0,0 0 0,2 11 0,-1-7 0,-1-1 0,2 1 0,9 16 0,-14-28 0,0 0 0,-1 0 0,1 1 0,0-1 0,0 0 0,0 0 0,0 0 0,0 0 0,0 0 0,0 0 0,0 0 0,1 0 0,-1 0 0,0-1 0,1 1 0,-1-1 0,0 1 0,1-1 0,-1 1 0,1-1 0,-1 0 0,1 1 0,-1-1 0,0 0 0,1 0 0,-1 0 0,1 0 0,-1 0 0,1-1 0,-1 1 0,1 0 0,-1-1 0,1 1 0,-1-1 0,0 1 0,1-1 0,-1 0 0,0 1 0,2-3 0,1 1 0,-1-1 0,1 0 0,-1-1 0,0 1 0,0-1 0,0 1 0,-1-1 0,1 0 0,-1 0 0,0 0 0,3-7 0,5-26 0,-8 28 0,0 1 0,0 0 0,0 0 0,1 1 0,1-1 0,-1 0 0,10-13 0,-12 19 0,1 1 0,0-1 0,0 1 0,-1-1 0,1 1 0,0 0 0,1-1 0,-1 1 0,0 0 0,0 0 0,0 1 0,1-1 0,-1 0 0,0 1 0,0-1 0,1 1 0,-1 0 0,1 0 0,-1 0 0,0 0 0,1 0 0,-1 1 0,0-1 0,1 1 0,2 0 0,7 3 0,-1 0 0,1 1 0,17 10 0,-15-8 0,10 5 0,36 26 0,-50-31 0,-1 1 0,0 0 0,0 0 0,0 1 0,13 18 0,-20-24-195,-1 0 0,1-1 0,-1 1 0,0 0 0,0 0 0,1 3 0,0 5-6631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0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48 24575,'-13'-19'0,"10"15"0,1 0 0,-1 0 0,0 0 0,0 1 0,-6-7 0,9 10 0,0 1 0,-1-1 0,1 0 0,0 0 0,0 1 0,0-1 0,0 0 0,-1 1 0,1-1 0,0 0 0,0 1 0,0-1 0,0 0 0,0 0 0,0 1 0,0-1 0,0 0 0,0 1 0,0-1 0,0 0 0,0 1 0,0-1 0,0 0 0,0 1 0,0-1 0,1 0 0,-1 0 0,0 1 0,0-1 0,0 1 0,3 13 0,44 119 0,123 245 0,-147-330 0,22 63 0,-39-97 0,-3-13 0,-2-9 0,-1-18-1365,-1 12-5461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528 0 24575,'-283'26'0,"119"-23"0,119-3 0,19-3-1365,16 0-5461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1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24575,'9'56'0,"1"0"0,3-1 0,3 0 0,40 95 0,-54-145 0,59 117 0,-50-103 0,1 0 0,0-1 0,1-1 0,19 19 0,-32-35 0,1 0 0,0-1 0,-1 1 0,1 0 0,0-1 0,-1 1 0,1 0 0,0-1 0,0 1 0,0-1 0,0 1 0,-1-1 0,1 1 0,0-1 0,0 0 0,0 0 0,0 1 0,0-1 0,0 0 0,0 0 0,0 0 0,0 0 0,1 0 0,-1-1 0,0 1 0,0-1 0,-1 0 0,1 1 0,0-1 0,-1 0 0,1 0 0,-1 0 0,1 0 0,-1 0 0,1 0 0,-1 1 0,0-1 0,1 0 0,-1 0 0,0 0 0,0 0 0,0 0 0,0 0 0,0 0 0,0 0 0,0-2 0,0-9 0,-1 0 0,0-1 0,-1 1 0,0 0 0,-6-17 0,-3-16 0,11 44 0,0 0 0,-1 0 0,1 1 0,0-1 0,0 0 0,0 0 0,0 1 0,0-1 0,0 0 0,0 0 0,0 1 0,0-1 0,1 0 0,-1 1 0,0-1 0,0 0 0,1 0 0,-1 1 0,1-2 0,-1 2 0,1 0 0,-1 0 0,0-1 0,1 1 0,-1 0 0,1 0 0,-1 0 0,1 0 0,-1 0 0,0 0 0,1 0 0,-1-1 0,1 1 0,-1 0 0,1 1 0,-1-1 0,1 0 0,-1 0 0,1 0 0,-1 0 0,0 0 0,2 1 0,3 1 0,0 1 0,0 0 0,9 6 0,-10-5 0,29 19 0,-12-7 0,0-2 0,39 21 0,-41-27 0,-1-1 0,1-1 0,0 0 0,32 4 0,-39-8 0,0-1 0,-1 0 0,1-1 0,0-1 0,-1 1 0,1-2 0,0 0 0,-1 0 0,14-5 0,-17 3 0,-1 0 0,0 0 0,1 0 0,-2-1 0,1 0 0,0 0 0,-1-1 0,0 0 0,-1 0 0,1-1 0,-1 1 0,0-1 0,-1 0 0,1 0 0,-2-1 0,6-13 0,-5 13 0,-1 0 0,-1 0 0,0 0 0,0-1 0,0 1 0,-1-1 0,0 1 0,-1-1 0,0 0 0,-1 1 0,1-1 0,-1 1 0,-1-1 0,0 1 0,0 0 0,-5-11 0,6 16 0,-1 0 0,1 0 0,-1 0 0,0 0 0,-1 0 0,1 1 0,0-1 0,-1 1 0,1-1 0,-1 1 0,-4-3 0,6 4 0,0 1 0,0-1 0,0 1 0,-1-1 0,1 1 0,0 0 0,0-1 0,0 1 0,-1 0 0,1 0 0,0 0 0,0 0 0,-1 0 0,1 0 0,0 0 0,0 0 0,0 1 0,-1-1 0,1 0 0,0 1 0,0-1 0,0 1 0,0-1 0,0 1 0,0 0 0,0-1 0,0 1 0,0 0 0,0 0 0,0 0 0,0 0 0,0-1 0,1 1 0,-1 0 0,-1 2 0,-2 3 0,0 1 0,0 0 0,1 0 0,0 0 0,0 1 0,0-1 0,1 1 0,0-1 0,1 1 0,-1 0 0,2-1 0,-1 1 0,1 0 0,0 0 0,1 0 0,-1 0 0,2-1 0,-1 1 0,1 0 0,0-1 0,1 1 0,0-1 0,0 0 0,0 0 0,1 0 0,0 0 0,0-1 0,1 1 0,0-1 0,0 0 0,1-1 0,-1 1 0,11 7 0,-5-6 0,0-1 0,0 1 0,0-2 0,1 0 0,0 0 0,0-1 0,0 0 0,1-1 0,-1-1 0,1 0 0,0-1 0,20 0 0,-13 0 0,-9-1 0,0 0 0,0 0 0,0-1 0,-1 0 0,13-4 0,-20 5 0,-1-1 0,0 0 0,1 0 0,-1 0 0,0 0 0,0 0 0,1-1 0,-1 1 0,0-1 0,-1 1 0,1-1 0,0 0 0,0 0 0,-1 0 0,1 0 0,-1 0 0,1 0 0,-1 0 0,0 0 0,0-1 0,0 1 0,0 0 0,-1-1 0,1 1 0,0 0 0,-1-1 0,1-3 0,-1-8 0,0 1 0,-1-1 0,-4-23 0,2 13 0,2 23 0,1 0 0,0 0 0,0 0 0,0 0 0,0-1 0,0 1 0,0 0 0,0 0 0,1 0 0,-1 0 0,0 0 0,1-1 0,0 0 0,-1 1 0,0 1 0,1-1 0,-1 1 0,0 0 0,1 0 0,-1-1 0,0 1 0,1 0 0,-1-1 0,0 1 0,1 0 0,-1 0 0,1 0 0,-1-1 0,1 1 0,-1 0 0,1 0 0,-1 0 0,0 0 0,1 0 0,-1 0 0,1 0 0,0 0 0,1 0 0,0 1 0,0 0 0,0-1 0,0 1 0,-1 0 0,1 0 0,0 0 0,0 0 0,-1 0 0,1 0 0,0 0 0,-1 1 0,3 2 0,10 12 0,0 0 0,23 21 0,-32-33 0,-1 0 0,2-1 0,-1 1 0,0-1 0,1 0 0,-1 0 0,1 0 0,0-1 0,9 2 0,-14-3 0,1-1 0,-1 1 0,1-1 0,0 0 0,-1 0 0,1 0 0,0 0 0,-1 0 0,1 0 0,-1 0 0,1 0 0,0-1 0,-1 1 0,1 0 0,-1-1 0,1 0 0,-1 1 0,1-1 0,-1 0 0,1 0 0,-1 0 0,0 0 0,1 0 0,-1 0 0,0 0 0,0 0 0,2-3 0,0-1 0,-1 0 0,1-1 0,-1 1 0,-1 0 0,1-1 0,1-8 0,1-5 0,-3 17 0,-1 1 0,1-1 0,-1 1 0,1-1 0,0 0 0,0 1 0,-1 0 0,1-1 0,0 1 0,1 0 0,-1-1 0,0 1 0,0 0 0,0 0 0,1 0 0,-1 0 0,0 0 0,1 0 0,-1 0 0,1 1 0,-1-1 0,1 0 0,0 1 0,-1-1 0,1 1 0,0 0 0,-1-1 0,1 1 0,0 0 0,-1 0 0,1 0 0,0 0 0,-1 1 0,1-1 0,0 0 0,1 1 0,8 2 0,0 0 0,0 1 0,-1 0 0,14 7 0,-13-5 0,172 77 0,-165-74-1365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7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32 24575,'0'0'0,"-1"0"0,0 1 0,0-1 0,1 0 0,-1 1 0,0-1 0,1 1 0,-1-1 0,1 1 0,-1-1 0,1 1 0,-1-1 0,1 1 0,-1 0 0,1-1 0,-1 1 0,1 0 0,0-1 0,0 1 0,-1 0 0,1 0 0,0-1 0,0 1 0,0 0 0,-1 0 0,1 0 0,0 0 0,-1 23 0,1-18 0,1 1 0,0-1 0,0 1 0,1-1 0,0 0 0,0 1 0,0-1 0,1 0 0,0-1 0,0 1 0,8 9 0,-11-14 0,0-1 0,1 1 0,-1-1 0,0 0 0,1 1 0,-1-1 0,1 0 0,-1 1 0,1-1 0,-1 0 0,1 0 0,-1 1 0,1-1 0,-1 0 0,1 0 0,-1 0 0,1 0 0,-1 0 0,1 1 0,-1-1 0,1 0 0,-1 0 0,1 0 0,-1-1 0,1 1 0,0 0 0,0 0 0,0-1 0,-1 1 0,1-1 0,0 1 0,-1-1 0,1 0 0,0 1 0,-1-1 0,1 0 0,0 0 0,-1 1 0,1-1 0,0-2 0,2-3 0,-1-1 0,0 0 0,2-9 0,-2 9 0,0-2 0,1 0 0,0 1 0,1-1 0,0 1 0,0 0 0,6-9 0,-8 14 0,1 0 0,-1 0 0,0 1 0,1-1 0,0 1 0,0-1 0,0 1 0,0 0 0,0 0 0,0 0 0,0 0 0,1 1 0,-1-1 0,1 1 0,-1 0 0,1 0 0,6-1 0,-7 1 0,0 1 0,1 0 0,-1 0 0,0 0 0,0 0 0,0 1 0,0-1 0,0 1 0,0-1 0,0 1 0,0 0 0,-1 0 0,5 3 0,-2-1 0,-1 1 0,0-1 0,0 1 0,0 0 0,0 0 0,5 8 0,17 29-48,8 10 191,-30-46-325,1-1-1,-1 1 1,1 0-1,0-1 1,0 0-1,0 0 1,7 3-1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791 45 24575,'15'-7'0,"-4"2"0,-1-1 0,0 1 0,11-9 0,-21 14 0,0 0 0,0 0 0,0 0 0,0 0 0,0 0 0,0 0 0,0 0 0,1 0 0,-1 0 0,0 0 0,0 0 0,0 0 0,0-1 0,0 1 0,0 0 0,0 0 0,0 0 0,0 0 0,0 0 0,0 0 0,0 0 0,0 0 0,0-1 0,0 1 0,0 0 0,0 0 0,0 0 0,0 0 0,0 0 0,0 0 0,0 0 0,0 0 0,0-1 0,0 1 0,0 0 0,0 0 0,0 0 0,0 0 0,0 0 0,0 0 0,0 0 0,0 0 0,0-1 0,0 1 0,0 0 0,0 0 0,0 0 0,0 0 0,-1 0 0,1 0 0,0 0 0,0 0 0,0 0 0,0 0 0,0 0 0,0 0 0,0 0 0,-11-3 0,-11 2 0,-67 9 0,3 0 0,-51-9 0,-63 2 0,88 13 0,80-11 0,0 2 0,1 1 0,-35 11 0,64-16 0,-1-1 0,1 1 0,-1 0 0,1 0 0,0 0 0,-1 1 0,-1 1 0,3-3 0,1 0 0,0 1 0,0-1 0,-1 0 0,1 0 0,0 1 0,0-1 0,0 0 0,0 0 0,-1 1 0,1-1 0,0 0 0,0 1 0,0-1 0,0 0 0,0 1 0,0-1 0,0 0 0,0 0 0,0 1 0,0-1 0,0 0 0,0 1 0,0 0 0,0-1 0,0 1 0,1 0 0,-1-1 0,1 1 0,-1 0 0,1-1 0,-1 1 0,1-1 0,-1 1 0,1-1 0,0 1 0,-1-1 0,1 1 0,0-1 0,0 1 0,16 7 0,0-1 0,1 0 0,30 6 0,-18-5 0,-10-2 0,113 37 0,-108-34 0,-1 1 0,-1 2 0,30 18 0,-49-27 0,-1-1 0,1 1 0,-1 0 0,0 0 0,0 0 0,0 0 0,-1 0 0,1 1 0,-1-1 0,1 1 0,-1 0 0,0 0 0,2 6 0,-4-8 0,1 1 0,0 0 0,-1-1 0,0 1 0,0 0 0,0-1 0,0 1 0,0 0 0,0-1 0,-1 1 0,1 0 0,-1-1 0,0 1 0,0-1 0,0 1 0,0-1 0,0 1 0,0-1 0,-1 0 0,1 0 0,-1 1 0,-3 2 0,-7 7 0,0 0 0,-1-1 0,0-1 0,-1 0 0,-16 8 0,-80 36 0,-3 1 0,64-28 0,26-15 0,-43 29 0,66-41 0,0 0 0,-1 0 0,1 0 0,0 0 0,0 0 0,0 0 0,0 1 0,0-1 0,0 0 0,0 0 0,-1 0 0,1 0 0,0 0 0,0 0 0,0 0 0,0 0 0,0 1 0,0-1 0,0 0 0,0 0 0,0 0 0,0 0 0,0 0 0,0 0 0,0 1 0,0-1 0,0 0 0,0 0 0,0 0 0,0 0 0,0 0 0,0 0 0,0 1 0,0-1 0,0 0 0,0 0 0,0 0 0,0 0 0,0 1 0,6 1 0,11-1 0,-16-1 0,36-2 0,-1-2 0,39-8 0,-20 3 0,481-65-1365,-519 72-5461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9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 24575,'-1'0'0,"1"-1"0,0 1 0,-1 0 0,1-1 0,-1 1 0,0 0 0,1 0 0,-1-1 0,1 1 0,-1 0 0,1 0 0,-1 0 0,1 0 0,-1 0 0,0 0 0,1 0 0,-1 0 0,1 0 0,-1 0 0,-1 0 0,7 9 0,15 13 0,69 48 0,-57-47 0,-9-6 0,1-1 0,1-2 0,0 0 0,1-2 0,45 15 0,-71-27-4,25 6 129,-24-6-173,-1 1 0,1-1 0,0 0 0,0 0 0,-1 0 0,1 0 0,0 0 0,-1 0 0,1 0 0,0 0 0,0-1 0,-1 1 1,1 0-1,0 0 0,-1-1 0,1 1 0,0 0 0,-1 0 0,1-1 0,-1 1 0,1-1 0,0 1 0,-1-1 0,1 1 0,-1-1 1,1 1-1,-1-1 0,0 1 0,1-1 0,0-1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39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 24575,'-12'8'0,"1"1"0,0 0 0,1 0 0,0 1 0,-12 16 0,2 2 0,-18 31 0,32-50 25,0 0 0,-1-1 1,0 0-1,-14 12 0,-11 13-1516,22-21-5335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15 24575,'-47'-4'0,"-32"-3"0,-96 3 0,173 4 0,-1 0 0,1 1 0,0-1 0,-1 0 0,1 1 0,0-1 0,-1 1 0,1 0 0,0-1 0,0 1 0,0 0 0,0 1 0,0-1 0,0 0 0,0 0 0,-3 4 0,4-3 0,-1-1 0,1 1 0,0 0 0,0 1 0,0-1 0,1 0 0,-1 0 0,1 0 0,-1 0 0,1 1 0,-1-1 0,1 0 0,0 0 0,0 1 0,0-1 0,1 0 0,0 3 0,0 2 0,0 0 0,1 0 0,0-1 0,0 1 0,1 0 0,0-1 0,0 0 0,6 8 0,5 6 0,18 20 0,-18-23 0,18 26 0,-18-18 0,-1 0 0,-1 1 0,-1 0 0,8 35 0,19 112 0,-34-151 0,0 3 0,1 0 0,1 0 0,13 34 0,-18-56 0,1 0 0,0 0 0,-1 0 0,1-1 0,1 1 0,-1 0 0,0-1 0,1 0 0,-1 1 0,1-1 0,-1 0 0,1-1 0,0 1 0,0 0 0,0-1 0,0 1 0,0-1 0,0 0 0,1 0 0,-1 0 0,0-1 0,1 1 0,-1-1 0,0 0 0,1 0 0,4 0 0,3-1 0,-1 0 0,-1-1 0,1 0 0,0 0 0,0-1 0,-1-1 0,17-7 0,-21 8-124,-1 0 0,0 0 0,1 0 0,-1 0 0,-1 0 0,1-1-1,0 0 1,-1 0 0,0 0 0,4-7 0,0-1-6702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0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31 24575,'-21'-10'0,"21"9"0,0 1 0,0 0 0,-1 0 0,1 0 0,0 0 0,0 0 0,0 0 0,-1 0 0,1 0 0,0 0 0,0 0 0,0 0 0,-1 0 0,1 0 0,0 0 0,0 0 0,0 0 0,-1 0 0,1 0 0,0 0 0,0 0 0,0 0 0,-1 1 0,1-1 0,0 0 0,0 0 0,0 0 0,0 0 0,0 0 0,-1 0 0,1 1 0,4 10 0,6 5 0,1 0 0,1 0 0,0-1 0,2-1 0,-1 0 0,2 0 0,0-2 0,0 0 0,22 13 0,-35-24 0,-1 0 0,0-1 0,0 1 0,1 0 0,-1-1 0,0 1 0,1-1 0,-1 1 0,0-1 0,1 0 0,-1 1 0,1-1 0,-1 0 0,1 0 0,-1 0 0,0 0 0,1 0 0,-1 0 0,1-1 0,1 0 0,-2 1 0,0-1 0,0 0 0,0 0 0,0 0 0,0 0 0,0 0 0,0-1 0,-1 1 0,1 0 0,0 0 0,-1 0 0,1-1 0,-1 1 0,1 0 0,-1-1 0,0 1 0,1-1 0,-1 1 0,0 0 0,0-1 0,0-1 0,-1-47 0,0 41 0,0-1 0,1 0 0,0 0 0,1 1 0,0-1 0,4-16 0,-5 24 0,1 1 0,-1-1 0,1 1 0,0-1 0,-1 1 0,1-1 0,0 1 0,0-1 0,0 1 0,0 0 0,0-1 0,1 1 0,-1 0 0,0 0 0,1 0 0,-1 0 0,0 0 0,1 0 0,-1 0 0,4-1 0,-3 2 0,1-1 0,-1 1 0,1 0 0,0 0 0,-1 0 0,1 0 0,0 0 0,-1 0 0,1 1 0,-1-1 0,1 1 0,2 1 0,6 2 0,-1 1 0,0 0 0,0 1 0,18 13 0,50 36 47,38 31-1459,-107-78-5414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0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0 24575,'-27'3'0,"-11"0"0,-2 3 0,3 2 0,6 0 0,6 1 0,7-1-8191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1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24575,'-6'-8'0,"3"11"0,4 15 0,5 5 0,1-2 0,0 1 0,2-1 0,1 0 0,20 32 0,-30-52 0,1 0 0,0 0 0,-1 1 0,1-1 0,0 0 0,0 0 0,0 0 0,0 0 0,0 0 0,0 0 0,0 0 0,0-1 0,0 1 0,0 0 0,1-1 0,-1 1 0,0 0 0,3 0 0,-3-1 0,0-1 0,0 1 0,0 0 0,0 0 0,0-1 0,-1 1 0,1 0 0,0-1 0,0 1 0,0-1 0,0 1 0,0-1 0,-1 0 0,1 1 0,0-1 0,0 0 0,-1 0 0,1 1 0,0-1 0,-1 0 0,1 0 0,-1 0 0,1 0 0,-1 0 0,1-2 0,7-16 0,8-27 0,-12 31 0,1 1 0,0 0 0,1 0 0,11-19 0,-16 31 0,1 0 0,-1 0 0,1 1 0,0-1 0,-1 0 0,1 0 0,0 1 0,0-1 0,0 1 0,0 0 0,0 0 0,1-1 0,-1 1 0,0 1 0,0-1 0,5-1 0,-3 1 0,1 1 0,-1 0 0,0 0 0,0 0 0,0 1 0,0-1 0,0 1 0,0 0 0,6 2 0,4 2 0,-1 1 0,1 1 0,-1 0 0,18 14 0,-10-6 0,-1 1 0,-1 1 0,22 23 0,-38-36-136,0 0-1,0 0 1,0 1-1,0-1 1,0 1-1,-1-1 1,0 1-1,0 0 0,3 10 1,-3-3-6690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44 24575,'-2'0'0,"1"-1"0,-1 1 0,0-1 0,1 1 0,-1-1 0,0 1 0,1 0 0,-1 0 0,0 0 0,0 0 0,1 0 0,-1 0 0,0 1 0,0-1 0,1 1 0,-1-1 0,0 1 0,1-1 0,-1 1 0,-2 1 0,2 0 0,0 0 0,1-1 0,-1 1 0,1 0 0,-1 0 0,1 0 0,0 0 0,-1 0 0,1 0 0,1 1 0,-1-1 0,0 0 0,-1 4 0,1 2 0,0 1 0,0-1 0,0 1 0,1-1 0,1 1 0,-1-1 0,4 14 0,-3-17 0,1 0 0,0-1 0,0 1 0,0 0 0,0-1 0,1 0 0,-1 0 0,1 0 0,0 0 0,1 0 0,-1 0 0,1-1 0,-1 1 0,1-1 0,0 0 0,1 0 0,-1-1 0,0 1 0,1-1 0,8 3 0,-8-3 0,1 0 0,0 0 0,0-1 0,0 0 0,0 0 0,0 0 0,0-1 0,0 0 0,0 0 0,0-1 0,0 0 0,0 0 0,0 0 0,-1-1 0,1 1 0,0-1 0,6-4 0,-10 5 0,1-1 0,0 0 0,0 0 0,-1 0 0,1 0 0,-1 0 0,0-1 0,1 1 0,-1-1 0,0 0 0,0 1 0,-1-1 0,1 0 0,-1 0 0,1 0 0,-1 0 0,0-1 0,0 1 0,0 0 0,-1 0 0,1-1 0,-1 1 0,0 0 0,0-5 0,0 0 0,-1 0 0,0-1 0,-1 1 0,0 0 0,0 0 0,-1 0 0,0 0 0,-5-10 0,5 12-85,0 0 0,0 1-1,-1 0 1,1-1 0,-1 1-1,0 0 1,-1 1 0,1-1-1,-1 1 1,0 0 0,0 0-1,0 0 1,0 1 0,-1 0-1,-6-3 1,-1 2-6741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3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24575,'3'-5'0,"0"0"0,0 0 0,0 0 0,0 1 0,1-1 0,-1 1 0,1 0 0,0 0 0,1 1 0,-1-1 0,1 1 0,-1 0 0,1 0 0,9-4 0,-7 4 0,1 1 0,-1 0 0,1 0 0,-1 1 0,1 0 0,0 0 0,-1 1 0,1 0 0,0 1 0,9 1 0,-16-2 0,0 0 0,0 0 0,0 0 0,-1 0 0,1 1 0,0-1 0,0 0 0,0 1 0,0-1 0,0 0 0,0 1 0,-1-1 0,1 1 0,0 0 0,0-1 0,-1 1 0,1 0 0,0-1 0,-1 1 0,1 0 0,-1 0 0,1-1 0,-1 1 0,1 0 0,-1 0 0,0 0 0,1 0 0,-1 0 0,1 1 0,-1 2 0,0 1 0,0-1 0,0 1 0,0-1 0,-2 7 0,0 9 0,4 12 0,1-1 0,2 0 0,12 45 0,-8-39 0,47 140 0,-37-124 0,25 106 0,-40-141-111,-2-10 170,0 1 1,-1-1 0,1 11-1,-1-18-121,-1 1 0,0-1 0,0 1 0,0-1-1,-1 1 1,1-1 0,0 1 0,-1-1 0,1 1 0,0-1-1,-1 1 1,0-1 0,1 0 0,-1 1 0,0-1-1,0 0 1,0 1 0,0-1 0,0 0 0,0 0 0,0 0-1,0 0 1,-2 1 0,-5 2-6764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7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56 24575,'-1'0'0,"1"-1"0,0 1 0,-1-1 0,1 1 0,0-1 0,-1 1 0,1-1 0,0 0 0,0 1 0,0-1 0,0 1 0,-1-1 0,1 0 0,0 1 0,0-1 0,0 0 0,0 1 0,0-1 0,1 1 0,-1-1 0,0 0 0,0 1 0,0-1 0,0 1 0,1-1 0,-1 0 0,0 1 0,1-1 0,-1 1 0,0-1 0,1 1 0,-1-1 0,1 1 0,-1-1 0,0 1 0,1 0 0,-1-1 0,1 1 0,0-1 0,2-1 0,0 0 0,0 0 0,0 0 0,0 0 0,6-2 0,4 0 0,0 1 0,24-3 0,-13 2 0,-18 3 0,0 0 0,0 1 0,-1-1 0,1 1 0,0 0 0,0 1 0,0-1 0,-1 1 0,7 2 0,-8-2 0,-1 1 0,0-1 0,0 1 0,0 0 0,0-1 0,0 1 0,0 1 0,-1-1 0,1 0 0,-1 1 0,1-1 0,-1 1 0,0 0 0,0-1 0,0 1 0,2 6 0,6 14 0,-1 0 0,-2 1 0,0 0 0,-2 0 0,6 49 0,-8-44 0,-1-20 0,0 1 0,-1-1 0,-1 1 0,1 0 0,-2-1 0,1 1 0,-1-1 0,-1 1 0,-3 11 0,-16 45 0,21-64 0,0-1 0,-1 0 0,1 0 0,0 0 0,0 1 0,0-1 0,1 0 0,-1 0 0,0 0 0,0 1 0,1-1 0,-1 0 0,1 0 0,-1 0 0,1 0 0,-1 0 0,1 0 0,-1 0 0,1 0 0,0 0 0,0 0 0,0 0 0,-1 0 0,1 0 0,0-1 0,0 1 0,0 0 0,0-1 0,0 1 0,0 0 0,1-1 0,-1 0 0,0 1 0,2 0 0,5 1 0,0 1 0,0-1 0,15 1 0,-17-2 0,33 3 0,0-2 0,74-5 0,-109 3-227,0-1-1,0 0 1,0 0-1,0 0 1,6-3-1,3-2-6598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43 24575,'-29'-7'0,"-15"-3"0,-2 1 0,3 1 0,6 3 0,5 2 0,7 3 0,4 3 0,4 2 0,2 1 0,4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7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29 24575,'-22'-8'0,"-10"-1"0,-2 2 0,3 2 0,3 6 0,5 1 0,3 4 0,4 0 0,0-1 0,5-1-8191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8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24575,'18'19'0,"0"2"0,-1 0 0,-2 1 0,22 38 0,-29-47 0,1-1 0,0 0 0,15 16 0,-23-27 0,-1-1 0,0 1 0,0-1 0,1 0 0,-1 1 0,0-1 0,1 0 0,-1 1 0,0-1 0,1 0 0,-1 1 0,1-1 0,-1 0 0,1 0 0,-1 0 0,0 1 0,1-1 0,-1 0 0,1 0 0,-1 0 0,1 0 0,-1 0 0,1 0 0,-1 0 0,1 0 0,-1 0 0,1 0 0,0 0 0,0-1 0,-1 1 0,0-1 0,1 0 0,-1 1 0,1-1 0,-1 1 0,0-1 0,1 0 0,-1 1 0,0-1 0,0 0 0,1 1 0,-1-1 0,0 0 0,0 0 0,1-36 0,-1 33 0,-1-20 0,0 11 0,1 1 0,0 0 0,1 0 0,3-21 0,-3 30 0,0 0 0,0 0 0,0 1 0,0-1 0,0 0 0,1 0 0,-1 1 0,1-1 0,0 1 0,0-1 0,0 1 0,0 0 0,0-1 0,0 1 0,1 0 0,-1 1 0,1-1 0,-1 0 0,1 1 0,0-1 0,-1 1 0,1 0 0,5-2 0,0 2 0,0-1 0,-1 1 0,1 1 0,0-1 0,0 1 0,-1 1 0,1 0 0,0 0 0,12 3 0,-6 0 0,-1 0 0,0 1 0,-1 1 0,20 10 0,-24-10 14,-1-1-1,1 1 0,-1 0 0,0 0 1,-1 1-1,1 0 0,-1 0 1,7 12-1,-10-15-96,-1 0 1,1 1-1,-1-1 1,0 1-1,0-1 1,-1 1-1,1 0 1,-1-1-1,0 1 1,0 0-1,-1 0 1,0 0-1,1 0 1,-1 0-1,-1 0 1,1 0-1,-2 6 1,-2-1-6744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9 24575,'0'0'0,"0"0"0,1 0 0,-1 0 0,0 0 0,0 1 0,1-1 0,-1 0 0,0 0 0,0 0 0,1 0 0,-1 0 0,0 0 0,0 1 0,1-1 0,-1 0 0,0 0 0,0 0 0,0 1 0,1-1 0,-1 0 0,0 0 0,0 0 0,0 1 0,0-1 0,1 0 0,-1 1 0,0-1 0,0 0 0,0 0 0,0 1 0,0-1 0,0 0 0,0 0 0,0 1 0,0-1 0,0 0 0,0 1 0,0-1 0,0 0 0,0 0 0,0 1 0,0-1 0,0 0 0,-1 1 0,0 0 0,0 0 0,0 0 0,0-1 0,0 1 0,-1 0 0,1 0 0,0-1 0,-1 1 0,-1 0 0,-35 8 0,1-7 0,-1-2 0,0-1 0,-47-7 0,68 6 0,-20-1-70,25 3-115,0-1 0,1 0 0,-1-1 0,0 0 0,1-1 0,-20-7 0,22 6-6641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49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26 24575,'-20'-5'0,"-8"-1"0,-3 0 0,2 1 0,4 1 0,3 4 0,3 2 0,2 1 0,0 2 0,-1 0 0,4 0-8191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24575,'0'0'0,"-1"0"0,1 0 0,-1 0 0,1 0 0,-1 0 0,1 1 0,-1-1 0,1 0 0,-1 0 0,1 1 0,-1-1 0,1 0 0,-1 1 0,1-1 0,0 1 0,-1-1 0,1 1 0,0-1 0,-1 0 0,1 1 0,0-1 0,0 1 0,-1-1 0,1 1 0,0-1 0,0 1 0,0 0 0,0-1 0,0 1 0,0-1 0,0 1 0,0-1 0,0 1 0,0 0 0,2 20 0,3-4 0,0-1 0,14 29 0,6 15 0,-24-56 0,5 14 0,-2-15 0,-2-13 0,-2-3 0,1-1 0,1 0 0,0 1 0,1-1 0,7-20 0,-8 31 0,-1 0 0,1 0 0,-1 0 0,1 0 0,0 0 0,0 1 0,0-1 0,0 1 0,1-1 0,-1 1 0,1 0 0,3-3 0,-4 4 0,1 0 0,-1 0 0,1 0 0,-1 0 0,1 0 0,0 1 0,-1-1 0,1 1 0,0 0 0,-1 0 0,1 0 0,0 0 0,0 0 0,-1 1 0,1-1 0,-1 1 0,5 1 0,2 1 0,0 1 0,0 0 0,-1 1 0,1 0 0,-1 0 0,0 0 0,8 9 0,50 51 0,-45-42 0,-14-16-110,-4-5-30,0 1 1,-1 0-1,1 0 1,0 0 0,-1 0-1,0 0 1,0 1-1,3 5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5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24575,'-10'0'0,"-6"0"0,-2 0 0,-1 0 0,-2 2 0,0 1 0,2 0 0,-2 0 0,1-1 0,1-1 0,2-1 0,0 1 0,4-1-8191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82 24575,'-1'0'0,"1"0"0,-1-1 0,1 1 0,-1 0 0,0-1 0,1 1 0,-1 0 0,1 0 0,-1 0 0,1 0 0,-1-1 0,0 1 0,1 0 0,-1 0 0,1 0 0,-1 0 0,0 0 0,1 0 0,-1 1 0,1-1 0,-1 0 0,0 0 0,1 0 0,-1 0 0,1 1 0,-2-1 0,2 1 0,-1 0 0,1 0 0,-1-1 0,1 1 0,0 0 0,-1 0 0,1 0 0,0-1 0,0 1 0,0 0 0,-1 0 0,1 0 0,0 0 0,0 0 0,0-1 0,1 2 0,-1 3 0,1 0 0,0 0 0,0-1 0,0 1 0,4 7 0,-2-6 0,0-1 0,0 0 0,1 1 0,0-1 0,0-1 0,0 1 0,1-1 0,-1 1 0,1-1 0,0-1 0,1 1 0,-1-1 0,0 0 0,1 0 0,11 4 0,-16-7 0,0 1 0,0-1 0,0 0 0,0 0 0,0 0 0,0 0 0,0 0 0,0 0 0,0 0 0,0 0 0,0 0 0,-1 0 0,1 0 0,0-1 0,0 1 0,0 0 0,0-1 0,0 1 0,0 0 0,-1-1 0,1 1 0,0-1 0,0 0 0,-1 1 0,1-1 0,0 0 0,-1 1 0,1-1 0,0 0 0,-1 0 0,1 1 0,-1-1 0,0 0 0,1 0 0,-1 0 0,0 0 0,1 0 0,-1 1 0,0-1 0,0 0 0,0-2 0,2-5 0,-2 0 0,1 0 0,-1 0 0,-1-8 0,0 7 0,0-4 0,0 1 0,-5-16 0,1 3 0,5 23 0,-1 0 0,1 0 0,0 0 0,0 0 0,0 0 0,0 0 0,0 0 0,0 0 0,1 0 0,-1 0 0,1 0 0,-1 0 0,1 0 0,0 0 0,0 0 0,-1 0 0,1 0 0,2-2 0,-2 3 0,0 0 0,0 1 0,1-1 0,-1 0 0,0 0 0,0 1 0,0-1 0,1 1 0,-1-1 0,0 1 0,1-1 0,-1 1 0,0 0 0,1 0 0,-1 0 0,1 0 0,-1 0 0,0 0 0,1 0 0,-1 0 0,0 0 0,1 1 0,-1-1 0,0 0 0,1 1 0,-1-1 0,0 1 0,2 1 0,33 17 0,0 1 0,-1 2 0,54 47 0,-86-67-102,13 13 337,-16-14-264,0-1-1,0 0 1,1 0 0,-1 1-1,0-1 1,0 0-1,0 1 1,0-1 0,1 0-1,-1 1 1,0-1 0,0 1-1,0-1 1,0 0-1,0 1 1,0-1 0,0 0-1,0 1 1,0-1 0,0 0-1,0 1 1,0-1-1,0 1 1,-1-1 0,1 0-1,0 1 1,0-1 0,0 0-1,0 1 1,-1-1-1,1 0 1,0 0 0,0 1-1,-1-1 1,1 0 0,0 0-1,0 1 1,-1-1-1,1 0 1,0 0 0,-1 1-1,1-1 1,0 0 0,-1 0-1,1 0 1,0 0-1,-1 0 1,1 0 0,-1 0-1,1 0 1,-8 3-6797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28 24575,'-2'-3'0,"1"1"0,-1-1 0,0 0 0,0 0 0,0 1 0,0-1 0,-4-2 0,6 5 0,0 0 0,-1-1 0,1 1 0,-1 0 0,1-1 0,-1 1 0,1 0 0,-1 0 0,1-1 0,-1 1 0,0 0 0,1 0 0,-1 0 0,1 0 0,-1 0 0,1 0 0,-1 0 0,1 0 0,-2 0 0,1 0 0,1 1 0,-1-1 0,0 1 0,1-1 0,-1 1 0,0-1 0,1 1 0,-1-1 0,1 1 0,-1 0 0,1-1 0,-1 1 0,1 0 0,0-1 0,-1 1 0,1 0 0,0-1 0,-1 2 0,0 2 0,1-1 0,-1 1 0,1-1 0,-1 1 0,1 0 0,0-1 0,0 1 0,1-1 0,-1 1 0,1-1 0,0 1 0,0-1 0,0 1 0,0-1 0,1 0 0,-1 0 0,1 1 0,0-1 0,2 3 0,3 3 0,-1 0 0,1-1 0,1 0 0,-1 0 0,11 7 0,-4-4 0,1 0 0,24 14 0,-35-23 0,0 0 0,0 0 0,0 0 0,1-1 0,-1 0 0,0 1 0,1-1 0,-1-1 0,1 1 0,-1-1 0,1 0 0,0 0 0,-1 0 0,1 0 0,7-3 0,-9 3 0,-1-1 0,1 0 0,-1-1 0,0 1 0,0 0 0,0-1 0,1 1 0,-1-1 0,-1 1 0,1-1 0,0 0 0,0 0 0,-1 0 0,1 0 0,-1 0 0,2-3 0,-1 1 0,0-1 0,-1 1 0,1 0 0,-1-1 0,0 1 0,0-1 0,0 1 0,-1-10 0,0 9 0,0 0 0,0-1 0,-1 1 0,1 0 0,-2-1 0,1 1 0,0 0 0,-1 0 0,0 0 0,0 0 0,0 0 0,-1 1 0,0-1 0,0 1 0,0-1 0,-5-4 0,3 5-273,-1-1 0,0 1 0,0 1 0,-11-6 0,4 4-6553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7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616 117 24575,'294'-15'0,"-289"14"0,0 1 0,0-1 0,10-3 0,-12 3 0,1 0 0,-1 0 0,1 1 0,0-1 0,-1 1 0,1-1 0,7 2 0,-11-1 0,0 0 0,0 0 0,0 0 0,0 0 0,0-1 0,0 1 0,0 0 0,0 0 0,0 0 0,0 0 0,1 0 0,-1 0 0,0 0 0,0 0 0,0 0 0,0 0 0,0 1 0,0-1 0,0 0 0,0 0 0,0 0 0,1 0 0,-1 0 0,0 0 0,0 0 0,0 0 0,0 0 0,0 0 0,0 0 0,0 0 0,0 0 0,0 0 0,0 0 0,0 0 0,0 1 0,0-1 0,0 0 0,0 0 0,0 0 0,1 0 0,-1 0 0,0 0 0,0 0 0,0 0 0,0 0 0,0 0 0,0 1 0,0-1 0,0 0 0,0 0 0,0 0 0,0 0 0,0 0 0,-1 0 0,1 0 0,0 0 0,0 0 0,0 0 0,0 1 0,0-1 0,0 0 0,0 0 0,0 0 0,-8 5 0,-14 2 0,-11-2 0,-1-1 0,0-1 0,-57-4 0,38 0 0,-613 1 0,663-1 0,-1 1 0,1 0 0,0-1 0,-1 0 0,1 1 0,-6-4 0,8 4 0,1 0 0,-1 0 0,1 0 0,0-1 0,-1 1 0,1 0 0,-1 0 0,1-1 0,0 1 0,-1 0 0,1-1 0,0 1 0,-1 0 0,1-1 0,0 1 0,0-1 0,-1 1 0,1 0 0,0-1 0,0 1 0,0-1 0,-1 0 0,1 0 0,1 1 0,-1-1 0,0 0 0,0 1 0,1-1 0,-1 0 0,0 1 0,1-1 0,-1 0 0,1 1 0,-1-1 0,1 1 0,-1-1 0,1 1 0,-1-1 0,1 1 0,-1-1 0,1 1 0,0-1 0,0 1 0,4-3 0,0 0 0,1 0 0,-1 1 0,1 0 0,-1 0 0,11-2 0,38-4 0,-36 5 0,5 0 0,147-22 0,-164 24 0,0 0 0,-1-1 0,1 1 0,0-1 0,0 0 0,9-6 0,-15 8 0,0 0 0,0 0 0,1 0 0,-1 0 0,0 0 0,0 0 0,0-1 0,1 1 0,-1 0 0,0 0 0,0 0 0,0 0 0,0-1 0,1 1 0,-1 0 0,0 0 0,0 0 0,0-1 0,0 1 0,0 0 0,0 0 0,0 0 0,0-1 0,1 1 0,-1 0 0,0 0 0,0-1 0,0 1 0,0 0 0,0 0 0,0-1 0,0 1 0,0 0 0,-1 0 0,1 0 0,0-1 0,-8-3 0,-15 1 0,15 3 0,-1 0 0,1 1 0,-1 0 0,1 0 0,-1 1 0,1 0 0,0 1 0,0-1 0,0 2 0,0-1 0,0 1 0,-13 9 0,-2 5 0,0 1 0,-29 30 0,24-22 0,27-26 0,0-1 0,1 1 0,-1-1 0,1 1 0,-1-1 0,1 1 0,-1 0 0,1-1 0,-1 1 0,1 0 0,-1-1 0,1 1 0,0 0 0,0 0 0,-1-1 0,1 1 0,0 0 0,0 0 0,0 1 0,0-2 0,0 1 0,0-1 0,1 1 0,-1-1 0,0 1 0,0-1 0,1 0 0,-1 1 0,0-1 0,1 1 0,-1-1 0,1 0 0,-1 1 0,1-1 0,-1 0 0,0 0 0,1 1 0,-1-1 0,1 0 0,-1 0 0,1 0 0,0 1 0,6 0 0,0 0 0,0 0 0,12 0 0,-5 0 0,5 2-107,75 12 348,-82-12-491,1 0 0,-1 1 0,-1 0 0,1 1 1,15 8-1,-17-6-6576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0:5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87 24575,'-2'-3'0,"0"-1"0,0 1 0,0 0 0,0 0 0,0-1 0,-4-2 0,6 6 0,0 0 0,1 0 0,-1 0 0,0 0 0,0 0 0,0 0 0,0 0 0,0 1 0,0-1 0,0 0 0,0 0 0,0 0 0,0 0 0,0 0 0,0 0 0,0 0 0,0 0 0,0 0 0,0 0 0,0 0 0,0 0 0,0 0 0,0 0 0,0 0 0,-1 0 0,1 0 0,0 0 0,0 0 0,0 0 0,0 0 0,0 0 0,0 0 0,0 0 0,0 0 0,0 0 0,0 1 0,0-1 0,0 0 0,0 0 0,0 0 0,0 0 0,0 0 0,0 0 0,0 0 0,0 0 0,0 0 0,0 0 0,0 0 0,0 0 0,0 0 0,0 0 0,0 0 0,-1 0 0,1 0 0,0 0 0,0 0 0,0 0 0,0 0 0,0 0 0,0 0 0,0 0 0,0 0 0,0-1 0,1 8 0,4 8 0,4 3 0,1-1 0,23 31 0,-28-42 0,0 0 0,0 0 0,0 0 0,1-1 0,0 0 0,0-1 0,1 1 0,-1-1 0,1 0 0,11 4 0,-16-7 0,0 0 0,0 0 0,0-1 0,0 1 0,0-1 0,0 0 0,1 0 0,-1 0 0,0 0 0,0 0 0,0 0 0,0 0 0,1-1 0,-1 1 0,0-1 0,0 1 0,0-1 0,0 0 0,0 0 0,2-1 0,-2 0 0,1 0 0,-1-1 0,1 1 0,-1 0 0,0-1 0,0 0 0,0 1 0,0-1 0,0 0 0,-1 0 0,0 0 0,2-4 0,0-1 0,-1 0 0,0 0 0,0-1 0,-1 1 0,0 0 0,-1-1 0,0 1 0,0-1 0,-2-14 0,1 20 0,0-1 0,0 0 0,0-1 0,1 1 0,0-1 0,0-5 0,0 10 0,0 0 0,0-1 0,0 1 0,0-1 0,0 1 0,0-1 0,0 1 0,0 0 0,1-1 0,-1 1 0,0 0 0,0-1 0,0 1 0,1 0 0,-1-1 0,0 1 0,1 0 0,-1-1 0,0 1 0,1 0 0,-1 0 0,0-1 0,1 1 0,0 0 0,0 0 0,0-1 0,0 1 0,0 1 0,0-1 0,0 0 0,0 0 0,0 0 0,0 0 0,0 1 0,-1-1 0,1 0 0,0 1 0,0-1 0,0 1 0,1 0 0,14 10 0,0 1 0,19 18 0,-20-16 0,1-1 0,19 13 0,-18-15 0,28 11 0,-39-19 0,1 0 0,0-1 0,0 0 0,1 0 0,-1 0 0,0-1 0,11 0 0,-17-1 0,0 0 0,0 0 0,1 0 0,-1 0 0,0-1 0,0 1 0,0 0 0,0-1 0,0 1 0,1-1 0,-1 1 0,0-1 0,0 1 0,0-1 0,0 0 0,-1 1 0,1-1 0,0 0 0,0 0 0,0 0 0,1-1 0,-1 0 0,0-1 0,0 1 0,0 0 0,0-1 0,-1 1 0,1-1 0,-1 1 0,1-1 0,-1-4 0,0-1 0,0 1 0,-1-1 0,0 0 0,0 0 0,-4-13 0,-1 7 0,0 0 0,-13-21 0,3 5 0,16 30 0,-1 0 0,1 0 0,0-1 0,0 1 0,0 0 0,0-1 0,-1 1 0,1 0 0,0-1 0,0 1 0,0 0 0,0-1 0,0 1 0,0 0 0,0-1 0,0 1 0,0 0 0,0-1 0,0 1 0,0 0 0,0-1 0,0 1 0,0 0 0,0-1 0,8 3 0,15 15 0,-18-13 0,62 41 0,-45-33-273,-2 2 0,0 0 0,0 1 0,19 21 0,-28-24-6553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24575,'0'14'0,"1"1"0,1 0 0,0 0 0,1-1 0,7 22 0,-6-26 0,0 0 0,0 0 0,1-1 0,0 1 0,1-1 0,0 0 0,0 0 0,11 9 0,-16-16 0,1 0 0,0-1 0,0 1 0,0-1 0,0 1 0,0-1 0,0 0 0,0 0 0,3 1 0,-4-1 0,0-1 0,-1 0 0,1 0 0,0 0 0,-1 0 0,1 0 0,-1 0 0,1 0 0,0 0 0,-1-1 0,1 1 0,-1 0 0,1 0 0,0 0 0,-1-1 0,1 1 0,-1 0 0,1-1 0,-1 1 0,1 0 0,-1-1 0,1 1 0,-1-1 0,1 1 0,-1-1 0,1 1 0,-1-1 0,0 1 0,1-1 0,-1 1 0,0-1 0,0 1 0,1-1 0,-1 1 0,0-1 0,0 0 0,0 1 0,0-1 0,0 0 0,0 0 0,2-11 0,-1 1 0,0-1 0,-1 0 0,-2-18 0,1 14 0,1-24 0,0 39 0,0 0 0,0 0 0,0 0 0,0-1 0,0 1 0,1 0 0,-1 0 0,0 0 0,1 0 0,-1 0 0,1 0 0,-1 0 0,1 0 0,-1 0 0,1 0 0,0 0 0,0 0 0,-1 0 0,1 0 0,0 1 0,0-1 0,2-1 0,-2 2 0,1-1 0,-1 1 0,1 0 0,-1-1 0,1 1 0,0 0 0,-1 0 0,1 0 0,-1 0 0,1 0 0,-1 0 0,1 1 0,0-1 0,1 1 0,7 3 0,-1 0 0,0 1 0,0 0 0,9 6 0,-14-8 0,75 56 0,-41-29 0,-27-22-341,-2 0 0,1 0-1,10 13 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716 121 24575,'-109'-1'0,"-142"3"0,165 4 0,-32 2 0,93-7 0,8 0 0,-33-3 0,46 2 0,0-1 0,1 1 0,-1-1 0,1 0 0,-1 0 0,1 0 0,-1-1 0,1 1 0,0-1 0,0 0 0,-1 0 0,1 0 0,0 0 0,-4-5 0,6 7 0,1-1 0,-1 1 0,1-1 0,0 1 0,-1-1 0,1 1 0,0-1 0,-1 0 0,1 1 0,0-1 0,0 0 0,0 1 0,-1-1 0,1 1 0,0-1 0,0 0 0,0 1 0,0-1 0,0 0 0,0 1 0,0-1 0,0 0 0,0 1 0,1-2 0,0 1 0,-1 0 0,1-1 0,0 1 0,0 0 0,-1 0 0,1 0 0,0 0 0,0 1 0,0-1 0,0 0 0,2-1 0,2-1 0,0 1 0,1 0 0,-1 0 0,10-3 0,54-7 0,-41 8 0,40-10 0,-42 6 0,-14 5 0,1 0 0,-1-1 0,21-11 0,-27 10 0,-14 6 0,-13 6 0,-1 4 0,0 2 0,1 0 0,1 2 0,-32 28 0,-1 0 0,48-40 0,1 0 0,0 1 0,0-1 0,1 1 0,-6 6 0,9-9 0,-1-1 0,1 1 0,0 0 0,-1-1 0,1 1 0,0 0 0,-1-1 0,1 1 0,0 0 0,0 0 0,0-1 0,0 1 0,-1 0 0,1 0 0,0 0 0,0-1 0,0 1 0,1 0 0,-1 0 0,0-1 0,0 1 0,0 0 0,1 0 0,-1-1 0,0 1 0,1 0 0,-1-1 0,0 1 0,1 0 0,-1-1 0,1 1 0,-1 0 0,1-1 0,-1 1 0,1-1 0,0 1 0,-1-1 0,1 0 0,0 1 0,-1-1 0,1 1 0,0-1 0,-1 0 0,1 0 0,0 1 0,1-1 0,4 2 20,1 0 0,0 0 0,0-1 0,-1 0 0,14 0 0,13 3-1505,-20-2-5341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2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24575,'0'0'0,"1"0"0,-1 0 0,0 0 0,1 0 0,-1 0 0,0 0 0,1 0 0,-1 0 0,1 0 0,-1 0 0,0 0 0,1 0 0,-1 0 0,0 0 0,1 0 0,-1 0 0,1 0 0,-1 0 0,0 0 0,1 0 0,-1 1 0,0-1 0,1 0 0,-1 0 0,0 0 0,0 1 0,1-1 0,-1 0 0,0 0 0,0 1 0,1-1 0,-1 0 0,0 1 0,0-1 0,1 0 0,-1 1 0,0-1 0,0 0 0,0 1 0,0-1 0,11 21 0,-8-15 0,6 11 0,1 0 0,0-1 0,1 0 0,1-1 0,0 0 0,2-1 0,-1 0 0,21 15 0,-33-28 0,0-1 0,0 1 0,0 0 0,0-1 0,0 1 0,0-1 0,1 1 0,-1-1 0,0 1 0,0-1 0,0 0 0,0 0 0,1 1 0,-1-1 0,0 0 0,0 0 0,1 0 0,-1 0 0,0-1 0,0 1 0,0 0 0,1 0 0,-1-1 0,0 1 0,0-1 0,1 0 0,0 0 0,-1 0 0,1 0 0,-1-1 0,0 1 0,1-1 0,-1 1 0,0-1 0,0 1 0,0-1 0,0 0 0,-1 0 0,1 1 0,0-1 0,-1 0 0,1 0 0,0-3 0,0-4 0,0 0 0,0 0 0,-1-1 0,-1 1 0,-1-15 0,-14-45 0,7 31 0,9 38 0,-1 0 0,1 0 0,0 0 0,0 0 0,0 0 0,0-1 0,0 1 0,0 0 0,0 0 0,0 0 0,0 0 0,0 0 0,0 0 0,0-1 0,0 1 0,0 0 0,0 0 0,0 0 0,0 0 0,0 0 0,0 0 0,0-1 0,0 1 0,0 0 0,0 0 0,0 0 0,0 0 0,0 0 0,0 0 0,0 0 0,0-1 0,0 1 0,0 0 0,0 0 0,0 0 0,0 0 0,0 0 0,1 0 0,-1 0 0,0 0 0,0-1 0,0 1 0,0 0 0,0 0 0,0 0 0,0 0 0,1 0 0,-1 0 0,0 0 0,0 0 0,0 0 0,0 0 0,0 0 0,0 0 0,1 0 0,-1 0 0,9 6 0,15 18 0,-21-20 0,76 69 0,-16-14 0,-56-53 0,-1 0 0,1-1 0,0 0 0,0 0 0,10 5 0,-15-9 0,0 0 0,0 0 0,0 0 0,0 0 0,0 0 0,0-1 0,0 1 0,0-1 0,1 1 0,-1-1 0,0 0 0,0 0 0,0 0 0,1 0 0,-1 0 0,0-1 0,0 1 0,0 0 0,0-1 0,0 0 0,0 1 0,0-1 0,0 0 0,0 0 0,0 0 0,2-2 0,-2 1 0,-1 0 0,1 0 0,-1 0 0,0 0 0,0 0 0,0-1 0,0 1 0,0 0 0,0-1 0,0 1 0,-1-1 0,1 1 0,-1-1 0,0 1 0,0-1 0,0 1 0,0-1 0,0 1 0,-1-5 0,-1-4 0,0 0 0,-1 0 0,-5-10 0,0 2 0,6 15 0,0 0 0,0 0 0,0 0 0,1 0 0,0 0 0,-2-9 0,3 13 0,0 0 0,0 0 0,0-1 0,0 1 0,0 0 0,0 0 0,0 0 0,0-1 0,0 1 0,0 0 0,0 0 0,0-1 0,0 1 0,0 0 0,0 0 0,1 0 0,-1-1 0,0 1 0,0 0 0,0 0 0,0 0 0,0-1 0,0 1 0,1 0 0,-1 0 0,0 0 0,0 0 0,0-1 0,0 1 0,1 0 0,-1 0 0,0 0 0,0 0 0,1 0 0,-1 0 0,10 3 0,7 10 0,84 64 0,-53-42 0,-19-14-1365,-17-14-5461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24575,'0'3'0,"1"-1"0,0 1 0,0-1 0,0 0 0,1 1 0,-1-1 0,0 0 0,4 3 0,-1 1 0,7 10-136,0 0-1,2-2 1,0 1-1,0-2 1,1 0-1,1 0 1,0-1-1,1-1 0,29 16 1,-37-23-6690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24575,'-20'0'0,"-9"0"0,-4 3 0,1 0 0,3 0 0,2 2 0,3 2 0,1 1 0,2 1 0,1-2 0,5-1-8191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24575,'1'9'0,"1"0"0,0 0 0,1 0 0,0 0 0,0 0 0,8 12 0,-8-13 0,5 10 0,1 0 0,0-1 0,1 0 0,15 17 0,-25-33 0,1 0 0,-1 0 0,1-1 0,-1 1 0,1 0 0,0-1 0,-1 1 0,1 0 0,0-1 0,0 1 0,0-1 0,-1 1 0,1-1 0,0 1 0,0-1 0,0 0 0,0 1 0,0-1 0,0 0 0,2 0 0,-3 0 0,1 0 0,-1-1 0,1 1 0,-1 0 0,1-1 0,-1 1 0,1-1 0,-1 1 0,1-1 0,-1 1 0,1-1 0,-1 1 0,0-1 0,1 1 0,-1-1 0,0 0 0,0 1 0,0-1 0,1 0 0,-1 1 0,0-1 0,0 0 0,1-8 0,0 0 0,-1 0 0,0-12 0,0 16 0,-1-24 0,-1 5 0,3-28 0,-1 51 0,0 0 0,0 0 0,0 1 0,0-1 0,1 0 0,-1 0 0,0 0 0,0 0 0,0 0 0,1 0 0,-1 1 0,0-1 0,1 0 0,-1 0 0,1 1 0,-1-1 0,1 0 0,-1 0 0,1 1 0,0-1 0,-1 0 0,1 1 0,0-1 0,-1 1 0,1-1 0,0 1 0,0 0 0,0-1 0,-1 1 0,1-1 0,0 1 0,0 0 0,0 0 0,0 0 0,0 0 0,-1-1 0,1 1 0,0 0 0,0 0 0,0 1 0,0-1 0,0 0 0,0 0 0,0 0 0,1 1 0,4 1 0,1 1 0,0-1 0,-1 2 0,11 5 0,-12-6 0,142 96 0,-139-92-341,-1-1 0,1 1-1,10 13 1,-13-12-6485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0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 24575,'-9'-1'0,"1"0"0,-1 1 0,1 0 0,0 0 0,-1 1 0,-16 3 0,23-4 0,0 1 0,0-1 0,0 1 0,0 0 0,0 0 0,0 0 0,0 0 0,0 0 0,0 0 0,1 0 0,-1 0 0,0 1 0,1-1 0,-1 1 0,1-1 0,0 1 0,-1 0 0,1-1 0,0 1 0,0 0 0,0 0 0,0 0 0,0 0 0,0 0 0,1 0 0,-1 0 0,1 0 0,-1 0 0,1 0 0,0 0 0,0 0 0,0 4 0,1 0 0,0-1 0,0 0 0,1 1 0,0-1 0,0 0 0,0 1 0,1-1 0,-1-1 0,1 1 0,0 0 0,1-1 0,-1 1 0,1-1 0,0 0 0,0 0 0,8 5 0,-1-1 0,0 0 0,1 0 0,0-2 0,0 1 0,23 7 0,-32-13 0,0 0 0,0 0 0,0 0 0,0 0 0,0-1 0,0 1 0,0-1 0,0 0 0,0 0 0,0 0 0,0 0 0,0-1 0,0 1 0,0-1 0,0 0 0,0 0 0,0 0 0,0 0 0,-1 0 0,1-1 0,0 1 0,-1-1 0,1 0 0,-1 1 0,0-1 0,1-1 0,-1 1 0,0 0 0,0 0 0,0-1 0,-1 1 0,1-1 0,-1 1 0,1-1 0,-1 0 0,0 0 0,2-5 0,-2 3-49,0-1 1,0 1-1,0 0 0,-1-1 0,0 1 1,0 0-1,0-1 0,-1 1 0,1 0 1,-1-1-1,-1 1 0,1 0 0,-1 0 1,0 0-1,0 0 0,0 0 0,-1 0 1,1 1-1,-1-1 0,0 1 0,-1 0 1,1-1-1,-1 2 0,0-1 0,0 0 0,0 1 1,-5-4-1,-3 0-6777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1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12 24575,'16'-3'0,"-11"2"0,-1 0 0,0 0 0,0 0 0,8-3 0,-49 8 0,-67 5 0,35-5 0,-271 4 0,250-16 0,57 4 0,0 1 0,-59 4 0,89-1 0,1 1 0,0-1 0,0 1 0,0 0 0,-1-1 0,1 1 0,0 0 0,0 1 0,0-1 0,0 0 0,-2 2 0,4-2 0,-1-1 0,1 0 0,0 1 0,-1-1 0,1 1 0,-1-1 0,1 1 0,0-1 0,0 1 0,-1-1 0,1 1 0,0-1 0,0 1 0,-1-1 0,1 1 0,0-1 0,0 1 0,0 0 0,0-1 0,0 1 0,0-1 0,0 1 0,0-1 0,0 1 0,0-1 0,0 1 0,0 0 0,1-1 0,-1 1 0,0-1 0,0 1 0,1-1 0,-1 1 0,0-1 0,1 1 0,-1-1 0,0 1 0,1-1 0,-1 0 0,0 1 0,1-1 0,-1 0 0,1 1 0,-1-1 0,1 0 0,-1 1 0,1-1 0,-1 0 0,1 0 0,0 1 0,6 2 0,0 0 0,0 0 0,0 0 0,0-1 0,1 0 0,-1 0 0,10 0 0,58 1 0,-22-1 0,1 2 0,87 9 0,-115-9 0,-1 1 0,1 1 0,33 13 0,-54-17 0,1 0 0,0 1 0,-1 0 0,1 0 0,-1 0 0,0 1 0,0 0 0,5 5 0,-9-8 0,1 1 0,-1-1 0,0 1 0,0 0 0,0-1 0,0 1 0,0 0 0,-1 0 0,1 0 0,0-1 0,-1 1 0,1 0 0,-1 0 0,0 0 0,0 0 0,0 0 0,0 0 0,0 0 0,0 0 0,0 0 0,-1 0 0,1 0 0,0 0 0,-1 0 0,0 0 0,0 0 0,1-1 0,-3 5 0,-2 1 0,1-1 0,-1 1 0,0-1 0,-1 0 0,0 0 0,-10 9 0,-45 28 0,30-23 0,-8 6 0,-76 36 0,-47 8 0,-30 14 0,191-84 0,-22 14 0,16-6 0,7-7 0,0-1 0,0 0 0,0 1 0,0-1 0,0 0 0,0 0 0,0 1 0,0-1 0,1 0 0,-1 0 0,0 1 0,0-1 0,0 0 0,0 0 0,0 1 0,1-1 0,-1 0 0,0 0 0,0 1 0,0-1 0,1 0 0,-1 0 0,0 0 0,0 0 0,1 1 0,-1-1 0,0 0 0,0 0 0,1 0 0,-1 0 0,0 0 0,1 0 0,-1 0 0,13 4 0,-10-4 0,-1 1 0,1-1 0,-1 1 0,1 0 0,-1 0 0,1 0 0,-1 0 0,3 2 0,-5-3 0,0 0 0,1 0 0,-1 0 0,0 1 0,0-1 0,0 0 0,0 0 0,0 0 0,0 0 0,0 1 0,0-1 0,0 0 0,1 0 0,-1 0 0,0 1 0,0-1 0,0 0 0,0 0 0,0 0 0,0 1 0,0-1 0,0 0 0,0 0 0,0 0 0,0 0 0,-1 1 0,1-1 0,0 0 0,0 0 0,0 0 0,0 1 0,0-1 0,0 0 0,0 0 0,0 0 0,0 0 0,-1 1 0,-7 7 0,-1 0 0,9-8 0,0 0 0,0 1 0,0-1 0,0 0 0,0 0 0,0 0 0,0 1 0,0-1 0,0 0 0,0 0 0,0 0 0,0 1 0,0-1 0,0 0 0,0 0 0,0 0 0,0 0 0,0 1 0,0-1 0,0 0 0,0 0 0,0 0 0,0 1 0,0-1 0,0 0 0,0 0 0,1 0 0,-1 0 0,0 0 0,0 1 0,0-1 0,0 0 0,0 0 0,1 0 0,-1 0 0,0 0 0,0 0 0,0 0 0,0 1 0,1-1 0,-1 0 0,0 0 0,0 0 0,0 0 0,1 0 0,-1 0 0,6 1 0,0 1 0,0-1 0,0-1 0,11 1 0,6 1 0,195 8 0,-46-4 0,91 3-1365,-242-9-5461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1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24575,'0'0'0,"-1"0"0,1 1 0,-1-1 0,1 0 0,-1 0 0,1 0 0,0 0 0,-1 0 0,1 1 0,-1-1 0,1 0 0,0 0 0,-1 1 0,1-1 0,-1 0 0,1 1 0,0-1 0,0 0 0,-1 1 0,1-1 0,0 1 0,0-1 0,-1 0 0,1 1 0,0-1 0,0 1 0,0-1 0,0 0 0,-1 1 0,1-1 0,0 1 0,0-1 0,0 1 0,0-1 0,0 1 0,0-1 0,0 1 0,0-1 0,1 1 0,-1-1 0,0 0 0,0 1 0,0-1 0,1 1 0,8 24 0,-8-21 0,46 96 0,-35-75 0,12 39 0,-24-63 0,0 0 0,0 0 0,1 0 0,-1-1 0,0 1 0,0 0 0,1 0 0,-1-1 0,0 1 0,1 0 0,-1 0 0,1-1 0,-1 1 0,1 0 0,-1-1 0,1 1 0,1 0 0,-2-1 0,0 0 0,1 0 0,-1-1 0,0 1 0,1 0 0,-1 0 0,0-1 0,0 1 0,1 0 0,-1-1 0,0 1 0,0 0 0,1-1 0,-1 1 0,0 0 0,0-1 0,0 1 0,0-1 0,0 1 0,0 0 0,1-1 0,-1 1 0,0-1 0,4-33 0,-6-3 0,1 26 0,1 1 0,-1 0 0,2-1 0,0 1 0,3-18 0,-4 28 0,0 0 0,0-1 0,0 1 0,0-1 0,0 1 0,0 0 0,1-1 0,-1 1 0,0 0 0,0-1 0,0 1 0,1 0 0,-1-1 0,0 1 0,0 0 0,1-1 0,-1 1 0,0 0 0,1 0 0,-1-1 0,0 1 0,1 0 0,-1 0 0,1 0 0,-1 0 0,0-1 0,1 1 0,-1 0 0,1 0 0,-1 0 0,0 0 0,1 0 0,0 0 0,0 0 0,0 1 0,0-1 0,1 1 0,-1-1 0,0 1 0,0-1 0,0 1 0,0 0 0,1 0 0,0 1 0,23 24 0,-25-25 0,15 15 0,0 0 0,1-1 0,1-1 0,33 23 0,-47-35 0,-1 0 0,1-1 0,0 1 0,-1-1 0,1 0 0,0 0 0,0 0 0,0 0 0,0 0 0,0-1 0,0 1 0,0-1 0,0 0 0,1 0 0,2 0 0,-4-1 0,-1 1 0,1-1 0,0 1 0,-1-1 0,1 0 0,-1 0 0,1 0 0,-1 1 0,1-2 0,-1 1 0,0 0 0,0 0 0,1 0 0,-1 0 0,0-1 0,0 1 0,0-1 0,0 1 0,0-1 0,-1 1 0,1-1 0,0 1 0,-1-1 0,1 0 0,-1 1 0,1-1 0,-1 0 0,0-1 0,1-7 0,0 0 0,-1 0 0,-2-14 0,1 16 0,1 1 0,-1-1 0,1 0 0,1 0 0,2-15 0,-3 22 0,1 1 0,-1-1 0,0 1 0,0-1 0,1 1 0,-1-1 0,1 1 0,-1 0 0,0-1 0,1 1 0,-1-1 0,1 1 0,-1 0 0,1-1 0,-1 1 0,1 0 0,-1 0 0,1-1 0,-1 1 0,1 0 0,-1 0 0,1 0 0,-1 0 0,1-1 0,0 1 0,-1 0 0,1 0 0,-1 0 0,1 0 0,0 0 0,-1 1 0,1-1 0,-1 0 0,1 0 0,-1 0 0,1 0 0,-1 1 0,1-1 0,0 1 0,27 13 0,-22-10 0,155 98-1365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24575,'-2'2'0,"5"4"0,8 6 0,-9-9 0,11 11 0,0-1 0,2 0 0,24 17 0,53 28 0,-79-51 0,86 44 0,-21-11 0,-63-27 0,-15-13 0,0 0 0,0 0 0,1 0 0,-1 1 0,0-1 0,0 0 0,0 0 0,0 0 0,0 0 0,0 0 0,0 0 0,0 0 0,0 0 0,0 0 0,0 0 0,0 0 0,0 1 0,0-1 0,0 0 0,0 0 0,1 0 0,-1 0 0,0 0 0,0 0 0,0 0 0,0 0 0,0 1 0,0-1 0,0 0 0,-1 0 0,1 0 0,0 0 0,0 0 0,0 0 0,0 0 0,0 0 0,0 0 0,0 1 0,0-1 0,0 0 0,0 0 0,0 0 0,0 0 0,0 0 0,0 0 0,0 0 0,-11-3 0,2-2-1365,-1 1-5461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1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48 24575,'-19'-12'0,"9"5"0,-1 1 0,1 0 0,-22-9 0,31 15 0,-1 0 0,1-1 0,0 1 0,-1 0 0,1 0 0,-1 0 0,1 0 0,0 0 0,-1 0 0,1 0 0,0 0 0,-1 1 0,1-1 0,0 0 0,-1 1 0,1-1 0,0 1 0,0 0 0,0-1 0,-1 1 0,1 0 0,0 0 0,0 0 0,0-1 0,0 1 0,0 0 0,-1 2 0,-2 3 0,0 0 0,1 0 0,-1 1 0,-2 8 0,-6 10 0,5-16 0,0 0 0,0 0 0,-1 0 0,-1-1 0,1-1 0,-1 1 0,0-1 0,-19 10 0,16-9 0,10-7-151,1 0-1,-1 0 0,1 1 0,0-1 1,-1 0-1,1 1 0,0-1 1,-2 3-1,-1 4-6674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5 24575,'-20'-3'0,"0"2"0,-1 0 0,1 1 0,-1 1 0,1 1 0,0 1 0,0 1 0,0 1 0,0 0 0,-26 12 0,28-11 0,8-3 0,1 1 0,0 0 0,0 0 0,-11 8 0,18-11 0,1 0 0,-1 0 0,0 1 0,1-1 0,-1 1 0,1-1 0,-1 1 0,1 0 0,0 0 0,-1-1 0,1 1 0,0 0 0,1 0 0,-1 0 0,0 0 0,0 0 0,1 1 0,-1-1 0,1 0 0,0 0 0,0 0 0,-1 0 0,1 0 0,1 5 0,6 25 0,1-1 0,15 39 0,6 23 0,-15-36 0,2-2 0,26 61 0,-40-112 0,0-1 0,1 0 0,-1 1 0,0-1 0,1 0 0,0 0 0,-1-1 0,1 1 0,0 0 0,1-1 0,-1 0 0,0 0 0,1 0 0,-1 0 0,1 0 0,0-1 0,-1 0 0,1 1 0,0-1 0,6 0 0,8 2 0,0-2 0,0 0 0,23-2 0,-13 0 0,-9 1-60,-11 0-201,-1 0 0,1 0 0,0 0 0,11-3 0,-10 0-6565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3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86 24575,'-28'-44'0,"33"51"0,0 0 0,1 0 0,8 9 0,6 6 0,-8-6 0,12 13 0,43 45 0,-57-62 0,-10-11 0,1 0 0,0 0 0,0 0 0,0 0 0,0 0 0,0 0 0,0 0 0,0 0 0,3 2 0,1-5 0,0-10 0,7-40 0,-8 35 0,0-1 0,1 0 0,7-16 0,-12 32 0,1 1 0,0-1 0,-1 1 0,1-1 0,0 1 0,0-1 0,0 1 0,0 0 0,0-1 0,0 1 0,0 0 0,1 0 0,-1 0 0,0 0 0,1 0 0,-1 0 0,0 0 0,1 0 0,0 1 0,-1-1 0,1 1 0,-1-1 0,1 1 0,0-1 0,-1 1 0,4 0 0,-2 0 0,0 1 0,0-1 0,0 1 0,0 0 0,1 0 0,-1 0 0,0 1 0,-1-1 0,1 1 0,0 0 0,0 0 0,4 4 0,38 36 0,11 9 0,-50-46 0,1 0 0,0 0 0,0-1 0,0 0 0,1-1 0,15 6 0,-21-8 0,0-1 0,0 1 0,0-1 0,0 0 0,1 0 0,-1 0 0,0 0 0,0 0 0,0 0 0,1 0 0,-1-1 0,0 1 0,0-1 0,0 0 0,0 1 0,0-1 0,0 0 0,0 0 0,0-1 0,0 1 0,0 0 0,-1 0 0,1-1 0,-1 1 0,1-1 0,-1 0 0,1 1 0,-1-1 0,0 0 0,0 0 0,0 0 0,2-3 0,2-7 0,-1 0 0,0 0 0,0 0 0,2-19 0,-4 20 0,2-20 0,-4 25 0,0-1 0,1 0 0,1 0 0,2-12 0,-3 19 0,-1-1 0,0 0 0,1 0 0,-1 0 0,1 0 0,-1 1 0,1-1 0,0 0 0,-1 0 0,1 1 0,-1-1 0,1 0 0,0 1 0,0-1 0,-1 1 0,1-1 0,0 1 0,0-1 0,0 1 0,0 0 0,0-1 0,1 1 0,0 0 0,-1 0 0,1 0 0,0 0 0,0 0 0,0 0 0,0 0 0,-1 1 0,1-1 0,0 1 0,3 1 0,4 3 0,-1-1 0,1 2 0,11 9 0,-14-11 0,17 14 0,-1 1 0,-1 1 0,0 1 0,-2 0 0,21 30 0,-32-37-1365,-1-2-5461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24575,'31'0'0,"0"1"0,1 2 0,43 10 0,-59-9 0,-1 0 0,0 1 0,-1 1 0,1 0 0,-1 1 0,0 1 0,-1 0 0,23 19 0,-27-20 0,-1 0 0,-1 1 0,1 0 0,11 16 0,-16-19 0,0 0 0,-1 0 0,0 0 0,0 0 0,0 0 0,0 0 0,-1 1 0,0-1 0,0 0 0,-1 1 0,1 8 0,0 21 0,1 0 0,2 0 0,1 0 0,2 0 0,1-1 0,17 43 0,-20-66 0,1 0 0,9 14 0,-10-19 0,-1 1 0,0-1 0,-1 1 0,1 0 0,-1 0 0,0 1 0,-1-1 0,2 8 0,-4-13 0,0-1 0,0 1 0,0-1 0,0 1 0,0-1 0,0 1 0,-1-1 0,1 1 0,0-1 0,-1 1 0,1-1 0,-1 0 0,0 1 0,0-1 0,1 0 0,-1 1 0,0-1 0,0 0 0,0 0 0,0 0 0,0 0 0,0 0 0,-1 0 0,1 0 0,0 0 0,0 0 0,-1-1 0,-1 2 0,-5 1 0,0 0 0,0 0 0,-1-1 0,-8 2 0,-3 0 0,1 2-1365,1-2-5461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3 120 24575,'-1'-8'0,"0"-1"0,0 1 0,1 0 0,0 0 0,1 0 0,0 0 0,3-12 0,-4 17 0,1 1 0,0 0 0,0 0 0,0-1 0,0 1 0,0 0 0,0 0 0,0 0 0,1 0 0,-1 0 0,1 1 0,-1-1 0,1 0 0,0 1 0,0-1 0,0 1 0,0 0 0,0-1 0,0 1 0,0 0 0,0 0 0,0 0 0,0 1 0,1-1 0,-1 0 0,0 1 0,1 0 0,-1-1 0,0 1 0,3 0 0,3 1 0,1 0 0,-1 0 0,0 0 0,0 1 0,0 1 0,0-1 0,0 2 0,0-1 0,-1 1 0,0 0 0,12 8 0,-10-6 0,1 2 0,-1 0 0,-1 0 0,1 0 0,-1 1 0,-1 0 0,11 16 0,-15-18 0,0 0 0,0-1 0,0 1 0,-1 0 0,0 0 0,0 0 0,-1 0 0,0 1 0,0-1 0,-1 10 0,-1 7 0,-7 43 0,4-43 0,-1 35 0,4-49 0,2 0 0,-1-1 0,1 1 0,1 0 0,-1-1 0,5 12 0,-5-19 0,-1 0 0,1 0 0,0 0 0,0 0 0,0 0 0,1 0 0,-1 0 0,0 0 0,1 0 0,-1-1 0,1 1 0,0-1 0,-1 1 0,1-1 0,0 1 0,0-1 0,0 0 0,0 0 0,0 0 0,0 0 0,0-1 0,0 1 0,1 0 0,-1-1 0,0 0 0,0 1 0,1-1 0,-1 0 0,0 0 0,0 0 0,1 0 0,2-1 0,107-21 0,-49 9 0,-48 10-682,20-8-1,-23 7-6143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21 24575,'-10'-5'0,"-5"-2"0,-3 1 0,1 4 0,2 1 0,1 2 0,-1 3 0,-1 1 0,-1-1 0,0-1 0,-3-1 0,-1 0 0,-1-2 0,-1 1 0,1-1 0,1-1 0,5 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2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24575,'1'1'0,"0"-1"0,1 0 0,-1 0 0,0 1 0,0-1 0,0 1 0,0-1 0,0 1 0,-1-1 0,1 1 0,0 0 0,0-1 0,1 2 0,-2-2 0,0 1 0,0-1 0,-1 0 0,1 0 0,0 1 0,0-1 0,0 0 0,0 0 0,0 0 0,-1 1 0,1-1 0,0 0 0,0 0 0,0 0 0,-1 1 0,1-1 0,0 0 0,0 0 0,0 0 0,-1 0 0,1 0 0,0 0 0,0 0 0,-1 0 0,1 1 0,0-1 0,0 0 0,-1 0 0,1 0 0,0 0 0,-1 0 0,-32 2 0,-9-2 0,14-1 0,-1 2 0,1 0 0,0 2 0,-37 8 0,35-3-1365,18-5-5461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69 24575,'0'0'0,"0"0"0,0 0 0,0 0 0,0-1 0,0 1 0,0 0 0,0 0 0,0 0 0,0 0 0,0 0 0,0 0 0,0 0 0,0 0 0,0 0 0,0-1 0,0 1 0,0 0 0,0 0 0,0 0 0,-1 0 0,1 0 0,0 0 0,0 0 0,0 0 0,0 0 0,0 0 0,0 0 0,0 0 0,0 0 0,0 0 0,-1 0 0,1 0 0,0 0 0,0 0 0,0 0 0,0 0 0,0 0 0,0 0 0,0 0 0,0 0 0,0 0 0,-1 0 0,1 0 0,0 0 0,0 0 0,0 0 0,0 0 0,0 0 0,0 0 0,0 0 0,0 0 0,0 0 0,-1 0 0,1 0 0,0 0 0,0 0 0,0 0 0,0 1 0,0-1 0,0 0 0,1 9 0,7 11 0,-4-12 0,0 0 0,1-1 0,1 1 0,-1-1 0,1 0 0,0 0 0,1-1 0,-1 0 0,1 0 0,0 0 0,1-1 0,13 7 0,-20-11 0,0 0 0,1-1 0,-1 1 0,0 0 0,1-1 0,-1 0 0,1 1 0,-1-1 0,1 0 0,-1 0 0,1 1 0,-1-1 0,1 0 0,-1-1 0,1 1 0,-1 0 0,1 0 0,-1-1 0,1 1 0,-1 0 0,1-1 0,-1 0 0,0 1 0,1-1 0,-1 0 0,0 0 0,0 0 0,1 0 0,-1 0 0,0 0 0,0 0 0,0 0 0,0 0 0,0 0 0,0-1 0,-1 1 0,1 0 0,1-2 0,0-3 0,0 1 0,0-1 0,0 0 0,-1 0 0,1 0 0,-2 0 0,1 0 0,0-8 0,-2-6 0,0 14 0,0 1 0,1 0 0,0 0 0,0 0 0,1 0 0,-1-1 0,3-7 0,-2 12 0,-1 1 0,0-1 0,1 1 0,-1-1 0,1 1 0,-1-1 0,1 1 0,-1-1 0,1 1 0,-1 0 0,1-1 0,0 1 0,-1 0 0,1 0 0,-1-1 0,1 1 0,0 0 0,-1 0 0,1 0 0,0 0 0,-1 0 0,1 0 0,0 0 0,-1 0 0,1 0 0,0 0 0,-1 0 0,1 0 0,-1 0 0,1 0 0,0 1 0,-1-1 0,1 0 0,0 1 0,-1-1 0,1 0 0,-1 1 0,1-1 0,26 17 0,-24-14 0,22 16 0,53 34 0,-72-49 0,-1-1 0,-1-1 0,1 1 0,0-1 0,0 0 0,0 0 0,6 1 0,-10-2 0,0-1 0,0 0 0,0 0 0,-1 0 0,1 0 0,0 0 0,0 0 0,0 0 0,0-1 0,0 1 0,0 0 0,0-1 0,0 1 0,-1 0 0,1-1 0,0 1 0,1-1 0,-1 0 0,0 0 0,-1 0 0,1 0 0,0 0 0,0-1 0,0 1 0,-1 0 0,1 0 0,-1-1 0,1 1 0,-1 0 0,1-1 0,-1 1 0,0-3 0,2-7 0,-2-1 0,1 0 0,-3-12 0,2-20 0,0 43 0,0 1 0,0-1 0,0 0 0,0 0 0,0 0 0,0 0 0,0 0 0,1 0 0,-1 0 0,0 0 0,1 0 0,-1 0 0,0 0 0,1 0 0,-1 0 0,1 1 0,0-1 0,-1 0 0,1 0 0,0 1 0,-1-1 0,1 0 0,0 1 0,0-1 0,0 1 0,-1-1 0,1 1 0,0-1 0,0 1 0,0 0 0,0-1 0,0 1 0,0 0 0,0 0 0,0 0 0,0 0 0,0 0 0,0 0 0,0 0 0,0 0 0,0 0 0,0 0 0,0 0 0,0 0 0,0 1 0,7 1 0,-1 1 0,0 0 0,1 0 0,9 6 0,-13-6 0,51 28 0,70 54 0,-122-83-227,0 1-1,0 0 1,0-1-1,0 1 1,2 4-1,1 3-6598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75 24575,'-2'-2'0,"-1"-1"0,1 1 0,0-1 0,-1 0 0,1 0 0,1 0 0,-1 0 0,0-1 0,-2-5 0,4 8 0,0-1 0,0 1 0,0 0 0,0 0 0,0 0 0,0 0 0,0 0 0,0 0 0,0-1 0,0 1 0,1 0 0,-1 0 0,0 0 0,1 0 0,-1 0 0,1 0 0,0 0 0,-1 0 0,1 0 0,-1 0 0,1 0 0,0 1 0,0-1 0,0 0 0,0 0 0,-1 1 0,1-1 0,0 0 0,0 1 0,0-1 0,0 1 0,0-1 0,0 1 0,3-1 0,2-1 0,1 1 0,-1-1 0,1 1 0,0 0 0,0 1 0,-1 0 0,1 0 0,0 0 0,0 1 0,-1 0 0,14 4 0,1 1 0,0 1 0,26 14 0,-45-20 0,0 0 0,0 0 0,0 0 0,-1 1 0,1-1 0,0 1 0,-1 0 0,0-1 0,1 1 0,-1 0 0,0 0 0,0 0 0,0 0 0,0 0 0,0 0 0,0 0 0,0 0 0,-1 0 0,1 0 0,-1 0 0,0 0 0,1 1 0,-1-1 0,0 0 0,0 0 0,-1 0 0,0 4 0,-1 7 0,0-1 0,-1 1 0,-7 18 0,6-20 0,-4 11 0,4-13 0,1 1 0,0-1 0,1 1 0,0 0 0,0 0 0,0 11 0,2-4 0,1 82 0,0-97 0,-1 1 0,0-1 0,1 1 0,-1-1 0,1 1 0,0-1 0,-1 0 0,1 1 0,0-1 0,1 0 0,-1 0 0,0 1 0,1-1 0,-1 0 0,1 0 0,-1-1 0,1 1 0,0 0 0,0-1 0,0 1 0,0-1 0,0 1 0,0-1 0,1 0 0,-1 0 0,0 0 0,1 0 0,4 1 0,4 0 0,1 0 0,-1-1 0,1-1 0,0 0 0,12-2 0,3 1 0,50 1 0,47-1 0,-119 1-170,0-1-1,0 1 0,0-1 1,0-1-1,0 1 0,0-1 1,6-2-1,-2-2-6655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 24575,'-27'-2'0,"-12"1"0,2 4 0,4 1 0,7 2 0,9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27 24575,'-29'-2'0,"-13"-2"0,-1 1 0,4 1 0,7 0 0,5 1 0,8-2 0,5-1 0,2 1 0,0 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24575,'0'10'0,"1"-1"0,0 0 0,0 0 0,1 0 0,0 0 0,1-1 0,0 1 0,5 10 0,-1-6 0,1 0 0,-1-1 0,2 0 0,13 16 0,-21-27 0,0 0 0,0 0 0,-1 0 0,1 0 0,0 0 0,0-1 0,0 1 0,0 0 0,0 0 0,0-1 0,0 1 0,0-1 0,0 1 0,0-1 0,0 1 0,1-1 0,-1 1 0,0-1 0,0 0 0,0 0 0,1 0 0,-1 0 0,0 0 0,0 0 0,0 0 0,1 0 0,-1 0 0,0 0 0,2-1 0,-1 0 0,-1-1 0,1 1 0,-1 0 0,1-1 0,-1 1 0,0-1 0,0 1 0,1-1 0,-1 1 0,0-1 0,0 0 0,-1 0 0,1 1 0,0-1 0,0 0 0,-1 0 0,0 0 0,1-2 0,0-4 0,0-1 0,-1-15 0,0 14 0,0 1 0,3-18 0,-3 24 0,1 1 0,0-1 0,-1 1 0,1 0 0,0-1 0,0 1 0,0 0 0,1 0 0,-1 0 0,0 0 0,1 0 0,0 0 0,-1 0 0,1 0 0,3-2 0,-3 3 0,0 0 0,1 0 0,-1 0 0,0 0 0,1 1 0,-1-1 0,1 1 0,-1-1 0,1 1 0,0 0 0,-1 0 0,1 0 0,-1 0 0,1 1 0,-1-1 0,1 1 0,-1-1 0,1 1 0,2 1 0,6 2 0,0 1 0,17 9 0,-2 1 0,1 1 0,-2 2 0,25 22 0,-49-40 10,0 1 0,0 0 0,0 0 0,0 0 0,0 0 0,0 0 0,0 0 0,-1 1 0,1-1 0,0 0 0,0 3 0,-1-4-65,0 1 0,0-1 0,0 1 0,0 0 0,0-1 0,0 1 0,0 0 0,0-1 0,0 1 0,-1 0 0,1-1 0,0 1 0,0-1 0,-1 1 0,1-1 0,0 1 0,-1-1 0,1 1 0,0-1 0,-1 1 0,1-1 0,-1 1 0,1-1 0,-1 1 0,1-1 0,-1 1 0,-7 4-6771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90 24575,'-1'-2'0,"0"0"0,-1 0 0,0 0 0,1 0 0,-1 0 0,0 0 0,0 0 0,0 1 0,0-1 0,0 1 0,0-1 0,0 1 0,-1 0 0,1 0 0,-1 0 0,1 0 0,-3 0 0,3 0 0,1 2 0,-1-1 0,0 0 0,1 0 0,-1 0 0,1 1 0,-1-1 0,0 1 0,1-1 0,-1 1 0,1 0 0,0-1 0,-1 1 0,1 0 0,-1 0 0,1 0 0,0 0 0,0 0 0,0 0 0,-1 1 0,1-1 0,0 0 0,1 0 0,-1 1 0,0-1 0,0 1 0,-1 2 0,1-1 0,0 0 0,0 0 0,0 1 0,0-1 0,1 1 0,-1-1 0,1 0 0,0 1 0,-1-1 0,2 1 0,-1-1 0,0 1 0,1-1 0,0 0 0,-1 1 0,1-1 0,1 0 0,-1 0 0,0 1 0,1-1 0,-1 0 0,1 0 0,4 4 0,-4-4 0,0 0 0,1-1 0,-1 1 0,1-1 0,-1 1 0,1-1 0,0 0 0,0 0 0,0 0 0,0 0 0,0-1 0,1 1 0,-1-1 0,0 0 0,1 0 0,-1 0 0,1 0 0,-1-1 0,1 1 0,-1-1 0,1 0 0,0 0 0,3-1 0,-4 0 0,1 1 0,-1-1 0,0-1 0,0 1 0,0 0 0,0-1 0,0 0 0,-1 1 0,1-1 0,0 0 0,-1 0 0,0-1 0,1 1 0,-1 0 0,0-1 0,0 0 0,0 1 0,0-1 0,-1 0 0,1 0 0,-1 0 0,0 0 0,0 0 0,0 0 0,0 0 0,0-1 0,-1 1 0,1 0 0,-1-6 0,1 3 0,-1 1 0,-1-1 0,1 1 0,0 0 0,-1-1 0,0 1 0,-1 0 0,1-1 0,-1 1 0,0 0 0,0 0 0,0 0 0,-1 1 0,0-1 0,0 0 0,0 1 0,-6-6 0,5 6-114,0 1 1,-1 0-1,1 0 0,-1 0 0,0 1 1,0 0-1,0 0 0,0 0 0,0 0 1,0 1-1,-9-2 0,0 2-6712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41 24575,'19'0'0,"-16"0"0,-12 0 0,-46-1 0,-63 2 0,101 2 0,-35 8 0,39-7 0,0-1 0,-1 0 0,1-1 0,-23 0 0,33-2-52,-1-1-1,1 1 1,0-1-1,0 0 1,-1 0-1,1-1 1,0 1-1,0 0 1,0-1-1,0 0 1,1 0-1,-1 0 1,0 0-1,1 0 1,-1-1-1,1 1 1,0-1-1,0 1 1,0-1-1,0 0 1,0 0-1,1 0 1,-1 0-1,1 0 0,-2-6 1,0-2-6774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3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12 24575,'0'-1'0,"-1"1"0,1-1 0,0 1 0,0 0 0,0-1 0,0 1 0,-1-1 0,1 1 0,0-1 0,0 1 0,-1 0 0,1-1 0,0 1 0,-1 0 0,1-1 0,0 1 0,-1 0 0,1-1 0,0 1 0,-1 0 0,1 0 0,-1 0 0,1-1 0,-1 1 0,1 0 0,0 0 0,-1 0 0,1 0 0,-1 0 0,1 0 0,-1 0 0,1 0 0,-1 0 0,1 0 0,-1 0 0,1 0 0,-1 0 0,-23 4 0,17-3 0,-35 3 0,-70-3 0,56-2 0,42 0-455,0 0 0,-22-6 0,23 4-6371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0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24575,'0'-2'0,"-1"0"0,0-1 0,1 1 0,0 0 0,-1-1 0,1 1 0,0 0 0,0-1 0,1 1 0,-1 0 0,0-1 0,1 1 0,-1 0 0,1 0 0,0-1 0,0 1 0,0 0 0,0 0 0,0 0 0,0 0 0,0 0 0,1 0 0,-1 0 0,3-1 0,-1 0 0,0 1 0,0 0 0,0 0 0,1 1 0,-1-1 0,1 1 0,-1-1 0,1 1 0,-1 0 0,1 1 0,0-1 0,0 0 0,-1 1 0,6 0 0,9 0 0,0 1 0,0 1 0,0 1 0,0 0 0,-1 1 0,28 10 0,-43-13 0,1 0 0,-1 1 0,0-1 0,1 1 0,-1-1 0,0 1 0,0 0 0,0 0 0,-1 0 0,1 0 0,0 0 0,-1 0 0,1 0 0,-1 1 0,0-1 0,0 0 0,0 1 0,0-1 0,0 1 0,0-1 0,0 6 0,1 4 0,-1 0 0,-1 0 0,-1 19 0,1-12 0,-2-4 0,0 0 0,0-1 0,-2 1 0,0-1 0,-7 18 0,-6 22 0,-1 3 0,12-42 0,1 0 0,1 0 0,0 1 0,1 0 0,-1 22 0,4-36 0,0 0 0,0 0 0,0 0 0,0 0 0,0-1 0,1 1 0,-1 0 0,1 0 0,-1-1 0,1 1 0,0 0 0,0-1 0,0 1 0,0-1 0,0 1 0,0-1 0,0 1 0,0-1 0,0 0 0,1 1 0,-1-1 0,0 0 0,1 0 0,-1 0 0,1 0 0,0 0 0,-1-1 0,1 1 0,0 0 0,-1-1 0,1 1 0,2 0 0,6 0 0,0 0 0,0 0 0,0-1 0,18-2 0,-5 1 0,46 1 0,38-2 0,-104 2-91,0 0 0,0 0 0,0 0 0,0-1 0,0 1 0,0-1 0,0 0 0,0 0 0,0 0 0,0-1 0,0 1 0,-1 0 0,1-1 0,4-3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23 24575,'-22'-7'0,"-10"0"0,-2 1 0,3 4 0,3 2 0,5 4 0,4 1 0,4 2 0,3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1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24575,'-20'0'0,"-8"0"0,-3 0 0,2 3 0,4 0 0,3 0 0,3 0 0,2-2 0,2 3 0,-2 0 0,0-1 0,3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24575,'0'12'0,"1"-1"0,0 0 0,0 1 0,1-1 0,1 0 0,7 22 0,-5-21 0,16 35 0,-18-43 0,0 1 0,0 0 0,0-1 0,0 1 0,0-1 0,7 6 0,-9-10 0,-1 1 0,0-1 0,0 0 0,1 0 0,-1 0 0,0 1 0,0-1 0,1 0 0,-1 0 0,0 0 0,1 0 0,-1 0 0,0 1 0,0-1 0,1 0 0,-1 0 0,0 0 0,1 0 0,-1 0 0,0 0 0,1 0 0,-1 0 0,0 0 0,1 0 0,-1 0 0,0 0 0,1-1 0,-1 1 0,1 0 0,4-9 0,-3-16 0,-2 24 0,0-14 0,2-44 0,-1 52 0,0 0 0,1 0 0,-1 0 0,1 1 0,1-1 0,3-8 0,-5 14 0,0-1 0,0 1 0,-1-1 0,1 1 0,0 0 0,1 0 0,-1 0 0,0-1 0,0 1 0,0 0 0,1 1 0,-1-1 0,0 0 0,1 0 0,-1 0 0,1 1 0,1-1 0,0 0 0,0 0 0,0 1 0,0 0 0,-1 0 0,1 0 0,0 0 0,0 0 0,0 1 0,3 0 0,5 3 0,0-1 0,0 2 0,19 10 0,-23-12 0,0 1 0,1 0 0,-1 1 0,0 0 0,0 0 0,0 0 0,-1 1 0,1 0 0,-1 0 0,-1 0 0,1 1 0,-1 0 0,6 12 0,-10-18-105,0 1 0,-1 0 0,1 0 0,-1 0 0,0 0 0,1 0 0,-1 0 0,0 0 0,0 0 0,0 0 0,-1 0 0,0 4 0,-3 6-6721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40 24575,'-5'-3'0,"-1"0"0,1 1 0,-1 0 0,0 0 0,0 1 0,-11-2 0,15 3 0,1-1 0,0 1 0,-1 0 0,1 0 0,-1 1 0,1-1 0,0 0 0,-1 0 0,1 1 0,0-1 0,-1 1 0,1-1 0,0 1 0,0-1 0,-1 1 0,1 0 0,0 0 0,0-1 0,0 1 0,0 0 0,0 0 0,0 0 0,0 0 0,0 1 0,0-1 0,1 0 0,-1 0 0,0 0 0,1 1 0,-1-1 0,1 0 0,-1 0 0,1 1 0,0-1 0,-1 3 0,1-1 0,0 0 0,0 1 0,0-1 0,0 1 0,1-1 0,-1 1 0,1-1 0,0 0 0,0 1 0,0-1 0,1 0 0,-1 0 0,1 0 0,-1 0 0,1 0 0,0 0 0,0 0 0,0-1 0,1 1 0,-1-1 0,1 1 0,5 3 0,2 2 0,1-1 0,0 0 0,0-1 0,22 10 0,-20-12 0,-1-1 0,0 0 0,1-1 0,0 0 0,-1 0 0,1-2 0,0 1 0,22-4 0,-32 3 0,-1 0 0,1 0 0,-1-1 0,0 1 0,1-1 0,-1 0 0,0 0 0,1 0 0,-1 0 0,0 0 0,0 0 0,0 0 0,0-1 0,0 1 0,0-1 0,0 1 0,0-1 0,0 0 0,-1 0 0,1 0 0,-1 0 0,0 0 0,1 0 0,-1 0 0,1-4 0,-1 3 0,0 0 0,-1 0 0,1-1 0,-1 1 0,0 0 0,0-1 0,0 1 0,-1 0 0,1 0 0,-1-1 0,0 1 0,1 0 0,-2 0 0,1 0 0,0 0 0,0 0 0,-1 0 0,-3-5 0,0 2-57,0-1 0,0 1 1,-1 0-1,1 0 0,-2 1 0,1-1 0,0 1 0,-1 1 0,0-1 0,0 1 0,-1 0 1,1 1-1,-1 0 0,0 0 0,1 1 0,-1 0 0,0 0 0,-1 1 0,1 0 1,0 0-1,0 1 0,0 0 0,-9 1 0,1 1-6769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 0 0,0-1 0,0 1 0,0 0 0,0 0 0,0 0 0,0 0 0,0 0 0,0-1 0,1 1 0,-1 0 0,0 0 0,0 0 0,0 0 0,0 0 0,0 0 0,0 0 0,0 0 0,0 0 0,1-1 0,-1 1 0,0 0 0,0 0 0,0 0 0,0 0 0,0 0 0,0 0 0,1 0 0,-1 0 0,0 0 0,0 0 0,0 0 0,0 0 0,0 0 0,1 0 0,-1 0 0,0 0 0,0 0 0,0 0 0,0 0 0,0 0 0,1 0 0,-1 0 0,0 0 0,0 1 0,0-1 0,0 0 0,0 0 0,0 0 0,0 0 0,1 0 0,-1 0 0,14 10 0,18 20 0,-28-25 0,136 142 0,-85-86 0,284 320 0,-285-320 0,-23-24 0,57 51 0,-85-85 0,-1-1 0,1 0 0,-1-1 0,1 1 0,0 0 0,0-1 0,-1 1 0,1-1 0,0 0 0,1 0 0,-1 0 0,5 0 0,-8-1-1,0 0-1,0 0 1,0 0-1,0 1 1,1-1-1,-1 0 1,0 0-1,0 0 1,0 0-1,0 0 1,0 0-1,0 0 1,1 0-1,-1 0 1,0-1-1,0 1 1,0 0-1,0 0 1,0 0-1,0 0 1,1 0 0,-1 0-1,0 0 1,0 0-1,0 0 1,0 0-1,0 0 1,0 0-1,0 0 1,0-1-1,1 1 1,-1 0-1,0 0 1,0 0-1,0 0 1,0 0-1,0 0 1,0-1-1,0 1 1,0 0-1,-3-5 154,-9-4-1608,3 3-5370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48 24575,'1'-4'0,"-1"0"0,0 0 0,-1 1 0,1-1 0,0 0 0,-1 1 0,0-1 0,0 0 0,0 1 0,0-1 0,-3-3 0,4 7 0,0 0 0,0 0 0,0 0 0,0 0 0,-1 0 0,1 0 0,0 0 0,0 0 0,0 0 0,0 0 0,-1 1 0,1-1 0,0 0 0,0 0 0,0 0 0,0 0 0,0 0 0,-1 0 0,1 0 0,0 0 0,0 1 0,0-1 0,0 0 0,0 0 0,0 0 0,0 0 0,0 1 0,-1-1 0,1 0 0,0 0 0,0 0 0,0 0 0,0 1 0,0-1 0,0 0 0,0 0 0,0 0 0,0 1 0,-3 8 0,2-8 0,-2 10 0,-11 35 0,-28 59 0,26-70 0,3 0 0,0 1 0,-9 46 0,-11 114 0,13-69 0,13-78 0,5-30 0,-1-1 0,-1 1 0,-8 25 0,9-36-341,1 0 0,0-1-1,-1 14 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59 24575,'-11'-21'0,"9"16"0,0 0 0,-1 1 0,0-1 0,0 0 0,-6-7 0,8 12 0,1 0 0,0 0 0,0 0 0,0 0 0,0 0 0,0-1 0,0 1 0,-1 0 0,1 0 0,0 0 0,0 0 0,0 0 0,0 0 0,-1 0 0,1-1 0,0 1 0,0 0 0,0 0 0,-1 0 0,1 0 0,0 0 0,0 0 0,0 0 0,-1 0 0,1 0 0,0 0 0,0 0 0,0 0 0,-1 0 0,1 0 0,0 0 0,0 1 0,0-1 0,-1 0 0,-2 7 0,1 14 0,2-20 0,0 57 0,-4 58 0,-3-39 0,3 0 0,9 107 0,-3-163 0,1 0 0,1-1 0,1 1 0,1-1 0,1 0 0,0 0 0,2 0 0,19 32 0,-20-40 0,0 0 0,1 0 0,1 0 0,0-1 0,1-1 0,0 0 0,0 0 0,1-1 0,0 0 0,1-1 0,0-1 0,0 0 0,18 6 0,-21-9 40,0-1 0,18 3 0,-26-5-127,1-1-1,-1 0 1,1 1 0,0-1-1,-1 0 1,1-1 0,-1 1-1,1 0 1,-1-1-1,1 1 1,-1-1 0,1 0-1,-1 1 1,0-1 0,1-1-1,3-1 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24575,'6'-13'0,"1"1"0,0 0 0,1 0 0,0 1 0,10-11 0,-15 19 0,0 0 0,0 0 0,0 0 0,1 1 0,-1-1 0,1 1 0,0 0 0,0 0 0,0 0 0,0 0 0,0 1 0,0 0 0,0-1 0,0 2 0,1-1 0,-1 0 0,0 1 0,1 0 0,8 0 0,0 2 0,1 1 0,-1 0 0,1 1 0,-1 0 0,0 1 0,-1 0 0,1 1 0,-1 1 0,0 0 0,0 0 0,12 12 0,-20-15 0,0 0 0,0 0 0,-1 0 0,1 1 0,-1-1 0,0 1 0,0 0 0,0 0 0,-1 0 0,0 0 0,0 0 0,0 1 0,1 6 0,-2-3 0,0-1 0,-1 1 0,0 0 0,0 0 0,-1-1 0,0 1 0,-4 16 0,-10 23 0,10-32 0,0 0 0,1 0 0,-4 29 0,8-39 0,0-1 0,0 1 0,0-1 0,1 0 0,0 1 0,0-1 0,0 0 0,1 0 0,-1 1 0,1-1 0,1 0 0,-1-1 0,1 1 0,0 0 0,5 7 0,-1-5 0,-1 1 0,1-1 0,1-1 0,-1 1 0,1-1 0,0-1 0,10 6 0,-13-9 0,0 1 0,0-1 0,0 0 0,0 0 0,0-1 0,0 0 0,0 0 0,0 0 0,1 0 0,-1-1 0,0 0 0,1 0 0,-1 0 0,10-3 0,-12 3-57,-1-1 0,1 0 1,-1 0-1,0 0 0,1 0 0,-1 0 0,0-1 0,0 1 0,0-1 0,0 0 0,0 1 1,0-1-1,0 0 0,-1 0 0,1 0 0,0 0 0,-1 0 0,0 0 0,0-1 1,1 1-1,-1 0 0,0-1 0,0-3 0,1-4-6769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16 24575,'-27'-3'0,"-14"0"0,-5 0 0,3 0 0,7 2 0,4 0 0,5 0 0,5 1 0,1 0 0,2 0 0,-1 2 0,-2 2 0,0 1 0,2 1 0,4-1-8191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1:4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24575,'32'3'0,"-1"1"0,0 1 0,0 2 0,-1 1 0,48 20 0,-58-19 0,0 1 0,0 1 0,-1 1 0,0 1 0,-1 0 0,0 2 0,-1 0 0,23 27 0,-24-22 0,0 0 0,-2 2 0,0 0 0,-2 0 0,0 1 0,-1 1 0,-2-1 0,0 2 0,-2 0 0,-1 0 0,0 0 0,-2 0 0,2 44 0,-7-56 11,0-1 0,-1 1 0,0-1 0,0 1 0,-2-1 0,1 0-1,-2 0 1,1-1 0,-2 1 0,-11 19 0,3-11-308,0 0 0,-2-1 0,0-1 0,-29 27 0,27-30-6529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0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1241 33 24575,'0'-2'0,"1"1"0,-1 0 0,0 0 0,0 0 0,0 0 0,0-1 0,-1 1 0,1 0 0,0 0 0,0 0 0,-1 0 0,1 0 0,-1-1 0,1 1 0,-1 0 0,1 0 0,-1 0 0,0 0 0,1 0 0,-1 1 0,0-1 0,0 0 0,0 0 0,0 0 0,0 1 0,0-1 0,0 0 0,0 1 0,0-1 0,0 1 0,0-1 0,0 1 0,-2-1 0,0 1 0,0 0 0,1 0 0,-1 0 0,0 1 0,1-1 0,-1 1 0,0-1 0,1 1 0,-1 0 0,1 0 0,0 0 0,-1 0 0,1 1 0,-3 1 0,-106 75 0,86-60 0,0 0 0,1 2 0,2 1 0,0 1 0,1 0 0,-23 33 0,-44 78 0,73-111 0,1 0 0,0 1 0,2 1 0,-14 37 0,17-30 0,-1 2 0,-1-1 0,-1 0 0,-29 52 0,-28 12 0,51-73 0,0 0 0,2 2 0,0 0 0,-15 36 0,-17 89 0,35-101 0,-32 76 0,26-88 0,-32 48 0,36-60 0,2-1 0,0 2 0,2 0 0,1 0 0,-12 48 0,10-14 0,-8 97 0,5 46 0,3-79 0,-36 155 0,48-278 0,-10 61 0,-4 87 0,12 65 0,11 76 0,-3-153 0,0-33 0,-1-15 0,-7 93 0,-39 115 0,5-54 0,23-100 0,7 0 0,7 0 0,5 1 0,36 203 0,-42-343 0,104 550 0,61 244 0,-67-389 0,25-5 0,-83-283 0,98 257 0,-48-142 0,133 303 0,-82-248 0,-15-29 0,-59-116 0,43 78 0,-108-221 0,11 21 0,1-2 0,25 32 0,-38-54 0,-1 1 0,0-1 0,0 1 0,1-1 0,-1 0 0,0 1 0,1-1 0,-1 0 0,0 1 0,1-1 0,-1 0 0,1 1 0,-1-1 0,0 0 0,1 0 0,-1 0 0,1 1 0,-1-1 0,1 0 0,-1 0 0,1 0 0,0 0 0,-1 0 0,0 0 0,1-1 0,-1 1 0,0 0 0,0-1 0,0 1 0,1-1 0,-1 1 0,0 0 0,0-1 0,0 1 0,0 0 0,0-1 0,0 1 0,0-1 0,0 1 0,0 0 0,0-1 0,0 1 0,0-1 0,-5-24 0,-58-248 0,32 55 0,19-1 0,13 155 0,28 239 0,-1-10 0,-14-68 0,0-7 0,2 114 0,-15-201 0,-1-1 0,0 1 0,-1-1 0,1 0 0,0 1 0,-1-1 0,1 0 0,-1 1 0,0-1 0,0 0 0,-1 4 0,1-5 0,0 0 0,0 0 0,0 0 0,0 0 0,0 0 0,0-1 0,-1 1 0,1 0 0,0 0 0,0-1 0,-1 1 0,1-1 0,0 1 0,-1-1 0,1 0 0,0 1 0,-1-1 0,1 0 0,-1 0 0,1 0 0,-2 0 0,-5-1 0,1 1 0,-1-2 0,1 1 0,-1-1 0,1 0 0,0 0 0,0-1 0,0 0 0,-9-5 0,-9-7 0,-25-19 0,32 20 0,-136-100-1365,126 92-5461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1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363 100 24575,'1'-1'0,"0"1"0,-1-1 0,1 1 0,0-1 0,0 1 0,0-1 0,-1 1 0,1-1 0,0 0 0,-1 0 0,1 1 0,0-1 0,-1 0 0,1 0 0,-1 0 0,1 1 0,-1-1 0,0 0 0,1 0 0,-1 0 0,0 0 0,0 0 0,1 0 0,-1 0 0,0 0 0,0 0 0,0 0 0,0 0 0,0 0 0,0 0 0,-1 0 0,1 0 0,0 0 0,0 0 0,-1 1 0,1-1 0,-1 0 0,1 0 0,-1 0 0,1 0 0,-1 0 0,1 1 0,-2-2 0,-1-2 0,1 1 0,-1 0 0,0 0 0,0 0 0,0 0 0,-1 1 0,1-1 0,-8-3 0,-1 1 0,0 1 0,0 1 0,-1 0 0,1 0 0,-15 0 0,-5-3 0,21 4 0,-1 0 0,-18 0 0,25 2 0,1 1 0,-1-1 0,0 1 0,1 0 0,-1 0 0,1 1 0,-1-1 0,1 1 0,0 0 0,-5 3 0,-1 1 0,-1 1 0,1 0 0,0 0 0,1 1 0,-14 15 0,20-19 0,-1 1 0,1-1 0,-1 1 0,1 0 0,1 0 0,-1 1 0,1-1 0,0 1 0,0-1 0,0 1 0,1 0 0,0-1 0,-1 11 0,2-4 0,0 1 0,1-1 0,0 0 0,1-1 0,0 1 0,8 23 0,-7-28 0,0 0 0,0 0 0,0-1 0,1 1 0,1-1 0,-1 0 0,1 0 0,0 0 0,0-1 0,0 1 0,1-1 0,8 5 0,-6-5 0,0-1 0,0-1 0,1 1 0,-1-1 0,1-1 0,0 1 0,-1-2 0,1 1 0,0-1 0,0 0 0,0-1 0,0 0 0,16-3 0,-20 3 0,0-1 0,0 0 0,0-1 0,0 1 0,-1-1 0,1 0 0,0 0 0,-1 0 0,0-1 0,1 0 0,-1 0 0,0 0 0,0 0 0,-1 0 0,1-1 0,-1 0 0,1 1 0,-1-1 0,-1-1 0,1 1 0,0 0 0,-1-1 0,0 1 0,0-1 0,0 0 0,-1 0 0,0 1 0,1-1 0,-2 0 0,1 0 0,0-8 0,0-4 0,-1 1 0,-1 0 0,0-1 0,-1 1 0,-1 0 0,0 0 0,-9-25 0,11 41 0,1-1 0,-1 0 0,1 0 0,0 0 0,-1 1 0,1-1 0,0 0 0,0 0 0,0 0 0,0 0 0,-1 0 0,1 0 0,0 1 0,1-1 0,-1-2 0,0 3 0,0 0 0,1 0 0,-1 0 0,0-1 0,1 1 0,-1 0 0,0 0 0,0 0 0,1 0 0,-1 0 0,0 0 0,1 0 0,-1 0 0,0 0 0,0 0 0,1 0 0,-1 0 0,0 0 0,1 0 0,-1 1 0,0-1 0,0 0 0,1 0 0,-1 0 0,0 0 0,1 0 0,-1 1 0,0-1 0,0 0 0,25 21 0,79 100 0,-89-102 0,-6-8 0,17 22 0,-24-31 0,0 1 0,0 0 0,-1 0 0,1 0 0,-1 0 0,0 1 0,0-1 0,0 0 0,1 4 0,-4 2-1365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17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 24575,'-12'-8'0,"12"8"0,0 0 0,0 0 0,-1 0 0,1 0 0,0 0 0,-1 0 0,1 0 0,0 0 0,0 0 0,-1 0 0,1 0 0,0 0 0,0 0 0,-1 0 0,1 0 0,0 0 0,0 0 0,-1 0 0,1 0 0,0 1 0,0-1 0,-1 0 0,1 0 0,0 0 0,0 1 0,0-1 0,-1 0 0,1 2 0,-1-1 0,1 0 0,-1 1 0,1-1 0,0 1 0,-1-1 0,1 1 0,0-1 0,0 0 0,0 1 0,0-1 0,0 1 0,1-1 0,-1 3 0,6 28 0,1 0 0,1 0 0,2 0 0,1-1 0,28 53 0,-35-77 0,44 85 0,-40-76 0,-2 1 0,0 0 0,7 30 0,-12-44 44,-1-6-1453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1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24575,'-23'-1'0,"3"1"0,-30 3 0,44-2 0,0 0 0,0 0 0,1 1 0,-1-1 0,0 1 0,1 1 0,-1-1 0,1 1 0,-8 5 0,11-6 0,0 0 0,0 0 0,0 0 0,0 1 0,1-1 0,-1 0 0,1 1 0,-1 0 0,1-1 0,0 1 0,0 0 0,0-1 0,0 1 0,1 0 0,-1 0 0,1 0 0,0 0 0,0 0 0,0 0 0,0 0 0,0-1 0,0 1 0,1 0 0,1 5 0,-1-5 0,0 1 0,0-1 0,0 1 0,0-1 0,0 0 0,1 0 0,0 0 0,-1 0 0,1 0 0,1 0 0,-1 0 0,0-1 0,1 1 0,-1-1 0,1 1 0,-1-1 0,1 0 0,0 0 0,0 0 0,4 1 0,4 0 0,-1-1 0,1-1 0,0 0 0,1 0 0,-1-1 0,19-3 0,4 1 0,153 1-1365,-172 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1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40 24575,'5'-2'0,"16"-7"0,-20 8 0,0 1 0,0-1 0,0 1 0,0-1 0,-1 0 0,1 1 0,0-1 0,0 0 0,-1 0 0,1 1 0,-1-1 0,1 0 0,-1 0 0,1 0 0,-1 0 0,1 0 0,-1 0 0,0 0 0,1-1 0,-1 2 0,0-1 0,0 0 0,-1 1 0,1-1 0,0 1 0,0-1 0,0 1 0,-1-1 0,1 1 0,0-1 0,-1 1 0,1-1 0,0 1 0,-1-1 0,1 1 0,-1 0 0,1-1 0,0 1 0,-1-1 0,1 1 0,-1 0 0,1 0 0,-1-1 0,0 1 0,1 0 0,-1 0 0,1 0 0,-1-1 0,1 1 0,-1 0 0,1 0 0,-1 0 0,0 0 0,1 0 0,-1 0 0,0 0 0,-26 1 0,24 0 0,-54 7 0,-84 25 0,47-10 0,-301 70 0,370-86 0,24-5 0,5-1 0,9 1 0,-11-2 0,364 69 0,-333-62 0,-11-2 0,48 13 0,-62-15 0,0-1 0,0 2 0,-1-1 0,1 1 0,-1 1 0,9 5 0,-15-8 0,1-1 0,0 0 0,-1 1 0,1-1 0,-1 1 0,1-1 0,-1 1 0,0 0 0,1 0 0,-1 0 0,0 0 0,0-1 0,0 1 0,-1 0 0,1 1 0,0-1 0,-1 0 0,0 0 0,1 0 0,-1 0 0,0 0 0,0 0 0,0 1 0,0-1 0,-1 0 0,1 2 0,-2 0 0,1 0 0,-1 0 0,0-1 0,0 1 0,0-1 0,0 0 0,-1 1 0,1-1 0,-1 0 0,0-1 0,0 1 0,0 0 0,-5 2 0,-100 60 0,25-18 0,45-24 0,-59 41 0,82-53 0,2 1 0,-1-1 0,2 2 0,-17 20 0,26-29 0,1-1 0,0 1 0,0 0 0,0 0 0,0 0 0,0 0 0,1 0 0,0 0 0,0 1 0,-1 7 0,2-10 0,0 0 0,0 0 0,0 0 0,0 0 0,0 1 0,0-1 0,1 0 0,-1 0 0,1 0 0,0 0 0,0 0 0,-1 0 0,1 0 0,0 0 0,1 0 0,-1 0 0,0-1 0,0 1 0,1 0 0,-1-1 0,1 1 0,-1-1 0,3 2 0,4 1 0,0 1 0,1-2 0,-1 1 0,1-1 0,-1-1 0,1 0 0,0 0 0,0 0 0,18 0 0,8-2 0,41-5 0,-76 5 0,105-15 0,161-44 0,-249 55-114,0 0-303,0-1 0,22-9 0,-29 9-6409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1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24575,'0'0'0,"0"0"0,-1 0 0,1 0 0,0 0 0,0 0 0,-1 1 0,1-1 0,0 0 0,0 0 0,-1 0 0,1 0 0,0 0 0,0 0 0,-1 1 0,1-1 0,0 0 0,0 0 0,0 0 0,0 1 0,-1-1 0,1 0 0,0 0 0,0 1 0,0-1 0,0 0 0,0 0 0,0 1 0,-1-1 0,1 0 0,0 1 0,0 12 0,5 12 0,15 40 0,4-1 0,2-2 0,35 63 0,-54-113 0,17 31 0,24 63 0,-42-96-101,-5-10 107,-1 0 0,0 0-1,0 0 1,0 0 0,1 0-1,-1 0 1,0 0 0,0 0 0,0 0-1,1 0 1,-1-1 0,0 1-1,0 0 1,0 0 0,1 0 0,-1 0-1,0 0 1,0-1 0,0 1-1,0 0 1,0 0 0,0 0 0,1 0-1,-1-1 1,0 1 0,0 0-1,0 0 1,0 0 0,0-1 0,0 1-1,5-25-568,-4 19-315,2-7-5948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24575,'-4'3'0,"-67"50"0,59-44 0,0 2 0,1 0 0,-15 19 0,25-28 0,-1-1 0,1 0 0,0 1 0,1-1 0,-1 1 0,0-1 0,0 1 0,1-1 0,-1 1 0,0 0 0,1-1 0,0 1 0,-1 0 0,1-1 0,0 1 0,0 0 0,0 3 0,1-4 0,-1 0 0,1 0 0,0 0 0,-1 1 0,1-1 0,0 0 0,0 0 0,0 0 0,0 0 0,0 0 0,0 0 0,0 0 0,0-1 0,0 1 0,1 0 0,-1-1 0,0 1 0,0 0 0,1-1 0,-1 0 0,0 1 0,2-1 0,13 4 0,1-2 0,-1 0 0,1-1 0,-1 0 0,26-4 0,0 2 0,-24 0 0,1 0 0,26-5 0,-37 4 0,-1 0 0,1 0 0,-1 0 0,1-1 0,-1 0 0,0-1 0,0 0 0,9-6 0,-7 1-1365,-3 0-5461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60 24575,'-27'-10'0,"-11"-3"0,-2 0 0,4 3 0,5 3 0,5 3 0,8 1-8191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44 24575,'-29'-7'0,"-15"-3"0,-3 1 0,5 1 0,7 3 0,7 2 0,6 1 0,3 4 0,6 3 0,5 5 0,4 1 0,2 3 0,2-2-8191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71 24575,'-5'8'0,"0"1"0,0 0 0,1 0 0,0 0 0,1 1 0,0-1 0,0 1 0,-1 10 0,3-17 0,1 0 0,0 0 0,0 0 0,0 0 0,0 0 0,1 0 0,-1 0 0,1-1 0,-1 1 0,1 0 0,0 0 0,0-1 0,1 1 0,-1 0 0,0-1 0,1 1 0,-1-1 0,1 0 0,0 1 0,0-1 0,0 0 0,0 0 0,0 0 0,1 0 0,-1-1 0,0 1 0,1-1 0,-1 1 0,1-1 0,0 0 0,-1 0 0,4 1 0,5 1 0,1-1 0,-1 0 0,1 0 0,0-1 0,-1-1 0,1 0 0,0 0 0,0-1 0,-1-1 0,1 0 0,-1 0 0,21-8 0,-30 9 0,1 0 0,-1 0 0,0-1 0,0 1 0,0 0 0,0-1 0,0 1 0,0-1 0,0 0 0,0 0 0,-1 0 0,1 0 0,-1 0 0,1 0 0,-1 0 0,0 0 0,0 0 0,0-1 0,0 1 0,0-1 0,0 1 0,-1 0 0,1-1 0,-1 1 0,1-1 0,-1 1 0,0-1 0,0 0 0,0 1 0,-1-1 0,1 1 0,-1-1 0,1 1 0,-1 0 0,-1-4 0,-1-1 0,0-1 0,0 1 0,-1 0 0,0 0 0,0 0 0,-1 0 0,0 1 0,0 0 0,-12-11 0,5 7-151,-1 1-1,0 1 0,-1 0 0,0 1 1,0 0-1,0 1 0,-1 0 1,-19-4-1,17 6-6674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67 197 24575,'-7'16'0,"-23"59"0,27-66 0,0 0 0,1 1 0,0-1 0,1 0 0,0 1 0,0 12 0,2-18 0,-1 0 0,1 0 0,0 0 0,1 0 0,-1 0 0,1 0 0,-1-1 0,1 1 0,0 0 0,1-1 0,-1 0 0,1 1 0,-1-1 0,1 0 0,0 0 0,4 3 0,-5-4 0,0-1 0,0 1 0,0-1 0,0 0 0,0 1 0,0-1 0,0 0 0,0 0 0,1-1 0,-1 1 0,0 0 0,0-1 0,1 1 0,-1-1 0,1 0 0,-1 0 0,0 0 0,1 0 0,-1 0 0,0 0 0,1-1 0,-1 1 0,0-1 0,1 1 0,-1-1 0,0 0 0,0 0 0,0 0 0,3-2 0,-3 1 0,0 0 0,0-1 0,0 1 0,0 0 0,-1-1 0,1 1 0,-1-1 0,0 1 0,1-1 0,-1 0 0,0 1 0,-1-1 0,1 0 0,0 0 0,-1 0 0,0 1 0,1-1 0,-1 0 0,-1 0 0,1 0 0,0 0 0,-1-4 0,-1-4 0,-1 1 0,1-1 0,-2 1 0,-6-17 0,-3 3 0,-1 1 0,0 0 0,-34-39 0,28 38 0,11 10 0,7 8 0,6 8 0,26 25 0,1-1 0,1-2 0,38 22 0,-53-36 0,0-1 0,0-1 0,1-1 0,1 0 0,-1-2 0,1 0 0,0-1 0,30 3 0,-46-7 0,1 1 0,-1-1 0,0 0 0,1-1 0,-1 1 0,0-1 0,1 1 0,-1-1 0,0 0 0,0 0 0,0 0 0,4-2 0,-6 1 0,1 1 0,0-1 0,0 1 0,-1-1 0,1 1 0,-1-1 0,1 0 0,-1 0 0,0 0 0,0 0 0,0 0 0,0 0 0,0 0 0,0 0 0,-1-1 0,1 1 0,-1 0 0,1-4 0,0-1 0,-1-1 0,0 0 0,0 0 0,-1 0 0,0 1 0,0-1 0,-1 0 0,0 1 0,-4-12 0,-5-7 0,-18-32 0,15 32 0,10 17-273,-1 1 0,0-1 0,0 1 0,-13-14 0,7 12-6553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 24575,'0'0'0,"0"-1"0,0 1 0,0 0 0,0-1 0,0 1 0,0 0 0,0 0 0,0-1 0,-1 1 0,1 0 0,0-1 0,0 1 0,0 0 0,0 0 0,-1-1 0,1 1 0,0 0 0,0 0 0,-1-1 0,1 1 0,0 0 0,0 0 0,-1 0 0,1 0 0,0-1 0,-1 1 0,1 0 0,0 0 0,0 0 0,-1 0 0,1 0 0,0 0 0,-1 0 0,1 0 0,0 0 0,-1 0 0,1 0 0,0 0 0,-1 0 0,1 0 0,0 0 0,-1 0 0,1 0 0,0 0 0,0 1 0,-1-1 0,1 0 0,0 0 0,-1 0 0,1 0 0,0 1 0,0-1 0,0 0 0,-1 1 0,-4 2 0,-7 2 0,0 1 0,1 0 0,0 1 0,0 0 0,1 1 0,0 0 0,-16 18 0,19-17 0,1 0 0,0 0 0,0 0 0,1 1 0,1 0 0,-1 0 0,2 1 0,-1-1 0,2 1 0,-1 0 0,1-1 0,1 1 0,0 14 0,0-2 0,2-1 0,1 1 0,1 0 0,1-1 0,9 33 0,3-7-47,2 0 0,3-2-1,1 0 1,53 80 0,139 154-287,-138-185 298,12 8-1229,-67-80-5055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24575,'8'-6'0,"0"1"0,1 0 0,-1 0 0,1 1 0,0 0 0,1 1 0,-1 0 0,1 0 0,-1 1 0,1 0 0,0 1 0,10-1 0,59 4 0,-70-1 0,0 0 0,1 1 0,-2 0 0,1 0 0,0 1 0,13 6 0,-19-8 0,-1 1 0,1 0 0,-1 0 0,0 0 0,1 0 0,-1 0 0,0 0 0,0 1 0,0-1 0,-1 1 0,1-1 0,0 1 0,-1 0 0,0 0 0,0-1 0,0 1 0,0 0 0,0 0 0,0 0 0,-1 0 0,1 0 0,-1 0 0,0 0 0,0 1 0,0-1 0,-1 4 0,-1 8 0,-1 0 0,0-1 0,-11 29 0,11-36 0,-2 10 0,1 0 0,0 1 0,1-1 0,1 1 0,0-1 0,2 1 0,0 0 0,1 0 0,0-1 0,6 23 0,-5-21 0,-2-14 0,1 0 0,0 0 0,0 0 0,0 0 0,2 5 0,-3-9 0,1 1 0,0-1 0,-1 0 0,1 0 0,0 0 0,0 1 0,0-1 0,0 0 0,0 0 0,0 0 0,0-1 0,0 1 0,0 0 0,0 0 0,0 0 0,1-1 0,-1 1 0,0-1 0,1 1 0,-1-1 0,0 1 0,3-1 0,4 1-76,0 0 1,0-1-1,0 0 0,0 0 0,0-1 0,0 0 0,0 0 0,0-1 1,-1 0-1,1 0 0,0-1 0,-1 0 0,0 0 0,1-1 1,-1 0-1,-1 0 0,11-9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29 24575,'-30'-5'0,"-14"-2"0,-2 1 0,4 1 0,7 1 0,6 2 0,9 3 0,5 2 0,3 3 0,3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24575,'-20'2'0,"-8"2"0,-3 1 0,2 1 0,4-1 0,5-2-8191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24575,'2'2'0,"0"-1"0,0 0 0,0 1 0,0 0 0,0-1 0,-1 1 0,1 0 0,-1 0 0,1 0 0,-1 0 0,2 4 0,11 26 0,-13-27 0,67 228 0,-64-211 0,0-1 0,-1 1 0,-2 0 0,0 0 0,-3 38 0,1-59-124,1 1 0,0-1 0,0 1 0,0-1 0,-1 0 0,1 1-1,-1-1 1,1 0 0,-1 1 0,-1 1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24575,'-21'4'0,"1"0"0,-1 2 0,1 0 0,0 1 0,1 1 0,-24 14 0,42-22 0,-1 1 0,1 0 0,0 0 0,-1 0 0,1 0 0,0 0 0,0 0 0,-1 0 0,1 0 0,0 0 0,0 0 0,1 1 0,-1-1 0,0 1 0,0-1 0,0 0 0,1 1 0,-1-1 0,1 1 0,-1-1 0,1 1 0,0 0 0,0-1 0,0 1 0,0-1 0,0 3 0,0-2 0,1 0 0,0 0 0,0 0 0,0 0 0,0 0 0,0 0 0,0 0 0,1 0 0,-1-1 0,1 1 0,-1-1 0,1 1 0,0-1 0,-1 1 0,1-1 0,0 0 0,0 0 0,4 2 0,12 5 0,1-1 0,0 0 0,40 7 0,62 4 0,-92-15 0,49 3-1365,-64-6-5461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24575,'9'3'0,"-1"0"0,0 1 0,0 1 0,-1-1 0,1 1 0,-1 1 0,12 10 0,41 50 0,-37-38 0,78 105 0,-40-48 0,-17-29 0,49 85 0,-81-118 0,0 0 0,-2 1 0,0 0 0,-2 0 0,-1 1 0,0 0 0,3 33 0,-8-40 0,-1 0 0,-1 0 0,0 1 0,-1-1 0,-1 0 0,-1 0 0,-1 0 0,0 0 0,-1-1 0,-1 0 0,-1 0 0,0 0 0,-1-1 0,-1 0 0,0 0 0,-15 18 0,-45 50-1365,55-68-5461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 24575,'-9'-13'0,"10"11"0,7 8 0,44 38 0,1-2 0,3-3 0,87 47 0,-124-75 0,0-2 0,0 0 0,41 12 0,-59-21 0,0 0 0,0 1 0,0-1 0,-1 0 0,1 0 0,0 0 0,0 0 0,0 0 0,0 0 0,0 0 0,0 0 0,0 0 0,0 0 0,0-1 0,0 1 0,0 0 0,1-1 0,-1 0 0,-1 1 0,0-1 0,1 1 0,-1-1 0,1 1 0,-1-1 0,0 1 0,0-1 0,1 1 0,-1-1 0,0 1 0,0-1 0,0 0 0,1 1 0,-1-1 0,0 1 0,0-1 0,0 0 0,0 1 0,0-2 0,-1-3 0,0-1 0,-1 1 0,1 0 0,-1-1 0,-2-4 0,-1-1 0,1-4-1365,1 2-5461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7 24575,'0'0'0,"0"-1"0,0 1 0,0 0 0,0 0 0,0-1 0,0 1 0,0 0 0,0-1 0,0 1 0,-1 0 0,1 0 0,0-1 0,0 1 0,0 0 0,0 0 0,0 0 0,-1-1 0,1 1 0,0 0 0,0 0 0,-1 0 0,1-1 0,0 1 0,0 0 0,0 0 0,-1 0 0,1 0 0,0 0 0,-1 0 0,1-1 0,0 1 0,0 0 0,-1 0 0,1 0 0,0 0 0,-1 0 0,1 0 0,0 0 0,0 0 0,-1 0 0,1 0 0,0 0 0,0 1 0,-1-1 0,1 0 0,0 0 0,-1 0 0,1 0 0,0 0 0,0 0 0,0 1 0,-1-1 0,1 0 0,-15 9 0,9-1 0,-1-1 0,2 1 0,-1-1 0,1 2 0,0-1 0,-6 14 0,6-11 0,0 0 0,-1 0 0,-14 17 0,10-17 0,-2-1 0,0 0 0,0 0 0,-1-2 0,0 1 0,0-2 0,-16 8 0,10-6 0,19-9 0,0 0 0,-1 1 0,1-1 0,-1 0 0,1 1 0,-1-1 0,1 0 0,0 1 0,-1-1 0,1 1 0,0-1 0,-1 0 0,1 1 0,0-1 0,0 1 0,-1-1 0,1 1 0,0-1 0,0 1 0,0-1 0,0 1 0,-1-1 0,1 1 0,0-1 0,0 1 0,0 0 0,0-1 0,0 1 0,1-1 0,-1 1 0,0-1 0,0 1 0,0-1 0,0 1 0,0-1 0,1 1 0,-1-1 0,0 1 0,1-1 0,-1 0 0,0 1 0,1-1 0,-1 1 0,23 23 0,-11-12 0,-5-1 0,-1 0 0,0 1 0,-1-1 0,0 1 0,-1 0 0,0 0 0,3 20 0,2 6 0,30 85 0,6 22 0,-41-127 0,2-1 0,0 1 0,11 21 0,-17-39-2,0 0 0,0 0 0,0 0 0,0 1 0,0-1 0,0 0 0,0 0 0,0 0 0,1 1 0,-1-1 0,0 0 0,0 0 0,0 0 0,0 0 0,0 1 0,0-1 0,0 0 0,1 0 0,-1 0 0,0 0 0,0 0 0,0 0 0,0 1 0,0-1 0,1 0 0,-1 0 0,0 0 0,0 0 0,0 0 0,1 0 0,-1 0 0,0 0 0,0 0 0,0 0 0,1 0 0,-1 0 0,0 0 0,0 0 0,0 0 0,1 0 0,-1 0 0,0 0 0,0 0 0,3-10 197,-2-18-1311,-1 27 760,0-12-6470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 24575,'-3'0'0,"1"-1"0,0 1 0,-1 0 0,1 0 0,0 0 0,0 0 0,-1 0 0,1 0 0,0 1 0,-1-1 0,1 1 0,0-1 0,0 1 0,0 0 0,0 0 0,-4 2 0,3 0 0,1-1 0,-1 0 0,1 1 0,-1-1 0,1 1 0,0 0 0,0-1 0,0 1 0,0 0 0,-1 4 0,-1 4 0,1-1 0,0 1 0,0-1 0,1 1 0,0 0 0,0 12 0,2 4 0,0 0 0,2 1 0,1-1 0,2 0 0,8 32 0,2-10 0,39 87 0,-40-105 0,2-1 0,1-1 0,30 40 0,-36-56 0,1 0 0,0 0 0,0-1 0,1 0 0,1-1 0,0-1 0,0 0 0,25 12 0,-35-20 0,1 0 0,-1-1 0,1 1 0,0-1 0,-1 0 0,9 1 0,-12-2 0,-1 0 0,1 0 0,0 0 0,0 0 0,-1 0 0,1 0 0,0 0 0,0 0 0,0 0 0,-1-1 0,1 1 0,0 0 0,-1 0 0,1-1 0,0 1 0,-1-1 0,1 1 0,0-1 0,-1 1 0,1-1 0,-1 1 0,1-1 0,0 1 0,-1-1 0,0 1 0,1-1 0,-1 0 0,1 0 0,-1 1 0,0-1 0,1 0 0,-1 1 0,0-1 0,0 0 0,0 0 0,0 1 0,1-1 0,-1 0 0,0 0 0,0 0 0,0 1 0,-1-1 0,1 0 0,0 0 0,0 1 0,0-1 0,-1 0 0,1-1 0,-4-11-1365,-2 1-5461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24575,'27'-24'0,"-10"7"0,0 2 0,2 0 0,0 1 0,28-16 0,-45 29 0,1-1 0,0 1 0,0 0 0,-1 1 0,1-1 0,0 0 0,0 1 0,0-1 0,0 1 0,0 0 0,-1 0 0,1 0 0,0 1 0,0-1 0,0 1 0,3 0 0,-1 1 0,-1 0 0,0 0 0,0 0 0,0 1 0,0-1 0,0 1 0,-1 0 0,1 0 0,4 5 0,1 3 0,0 1 0,0 0 0,-1 1 0,-1 0 0,8 19 0,-6-13 0,-1 0 0,-1 1 0,0 0 0,-2 0 0,0 1 0,-1 0 0,-2-1 0,1 30 0,-3-35 0,0 3 0,0 1 0,-7 35 0,6-52 0,1 0 0,-1 1 0,1-1 0,-1 0 0,1 1 0,0-1 0,0 0 0,0 1 0,0-1 0,1 0 0,-1 1 0,1-1 0,-1 0 0,1 0 0,1 3 0,-1-3 0,1 0 0,-1 0 0,1-1 0,-1 1 0,1-1 0,0 0 0,0 1 0,0-1 0,-1 0 0,1 0 0,0 0 0,0 0 0,1 0 0,-1-1 0,0 1 0,3 0 0,11 2 17,0 0 0,0-1 1,0 0-1,0-2 0,0 0 0,27-3 0,-35 2-104,-1 0-1,1-1 1,-1 0 0,0 0-1,1-1 1,-1 1 0,0-2-1,0 1 1,-1-1-1,1 0 1,-1 0 0,0-1-1,0 0 1,0 0 0,-1 0-1,6-7 1,-2-1-6739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24575,'-29'3'0,"-13"0"0,-3 0 0,2-1 0,8 3 0,6-1 0,5 2 0,3 0 0,2 2 0,2 1 0,1-1 0,2 2 0,-1-2 0,4-2-8191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24575,'12'-4'0,"1"0"0,-1 0 0,1 1 0,-1 1 0,1 0 0,0 1 0,0 0 0,0 1 0,0 0 0,0 1 0,0 1 0,-1 0 0,1 0 0,0 1 0,-1 1 0,0 0 0,0 1 0,0 0 0,0 1 0,18 13 0,-11-5-56,-1 1 0,0 1 0,-1 0-1,-1 2 1,0 0 0,21 32 0,-6-2-141,38 84 0,-43-75 225,21 71 1,-37-97-8,-2 0 0,-2 1 0,0 0 0,0 36 0,-6-55-17,0 0 0,-1 0 1,0-1-1,-1 1 0,0 0 0,-1-1 1,-6 16-1,5-19 55,0 0 0,-1 1 0,0-1 1,-1-1-1,0 1 0,0-1 0,-1 0 0,0-1 0,-10 10 0,-6 1-1424,3-3-5461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7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17 24575,'-2'-2'0,"0"0"0,-1 0 0,1 1 0,-1-1 0,1 0 0,-1 1 0,-4-3 0,6 4 0,1 0 0,-1 0 0,1 0 0,-1 0 0,1 0 0,-1-1 0,1 1 0,-1 0 0,1 0 0,-1 0 0,1 0 0,-1 1 0,1-1 0,-1 0 0,1 0 0,-1 0 0,1 0 0,-1 0 0,1 1 0,-1-1 0,0 1 0,1 0 0,-1-1 0,1 1 0,-1-1 0,1 1 0,0 0 0,-1-1 0,1 1 0,0 0 0,0 0 0,-1-1 0,1 1 0,0 0 0,0 0 0,0-1 0,0 1 0,0 0 0,0 1 0,1 7 0,1-1 0,0 1 0,0 0 0,1-1 0,0 0 0,0 0 0,5 8 0,4 11 0,79 165 0,-73-160 0,-2 2 0,-1 0 0,19 66 0,-34-98 0,4 21 0,-4-22 0,0 0 0,0 0 0,0 0 0,0 0 0,0 1 0,0-1 0,0 0 0,0 0 0,0 0 0,-1 0 0,1 0 0,0 0 0,-1 0 0,1 0 0,-1 0 0,1 0 0,-1 0 0,0 0 0,0 0 0,0-1 0,0 0 0,1 0 0,-1 1 0,0-1 0,0 0 0,0 0 0,1 0 0,-1 0 0,0 0 0,0 0 0,0 0 0,1-1 0,-1 1 0,0 0 0,0 0 0,1-1 0,-1 1 0,0 0 0,0-1 0,1 1 0,-1 0 0,0-1 0,1 1 0,-1-1 0,1 1 0,-1-1 0,0-1 0,-17-17 0,15 15 0,1-1 0,0 0 0,0 1 0,0-1 0,0 0 0,1 0 0,0 0 0,0-1 0,1 1 0,-1 0 0,1 0 0,0-9 0,1 10 0,-1-1 0,1 1 0,-1-1 0,1 1 0,0 0 0,1-1 0,-1 1 0,1 0 0,0 0 0,0 0 0,0 0 0,0 0 0,1 1 0,-1-1 0,4-3 0,-2 4 0,0 1 0,0-1 0,0 1 0,0 0 0,1 0 0,-1 0 0,1 0 0,-1 1 0,8-2 0,-3 1 0,0 1 0,0 0 0,0 1 0,11 0 0,-4 2 0,1 0 0,0 1 0,0 1 0,-1 1 0,31 12 0,-43-15 0,0 1 0,1-1 0,-1 1 0,0 0 0,-1 0 0,1 0 0,-1 1 0,1-1 0,-1 1 0,5 8 0,-7-11 0,0 1 0,0 0 0,0 0 0,0-1 0,-1 1 0,1 0 0,-1 0 0,1 0 0,-1 0 0,0 0 0,0-1 0,0 1 0,0 0 0,0 0 0,0 0 0,0 0 0,-1 0 0,1 0 0,-1 0 0,1-1 0,-1 1 0,0 0 0,1 0 0,-1-1 0,0 1 0,0 0 0,-1-1 0,1 1 0,0-1 0,-2 2 0,-2 2 0,-1-1 0,0 1 0,1-1 0,-1 0 0,-1-1 0,1 0 0,0 0 0,-14 5 0,-6-1 0,-28 4 0,23-5 0,-22 2 96,-8 2-1557,51-7-5365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24575,'-3'14'0,"-4"15"0,-6 41 0,12-60 0,1-1 0,-1 0 0,2 1 0,-1-1 0,1 1 0,1-1 0,0 0 0,5 15 0,52 103 0,-27-64 0,-32-62 6,1 1 0,0 0 0,-1-1 0,1 1 0,-1-1 0,1 1 0,-1-1 0,0 1 0,0 0 0,1-1 0,-1 1 0,0 0 0,-1-1 0,1 1 0,0 0 0,0-1 0,-1 1 0,1-1 0,-2 3 0,2-3-57,-1 0 0,0 0-1,0 0 1,1 0 0,-1 0 0,0-1 0,0 1-1,0 0 1,0-1 0,0 1 0,0-1-1,0 1 1,0-1 0,0 1 0,0-1 0,0 0-1,-1 1 1,1-1 0,0 0 0,0 0 0,0 0-1,0 0 1,-1 0 0,1 0 0,0 0 0,0 0-1,0 0 1,-2-1 0,-6-2-6775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8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 24575,'-1'-1'0,"1"1"0,-1 0 0,1-1 0,-1 1 0,1 0 0,-1-1 0,1 1 0,-1 0 0,1 0 0,-1-1 0,1 1 0,-1 0 0,1 0 0,-1 0 0,1 0 0,-1 0 0,0 0 0,1 0 0,-1 0 0,1 0 0,-1 0 0,1 0 0,-1 0 0,1 1 0,-1-1 0,0 0 0,1 0 0,-1 0 0,1 1 0,-1-1 0,1 0 0,0 1 0,-1-1 0,1 0 0,-1 1 0,1-1 0,0 1 0,-1-1 0,1 0 0,0 1 0,-1-1 0,1 1 0,0-1 0,0 1 0,-1-1 0,1 1 0,0 0 0,0-1 0,0 1 0,0-1 0,0 1 0,0 0 0,-1 2 0,1 1 0,0-1 0,1 0 0,-1 1 0,0-1 0,1 0 0,1 6 0,-1-8 0,2 7 0,0 1 0,-1-1 0,0 1 0,0-1 0,0 11 0,-2-16 0,0-1 0,0 1 0,0-1 0,-1 0 0,1 1 0,-1-1 0,1 0 0,-1 1 0,0-1 0,0 0 0,0 0 0,0 0 0,0 0 0,-1 0 0,1 0 0,-1 0 0,1 0 0,-1 0 0,0-1 0,1 1 0,-1-1 0,0 1 0,0-1 0,-3 2 0,5-3 0,-1 0 0,0 1 0,0-1 0,0 1 0,0-1 0,1 1 0,-1 0 0,0-1 0,0 1 0,1 0 0,-1 0 0,1-1 0,-2 3 0,2-3 0,0 0 0,0 1 0,0-1 0,0 0 0,0 0 0,0 0 0,0 1 0,0-1 0,1 0 0,-1 0 0,0 1 0,0-1 0,0 0 0,0 0 0,0 0 0,0 1 0,1-1 0,-1 0 0,0 0 0,0 0 0,0 0 0,1 1 0,-1-1 0,0 0 0,0 0 0,0 0 0,1 0 0,-1 0 0,0 0 0,0 0 0,1 0 0,-1 0 0,31 4 0,-23-4 0,57 6 0,67 2 0,-114-8-89,-8 1-166,0-1 0,-1-1-1,1 1 1,10-3 0,-10 0-6571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12 24575,'0'1'0,"-1"-1"0,1 1 0,0-1 0,-1 0 0,1 1 0,0-1 0,0 1 0,-1-1 0,1 1 0,-1-1 0,1 0 0,0 1 0,-1-1 0,1 0 0,-1 1 0,1-1 0,-1 0 0,1 0 0,-1 0 0,1 1 0,-1-1 0,1 0 0,-1 0 0,1 0 0,-2 0 0,-16 3 0,15-3 0,-33 3 0,-2-3 0,-71-7 0,-18 0 0,107 7-105,-20 1 334,37-2-364,1 1-1,-1 0 1,0-1 0,0 0-1,0 1 1,1-1-1,-1 0 1,0-1 0,1 1-1,-5-3 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4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59 24575,'-27'-9'0,"-14"-5"0,-2 2 0,1 2 0,5 3 0,7 2 0,3 3 0,4 4 0,4 3 0,4 2-8191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61 24575,'255'-52'0,"-231"49"0,-1 0 0,0 1 0,1 1 0,34 4 0,-58-3 0,1 0 0,0 0 0,0 0 0,0 0 0,0 0 0,-1 0 0,1 1 0,0-1 0,0 0 0,0 0 0,-1 1 0,1-1 0,0 1 0,0-1 0,0 2 0,-1-2 0,1 0 0,-1 0 0,0 1 0,0-1 0,0 0 0,0 0 0,0 1 0,0-1 0,-1 0 0,1 0 0,0 1 0,0-1 0,0 0 0,0 0 0,0 1 0,0-1 0,0 0 0,0 0 0,-1 1 0,1-1 0,0 0 0,0 0 0,0 0 0,0 1 0,-1-1 0,1 0 0,0 0 0,0 0 0,-1 0 0,1 1 0,-3 0 0,0 1 0,0 0 0,-1-1 0,1 1 0,0-1 0,-4 1 0,-144 18 0,97-15 0,-223 18 0,179-15 0,97-8 0,-215 25 0,214-25 0,-1 1 0,1-1 0,0 1 0,-1 0 0,1 0 0,0 0 0,0 0 0,-4 3 0,5-4 0,1 0 0,0 0 0,0 1 0,-1-1 0,1 0 0,0 0 0,0 1 0,0-1 0,-1 0 0,1 1 0,0-1 0,0 0 0,0 1 0,0-1 0,0 0 0,0 1 0,0-1 0,0 0 0,0 1 0,0-1 0,0 0 0,0 1 0,0-1 0,0 0 0,0 1 0,0 0 0,1 0 0,-1 0 0,1-1 0,-1 1 0,1 0 0,0 0 0,-1-1 0,1 1 0,0-1 0,0 1 0,-1 0 0,1-1 0,0 0 0,1 1 0,16 8 0,0-2 0,1 0 0,29 6 0,-11-3 0,175 45 0,-5-1 0,-201-52 0,9 2 0,26 12 0,-37-14 0,-1-1 0,0 1 0,0 0 0,1 0 0,-1 0 0,-1 0 0,1 1 0,0-1 0,-1 1 0,1-1 0,-1 1 0,0 0 0,4 6 0,-6-8 0,1 1 0,-1 0 0,1-1 0,-1 1 0,0 0 0,0-1 0,0 1 0,0 0 0,0-1 0,0 1 0,0 0 0,-1-1 0,1 1 0,0-1 0,-1 1 0,0 0 0,1-1 0,-1 1 0,0-1 0,0 1 0,1-1 0,-1 0 0,0 1 0,-1-1 0,0 1 0,-4 5 0,0-1 0,-1-1 0,-11 8 0,15-11 0,-38 25 0,-2-3 0,-64 27 0,54-27 0,-56 35 0,104-56 0,0 1 0,0-1 0,1 1 0,-1 1 0,1-1 0,0 1 0,0-1 0,1 1 0,0 0 0,0 0 0,-4 8 0,6-11 0,0 0 0,1 0 0,-1 0 0,0-1 0,1 1 0,0 0 0,-1 0 0,1 1 0,0-1 0,0 0 0,0 0 0,0 0 0,0 0 0,1 0 0,-1 0 0,0 0 0,1 0 0,0 0 0,-1-1 0,1 1 0,0 0 0,0 0 0,0 0 0,0-1 0,1 1 0,-1 0 0,0-1 0,1 1 0,-1-1 0,1 0 0,-1 1 0,1-1 0,-1 0 0,1 0 0,0 0 0,2 1 0,4 2 0,1-1 0,0 0 0,0 0 0,0-1 0,0 0 0,17 1 0,59-2 0,-49-2 0,357-30 0,-333 24 0,34 0-1365,-75 7-5461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24575,'-3'0'0,"1"0"0,0 0 0,0 0 0,-1 1 0,1-1 0,0 1 0,0-1 0,0 1 0,-1 0 0,1-1 0,0 1 0,0 0 0,0 1 0,0-1 0,-1 2 0,1-2 0,1 0 0,0 0 0,0 1 0,1-1 0,-1 1 0,0-1 0,0 0 0,1 1 0,-1-1 0,1 1 0,-1 0 0,1-1 0,0 1 0,-1-1 0,1 1 0,0 0 0,0-1 0,0 1 0,0 0 0,1-1 0,-1 1 0,1 1 0,3 12 0,1 0 0,0-1 0,15 27 0,-7-13 0,48 91 0,6 16 0,-63-126 0,0-1 0,-1 1 0,0 0 0,0 0 0,-1 0 0,1 10 0,-4-16 25,0-6-1415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9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24575,'-27'6'0,"1"2"0,0 1 0,1 1 0,0 1 0,-24 15 0,47-25 0,1 0 0,-1-1 0,1 1 0,0 0 0,-1 0 0,1 0 0,0 1 0,0-1 0,0 0 0,-1 0 0,2 1 0,-1-1 0,0 0 0,0 1 0,0-1 0,0 1 0,1-1 0,-1 1 0,1-1 0,-1 1 0,1 0 0,0-1 0,0 1 0,0 0 0,0 2 0,0-2 0,1 0 0,0 1 0,0-1 0,0 0 0,0 0 0,1 0 0,-1 0 0,0 0 0,1 0 0,0 0 0,-1 0 0,1 0 0,0-1 0,0 1 0,0-1 0,4 2 0,-1 1 0,1-2 0,-1 1 0,1-1 0,0 0 0,0 0 0,0 0 0,1-1 0,-1 0 0,9 1 0,9-2 0,27-1 0,-10-1 0,21 3 0,54-3 0,-116 2-68,1 0 0,0 0-1,0 0 1,0 0 0,0 0 0,0-1-1,0 1 1,0 0 0,0-1 0,0 1-1,0 0 1,-1-1 0,1 1 0,0-1-1,0 1 1,-1-1 0,1 0-1,0 1 1,0-2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61 24575,'-22'-10'0,"-10"-3"0,-2 0 0,3 3 0,3 3 0,5 3 0,4 2 0,2 1 0,2 1 0,0 0 0,2 1 0,2-1-8191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0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45 24575,'-30'-7'0,"-11"-3"0,-5 1 0,4 1 0,6 3 0,7 1 0,6 3 0,7 2 0,3 3 0,5 2 0,0 0 0,3 2 0,1 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61 24575,'-12'3'0,"1"0"0,0 0 0,0 1 0,0 1 0,-13 7 0,22-11 0,-1 1 0,1 0 0,-1 0 0,1 0 0,0 0 0,0 0 0,0 0 0,0 1 0,0-1 0,0 0 0,-1 5 0,2-6 0,0 1 0,1 0 0,-1 0 0,1 0 0,0 0 0,-1 0 0,1 0 0,0 0 0,0 0 0,0 0 0,1 0 0,-1 0 0,0-1 0,1 1 0,-1 0 0,1 0 0,0 0 0,0 0 0,1 2 0,2 2 0,0 1 0,0-1 0,1 0 0,0 0 0,0-1 0,1 1 0,0-1 0,0 0 0,10 6 0,-6-5 0,0 0 0,0-1 0,1 0 0,0 0 0,18 4 0,-21-7 0,1 0 0,-1-1 0,0 0 0,1 0 0,-1-1 0,1 0 0,-1-1 0,1 0 0,-1 0 0,14-4 0,-18 4 0,0-1 0,0 0 0,0 0 0,0 0 0,0 0 0,0-1 0,-1 1 0,1-1 0,-1 0 0,0 0 0,0 0 0,0 0 0,0-1 0,0 1 0,-1-1 0,1 0 0,-1 0 0,0 0 0,-1 0 0,1 0 0,2-8 0,-3 6 6,-1 0 0,1 0 0,-1 0 0,0 0 0,0 0 0,-1 0 0,1 0 0,-1 1 0,-1-1 0,1 0 0,-1 0 0,0 1 0,0-1 0,-1 1 0,0 0 0,0 0 0,0 0 0,0 0 0,-6-6 0,4 5-105,0 0 0,0 1 0,-1 0 0,0 0 0,0 0 0,0 1 0,0-1 0,-1 1 0,1 1 0,-1 0 0,0 0 0,0 0 0,-1 1 0,-12-3 0,6 3-6727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4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42 169 24575,'0'1'0,"0"-1"0,-1 0 0,1 0 0,0 0 0,0 0 0,-1 0 0,1 0 0,0 1 0,0-1 0,0 0 0,-1 0 0,1 0 0,0 1 0,0-1 0,0 0 0,0 0 0,0 1 0,0-1 0,-1 0 0,1 0 0,0 1 0,0-1 0,0 0 0,0 0 0,0 1 0,0-1 0,0 0 0,0 0 0,0 1 0,0-1 0,0 0 0,0 0 0,0 1 0,0-1 0,1 0 0,-1 0 0,0 1 0,0-1 0,0 0 0,0 0 0,0 0 0,0 1 0,1-1 0,-1 0 0,6 13 0,6 5 0,1-1 0,0-1 0,1 0 0,30 25 0,13 17 0,-11-8 0,-87-76 0,12 4 0,2 0 0,-31-34 0,46 43 0,1 0 0,0-1 0,1-1 0,1 1 0,0-1 0,-11-28 0,19 40 0,-1-1 0,1 1 0,0-1 0,0 1 0,1-1 0,-1 0 0,1 1 0,0-6 0,0 8 0,0 0 0,0 0 0,0 1 0,1-1 0,-1 0 0,0 0 0,0 1 0,1-1 0,-1 0 0,1 1 0,-1-1 0,0 0 0,1 1 0,-1-1 0,1 1 0,0-1 0,0 0 0,0 0 0,1 0 0,-1 1 0,0 0 0,0-1 0,0 1 0,0 0 0,1-1 0,-1 1 0,0 0 0,0 0 0,1 0 0,-1 0 0,0 0 0,2 1 0,10 2 0,0 1 0,-1 0 0,0 1 0,0 0 0,0 1 0,13 9 0,13 6 0,-12-7 0,44 19 0,-62-30 0,0 0 0,0-1 0,0 0 0,0 0 0,1-1 0,14 1 0,-21-1 0,0-1 0,1 0 0,-1-1 0,0 1 0,0 0 0,0-1 0,0 1 0,1-1 0,-1 1 0,0-1 0,0 0 0,0 0 0,0 0 0,-1 0 0,1 0 0,0-1 0,0 1 0,-1-1 0,1 1 0,-1-1 0,1 1 0,-1-1 0,1 0 0,-1 0 0,0 1 0,0-1 0,0 0 0,0 0 0,0 0 0,-1 0 0,1-1 0,-1 1 0,1 0 0,-1 0 0,0 0 0,1 0 0,-1-4 0,-1-5 0,1 0 0,-2 0 0,1 1 0,-1-1 0,-1 0 0,-4-10 0,-3-8 0,-15-29 0,65 100 0,114 141 0,-148-176-195,0-1 0,-1 1 0,0 0 0,0 1 0,0-1 0,4 12 0,-4-7-6631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74 24575,'-11'-13'0,"6"5"0,-1 1 0,-1-1 0,0 1 0,0 1 0,-11-10 0,16 15 0,0 0 0,0 0 0,0 0 0,0 0 0,0 0 0,0 1 0,0-1 0,0 1 0,0-1 0,0 1 0,0 0 0,0-1 0,-1 1 0,1 0 0,0 1 0,0-1 0,0 0 0,0 0 0,0 1 0,0 0 0,0-1 0,0 1 0,0 0 0,0 0 0,0 0 0,0 0 0,0 0 0,1 0 0,-1 1 0,-2 2 0,-5 5 0,0 0 0,1 0 0,1 1 0,0 1 0,0-1 0,1 1 0,0 0 0,1 0 0,0 1 0,-4 18 0,1 0 0,1 0 0,2 0 0,-1 35 0,5-32 0,1 1 0,1-1 0,2 1 0,9 37 0,-1-24 0,2-1 0,24 58 0,18 13 0,83 134 0,-116-215 0,70 112-1365,-82-132-5461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77 24575,'-2'-3'0,"1"0"0,-1 1 0,1-1 0,0 0 0,-1 0 0,1 0 0,0 0 0,1 0 0,-1 0 0,1 0 0,-1 0 0,1-4 0,0 6 0,0-1 0,0 1 0,1-1 0,-1 1 0,0 0 0,1-1 0,-1 1 0,1 0 0,0 0 0,-1-1 0,1 1 0,0 0 0,0 0 0,0 0 0,0 0 0,0 0 0,0 0 0,0 0 0,0 0 0,0 1 0,0-1 0,0 0 0,1 0 0,-1 1 0,0-1 0,0 1 0,1 0 0,-1-1 0,3 0 0,3 0 0,1 0 0,-1 0 0,1 0 0,0 1 0,-1 0 0,1 0 0,0 1 0,-1 0 0,1 0 0,-1 1 0,1 0 0,-1 0 0,0 1 0,0 0 0,0 0 0,0 1 0,0 0 0,-1 0 0,0 0 0,1 1 0,-2 0 0,1 0 0,-1 1 0,1 0 0,-2-1 0,1 2 0,-1-1 0,1 0 0,-2 1 0,1 0 0,-1 0 0,0 0 0,0 0 0,-1 1 0,0-1 0,-1 1 0,2 11 0,0 24 0,3 36 0,-4-68 0,-1 1 0,-1 0 0,0 0 0,0-1 0,-1 1 0,-4 14 0,0-6 0,4-13 0,-1-1 0,1 1 0,-1-1 0,2 1 0,-1 9 0,1-15 0,0 0 0,1 0 0,-1 0 0,1 0 0,-1 0 0,1 0 0,-1 0 0,1 0 0,0 0 0,-1-1 0,1 1 0,0 0 0,0 0 0,0-1 0,-1 1 0,1 0 0,0-1 0,0 1 0,0-1 0,0 1 0,0-1 0,0 1 0,0-1 0,0 0 0,0 0 0,0 1 0,1-1 0,-1 0 0,2 0 0,5 1 0,1-1 0,15-1 0,-14 0 0,0 1-98,-1 0-29,1 0 1,0-1-1,0 0 0,0 0 0,-1-1 1,1-1-1,0 1 0,-1-2 1,10-3-1,-6-2-6699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3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10 24575,'-29'-3'0,"-13"0"0,-1 0 0,4 3 0,6 1 0,7 4 0,4 0 0,5 2 0,2 0 0,3-1-8191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30 24575,'-29'-5'0,"-15"-1"0,-5 0 0,4 1 0,4 1 0,7 2 0,7 1 0,5 0 0,2 1 0,1 0 0,2 1 0,4 1 0,1 2 0,1-1 0,2 2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24575,'1'1'0,"0"0"0,0-1 0,0 1 0,1-1 0,-1 1 0,0 0 0,0 0 0,-1 0 0,1 0 0,0-1 0,0 1 0,0 0 0,-1 0 0,1 1 0,0-1 0,0 2 0,0-2 0,13 24 0,17 46 0,-7-13 0,5 0 0,-9-18 0,-1 0 0,24 80 0,-41-113 24,-1 1 0,1-1 0,-2 1 0,1 9 0,-1-15-41,0-1 0,0 1 1,0 0-1,-1-1 0,1 1 0,0-1 1,-1 1-1,0-1 0,1 1 0,-1-1 1,-1 3-1,1-3-39,1-1 0,-1 1 0,0-1 1,1 1-1,-1 0 0,0-1 0,1 1 0,-1-1 1,0 0-1,0 1 0,0-1 0,0 0 0,1 1 0,-1-1 1,0 0-1,0 0 0,0 0 0,0 0 0,0 0 0,1 0 1,-1 0-1,-2 0 0,-5-2-6770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26 24575,'-8'-3'0,"-46"-15"0,48 17 0,0-1 0,0 2 0,0-1 0,0 0 0,0 1 0,0 0 0,-8 2 0,12-2 0,1 0 0,-1 1 0,1-1 0,-1 1 0,1-1 0,0 1 0,-1-1 0,1 1 0,0 0 0,-1 0 0,1 0 0,0 0 0,0 0 0,0 0 0,0 0 0,0 0 0,0 0 0,0 0 0,0 1 0,-1 0 0,1 1 0,0 0 0,0-1 0,0 1 0,1 0 0,-1 0 0,1-1 0,0 1 0,-1 0 0,1 0 0,1 3 0,0 1 0,0 0 0,0-1 0,1 1 0,-1-1 0,2 0 0,-1 0 0,1 1 0,5 8 0,-6-12 0,0 0 0,1 0 0,-1 0 0,1-1 0,0 0 0,-1 1 0,1-1 0,0 0 0,0 0 0,1 0 0,-1-1 0,0 1 0,5 1 0,3 0 0,0-1 0,23 3 0,-15-3 0,149 11 0,-140-11-52,-20-2-112,0 0 0,-1 1 0,1 0 0,-1 0-1,1 1 1,-1 0 0,11 4 0,-8 0-6662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24575,'5'-1'0,"1"0"0,0 0 0,0 0 0,0 1 0,0 0 0,0 0 0,0 0 0,0 1 0,0 0 0,-1 0 0,1 0 0,9 4 0,-8-2 0,0 1 0,-1-1 0,1 2 0,-1-1 0,0 0 0,0 1 0,0 0 0,-1 1 0,8 8 0,25 35 0,-2 2 0,35 66 0,44 119 0,-93-183 0,26 88 0,-41-114 0,-1 2 0,-2-1 0,0 0 0,-2 1 0,-2 34 0,-1-53 3,-1 0 1,1 0-1,-2 0 0,1 0 0,-1 0 0,-1 0 1,0 0-1,0-1 0,-9 13 0,-4 3-73,-37 43 0,6-11-1187,39-44-5569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2:5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24575,'-2'0'0,"0"0"0,0 0 0,0-1 0,0 1 0,0-1 0,0 1 0,0-1 0,-3-1 0,-1-1 0,6 3 0,0 1 0,0-1 0,-1 0 0,1 0 0,0 1 0,0-1 0,0 0 0,0 0 0,0 1 0,1-1 0,-1 0 0,0 1 0,0-1 0,0 0 0,0 0 0,0 1 0,0-1 0,0 0 0,0 0 0,1 1 0,-1-1 0,0 0 0,0 0 0,0 0 0,1 1 0,-1-1 0,0 0 0,0 0 0,0 0 0,1 0 0,-1 1 0,10 11 0,45 29 0,70 43 0,22 15 0,-142-95 0,-3-3 0,0 0 0,0 0 0,0 1 0,-1-1 0,1 1 0,-1-1 0,1 1 0,2 3 0,-5-2 0,-5-4 0,-4-4 0,-18-18-152,20 15-1061,-2-1-5613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24575,'302'234'0,"-191"-152"0,-55-42 0,51 47 0,-105-85 0,0-1 0,-1-1 0,0 1 0,0 0 0,0 0 0,0 0 0,0 0 0,0 1 0,0-1 0,0 0 0,0 0 0,-1 1 0,1-1 0,0 0 0,-1 1 0,1-1 0,-1 0 0,0 1 0,1 2 0,-3-2-1365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50 24575,'-5'-15'0,"-10"-20"0,16 39 0,0 0 0,0 1 0,-1-1 0,0 0 0,0 9 0,1-2 0,0 6 0,0 0 0,-1-1 0,-1 1 0,-1-1 0,0 1 0,-1-1 0,-1 0 0,0 0 0,-11 24 0,-1-3 0,-48 121 0,55-132 0,2 0 0,1 1 0,1 0 0,-3 32 0,9 134 0,1-178-273,0 0 0,1-1 0,1 1 0,8 20 0,-9-25-6553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24575,'13'63'0,"8"73"0,-6 67 0,5 28 0,-15-183 0,8 51 0,-9-81 0,0 0 0,1 0 0,10 23 0,-12-36-41,0 0 0,0 0-1,0 0 1,1 0-1,0-1 1,0 1 0,0-1-1,0 0 1,1 0 0,-1-1-1,1 1 1,0-1-1,0 0 1,1-1 0,-1 1-1,0-1 1,1 0 0,-1 0-1,1-1 1,0 1-1,0-1 1,0 0 0,-1-1-1,1 0 1,0 0 0,0 0-1,0-1 1,0 1-1,0-1 1,-1-1 0,1 1-1,9-4 1,-3-1-6785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24575,'8'-6'0,"64"-41"0,-61 41 0,0 0 0,0 1 0,0 1 0,0 0 0,12-3 0,-19 6 0,0 1 0,-1-1 0,1 1 0,0 0 0,-1 0 0,1 0 0,0 1 0,-1-1 0,1 1 0,0 0 0,-1 0 0,1 0 0,5 3 0,-4-1 0,0 0 0,-1 0 0,1 0 0,-1 0 0,0 1 0,0 0 0,0 0 0,5 7 0,-3-3 0,-1 1 0,0 0 0,0 1 0,-1-1 0,0 1 0,0 0 0,-1 0 0,0 0 0,1 13 0,-3-7 0,-1 0 0,0 0 0,-1 0 0,-1 0 0,-1-1 0,0 1 0,-1 0 0,0-1 0,-11 22 0,13-32 0,0 0 0,1 0 0,-1 0 0,1 0 0,0 0 0,1 0 0,-1 0 0,1 1 0,0-1 0,1 10 0,0-12 0,0 1 0,0-1 0,0 0 0,0 0 0,1 0 0,0 0 0,-1 0 0,1 0 0,0 0 0,1 0 0,-1-1 0,0 1 0,1-1 0,-1 0 0,1 0 0,0 0 0,4 3 0,3 1 0,1-1 0,0 0 0,0 0 0,0-1 0,1-1 0,-1 0 0,1 0 0,0-1 0,19 0 0,-28-2-136,1 0-1,-1-1 1,0 1-1,0-1 1,0 0-1,0 0 1,0 0-1,0 0 0,4-2 1,3-3-6690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27 24575,'-27'-2'0,"-14"-2"0,-4 1 0,-1 1 0,4-3 0,6 1 0,4 0 0,6 2 0,1 2 0,4 3 0,2-1 0,4 1-8191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24575,'24'10'0,"0"1"0,-1 1 0,-1 1 0,0 1 0,-1 1 0,0 1 0,-1 1 0,-1 0 0,-1 2 0,0 0 0,-2 1 0,0 0 0,-1 2 0,-1 0 0,-1 0 0,13 31 0,-9-9 0,-1 1 0,-2 0 0,-2 0 0,-3 1 0,-1 1 0,2 55 0,-10-88 0,0-1 0,-1 1 0,-1 0 0,0-1 0,-5 18 0,5-23 0,-1-1 0,0 1 0,0-1 0,-1 0 0,0 0 0,0 0 0,0 0 0,-1-1 0,0 0 0,-9 8 0,-27 20-1365,23-22-5461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51 24575,'-11'-7'0,"0"0"0,-1 0 0,0 1 0,0 1 0,-17-5 0,20 7 0,0 1 0,0 1 0,0 0 0,-1 0 0,1 1 0,0 0 0,0 1 0,-16 2 0,-81 21 0,54-11 0,-81 9 0,-10-7-1365,128-14-5461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0 24575,'-22'3'0,"-10"2"0,-1 4 0,1 3 0,5 1 0,4 1 0,1-2 0,2 0 0,-1 0 0,-1-2 0,-5 0 0,-3-2 0,-3-2 0,-3-3 0,-4-1 0,4-1 0,7-1-8191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24575,'194'75'0,"-6"16"0,77 33 0,-236-113 0,-15-6 0,1 1 0,-1 0 0,1 1 0,-2 0 0,20 14 0,-33-21 0,1 1 0,-1-1 0,1 0 0,-1 1 0,1-1 0,-1 1 0,0-1 0,1 1 0,-1-1 0,1 1 0,-1-1 0,0 1 0,1 0 0,-1-1 0,0 1 0,0-1 0,0 1 0,1 0 0,-1-1 0,0 1 0,0 1 0,0-2 0,-1 1 0,1 0 0,0-1 0,0 1 0,-1-1 0,1 1 0,0-1 0,-1 1 0,1-1 0,-1 0 0,1 1 0,-1-1 0,1 0 0,-1 1 0,1-1 0,-1 0 0,1 1 0,-1-1 0,0 0 0,-5 2 0,1 0 0,-1-1 0,-11 2 0,12-2 0,-52 7 0,-104 20 0,138-22 0,1 0 0,-1 1 0,2 2 0,-41 21 0,45-18-195,0 1 0,1 1 0,0 0 0,1 1 0,1 1 0,-17 24 0,19-25-6631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24575,'6'40'0,"22"74"0,24 36 0,-29-94 0,44 79 0,41 45 0,-80-134 0,40 55 0,-67-100-117,-1-1 44,1 1-1,-1-1 1,0 1-1,0-1 1,1 1-1,-1-1 1,0 1 0,0-1-1,1 1 1,-1 0-1,0-1 1,0 1 0,0-1-1,0 1 1,0-1-1,0 2 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0 513 24575,'328'0'0,"-323"0"0,1 0 0,-1 0 0,1-1 0,-1 0 0,1 0 0,6-2 0,-11 2 0,0 1 0,0 0 0,0-1 0,0 1 0,0-1 0,0 0 0,0 1 0,0-1 0,0 0 0,0 0 0,0 0 0,0 0 0,0 0 0,-1 1 0,1-1 0,0-1 0,-1 1 0,1 0 0,-1 0 0,1 0 0,-1 0 0,0 0 0,1 0 0,-1 0 0,0-1 0,0 1 0,0 0 0,0 0 0,0 0 0,0-1 0,0 1 0,0 0 0,0 0 0,-1-3 0,0 0 0,-1 0 0,0 0 0,0-1 0,0 1 0,0 0 0,0 1 0,-1-1 0,-4-5 0,-29-27 0,22 22 0,-13-13 0,2 0 0,1-2 0,-24-38 0,39 53 0,0-1 0,1 0 0,1 0 0,0-1 0,1 0 0,1 0 0,1-1 0,0 1 0,-2-25 0,6 37 0,0 0 0,1-1 0,-1 1 0,1-1 0,0 1 0,3-7 0,-4 10 0,0 0 0,1 0 0,-1 1 0,0-1 0,1 0 0,-1 1 0,0-1 0,1 0 0,-1 1 0,1-1 0,0 1 0,-1-1 0,1 1 0,-1-1 0,1 1 0,0-1 0,-1 1 0,2-1 0,-1 1 0,-1 0 0,1 0 0,0 0 0,0 0 0,-1 1 0,1-1 0,0 0 0,-1 0 0,1 0 0,0 1 0,-1-1 0,1 0 0,0 1 0,-1-1 0,1 1 0,-1-1 0,1 1 0,-1-1 0,1 1 0,-1-1 0,1 1 0,-1-1 0,1 1 0,-1 1 0,12 16 0,-1 1 0,-2 0 0,0 1 0,8 25 0,-5-15 0,32 90 0,54 123 0,-82-209 0,-8-15 0,1 1 0,1-2 0,1 1 0,24 30 0,-25-40-1365,-2-2-5461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24575,'-7'42'0,"3"1"0,1-1 0,2 1 0,2-1 0,2 1 0,1-1 0,3 0 0,14 49 0,-13-63 0,1 0 0,2-1 0,1 0 0,1-1 0,1 0 0,2-1 0,0-1 0,2-1 0,0 0 0,1-1 0,2-1 0,40 32 0,-39-37 0,0-1 0,32 16 0,-40-24 0,0-1 0,1 0 0,0-1 0,0-1 0,21 4 0,-34-8-68,-1 1 0,1-1-1,0 0 1,0 0 0,-1 0 0,1 0-1,0 0 1,0 0 0,-1 0 0,1 0-1,0-1 1,0 1 0,-1-1 0,1 1-1,0-1 1,-1 0 0,1 0 0,-1 1-1,3-3 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24575,'8'-10'0,"1"1"0,0 0 0,0 1 0,0 0 0,1 0 0,1 1 0,17-10 0,-23 15 0,1 0 0,-1 0 0,0 0 0,1 1 0,0-1 0,-1 1 0,1 1 0,0-1 0,-1 1 0,1 0 0,0 0 0,-1 1 0,1-1 0,0 1 0,-1 1 0,1-1 0,-1 1 0,10 4 0,0 1 0,-1 1 0,0 1 0,-1 0 0,0 0 0,0 2 0,-1-1 0,-1 2 0,0 0 0,0 0 0,-1 1 0,0 0 0,11 23 0,-16-28 0,-1 1 0,0 0 0,0 1 0,-1-1 0,0 0 0,-1 1 0,0 0 0,-1-1 0,0 1 0,0 0 0,-1 0 0,0 0 0,-1 0 0,0 0 0,-1-1 0,0 1 0,0 0 0,-1-1 0,0 0 0,-1 1 0,-7 13 0,-1-4 0,-20 23 0,19-27 0,2 0 0,-13 21 0,24-34 0,-1-1 0,0 0 0,0 1 0,0-1 0,1 1 0,-1 0 0,1-1 0,-1 1 0,1-1 0,0 1 0,0 0 0,0-1 0,0 1 0,0 0 0,0-1 0,0 1 0,0 0 0,1-1 0,-1 1 0,0-1 0,1 1 0,0 0 0,-1-1 0,1 1 0,1 1 0,0-1 0,0 0 0,0 0 0,0 0 0,1 0 0,-1 0 0,1 0 0,-1-1 0,1 1 0,0-1 0,-1 0 0,1 0 0,5 2 0,8 2-136,0-1-1,1-1 1,-1 0-1,0-1 1,1-1-1,-1 0 1,1-1-1,0-1 0,17-3 1,-19 0-6690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8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24575,'-27'5'0,"-11"1"0,-5 3 0,4 2 0,2-1 0,6 0 0,5 1 0,5-1 0,4-3 0,4-2-8191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24575,'17'0'0,"0"1"0,0 1 0,0 1 0,0 0 0,0 1 0,-1 1 0,1 0 0,-1 2 0,-1-1 0,1 2 0,27 18 0,-23-11 0,0 1 0,-1 1 0,0 1 0,-1 1 0,-2 0 0,0 1 0,18 30 0,-7-5 0,-3 1 0,-2 1 0,-2 1 0,16 56 0,36 205 0,-68-287 0,3 12 0,2 42 0,-8-67 0,-1 0 0,0 0 0,-1 0 0,0 0 0,0-1 0,-1 1 0,0 0 0,0-1 0,-8 17 0,7-19-124,-1 0 0,0-1 0,-1 1 0,1-1 0,-1 0 0,0 0-1,0 0 1,0-1 0,-1 0 0,-11 7 0,1-3-6702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0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24575,'-17'0'0,"-8"0"0,-3 0 0,2 0 0,2 0 0,3 0 0,3 0 0,1 0 0,2 0 0,1 0 0,0 0 0,0 0 0,0 0 0,0 0 0,2 0-8191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24575,'-12'8'0,"-5"4"0,-1 3 0,-2-1 0,-1-1 0,-2 1 0,1-3 0,2-3 0,2-3 0,3-2-8191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24575,'0'-1'0,"0"1"0,0 0 0,0 0 0,0-1 0,0 1 0,0 0 0,0 0 0,1-1 0,-1 1 0,0 0 0,0 0 0,0-1 0,0 1 0,0 0 0,0 0 0,0 0 0,0-1 0,1 1 0,-1 0 0,0 0 0,0 0 0,0-1 0,1 1 0,-1 0 0,0 0 0,0 0 0,0 0 0,1 0 0,-1-1 0,0 1 0,0 0 0,1 0 0,-1 0 0,11 2 0,9 8 0,56 63 0,-53-49 0,40 33 0,89 55 0,-151-111-3,-1-1-1,0 0 0,0 1 1,1-1-1,-1 0 1,0 0-1,1 1 0,-1-1 1,1 0-1,-1 0 1,0 0-1,1 1 0,-1-1 1,0 0-1,1 0 1,-1 0-1,1 0 0,-1 0 1,0 0-1,1 0 1,0 0-1,-1-6 201,-7-12-1680,1 9-5343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77 24575,'2'-13'0,"6"-21"0,-8 32 0,1 0 0,0 0 0,0 0 0,0 0 0,0 0 0,0 0 0,0 0 0,1 0 0,-1 0 0,1 1 0,-1-1 0,3-2 0,-4 4 0,0 0 0,1 0 0,-1 0 0,0-1 0,0 1 0,1 0 0,-1 0 0,0 0 0,0 0 0,1-1 0,-1 1 0,0 0 0,1 0 0,-1 0 0,0 0 0,1 0 0,-1 0 0,0 0 0,0 0 0,1 0 0,-1 0 0,0 0 0,1 0 0,-1 0 0,0 0 0,1 0 0,-1 0 0,0 0 0,1 0 0,-1 1 0,0-1 0,1 0 0,2 11 0,-3-8 0,0 0 0,-1 0 0,1 0 0,-1 0 0,-1 6 0,-2-2 0,1-1 0,-2 0 0,1 0 0,-1 0 0,0 0 0,0-1 0,0 1 0,-8 4 0,-54 36 0,31-23 0,23-14 0,0 1 0,-21 22 0,35-32 0,0-1 0,-1 1 0,1 0 0,-1-1 0,1 1 0,0 0 0,-1 0 0,1-1 0,0 1 0,-1 0 0,1 0 0,0 0 0,0 0 0,-1 0 0,1 0 0,0 0 0,-1 0 0,1 0 0,0 0 0,0 0 0,-1 0 0,1 1 0,0-1 0,-1 0 0,1 1 0,-1-1 0,1 0 0,0 1 0,-1-1 0,1 0 0,-1 1 0,1-1 0,-1 1 0,1-1 0,-1 1 0,1 0 0,0 0 0,1 2 0,1 0 0,-1 0 0,1 0 0,-1 1 0,0-1 0,2 6 0,14 40 0,50 122 0,-40-109-1365,-25-52-5461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24575,'0'-38'0,"0"30"0,0 27 0,0 424 0,0-430 0,1-1 0,0 1 0,1-1 0,0 0 0,1 1 0,0-1 0,7 15 0,-7-19 0,0-1 0,1 0 0,0-1 0,1 1 0,-1-1 0,1 0 0,1 0 0,-1 0 0,1-1 0,0 0 0,0 0 0,12 7 0,-5-4 0,0-1 0,1 0 0,0-1 0,0 0 0,28 6 0,-40-12-170,1 1-1,-1-1 0,1 0 1,-1 0-1,1 0 0,-1 0 1,4-1-1,2-2-6655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24575,'6'-9'0,"0"-1"0,0 1 0,0 0 0,1 1 0,15-15 0,-19 20 0,0 1 0,1-1 0,-1 1 0,1 0 0,-1 0 0,1 0 0,0 1 0,-1-1 0,1 1 0,0 0 0,0 0 0,0 0 0,0 0 0,0 1 0,0 0 0,0-1 0,0 2 0,0-1 0,5 1 0,4 2 0,-1 0 0,1 1 0,0 1 0,15 8 0,47 29 0,-54-30 0,-10-6 0,-1 1 0,0 0 0,0 1 0,-1 0 0,1 0 0,8 11 0,-16-16 0,0 0 0,0-1 0,0 1 0,0 0 0,0 0 0,-1 0 0,1 0 0,-1 0 0,0 0 0,0 1 0,0-1 0,0 0 0,0 1 0,-1-1 0,0 1 0,1-1 0,-1 1 0,-1-1 0,1 0 0,0 1 0,-1-1 0,0 0 0,0 1 0,0-1 0,0 0 0,-3 6 0,-10 13 0,10-17 0,0 1 0,0-1 0,1 1 0,-1 0 0,-2 9 0,5-13 0,1-1 0,0 1 0,-1-1 0,1 1 0,0-1 0,0 1 0,0 0 0,0-1 0,0 1 0,0-1 0,1 1 0,-1-1 0,0 1 0,1-1 0,-1 1 0,1-1 0,0 0 0,-1 1 0,1-1 0,0 0 0,0 1 0,0-1 0,0 0 0,0 0 0,0 0 0,0 0 0,0 0 0,3 2 0,4 2 0,1 0 0,0-1 0,0 0 0,0-1 0,0 1 0,0-2 0,1 1 0,0-1 0,-1-1 0,1 0 0,0 0 0,0-1 0,-1 0 0,1-1 0,10-2 0,-13 2-341,0-1 0,-1 0-1,13-6 1,-10 3-6485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24575,'-27'2'0,"-11"1"0,-2 3 0,4 0 0,5 1 0,5 0 0,6-2 0,2-1 0,6-2-8191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24575,'17'-5'0,"1"1"0,0 1 0,0 1 0,34-1 0,-43 4 0,0-1 0,1 2 0,-1-1 0,0 1 0,0 0 0,0 1 0,0 0 0,-1 1 0,1 0 0,-1 0 0,10 7 0,-3 0 0,0 2 0,-1 0 0,-1 0 0,0 1 0,0 1 0,-2 0 0,0 1 0,12 23 0,-4-3 0,-2 0 0,23 75 0,-29-73 0,-2 0 0,6 48 0,-13-66 0,-1 0 0,-1 0 0,0 0 0,-1 1 0,-2-1 0,-4 22 0,3-30-195,0 0 0,0-1 0,-1 1 0,-1-1 0,0 0 0,-14 20 0,7-15-6631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1459 49 24575,'-5'-5'0,"0"1"0,0-1 0,0 1 0,-1 0 0,0 0 0,0 1 0,0 0 0,0 0 0,-1 0 0,1 1 0,-1 0 0,1 0 0,-1 1 0,-14-2 0,8 3 0,-1 0 0,0 1 0,0 1 0,1 0 0,-1 1 0,-19 7 0,-33 8 20,0-2 0,-86 9-1,-138-9-749,48-18 542,-112 3 175,316 1-1207,7 1-4879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24575,'223'177'0,"-3"0"0,-212-170-99,11 8 319,-18-14-287,-1-1-1,1 1 1,0-1-1,-1 1 1,1-1-1,0 0 0,0 1 1,-1-1-1,1 0 1,0 1-1,0-1 1,0 0-1,-1 0 0,1 0 1,0 0-1,0 0 1,0 0-1,-1 0 1,1 0-1,0 0 0,1-1 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7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 24575,'-5'-1'0,"-1"0"0,1 1 0,-1-1 0,0 1 0,1 1 0,-1-1 0,0 1 0,1 0 0,-9 2 0,12-2 0,-1 0 0,1 0 0,0 0 0,0 0 0,0 1 0,-1-1 0,1 1 0,1 0 0,-1-1 0,0 1 0,0 0 0,1 0 0,-1 0 0,1 0 0,-1 0 0,1 0 0,0 1 0,0-1 0,0 0 0,0 1 0,0-1 0,1 1 0,-1 2 0,-1 10 0,0 1 0,2-1 0,1 26 0,0-24 0,0 0 0,-4 30 0,0-32 0,0 1 0,-1-1 0,-1 0 0,0 0 0,-1-1 0,-1 1 0,-12 19 0,-1-3-69,11-19-190,1 1 0,0 0-1,1 0 1,-10 26 0,14-27-6567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24575,'-10'20'0,"1"0"0,1 0 0,1 1 0,-8 40 0,13-46 0,1 0 0,0 0 0,0 0 0,2 0 0,0 0 0,1 0 0,6 29 0,0-16 0,2 0 0,0-1 0,2 0 0,0-1 0,2 0 0,1-1 0,1-1 0,22 25 0,-33-43 20,1 0 0,0-1 0,1 0 0,-1 0 0,12 7 0,-14-10-134,-1 0 0,1 0-1,0-1 1,-1 1 0,1-1 0,0 0-1,0 0 1,0 0 0,0 0 0,0-1-1,1 0 1,6 0 0,-1-2-6712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24575,'4'-5'0,"0"0"0,0 0 0,0 1 0,1-1 0,0 1 0,0 0 0,0 1 0,10-7 0,-11 9 0,-1-1 0,1 1 0,-1 0 0,1 0 0,-1 0 0,1 0 0,0 1 0,-1 0 0,1-1 0,0 1 0,-1 1 0,1-1 0,0 0 0,-1 1 0,1 0 0,5 2 0,1 1 0,1 0 0,-1 1 0,-1 0 0,1 1 0,-1 0 0,0 1 0,0 0 0,-1 0 0,0 1 0,0 0 0,-1 1 0,0-1 0,-1 1 0,1 1 0,-2-1 0,8 17 0,-11-21 0,0 0 0,0 0 0,-1 0 0,1 1 0,-2-1 0,1 0 0,0 1 0,-1-1 0,0 0 0,-1 8 0,-1 2 0,-1-1 0,-7 19 0,2-4 0,8-27 0,-1 0 0,1 0 0,-1 0 0,1 1 0,0-1 0,0 0 0,0 0 0,0 0 0,0 0 0,0 0 0,0 0 0,1 1 0,-1-1 0,1 0 0,0 0 0,0 0 0,0 0 0,0 0 0,0-1 0,0 1 0,0 0 0,0 0 0,1-1 0,1 3 0,0-2 0,0 1 0,1-1 0,-1 0 0,0 0 0,1-1 0,0 1 0,-1-1 0,1 0 0,0 0 0,-1 0 0,1 0 0,8 0 0,42 0 120,-48-1-285,-1-1 0,0 1 0,1-1 0,-1 0 0,0-1 0,0 1 0,0-1 0,5-3 0,0-1-6661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24575,'-27'0'0,"-12"0"0,-1 0 0,1 0 0,5 2 0,6 2 0,2-1 0,4 2 0,0 0 0,1-1 0,5-1-8191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1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24575,'40'40'-211,"-2"1"0,-1 3-1,-3 1 1,-1 1 0,39 75-1,-66-107 321,1 1 0,-2 0 0,0 0 0,0 0 0,-2 1 0,0-1-1,2 25 1,-5-34-151,0 0 0,0 0 0,0 0 0,-1 0 0,0 0 0,0 0 0,0 0-1,-1 0 1,0-1 0,0 1 0,0-1 0,-1 1 0,0-1 0,0 0 0,0 0 0,0 0 0,-1 0-1,0-1 1,0 1 0,-1-1 0,1 0 0,-9 5 0,1-1-6784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31 24575,'-17'-5'0,"-8"-1"0,-3-1 0,2 2 0,2 2 0,3 1 0,3 0 0,1 2 0,2 0 0,1 0 0,0 0 0,0 1 0,0-1 0,0 0 0,0 0 0,0 0 0,2 0-8191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45 24575,'-29'-10'0,"-15"-3"0,-2 1 0,4 4 0,6 7 0,6 3 0,4 3 0,2 4 0,3 3 0,5-1-8191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 58 24575,'0'-2'0,"0"-1"0,0 1 0,0 0 0,0-1 0,-1 1 0,1 0 0,-1 0 0,1 0 0,-1-1 0,0 1 0,0 0 0,0 0 0,0 0 0,0 0 0,0 0 0,-1 1 0,1-1 0,-1 0 0,1 1 0,-1-1 0,0 1 0,1-1 0,-1 1 0,-3-2 0,2 2 0,-1-1 0,1 1 0,-1 0 0,0 0 0,1 0 0,-1 1 0,0 0 0,0-1 0,1 1 0,-1 0 0,0 1 0,0-1 0,-6 2 0,-43 12 0,24-7 0,-41 7 0,-344 19 0,388-33 0,20-1 0,-1 1 0,1 0 0,0 0 0,-1 1 0,1-1 0,0 1 0,0 0 0,-1 1 0,-10 4 0,16-6 0,1 0 0,-1 1 0,1-1 0,0 0 0,-1 0 0,1 1 0,0-1 0,-1 0 0,1 0 0,0 1 0,-1-1 0,1 0 0,0 1 0,-1-1 0,1 1 0,0-1 0,0 0 0,0 1 0,0-1 0,-1 1 0,1-1 0,0 1 0,0-1 0,0 0 0,0 1 0,0-1 0,0 1 0,0-1 0,0 1 0,0 0 0,1 0 0,-1 0 0,1 0 0,-1-1 0,1 1 0,-1 0 0,1 0 0,0 0 0,0-1 0,-1 1 0,1 0 0,0 0 0,1 0 0,28 13 0,16 0 0,76 14 0,-51-14 0,-10-2 0,86 23 0,-144-34 0,0 0 0,0 0 0,0 0 0,0 1 0,0-1 0,0 1 0,-1 0 0,1 0 0,4 4 0,-6-5 0,-1-1 0,1 1 0,-1-1 0,0 1 0,1 0 0,-1-1 0,1 1 0,-1 0 0,0 0 0,0-1 0,1 1 0,-1 0 0,0 0 0,0-1 0,0 1 0,0 0 0,0 0 0,0 1 0,0-1 0,-1 0 0,1 0 0,-1 0 0,1 0 0,-1 0 0,1 0 0,-1 1 0,0-1 0,0 0 0,1-1 0,-1 1 0,0 0 0,0 0 0,0 0 0,-1 0 0,-7 5 0,-1-1 0,1 0 0,-1-1 0,0 0 0,0-1 0,-21 4 0,13-2 0,16-5 0,-208 65 0,186-55 0,-54 24 0,69-30 0,0 1 0,1 0 0,0 1 0,0 0 0,0 0 0,-9 11 0,15-16 0,1 1 0,-1 0 0,1 0 0,0-1 0,-1 1 0,1 0 0,0 0 0,0 0 0,0 0 0,0 0 0,0 1 0,1-1 0,-1 0 0,1 0 0,-1 1 0,1-1 0,0 0 0,0 0 0,0 1 0,0-1 0,0 0 0,1 0 0,-1 1 0,1-1 0,-1 0 0,1 0 0,0 0 0,0 0 0,0 1 0,0-1 0,0-1 0,0 1 0,1 0 0,-1 0 0,1 0 0,-1-1 0,1 1 0,0-1 0,-1 1 0,1-1 0,0 1 0,0-1 0,0 0 0,3 1 0,5 2 0,0 0 0,0 0 0,1-1 0,-1-1 0,1 0 0,15 1 0,68-1 0,-65-2 0,571-28 0,-548 25-1365,-35 3-5461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 24575,'-5'-7'0,"1"7"0,0 14 0,2 22 0,2-36 0,-1 17 0,2 0 0,0-1 0,1 1 0,1 0 0,0-1 0,2 0 0,-1 0 0,2 0 0,0 0 0,9 15 0,13 18 0,15 30 0,-37-66 0,-1 0 0,0 0 0,-1 1 0,3 15 0,-7-28-34,3 8 192,-3-9-181,0 0-1,0 0 0,0 0 1,0 1-1,0-1 1,0 0-1,0 0 0,0 0 1,0 0-1,0 0 0,1 0 1,-1 0-1,0 0 0,0 0 1,0 1-1,0-1 0,0 0 1,0 0-1,0 0 1,0 0-1,1 0 0,-1 0 1,0 0-1,0 0 0,0 0 1,0 0-1,0 0 0,0 0 1,1 0-1,-1 0 0,0 0 1,0 0-1,0 0 1,0 0-1,0 0 0,0 0 1,1 0-1,-1 0 0,0 0 1,0 0-1,0 0 0,0 0 1,0 0-1,0-1 0,0 1 1,0 0-1,1 0 1,-1 0-1,0 0 0,0 0 1,0 0-1,0 0 0,0 0 1,0 0-1,0-1 0,0 1 1,0 0-1,0 0 0,0 0 1,0 0-1,0 0 1,0-1-1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24575,'-9'-1'0,"0"2"0,1-1 0,-1 1 0,0 1 0,-16 4 0,21-4 0,1-1 0,-1 1 0,0 0 0,1 0 0,-1 0 0,1 1 0,0-1 0,0 1 0,0 0 0,0 0 0,0 0 0,0 0 0,1 0 0,-4 7 0,-5 11 0,9-16 0,-1 0 0,0 1 0,1-1 0,-2-1 0,1 1 0,0 0 0,-1-1 0,0 0 0,0 0 0,-6 5 0,8-8 0,0 1 0,0-1 0,1 0 0,-1 0 0,1 1 0,-1-1 0,1 1 0,0-1 0,-2 4 0,3-5 0,0 0 0,-1 0 0,1 1 0,0-1 0,0 0 0,0 0 0,0 1 0,0-1 0,0 0 0,0 0 0,0 1 0,0-1 0,0 0 0,0 0 0,0 1 0,0-1 0,0 0 0,1 0 0,-1 0 0,0 1 0,0-1 0,0 0 0,0 0 0,0 1 0,0-1 0,1 0 0,-1 0 0,0 0 0,0 1 0,14 3 0,204 23 0,-175-24-1365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55 24575,'-20'-10'0,"-8"-3"0,-3 0 0,2 3 0,4 3 0,5 5 0,4 3 0,3 1 0,0 1 0,1-1 0,1 0-8191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39 24575,'-27'-10'0,"-12"-1"0,-1 2 0,4 2 0,5 5 0,8 5 0,6 2 0,5 1-8191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2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24575,'-14'0'0,"1"1"0,-1 0 0,-13 3 0,24-3 0,0-1 0,0 1 0,0 0 0,0 0 0,0 0 0,0 0 0,0 1 0,0-1 0,0 1 0,1-1 0,-1 1 0,1 0 0,-1 0 0,1 1 0,0-1 0,0 0 0,0 1 0,0-1 0,-2 4 0,4-5 0,-1 0 0,1 1 0,-1-1 0,1 0 0,-1 1 0,1-1 0,0 0 0,0 1 0,0-1 0,0 1 0,0-1 0,0 1 0,0-1 0,0 0 0,1 1 0,-1-1 0,1 0 0,-1 1 0,2 2 0,-1-2 0,1 0 0,0 1 0,0-1 0,-1 0 0,2 0 0,-1 0 0,0 0 0,0-1 0,4 3 0,4 2 0,0-1 0,0-1 0,0 0 0,12 3 0,-18-6 0,15 5 0,1-1 0,39 5 0,-54-9 0,-1-1 0,1 1 0,0-2 0,0 1 0,0 0 0,0-1 0,-1 0 0,1 0 0,0 0 0,0-1 0,-1 1 0,1-1 0,-1-1 0,0 1 0,1 0 0,-1-1 0,0 0 0,4-3 0,-7 4-29,1 0-1,0 0 0,-1 0 1,1 0-1,-1 0 0,0 0 1,0-1-1,1 1 0,-2 0 0,1-1 1,0 1-1,0-1 0,-1 1 1,1-1-1,-1 1 0,0-1 1,0 1-1,0-1 0,0 1 1,0-1-1,0 0 0,-1 1 1,1-1-1,-1 1 0,0 0 1,0-1-1,0 1 0,0-1 1,0 1-1,0 0 0,-1 0 0,1 0 1,-1 0-1,1 0 0,-1 0 1,0 0-1,0 0 0,0 1 1,0-1-1,0 1 0,0-1 1,0 1-1,0 0 0,-1 0 1,-3-1-1,-6-2-6796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88 125 24575,'-4'8'0,"0"0"0,1 0 0,0 0 0,0 1 0,1 0 0,0-1 0,1 1 0,0 0 0,0 15 0,1-17 0,1-1 0,0 1 0,1-1 0,-1 0 0,1 1 0,0-1 0,0 0 0,1 0 0,0 0 0,0-1 0,1 1 0,-1-1 0,9 10 0,-5-7 0,-1 0 0,1-1 0,0 0 0,1 0 0,-1-1 0,1 0 0,1 0 0,-1-1 0,11 5 0,-19-10 0,1 0 0,0 1 0,-1-1 0,1 0 0,0 1 0,0-1 0,-1 0 0,1 0 0,0 0 0,0 0 0,-1 0 0,1 0 0,0 0 0,0 0 0,-1 0 0,1 0 0,0 0 0,-1 0 0,1 0 0,0-1 0,0 1 0,0-1 0,0 1 0,-1-1 0,0 1 0,0-1 0,1 1 0,-1-1 0,0 1 0,0-1 0,0 0 0,0 1 0,0-1 0,0 1 0,0-1 0,0 0 0,0 1 0,0-1 0,0 1 0,0-1 0,0 1 0,0-1 0,0 0 0,-1 0 0,-1-4 0,0 1 0,0-1 0,0 1 0,-1-1 0,-3-3 0,-48-58 0,28 35 0,1 0 0,1-1 0,-25-48 0,40 58 0,8 21 0,1 0 0,0 0 0,0 0 0,-1 1 0,1-1 0,0 0 0,0 0 0,0 0 0,0 0 0,0 0 0,0 0 0,0 0 0,0 0 0,0 1 0,1-1 0,-1 0 0,0 0 0,1 0 0,-1 0 0,0 0 0,1 1 0,0-3 0,0 3 0,0 0 0,-1 0 0,1 0 0,-1-1 0,1 1 0,0 0 0,-1 0 0,1 0 0,0 0 0,-1 0 0,1 0 0,0 0 0,-1 0 0,1 0 0,0 1 0,-1-1 0,1 0 0,0 0 0,-1 0 0,1 1 0,-1-1 0,1 0 0,0 1 0,-1-1 0,1 1 0,0 0 0,18 15 0,-12-10 0,8 7 0,2-1 0,0-1 0,0 0 0,25 10 0,-35-18 0,-1 0 0,1-1 0,0 0 0,-1-1 0,1 1 0,0-1 0,0 0 0,0-1 0,0 0 0,0 0 0,0-1 0,-1 1 0,1-1 0,0-1 0,0 1 0,9-5 0,-13 4 0,0 0 0,0 0 0,1 0 0,-2 0 0,1-1 0,0 0 0,0 1 0,-1-1 0,0 0 0,1 0 0,-1-1 0,0 1 0,-1 0 0,1-1 0,0 1 0,-1-1 0,0 1 0,1-5 0,1-1 0,-1-1 0,-1 1 0,0-1 0,0 0 0,-1-19 0,-1 19 0,0-3 0,3 14 0,4 6 0,5 9 0,67 90 0,-63-88 0,2 0 0,0 0 0,28 20 0,-17-15-1365,-16-13-5461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 24575,'0'-1'0,"0"0"0,-1 1 0,0-1 0,1 0 0,-1 1 0,1-1 0,-1 1 0,0-1 0,1 1 0,-1-1 0,0 1 0,1 0 0,-1-1 0,0 1 0,0 0 0,0 0 0,1-1 0,-1 1 0,0 0 0,0 0 0,0 0 0,1 0 0,-2 0 0,1 0 0,1 1 0,-1-1 0,0 1 0,1-1 0,-1 1 0,1-1 0,0 1 0,-1-1 0,1 1 0,-1 0 0,1-1 0,0 1 0,-1 0 0,1-1 0,0 1 0,0 0 0,0-1 0,-1 1 0,1 0 0,0 0 0,0 6 0,-1 0 0,1-1 0,0 1 0,2 8 0,3 13 0,2-1 0,18 52 0,31 48 0,-24-57 0,-18-32 0,-16-43 0,1 0 0,0-1 0,0 1 0,0 0 0,0 0 0,1-1 0,0 1 0,0 0 0,2-9 0,-2 12 0,0 0 0,1 0 0,-1 0 0,1 0 0,0 0 0,-1 1 0,1-1 0,0 0 0,0 1 0,0-1 0,0 0 0,0 1 0,1-1 0,-1 1 0,0 0 0,1-1 0,-1 1 0,1 0 0,-1 0 0,1 0 0,0 0 0,-1 0 0,1 0 0,0 1 0,0-1 0,0 0 0,-1 1 0,1-1 0,0 1 0,0 0 0,0 0 0,0 0 0,3 0 0,7 1 0,0 0 0,0 1 0,0 1 0,0 0 0,0 0 0,0 1 0,12 6 0,-9-2 0,-1-1 0,1 2 0,-1 0 0,22 19 0,-33-26 0,-1 1 0,1-1 0,-1 1 0,0 0 0,1-1 0,-1 1 0,0 0 0,-1 1 0,1-1 0,-1 0 0,1 0 0,-1 1 0,0-1 0,1 5 0,-2-5 0,0-1 0,0 0 0,0 0 0,0 0 0,-1 0 0,1 0 0,0 0 0,-1 0 0,0 0 0,1 0 0,-1 0 0,0-1 0,0 1 0,0 0 0,0 0 0,-1-1 0,1 1 0,0 0 0,-1-1 0,1 1 0,-1-1 0,1 0 0,-1 0 0,0 1 0,0-1 0,-1 1 0,-8 3 0,-1 0 0,1 0 0,-1-1 0,0 0 0,0-1 0,0 0 0,-23 1 0,-90-2 0,95-3 0,26 2-136,0-1-1,0-1 1,0 1-1,0-1 1,0 1-1,0-1 1,0 0-1,0 0 0,-6-4 1,1-1-6690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24575,'-8'17'0,"1"1"0,0 0 0,-5 29 0,11-41 0,0 1 0,1-1 0,-1 0 0,1 0 0,1 0 0,-1 0 0,1 0 0,0 0 0,0 0 0,1 0 0,0-1 0,0 1 0,0 0 0,1-1 0,4 8 0,1 0 0,6 9 0,0-1 0,2 0 0,28 30 0,-33-42-1365,-1-3-5461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24575,'-8'2'0,"1"0"0,0 0 0,0 1 0,0 0 0,0 0 0,0 1 0,0-1 0,1 2 0,0-1 0,-1 1 0,2 0 0,-1 0 0,-6 8 0,8-9 0,2-2 0,0 0 0,0 1 0,0-1 0,1 0 0,-1 1 0,1-1 0,-1 1 0,0 2 0,1-4 0,1-1 0,0 1 0,0-1 0,0 1 0,0-1 0,0 1 0,0-1 0,0 1 0,0-1 0,0 1 0,1-1 0,-1 1 0,0-1 0,0 1 0,0-1 0,0 1 0,1-1 0,-1 0 0,1 2 0,0-1 0,0 0 0,0 0 0,0-1 0,0 1 0,0 0 0,1 0 0,-1 0 0,0-1 0,1 1 0,1 0 0,19 5 0,1 0 0,32 3 0,-10-2 0,-18-3-682,48 2-1,-61-6-6143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24575,'6'-2'0,"20"-7"0,1 1 0,28-4 0,-48 11 0,0 0 0,1 0 0,-1 1 0,0 0 0,1 0 0,-1 1 0,0 0 0,0 0 0,0 0 0,1 1 0,-1 1 0,12 5 0,-15-6 0,1 1 0,-1 0 0,0 0 0,-1 1 0,1-1 0,-1 1 0,1 0 0,-1 0 0,0 0 0,0 0 0,-1 1 0,1-1 0,-1 1 0,0-1 0,0 1 0,-1 0 0,0 0 0,1 0 0,-1 0 0,-1 0 0,1 9 0,-1 0 0,0-1 0,-1 0 0,-1 1 0,0-1 0,0 0 0,-2 0 0,-4 14 0,2-11 0,1-5 0,1-1 0,1 1 0,0 1 0,-3 16 0,6-25 0,0 0 0,0 0 0,0 0 0,0 0 0,0 0 0,1 0 0,-1 0 0,1 0 0,0-1 0,0 1 0,0 0 0,0 0 0,0-1 0,1 1 0,-1-1 0,1 1 0,0-1 0,0 1 0,-1-1 0,2 0 0,-1 0 0,4 3 0,5 2 0,-1-1 0,1 0 0,0-1 0,0 0 0,17 4 0,60 12 0,-84-20-80,1 0 0,-1 0-1,1-1 1,0 1 0,0-1-1,-1 0 1,1 0 0,0-1-1,0 1 1,-1-1 0,1 0 0,-1 0-1,1-1 1,-1 1 0,1-1-1,7-5 1,-1-2-6746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24575,'-32'0'0,"-13"0"0,-3 0 0,1 0 0,3 0 0,8 0 0,4 0 0,8 0-8191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24575,'-27'3'0,"-14"0"0,-5 0 0,1 0 0,3 1 0,3 0 0,5 0 0,4-1 0,5 1 0,8 0-8191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24575,'2'25'0,"4"15"0,0 5 0,2 4 0,0-3 0,0-4 0,0-4 0,0-6 0,-1-4 0,1-3 0,-1-3 0,-2-1 0,1-2 0,-1-2 0,2-2 0,-1 0 0,-1-3-8191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24575,'-10'3'0,"-1"1"0,1 0 0,0 0 0,0 1 0,-18 12 0,24-14 0,-1 0 0,1 1 0,0-1 0,1 1 0,-1 0 0,1 0 0,0 0 0,0 1 0,0-1 0,0 1 0,1 0 0,0-1 0,0 1 0,-2 8 0,3-11 0,0 1 0,1-1 0,0 0 0,0 1 0,-1-1 0,1 0 0,1 1 0,-1-1 0,0 0 0,1 1 0,-1-1 0,1 0 0,-1 1 0,1-1 0,0 0 0,0 0 0,1 2 0,0-1 0,1 0 0,-1-1 0,0 1 0,1-1 0,-1 0 0,1 1 0,0-1 0,-1-1 0,1 1 0,5 2 0,4 1 0,0-1 0,0 0 0,0-1 0,1-1 0,13 2 0,15-1 50,52-3-1,-59-1-537,0 1 0,51 7 0,-68-4-6338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3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2953 30 24575,'-97'-6'0,"20"-1"0,-118 4 0,-54-4 0,4 1 0,-256 26 0,-5 13 0,426-28 0,-60 5 0,-152-10 0,174-10 0,-174-5 0,282 15-86,-10 0 195,-35 5-1,49-4-244,1 0 0,-1 0 0,1 1 0,-1 0 0,1 0 0,0 0 0,0 1 0,0 0 0,0 0 0,-8 6 0,4 0-6690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 31 24575,'0'0'0,"1"-1"0,0 1 0,-1-1 0,1 0 0,-1 1 0,1-1 0,-1 1 0,1-1 0,-1 0 0,1 1 0,-1-1 0,0 0 0,1 0 0,-1 1 0,0-1 0,0 0 0,1 0 0,-1 1 0,0-1 0,0 0 0,0 0 0,0 0 0,0 0 0,-1 0 0,1 0 0,0 1 0,-1-1 0,1 1 0,-1-1 0,0 0 0,1 1 0,-1-1 0,1 1 0,-1 0 0,0-1 0,1 1 0,-1-1 0,0 1 0,1 0 0,-1 0 0,0-1 0,0 1 0,0 0 0,-7-2 0,0 1 0,0 0 0,-12 1 0,16 0 0,-393 0 0,158 1 0,194 2 0,42-3 0,1 1 0,-1-1 0,1 1 0,0-1 0,-1 1 0,1 0 0,0 0 0,0 0 0,-1 0 0,1 0 0,0 0 0,0 1 0,0-1 0,1 1 0,-5 3 0,6-4 0,0-1 0,-1 1 0,1 0 0,0 0 0,-1 0 0,1 0 0,0 0 0,0 0 0,0 0 0,0 0 0,0-1 0,0 1 0,0 0 0,0 0 0,0 0 0,0 0 0,0 0 0,1 0 0,-1 0 0,0 0 0,1-1 0,-1 1 0,1 0 0,-1 0 0,1 0 0,-1-1 0,1 1 0,-1 0 0,1 0 0,0-1 0,-1 1 0,1-1 0,0 1 0,0-1 0,0 1 0,4 3 0,0-1 0,0-1 0,0 1 0,7 2 0,26 8 0,78 13 0,-31-8 0,-55-11 0,-18-5 0,0 0 0,0 1 0,-1 1 0,1 0 0,-1 0 0,17 10 0,-26-13 0,0 0 0,-1 1 0,0-1 0,1 0 0,-1 0 0,0 1 0,1-1 0,-1 0 0,0 1 0,0-1 0,0 1 0,0 0 0,-1-1 0,1 1 0,0 0 0,-1-1 0,1 1 0,-1 0 0,1 0 0,-1 0 0,0-1 0,0 4 0,0-3 0,0 0 0,-1 0 0,0 1 0,1-1 0,-1 0 0,0 0 0,0 0 0,0 0 0,0 0 0,0 0 0,-1-1 0,1 1 0,0 0 0,-1 0 0,0-1 0,1 1 0,-4 2 0,-102 61 0,12-9 0,57-28 0,11-8 0,-2-1 0,-32 16 0,46-27 0,-36 17 0,47-22 0,-1 0 0,1 0 0,0 0 0,-1 1 0,2-1 0,-1 1 0,-6 8 0,9-11 0,1-1 0,0 0 0,0 1 0,0-1 0,-1 0 0,1 0 0,0 1 0,0-1 0,0 0 0,0 1 0,0-1 0,0 0 0,0 1 0,0-1 0,0 0 0,-1 1 0,1-1 0,1 0 0,-1 1 0,0-1 0,0 1 0,0-1 0,0 0 0,0 1 0,0-1 0,0 0 0,0 0 0,0 1 0,1-1 0,-1 0 0,0 1 0,1-1 0,12 6 0,19-4 0,-29-2 0,512-20 0,-234 9-1365,-266 11-5461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24575,'0'20'0,"0"-2"0,0 1 0,1-1 0,0 1 0,2-1 0,7 30 0,8-1 0,28 53 0,-6-16 0,-38-79 0,0 0 0,0 0 0,0 0 0,0 1 0,-1-1 0,0 1 0,-1-1 0,1 1 0,-1 0 0,0-1 0,0 1 0,-1-1 0,-1 8 0,2-13-33,0 1 0,0-1-1,0 0 1,0 1 0,0-1-1,0 0 1,0 1 0,0-1 0,-1 0-1,1 0 1,0 1 0,0-1-1,0 0 1,0 0 0,-1 1-1,1-1 1,0 0 0,0 0 0,-1 0-1,1 1 1,0-1 0,0 0-1,-1 0 1,1 0 0,0 0-1,-1 0 1,1 1 0,0-1 0,0 0-1,-1 0 1,1 0 0,0 0-1,-1 0 1,1 0 0,0 0-1,-1 0 1,1 0 0,0 0 0,-1 0-1,1-1 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24575,'-6'-1'0,"1"2"0,-1-1 0,1 1 0,0 0 0,0 0 0,-1 0 0,1 1 0,-7 3 0,11-5 0,-1 1 0,1 0 0,-1 0 0,1 0 0,0 0 0,-1 0 0,1 0 0,0 0 0,0 0 0,0 1 0,0-1 0,0 0 0,0 1 0,0-1 0,0 1 0,0-1 0,1 1 0,-1-1 0,1 1 0,-1 0 0,1-1 0,-1 1 0,1 0 0,0-1 0,0 1 0,0 0 0,0-1 0,0 1 0,0 0 0,1 1 0,0 4 0,1 0 0,0 0 0,0 0 0,1 0 0,-1 0 0,2-1 0,4 9 0,-6-12 0,1 0 0,-1 0 0,1 0 0,-1 0 0,1-1 0,0 1 0,0-1 0,0 0 0,0 0 0,0 0 0,1 0 0,-1 0 0,1-1 0,-1 0 0,8 2 0,13 0 0,0 0 0,0-2 0,49-4 0,-68 2 0,69-7 0,-64 6 0,0 0 0,0-1 0,-1 0 0,1-1 0,11-6 0,-19 9-105,-1 1 0,0-1 0,0 0 0,0 0 0,0 1 0,0-1 0,0 0 0,0 0 0,0 0 0,0 0 0,0-1 0,1-1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45 24575,'-18'-7'0,"-7"-3"0,-2 0 0,0 3 0,3 2 0,3 1 0,3 2 0,4 4 0,2 1 0,1 1 0,0-1 0,-2-1 0,3-3 0,0-1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21 24575,'-30'-5'0,"-11"-1"0,-2-1 0,4 5 0,6 2 0,6 0 0,9 2-8191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15 24575,'-77'-12'0,"68"11"0,-1 1 0,1 0 0,0 1 0,0-1 0,-1 2 0,-10 2 0,18-4 0,0 1 0,-1 0 0,1 0 0,0 0 0,0 0 0,0 0 0,0 0 0,0 1 0,0-1 0,0 1 0,0-1 0,0 1 0,1 0 0,-1 0 0,0 0 0,1 0 0,0 0 0,-1 0 0,1 0 0,0 0 0,0 0 0,0 1 0,1-1 0,-1 0 0,0 1 0,1-1 0,0 1 0,-1-1 0,1 0 0,0 1 0,0-1 0,0 1 0,1-1 0,-1 1 0,1-1 0,-1 0 0,2 3 0,-1 0 0,1-1 0,-1 0 0,1 1 0,0-1 0,0 0 0,0 0 0,1-1 0,0 1 0,-1 0 0,1-1 0,1 0 0,-1 1 0,0-1 0,1 0 0,-1-1 0,1 1 0,0-1 0,0 0 0,7 3 0,-2-2 0,0-1 0,0 0 0,0-1 0,1 0 0,-1-1 0,0 0 0,1 0 0,-1-1 0,0 0 0,1-1 0,13-3 0,-20 3 5,0 0 0,0 0 0,0 0 0,0 0 0,-1-1 0,1 1 0,-1-1 0,1 1 0,-1-1 0,0 0 0,0 0 0,0 0 0,0 0 0,-1 0 0,1 0 0,-1-1 0,0 1 0,0 0 0,0-1 0,0 1 0,-1-1 0,1 1 0,-1-6 0,0 6-62,1-1 0,-1 1 0,0 0 0,-1 0-1,1-1 1,-1 1 0,1 0 0,-1 0 0,0 0 0,0 0 0,0 0 0,-1 0-1,1 0 1,-1 0 0,1 0 0,-1 1 0,0-1 0,0 0 0,0 1 0,-1 0 0,1-1-1,-1 1 1,1 0 0,-1 0 0,-4-2 0,-4 0-6769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7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33 24575,'-3'7'0,"1"-1"0,0 1 0,0 0 0,0 0 0,1 0 0,-1 11 0,1 45 0,1-40 0,0-17 0,1 0 0,-1 0 0,1 0 0,0-1 0,0 1 0,1 0 0,2 5 0,-19-62 0,-41-73 0,51 103 0,5 20 0,-1 1 0,1 0 0,0 0 0,0-1 0,0 1 0,0 0 0,1-1 0,-1 1 0,0 0 0,0-1 0,0 1 0,0 0 0,0-1 0,0 1 0,0 0 0,1-1 0,-1 1 0,0 0 0,0 0 0,0-1 0,0 1 0,1 0 0,0-1 0,-1 1 0,1 0 0,-1 0 0,1 0 0,-1 0 0,1 0 0,-1 0 0,1 0 0,-1 0 0,1 0 0,-1 0 0,1 1 0,-1-1 0,1 0 0,-1 0 0,1 0 0,-1 1 0,1-1 0,-1 0 0,1 1 0,15 9 0,25 21 0,4 3 0,-12-14 0,0-1 0,41 15 0,-63-30 0,0 0 0,16 4 0,-23-7 0,0-1 0,0 1 0,0-1 0,-1 1 0,1-1 0,0-1 0,0 1 0,0 0 0,-1-1 0,1 0 0,5-1 0,-8 1 0,1 0 0,-1 0 0,0 0 0,1-1 0,-1 1 0,0 0 0,0-1 0,0 1 0,0-1 0,0 1 0,0-1 0,0 1 0,0-1 0,-1 0 0,1 1 0,0-1 0,-1 0 0,0 1 0,1-1 0,-1 0 0,0 0 0,0-3 0,0-5 0,0 0 0,-3-16 0,3 25 0,-2-8-136,0 0-1,-1 0 1,0 1-1,0-1 1,-1 1-1,0 0 1,-1 0-1,0 0 0,-10-13 1,9 12-6690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319 115 24575,'-1'-6'0,"-1"0"0,-1 0 0,1 0 0,-1 0 0,0 0 0,-1 1 0,1-1 0,-1 1 0,0 0 0,0 0 0,-1 0 0,1 1 0,-1 0 0,0-1 0,-1 2 0,1-1 0,0 1 0,-1-1 0,0 2 0,0-1 0,0 0 0,-7-1 0,5 2 0,-1 0 0,1 0 0,-1 1 0,1 0 0,-1 1 0,1 0 0,-1 0 0,1 1 0,-1 0 0,1 0 0,-1 1 0,1 0 0,0 0 0,-1 1 0,1 0 0,-10 6 0,12-5 0,-1-1 0,1 1 0,0 1 0,-10 8 0,14-11 0,0 1 0,0 0 0,0-1 0,1 1 0,-1 0 0,1 0 0,0 0 0,-1 0 0,1 0 0,1 0 0,-1 0 0,0 0 0,0 6 0,1-2 0,-1 0 0,1 0 0,0 0 0,1 0 0,0 0 0,0 0 0,0 0 0,5 13 0,-4-15 0,1 0 0,-1-1 0,1 1 0,-1-1 0,1 0 0,0 0 0,1 0 0,-1 0 0,1 0 0,0-1 0,0 0 0,0 0 0,5 3 0,10 6 0,24 9 0,-34-17 0,0 0 0,0-1 0,-1-1 0,2 0 0,13 2 0,-20-4 0,0 1 0,0-1 0,0-1 0,0 1 0,0 0 0,0-1 0,0 1 0,0-1 0,0 0 0,-1 0 0,1 0 0,0 0 0,0-1 0,-1 1 0,1-1 0,-1 0 0,0 1 0,1-1 0,-1 0 0,0 0 0,0-1 0,0 1 0,0 0 0,-1-1 0,1 1 0,1-5 0,1 0 0,-1-1 0,-1 0 0,1 0 0,-1 0 0,-1 0 0,0 0 0,0 0 0,0-12 0,16 53 0,-10-15-227,1-1-1,1 0 1,1-1-1,0 0 1,15 17-1,-18-25-6598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24575,'0'10'0,"0"9"0,0-1 0,1 1 0,1-1 0,6 28 0,2-10 0,1-1 0,2 0 0,18 34 0,-30-67-170,1 1-1,-1-1 0,1 0 1,0 1-1,0-1 0,0 0 1,3 2-1,3 2-6655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4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24575,'-22'31'0,"14"-20"0,-1 0 0,2 1 0,-1 0 0,2 1 0,0 0 0,-6 16 0,12-29 0,0 1 0,-1 0 0,1 0 0,0 0 0,0-1 0,0 1 0,0 0 0,0 0 0,0 0 0,0 0 0,0 0 0,0-1 0,0 1 0,0 0 0,0 0 0,1 0 0,-1-1 0,0 1 0,1 0 0,-1 0 0,1-1 0,-1 1 0,1 0 0,-1-1 0,1 1 0,-1 0 0,1-1 0,-1 1 0,1-1 0,0 1 0,-1-1 0,1 1 0,0-1 0,0 0 0,-1 1 0,1-1 0,0 0 0,1 1 0,4 0 0,-1 0 0,1 0 0,-1-1 0,11 0 0,-4 0 0,151 16 0,-64-4 0,-85-10-1365,-1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24575,'8'-3'0,"1"0"0,-1 0 0,0 1 0,0 0 0,1 0 0,-1 1 0,1 1 0,13-1 0,-7 2 0,-1 0 0,1 1 0,-1 0 0,18 6 0,-21-5 0,0 1 0,-1 0 0,1 1 0,-1 0 0,0 1 0,0 0 0,-1 0 0,1 1 0,13 15 0,-18-18 0,-1 1 0,-1-1 0,1 1 0,-1 0 0,0 0 0,0 1 0,0-1 0,-1 1 0,0-1 0,0 1 0,0 0 0,-1 0 0,0 0 0,0 0 0,0 0 0,-1 0 0,0 0 0,0 0 0,0 0 0,-2 8 0,-4 9 0,0-1 0,-2 1 0,-12 26 0,14-36 0,4-8 0,0 0 0,0 1 0,1-1 0,0 0 0,-1 1 0,2-1 0,-1 1 0,1 0 0,0-1 0,0 1 0,0-1 0,1 1 0,0-1 0,3 11 0,-3-12 0,1 0 0,0 0 0,0-1 0,0 1 0,0-1 0,1 1 0,0-1 0,-1 0 0,1 1 0,0-2 0,1 1 0,-1 0 0,0-1 0,1 1 0,-1-1 0,1 0 0,0 0 0,0 0 0,0-1 0,4 2 0,-4-2-54,0 0-1,0 0 0,0 0 1,0 0-1,0-1 1,0 1-1,-1-1 0,1 0 1,0-1-1,0 1 1,0-1-1,0 1 0,0-1 1,0 0-1,0-1 0,0 1 1,-1-1-1,1 1 1,-1-1-1,1 0 0,-1-1 1,0 1-1,0 0 1,6-6-1,0-3-6771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5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24575,'-27'-2'0,"-13"-1"0,-4-1 0,5 2 0,5 0 0,5 1 0,4 3 0,4 1 0,0 0 0,5 0-8191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5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24 24575,'-29'-5'0,"-13"-2"0,-4 1 0,4 1 0,4 4 0,6 2 0,3 1 0,5 3 0,1 0 0,4-1-8191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5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24575,'1'14'0,"0"-1"0,1 1 0,7 20 0,1 14 0,1 26-682,29 106-1,-36-167-6143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3:5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24575,'-22'2'0,"6"-1"0,-1 1 0,1 1 0,0 0 0,-25 9 0,38-11 0,-1 1 0,0-1 0,1 1 0,-1 0 0,1 0 0,0 1 0,-1-1 0,1 1 0,0-1 0,1 1 0,-1 0 0,0 0 0,1 1 0,0-1 0,0 0 0,0 1 0,0-1 0,0 1 0,1 0 0,-1-1 0,1 1 0,0 0 0,0 0 0,0 4 0,0-4 0,1 0 0,0-1 0,0 1 0,0-1 0,0 1 0,0 0 0,1-1 0,0 1 0,0-1 0,0 1 0,1 3 0,-1-5 0,0-1 0,1 1 0,-1 0 0,0 0 0,1-1 0,-1 1 0,1-1 0,-1 1 0,1-1 0,0 0 0,0 0 0,-1 0 0,1 0 0,0 0 0,0 0 0,0 0 0,0 0 0,0-1 0,0 1 0,3 0 0,47 6 62,60 2-1,-6-1-1549,-84-6-5338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 24575,'-1'-1'0,"0"0"0,1 1 0,-1-1 0,1 1 0,-1-1 0,0 1 0,1-1 0,-1 1 0,0-1 0,0 1 0,1 0 0,-1 0 0,0-1 0,0 1 0,0 0 0,0 0 0,1 0 0,-1 0 0,0-1 0,0 1 0,0 1 0,0-1 0,1 0 0,-1 0 0,-1 0 0,1 1 0,1-1 0,0 0 0,-1 1 0,1-1 0,-1 0 0,1 1 0,0-1 0,-1 1 0,1-1 0,0 0 0,0 1 0,-1-1 0,1 1 0,0-1 0,0 1 0,0-1 0,-1 1 0,1-1 0,0 2 0,0 0 0,0 1 0,0-1 0,0 0 0,0 0 0,1 1 0,-1-1 0,2 3 0,12 37-381,33 67 0,32 43-382,-58-113 1075,2-1-1,1 0 1,49 56 0,-88-121-34,4 15-1643,0 3-5461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24575,'17'-6'0,"1"1"0,-1 0 0,29-3 0,55-1 0,-30 4 0,-37 3 0,-26 2 0,0 0 0,0 0 0,0-1 0,-1 0 0,1 0 0,0-1 0,0 0 0,14-6 0,-22 8 4,1-1-1,0 1 1,-1 0-1,1-1 0,0 1 1,-1-1-1,1 1 1,-1-1-1,1 1 0,-1-1 1,1 1-1,-1-1 1,1 1-1,-1-1 1,1 1-1,-1-1 0,0 0 1,1 1-1,-1-1 1,0 0-1,0 1 1,0-1-1,1 0 0,-1 0 1,0 1-1,0-1 1,0 0-1,0 1 0,0-1 1,0 0-1,0 0 1,-1 1-1,1-1 1,0 0-1,-1-1-102,0 1 0,0-1 0,0 1 0,0 0 0,0 0 0,0-1 0,0 1 0,0 0 0,0 0 0,-1 0 0,1 0 0,0 1 0,-1-1 0,-1-1 0,-9-2-6727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24575,'25'0'0,"10"0"0,2 0 0,-1 0 0,-4 0 0,-4 0 0,-6 0 0,-3 0 0,-2-2 0,-3-1 0,0 0 0,-3-2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24575,'-11'26'0,"8"-20"0,1 0 0,-1 0 0,-1 11 0,3-14 0,1 0 0,0 0 0,0 0 0,0 0 0,0 0 0,0 0 0,1 0 0,-1 0 0,1 0 0,0-1 0,2 6 0,-1-2 0,1-1 0,1 1 0,-1-1 0,1 0 0,0 0 0,0 0 0,0 0 0,1-1 0,-1 0 0,1 0 0,0 0 0,0 0 0,1-1 0,-1 0 0,1 0 0,0 0 0,-1-1 0,13 3 0,-5-2 0,-1 0 0,1-1 0,0-1 0,0 0 0,0-1 0,0 0 0,-1-1 0,18-4 0,-25 4 0,-1 1 0,1-2 0,-1 1 0,0 0 0,1-1 0,-1 0 0,0 0 0,0 0 0,0-1 0,-1 1 0,1-1 0,0 0 0,-1 0 0,0 0 0,0-1 0,0 1 0,0-1 0,0 1 0,-1-1 0,1 0 0,-1 0 0,0 0 0,1-5 0,-1 5 0,-1 1 0,1-1 0,0 1 0,0-1 0,1 1 0,-1 0 0,5-4 0,-7 6 0,1 0 0,0 0 0,0 0 0,0 1 0,0-1 0,1 1 0,-1-1 0,0 1 0,0-1 0,0 1 0,0-1 0,0 1 0,1 0 0,-1 0 0,0 0 0,0-1 0,1 1 0,-1 1 0,0-1 0,0 0 0,0 0 0,1 0 0,-1 1 0,0-1 0,0 0 0,0 1 0,0-1 0,2 2 0,52 32 0,-19-11 0,28 15-1365,-52-32-5461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204 614 24575,'-1'-62'0,"-12"-89"0,7 117 0,-1 1 0,-1 0 0,-2 0 0,-18-39 0,10 36 0,-2 1 0,-1 0 0,-30-36 0,51 71 0,-1-1 0,1 0 0,0 1 0,0-1 0,-1 1 0,1-1 0,-1 1 0,1-1 0,0 1 0,-1-1 0,1 1 0,-1 0 0,1-1 0,-1 1 0,1-1 0,-1 1 0,1 0 0,-1 0 0,0-1 0,1 1 0,-1 0 0,1 0 0,-1 0 0,0 0 0,1-1 0,-1 1 0,0 0 0,1 0 0,-1 0 0,0 1 0,0 0 0,1 0 0,-1 0 0,1-1 0,-1 1 0,1 0 0,0 0 0,-1 0 0,1 0 0,0 0 0,0 0 0,-1-1 0,1 1 0,0 0 0,0 0 0,0 1 0,0 9 0,1 0 0,1 11 0,4 16 0,2 0 0,20 57 0,-20-73 0,2 0 0,0 0 0,2-1 0,0 0 0,20 24 0,-15-23 0,2 0 0,0-2 0,41 33 0,-51-45 0,1-1 0,0-1 0,1 0 0,0 0 0,0-1 0,0 0 0,0-1 0,1 0 0,0-1 0,0 0 0,18 1 0,-27-4 0,1 1 0,-1-1 0,1-1 0,-1 1 0,1 0 0,-1-1 0,0 0 0,1 0 0,-1 0 0,0 0 0,0 0 0,1-1 0,-1 1 0,0-1 0,-1 0 0,5-3 0,-4 2 0,0 0 0,0-1 0,0 1 0,0-1 0,-1 0 0,1 0 0,-1 0 0,0 0 0,0-1 0,2-7 0,-1-2 0,0 1 0,-2-1 0,1 0 0,-2 1 0,1-1 0,-2 0 0,-2-16 0,-3-1 0,0 1 0,-15-39 0,-27-58 0,29 79 0,11 28 0,5 10 0,-1-1 0,-9-14 0,13 25 0,0-1 0,0 1 0,0 0 0,0 0 0,0-1 0,0 1 0,-1 0 0,1 0 0,0-1 0,0 1 0,0 0 0,0 0 0,-1 0 0,1-1 0,0 1 0,0 0 0,0 0 0,-1 0 0,1 0 0,0-1 0,0 1 0,-1 0 0,1 0 0,0 0 0,0 0 0,-1 0 0,1 0 0,0 0 0,0 0 0,-1 0 0,1 0 0,0 0 0,0 0 0,-1 0 0,-3 9 0,2 15 0,2-24 0,0 27 0,1 0 0,2-1 0,1 1 0,1-1 0,1 0 0,1 0 0,17 38 0,-11-35 0,1 0 0,1-1 0,2-1 0,0-1 0,2-1 0,24 26 0,-25-33-455,1-2 0,35 26 0,-36-30-6371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24575,'28'-9'0,"0"1"0,0 1 0,0 2 0,1 1 0,36-1 0,-51 5 0,-1 1 0,0 0 0,1 0 0,-1 1 0,0 1 0,0 0 0,0 1 0,-1 0 0,1 1 0,-1 1 0,0 0 0,0 0 0,17 14 0,-24-16 0,0 0 0,0 1 0,0 0 0,-1 0 0,0 0 0,0 1 0,0-1 0,0 1 0,-1 0 0,0 0 0,0 0 0,-1 0 0,0 0 0,2 11 0,-3-12 0,0 1 0,-1 0 0,0 0 0,0-1 0,0 1 0,-1 0 0,0 0 0,0-1 0,0 1 0,-1-1 0,0 1 0,0-1 0,0 0 0,-1 1 0,0-1 0,0-1 0,-4 6 0,-6 7 0,0-1 0,-2-1 0,-31 27 0,-58 29 0,103-71 0,0 0 0,1 1 0,-1 0 0,0-1 0,0 1 0,0-1 0,0 1 0,1 0 0,-1-1 0,0 1 0,1 0 0,-1 0 0,0 0 0,1 0 0,-1 0 0,1-1 0,-1 1 0,1 0 0,0 0 0,-1 0 0,1 2 0,0-2 0,1 0 0,-1-1 0,0 1 0,1 0 0,-1 0 0,1 0 0,-1 0 0,1-1 0,-1 1 0,1 0 0,0-1 0,-1 1 0,1 0 0,0-1 0,0 1 0,0-1 0,-1 1 0,1-1 0,0 0 0,0 1 0,0-1 0,0 0 0,0 1 0,1-1 0,43 13 0,77 12 0,-79-18 0,16 2 0,0-3 0,0-2 0,77-5 0,-134 1 0,33-4 0,-33 4 0,0 0 0,-1-1 0,1 0 0,0 1 0,0-1 0,0 0 0,-1 0 0,1 0 0,0 0 0,-1 0 0,1 0 0,-1 0 0,1 0 0,2-4 0,-4 4-29,0 0-1,1 0 1,-1 0-1,0 0 1,0 0 0,0 0-1,0 0 1,1 0-1,-2 0 1,1 0-1,0 0 1,0 0 0,0 0-1,0 0 1,-1 0-1,1 0 1,0 0-1,-1 0 1,1 0-1,-1 1 1,1-1 0,-1 0-1,1 0 1,-2-1-1,0-1-599,-4-6-6197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3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24575,'20'25'0,"8"12"0,3 6 0,-2-1 0,-4-1 0,-5-4 0,-4-5 0,-5-8-8191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24575,'7'22'0,"1"-1"0,1 0 0,21 36 0,-26-51 0,0 1 0,1-1 0,0-1 0,1 1 0,-1 0 0,10 6 0,-11-9 0,0-1 0,0 0 0,-1 0 0,2 0 0,-1 0 0,0-1 0,0 1 0,0-1 0,1 0 0,-1-1 0,0 1 0,7-1 0,-8 1 0,-1-2 0,0 1 0,1 0 0,-1 0 0,0-1 0,1 1 0,-1-1 0,0 0 0,1 0 0,-1 0 0,0 0 0,0 0 0,0 0 0,0-1 0,0 1 0,0-1 0,0 1 0,-1-1 0,1 0 0,0 0 0,-1 1 0,3-5 0,0-2 0,0 0 0,0-1 0,-1 1 0,4-17 0,-6 18 0,1 0 0,0 0 0,1 0 0,-1 1 0,2-1 0,4-8 0,-7 14 0,0 0 0,0 0 0,0 0 0,0 0 0,0 0 0,1 0 0,-1 0 0,0 0 0,1 0 0,-1 1 0,0-1 0,1 1 0,-1-1 0,1 1 0,-1-1 0,1 1 0,0 0 0,-1 0 0,1 0 0,-1-1 0,1 2 0,-1-1 0,1 0 0,-1 0 0,1 0 0,-1 1 0,1-1 0,-1 1 0,4 1 0,3 1 0,0 2 0,-1-1 0,1 1 0,7 6 0,-6-5 0,32 26-73,-27-19-142,1-2-1,1 0 1,0-1 0,0 0-1,34 14 1,-37-20-6611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4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69 465 24575,'-8'9'0,"0"1"0,0 0 0,1 1 0,0 0 0,-6 13 0,12-21 0,-1 0 0,1 0 0,0 0 0,1 0 0,-1 0 0,0 0 0,1 1 0,0-1 0,0 0 0,0 0 0,0 0 0,0 0 0,0 1 0,1-1 0,0 0 0,0 0 0,0 0 0,0 0 0,0 0 0,0 0 0,1-1 0,-1 1 0,1 0 0,0-1 0,0 1 0,3 2 0,0 0 0,1 0 0,0-1 0,0 0 0,0 0 0,1-1 0,-1 0 0,1 0 0,0 0 0,0-1 0,0 0 0,0 0 0,0-1 0,0 0 0,0 0 0,1-1 0,-1 0 0,0 0 0,0 0 0,1-1 0,-1 0 0,0-1 0,12-3 0,-16 3 0,1 0 0,0 0 0,-1 0 0,0-1 0,1 1 0,-1-1 0,0 0 0,0 1 0,-1-1 0,1-1 0,-1 1 0,1 0 0,2-7 0,-2 4 0,0 0 0,-1 0 0,0-1 0,0 1 0,-1-1 0,0 1 0,1-13 0,-3 3 0,1-1 0,-2 1 0,0 0 0,-1 0 0,-1 0 0,-6-18 0,-8-14 0,-2 2 0,-40-68 0,-66-79 0,126 193 0,-12-16 0,9 14 0,6 11 0,70 156 0,17 43 0,-67-143-1365,-16-41-5461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21 24575,'25'-6'0,"0"1"0,1 1 0,-1 1 0,46 0 0,-61 4 0,1 0 0,-1 0 0,0 1 0,1 0 0,-1 0 0,0 2 0,-1-1 0,1 1 0,0 0 0,-1 1 0,0 0 0,0 1 0,-1 0 0,13 10 0,-17-12 0,0 1 0,0-1 0,0 0 0,-1 1 0,0 0 0,0 0 0,0 0 0,0 0 0,-1 0 0,0 1 0,0-1 0,0 1 0,-1-1 0,0 1 0,0 0 0,0 11 0,-1-13 0,0 1 0,-1-1 0,0 1 0,0-1 0,0 0 0,0 1 0,-1-1 0,0 0 0,0 0 0,0 0 0,0 0 0,-1 0 0,1-1 0,-1 1 0,0-1 0,0 1 0,0-1 0,-1 0 0,1 0 0,-1 0 0,-7 4 0,1-2 0,-1 0 0,1 0 0,-1-1 0,0-1 0,0 0 0,0 0 0,0-1 0,-1 0 0,1-1 0,-1-1 0,1 1 0,-1-2 0,1 0 0,0 0 0,-1-1 0,-15-4 0,14 2 0,0-1 0,1 0 0,0 0 0,0-1 0,0 0 0,1-1 0,0-1 0,0 0 0,1 0 0,0-1 0,0 0 0,1-1 0,-15-20 0,21 26 0,1 1 0,0-1 0,0 0 0,0 0 0,1 0 0,-1 0 0,1 0 0,0 0 0,0 0 0,1 0 0,-1 0 0,1 0 0,0-1 0,0 1 0,0 0 0,0 0 0,1-1 0,0 1 0,1-5 0,-1 6 0,1-1 0,-1 1 0,1-1 0,0 1 0,0 0 0,0 0 0,1 0 0,-1 0 0,1 0 0,-1 1 0,1-1 0,0 1 0,0-1 0,0 1 0,0 0 0,1 0 0,-1 1 0,0-1 0,1 1 0,-1-1 0,6 0 0,0 0-341,0 1 0,0 0-1,14 0 1,-9 1-6485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31 206 24575,'28'32'0,"-26"-30"0,0 0 0,-1 1 0,1-1 0,-1 0 0,1 1 0,-1-1 0,0 1 0,0-1 0,-1 1 0,1 0 0,0 0 0,0 4 0,-1-7 0,0 0 0,0 0 0,0 0 0,0 1 0,-1-1 0,1 0 0,0 0 0,0 0 0,0 0 0,0 0 0,0 0 0,0 1 0,0-1 0,0 0 0,0 0 0,0 0 0,0 0 0,-1 0 0,1 0 0,0 0 0,0 0 0,0 0 0,0 1 0,0-1 0,0 0 0,-1 0 0,1 0 0,0 0 0,0 0 0,0 0 0,0 0 0,0 0 0,0 0 0,-1 0 0,1 0 0,0 0 0,0 0 0,0 0 0,0 0 0,0 0 0,-1 0 0,1 0 0,0 0 0,0 0 0,0 0 0,0-1 0,0 1 0,0 0 0,-1 0 0,1 0 0,0 0 0,0 0 0,0 0 0,0 0 0,0 0 0,0 0 0,0-1 0,0 1 0,0 0 0,-1 0 0,1 0 0,0 0 0,0 0 0,0-1 0,0 1 0,0 0 0,0 0 0,-7-9 0,-2-5 0,1-1 0,1 0 0,0 0 0,1 0 0,0-1 0,2 0 0,0 0 0,1-1 0,0 1 0,0-28 0,2 40 0,1 1 0,0 0 0,1-1 0,-1 1 0,0 0 0,1-1 0,0 1 0,-1 0 0,1 0 0,1 0 0,-1 0 0,0 0 0,3-5 0,-2 7 0,-1-1 0,1 1 0,0 0 0,-1-1 0,1 1 0,0 0 0,0 0 0,-1 0 0,1 0 0,0 0 0,0 0 0,0 1 0,0-1 0,1 1 0,-1-1 0,0 1 0,0 0 0,0 0 0,0 0 0,0 0 0,4 1 0,0-1-151,0 1-1,0 1 0,-1-1 0,1 1 1,-1 0-1,1 0 0,-1 0 1,9 7-1,-1-1-6674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278 534 24575,'-37'-7'0,"-51"-7"0,76 13 0,-1 1 0,1 0 0,-1 0 0,-23 5 0,32-4 0,1-1 0,0 1 0,0 0 0,0 0 0,1 0 0,-1 1 0,0-1 0,0 1 0,1-1 0,-1 1 0,1 0 0,-1 0 0,1 0 0,0 1 0,0-1 0,0 0 0,0 1 0,0-1 0,0 1 0,1 0 0,-1-1 0,1 1 0,0 0 0,-2 5 0,3-5 0,-1 0 0,1 1 0,0-1 0,0 0 0,0 0 0,0 1 0,1-1 0,-1 0 0,1 1 0,0-1 0,0 0 0,0 0 0,0 0 0,1 0 0,-1 0 0,1 0 0,0 0 0,-1-1 0,1 1 0,1 0 0,-1-1 0,5 5 0,-4-5 0,1 1 0,0-1 0,0 1 0,0-1 0,0 0 0,0-1 0,1 1 0,-1-1 0,1 1 0,-1-2 0,1 1 0,6 0 0,6 0 0,0-1 0,17-3 0,-31 3 0,0 0 0,0-1 0,0 1 0,0-1 0,0 0 0,0 0 0,0 0 0,0 0 0,0 0 0,0-1 0,-1 1 0,1-1 0,-1 0 0,1 0 0,-1 0 0,0 0 0,0 0 0,0 0 0,4-5 0,-4 2 0,0 0 0,1 0 0,-2 1 0,1-2 0,0 1 0,-1 0 0,0 0 0,0 0 0,-1-1 0,0-9 0,0-1 0,-2 0 0,0 0 0,0 0 0,-2 0 0,-6-18 0,-33-76 0,25 68 0,-122-246 0,139 287 0,1-1 0,-1 1 0,1 0 0,-1 0 0,1 0 0,-1 1 0,0-1 0,0 0 0,0 0 0,1 0 0,-3-1 0,3 2 0,0 0 0,-1 0 0,1 0 0,0 0 0,0 0 0,0 0 0,0 1 0,-1-1 0,1 0 0,0 0 0,0 0 0,0 0 0,-1 0 0,1 0 0,0 0 0,0 1 0,0-1 0,0 0 0,0 0 0,0 0 0,-1 0 0,1 0 0,0 1 0,0-1 0,0 0 0,0 0 0,0 0 0,0 1 0,0-1 0,0 0 0,0 0 0,0 0 0,0 1 0,0-1 0,0 0 0,0 0 0,0 1 0,0 30 0,0-28 0,3 24 0,1 0 0,2 0 0,0-1 0,2 1 0,1-1 0,1-1 0,18 34 0,-2-13 0,2-2 0,63 79 0,-72-101 0,2 0 0,0-2 0,41 31 0,-45-39 0,0-1 0,1 0 0,0-1 0,1-2 0,0 0 0,24 7 0,-37-13 0,0-1 0,0 0 0,0 0 0,0 0 0,0-1 0,11 0 0,-15 0 0,0 0 0,0-1 0,0 1 0,0-1 0,0 0 0,0 0 0,0 1 0,0-1 0,0 0 0,0-1 0,-1 1 0,1 0 0,0 0 0,-1-1 0,1 1 0,-1-1 0,1 1 0,-1-1 0,0 0 0,0 0 0,0 1 0,2-5 0,0-2 0,-1 0 0,0 0 0,0 0 0,0 0 0,-1 0 0,-1-1 0,1 1 0,-1 0 0,-1-1 0,-1-9 0,-1-1 0,-1 1 0,-1-1 0,-9-24 0,10 32 0,0 1 0,-1-1 0,-1 1 0,1 0 0,-2 1 0,-13-18 0,19 26 0,1 1 0,0 0 0,0-1 0,0 1 0,-1 0 0,1 0 0,0-1 0,-1 1 0,1 0 0,0 0 0,0-1 0,-1 1 0,1 0 0,-1 0 0,1 0 0,0 0 0,-1 0 0,1-1 0,0 1 0,-1 0 0,1 0 0,0 0 0,-1 0 0,1 0 0,-1 0 0,1 0 0,0 0 0,-1 0 0,1 0 0,0 1 0,-1-1 0,1 0 0,-1 0 0,1 0 0,-1 1 0,1-1 0,-1 1 0,0 0 0,0 0 0,1 0 0,-1 0 0,0 1 0,1-1 0,-1 0 0,1 0 0,-1 0 0,1 2 0,-5 30 0,5-20 0,2-1 0,-1 0 0,2 0 0,-1 1 0,2-1 0,8 21 0,-5-17 0,1 0 0,1-1 0,0 0 0,14 18 0,-18-28 0,0 0 0,1 0 0,-1 0 0,1-1 0,0 0 0,1 0 0,-1 0 0,1-1 0,-1 0 0,1 0 0,0-1 0,0 1 0,0-2 0,0 1 0,9 0 0,9 1 0,1-2 0,-1-1 0,27-3 0,20-6 0,-64 8 0,0-1 0,0-1 0,0 1 0,0-1 0,-1 0 0,14-8 0,-19 9 0,0 0 0,0 0 0,-1 0 0,1 0 0,0 0 0,-1 0 0,0-1 0,1 1 0,-1-1 0,0 1 0,0-1 0,0 1 0,-1-1 0,1 1 0,0-1 0,-1 0 0,0 1 0,0-1 0,0 0 0,0 0 0,0 1 0,-1-5 0,0-4 0,-1-1 0,-1 1 0,-7-20 0,3 10 0,2 11 0,1 0 0,1 0 0,0 0 0,1-1 0,-3-18 0,5 27 4,0 0-1,0 1 0,0-1 1,0 0-1,1 1 0,-1-1 1,1 1-1,-1-1 0,1 0 1,-1 1-1,1-1 0,0 1 0,0-1 1,-1 1-1,1 0 0,0-1 1,0 1-1,1 0 0,-1 0 1,0 0-1,0-1 0,1 1 1,-1 0-1,0 1 0,1-1 1,-1 0-1,1 0 0,-1 1 1,1-1-1,-1 1 0,1-1 1,0 1-1,-1-1 0,1 1 1,2 0-1,0 0-102,-1 0 0,1 0 0,0 0 0,0 0 0,0 1 0,-1-1 0,1 1 0,0 0 0,-1 0 0,1 1 0,0-1 0,-1 1 0,0 0 0,5 2 0,2 5-6727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34 24575,'-32'-8'0,"-56"-13"0,75 19 0,1 1 0,-1 0 0,1 1 0,-1 0 0,-13 2 0,24-2 0,0 0 0,0 1 0,0-1 0,0 1 0,0-1 0,0 1 0,0 0 0,1-1 0,-1 1 0,0 0 0,0 0 0,1 0 0,-1 1 0,0-1 0,1 0 0,0 1 0,-1-1 0,1 1 0,-2 2 0,2-1 0,0-1 0,0 0 0,0 1 0,1-1 0,-1 1 0,1 0 0,0-1 0,-1 1 0,1-1 0,0 1 0,1-1 0,-1 1 0,0-1 0,1 1 0,1 2 0,2 8 0,0-1 0,1 0 0,1 0 0,0-1 0,1 1 0,0-1 0,1-1 0,0 0 0,0 0 0,19 16 0,9 5 0,63 41 0,-92-67 0,51 30 0,10 7 0,-67-41 0,-1-1 0,1 0 0,-1 1 0,1-1 0,-1 0 0,1 1 0,-1-1 0,1 1 0,-1-1 0,1 1 0,-1-1 0,0 1 0,1-1 0,-1 1 0,0-1 0,1 1 0,-1 0 0,0-1 0,0 1 0,0-1 0,1 2 0,-2-2 0,1 1 0,0-1 0,0 0 0,0 1 0,-1-1 0,1 1 0,0-1 0,-1 0 0,1 0 0,0 1 0,-1-1 0,1 0 0,0 1 0,-1-1 0,1 0 0,-1 0 0,1 0 0,0 0 0,-1 1 0,1-1 0,-1 0 0,0 0 0,-30 3 0,30-3 0,-17-1 0,0-1 0,0 0 0,1-1 0,-1-1 0,-19-6 0,-83-39 0,117 48-227,-1-1-1,0 0 1,1-1-1,-1 1 1,-3-4-1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24575,'0'1'0,"-1"1"0,1 0 0,-1 0 0,1 0 0,0 0 0,-1 0 0,1 0 0,0 0 0,0 0 0,1 0 0,-1 0 0,0 0 0,1 0 0,-1 0 0,1 0 0,-1-1 0,1 1 0,0 0 0,0 0 0,0 0 0,2 2 0,3 5 0,0-1 0,14 14 0,-15-17 0,8 8 0,0 0 0,1-1 0,1 0 0,0-2 0,30 18 0,-35-23 0,0-1 0,1 0 0,-1 0 0,1-1 0,0 0 0,0-1 0,0-1 0,0 1 0,0-2 0,0 0 0,12-1 0,-20 1 0,-1 0 0,1-1 0,-1 1 0,1-1 0,-1 0 0,1 0 0,-1 0 0,0 0 0,0 0 0,1 0 0,-1-1 0,0 1 0,0-1 0,0 1 0,0-1 0,2-2 0,-2 1 0,0-1 0,0 1 0,0 0 0,0-1 0,0 1 0,-1-1 0,1 0 0,-1 0 0,1-6 0,-1 2 0,0 0 0,0 0 0,-1 1 0,0-1 0,-1 0 0,0 0 0,0 0 0,0 1 0,-1-1 0,-3-7 0,5 15 0,0 0 0,0 0 0,0 0 0,0 0 0,0 0 0,0 0 0,0 0 0,0 0 0,0 0 0,0 0 0,0 0 0,0 0 0,0 0 0,0 0 0,0 0 0,0 0 0,0 0 0,0 0 0,0 0 0,0 0 0,0 0 0,0 0 0,0 1 0,0-1 0,0 0 0,0 0 0,0 0 0,0 0 0,0 0 0,0 0 0,-1 0 0,1 0 0,0 0 0,0 0 0,0 0 0,0 0 0,0 0 0,0 0 0,0 0 0,0 0 0,0 0 0,0 0 0,0 0 0,0 0 0,0 0 0,0 0 0,0 0 0,0 0 0,0 0 0,0 0 0,0 0 0,0 0 0,0 0 0,0 0 0,-1 0 0,1 0 0,0 0 0,0 0 0,-1 8 0,-1 11 0,3 0 0,0 0 0,1 0 0,2 0 0,-1-1 0,2 1 0,8 20 0,51 104 0,-30-72 0,-17-36 0,-9-19 0,0 1 0,-1-1 0,0 1 0,6 29 0,-13-45 0,1 1 0,-1-1 0,0 0 0,0 0 0,0 0 0,0 0 0,0 0 0,0 0 0,0 1 0,0-1 0,0 0 0,0 0 0,0 0 0,-1 0 0,1 0 0,-1 0 0,1 0 0,-1 0 0,1 0 0,-1 0 0,1 0 0,-1 0 0,0 0 0,0 0 0,1 0 0,-1 0 0,0-1 0,0 1 0,0 0 0,0-1 0,0 1 0,0-1 0,0 1 0,0-1 0,0 1 0,0-1 0,0 0 0,0 1 0,0-1 0,-1 0 0,1 0 0,0 0 0,0 0 0,0 0 0,-2 0 0,-5-1 0,0 0 0,0 0 0,1-1 0,-1 0 0,-10-4 0,-12-7-273,1-1 0,1-2 0,0-1 0,-50-40 0,59 42-6553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63 24575,'-12'-10'0,"7"4"0,-2 0 0,1 1 0,0-1 0,-1 1 0,0 1 0,-1 0 0,1 0 0,-1 0 0,-9-3 0,16 7 0,1-1 0,-1 1 0,0 0 0,1 0 0,-1 0 0,0 0 0,1 0 0,-1 0 0,0 0 0,1 0 0,-1 0 0,0 0 0,1 0 0,-1 0 0,0 0 0,1 0 0,-1 1 0,0-1 0,1 0 0,-1 1 0,1-1 0,-1 0 0,1 1 0,-1-1 0,1 0 0,-1 1 0,1-1 0,-1 1 0,1-1 0,-1 1 0,1-1 0,0 1 0,-1 0 0,1-1 0,0 1 0,-1-1 0,1 1 0,0 0 0,0-1 0,0 1 0,0 0 0,0-1 0,-1 1 0,1 0 0,0-1 0,1 1 0,-1 0 0,0-1 0,0 1 0,0 1 0,1 3 0,0 0 0,0-1 0,0 1 0,1 0 0,2 7 0,7 9 0,1 1 0,1-2 0,1 1 0,0-2 0,19 19 0,92 83 0,-98-96 0,28 22 0,-54-46 0,0-1 0,0 1 0,0 0 0,-1 0 0,1-1 0,0 1 0,-1 0 0,1 0 0,0 0 0,-1 0 0,1 0 0,-1 0 0,0 0 0,1 0 0,-1 0 0,1 1 0,-1-1 0,0-1 0,-1 1 0,1-1 0,0 1 0,0-1 0,0 0 0,0 1 0,-1-1 0,1 1 0,0-1 0,0 0 0,-1 1 0,1-1 0,0 0 0,-1 1 0,1-1 0,0 0 0,-1 1 0,1-1 0,0 0 0,-1 0 0,1 0 0,-1 1 0,1-1 0,0 0 0,-1 0 0,-3 1 0,0 0 0,1 0 0,-1-1 0,0 0 0,0 1 0,0-1 0,-5-1 0,-44-8 0,-93-29 0,80 20 0,-123-29-1365,171 41-5461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24575,'55'102'0,"-5"4"0,-4 1 0,44 156 0,-85-248 0,-1 0 0,-1 1 0,0 0 0,0-1 0,-1 26 0,-2-40-65,0 1 0,0-1 0,-1 1 0,1-1 0,-1 1 0,1-1 0,-1 1 0,1-1 0,-1 0 0,0 1 0,0-1 0,1 0 0,-1 1 0,0-1 0,0 0 0,0 0 0,0 0 0,-1 0 0,1 0 0,-2 1 0,-7 4-6761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4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24575,'30'2'0,"57"10"0,0 1 0,-30-10 0,76-3 0,-105-3 0,0 0 0,0-2 0,0 0 0,45-17 0,-70 21 0,0 0 0,1-1 0,-1 1 0,0-1 0,0 0 0,0 0 0,-1 0 0,1 0 0,0 0 0,-1-1 0,1 1 0,-1-1 0,0 0 0,0 1 0,0-1 0,0 0 0,1-4 0,-2 4 0,0 0 0,0 0 0,-1 0 0,1 1 0,-1-1 0,0 0 0,0 0 0,0 0 0,0 0 0,-1 1 0,1-1 0,-1 0 0,1 0 0,-1 0 0,0 1 0,0-1 0,0 0 0,-1 1 0,1-1 0,0 1 0,-3-3 0,0-1 0,0 1 0,0 0 0,-1 0 0,0 0 0,0 0 0,0 1 0,-11-8 0,16 12 0,-1 0 0,1 0 0,-1 0 0,1-1 0,-1 1 0,1 0 0,-1 0 0,1 0 0,-1 0 0,1 0 0,-1 0 0,1 0 0,-1 0 0,1 0 0,-1 0 0,1 0 0,-1 1 0,1-1 0,-1 0 0,1 0 0,-1 0 0,1 1 0,-1-1 0,0 1 0,-9 12 0,8-8 0,0 0 0,0 0 0,1 0 0,-2 7 0,2-7 0,0 1 0,1-1 0,-1 0 0,1 1 0,0-1 0,1 1 0,-1-1 0,1 1 0,0-1 0,0 0 0,1 1 0,0-1 0,0 0 0,0 0 0,0 0 0,1 0 0,0-1 0,0 1 0,0-1 0,1 1 0,-1-1 0,1 0 0,0-1 0,0 1 0,0-1 0,1 1 0,-1-1 0,1 0 0,6 2 0,13 8 0,1-1 0,0-1 0,1-1 0,0-2 0,51 11 0,-75-19 0,1 0 0,0 1 0,-1-1 0,1 0 0,-1 0 0,1 0 0,0-1 0,-1 1 0,1-1 0,-1 1 0,1-1 0,-1 0 0,1 0 0,-1 0 0,0 0 0,1 0 0,-1-1 0,0 1 0,0-1 0,0 0 0,0 1 0,0-1 0,0 0 0,-1 0 0,1 0 0,-1 0 0,1 0 0,1-5 0,1-3 0,0 0 0,-1 0 0,0 0 0,-1 0 0,2-19 0,-3 22 0,0 1 0,0 0 0,1 0 0,2-7 0,-3 12 0,-1 0 0,1 0 0,0 0 0,-1-1 0,1 1 0,0 0 0,0 0 0,0 0 0,0 0 0,0 0 0,1-1 0,-1 2 0,-1 0 0,1-1 0,0 1 0,-1 0 0,1 0 0,-1 0 0,1-1 0,0 1 0,-1 0 0,1 0 0,0 0 0,-1 0 0,1 0 0,0 0 0,-1 0 0,1 1 0,0-1 0,-1 0 0,1 0 0,0 0 0,-1 1 0,1-1 0,-1 0 0,2 1 0,5 5 0,1 0 0,-1 0 0,-1 0 0,1 1 0,9 12 0,1 2 0,7 6 0,92 94 0,-115-120 0,0 0 0,0 1 0,0-1 0,1 0 0,-1 0 0,0 0 0,1-1 0,-1 1 0,1 0 0,-1 0 0,1-1 0,0 1 0,-1-1 0,1 1 0,-1-1 0,1 0 0,2 1 0,-3-2 0,0 1 0,0-1 0,0 1 0,0-1 0,1 1 0,-1-1 0,0 1 0,0-1 0,0 0 0,0 0 0,0 1 0,-1-1 0,1 0 0,0 0 0,0 0 0,0 0 0,-1 0 0,1 0 0,-1 0 0,1-1 0,-1 1 0,1 0 0,0-2 0,1-6 0,1 0 0,-1 0 0,-1 0 0,1 0 0,-1-17 0,3-20 0,-2 29 0,-2 14 0,0-1 0,0 1 0,0-1 0,1 1 0,0 0 0,-1-1 0,2 1 0,-1-1 0,0 1 0,0 0 0,1 0 0,3-5 0,-4 7 0,-1 1 0,1-1 0,0 1 0,0 0 0,-1-1 0,1 1 0,0 0 0,0-1 0,0 1 0,0 0 0,-1 0 0,1 0 0,0 0 0,0 0 0,0 0 0,0 0 0,0 0 0,-1 0 0,1 0 0,0 0 0,0 1 0,0-1 0,0 0 0,-1 1 0,1-1 0,0 0 0,0 1 0,-1-1 0,1 1 0,0-1 0,-1 1 0,2 1 0,3 2 0,-1 1 0,1-1 0,4 8 0,-5-7 0,8 9 0,47 54 0,-51-61 0,0 1 0,1-1 0,0 0 0,1 0 0,18 9 0,-26-15 0,0 0 0,0 0 0,1-1 0,-1 1 0,0 0 0,0-1 0,1 1 0,-1-1 0,0 0 0,1 0 0,-1 0 0,0 0 0,1 0 0,-1 0 0,0-1 0,1 1 0,-1-1 0,0 0 0,0 0 0,0 1 0,0-1 0,1-1 0,2-1 0,2-3 0,-1 0 0,1 0 0,-1 0 0,-1-1 0,7-9 0,-7 9 0,0 0 0,0 0 0,1 1 0,0 0 0,8-6 0,-9 8 0,0 1 0,1 1 0,-1-1 0,1 1 0,0 0 0,-1 1 0,1-1 0,0 1 0,0 0 0,0 0 0,0 1 0,0 0 0,0 0 0,0 0 0,0 1 0,0 0 0,11 3 0,5 3 0,0 0 0,0 2 0,24 14 0,-37-18 0,76 41 0,-69-37 0,-1 2 0,0-1 0,16 17 0,-29-24-170,1 0-1,0 0 0,-1 0 1,0 0-1,1 1 0,-2-1 1,3 5-1,0 4-6655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73 24575,'-1'-8'0,"0"1"0,-1-1 0,1 1 0,-1-1 0,-1 1 0,1-1 0,-6-9 0,8 17 0,0 0 0,0 0 0,0 0 0,0 0 0,0-1 0,-1 1 0,1 0 0,0 0 0,0 0 0,0 0 0,0 0 0,0 0 0,0 0 0,0-1 0,0 1 0,0 0 0,0 0 0,0 0 0,-1 0 0,1 0 0,0 0 0,0 0 0,0 0 0,0 0 0,0 0 0,0 0 0,-1 0 0,1-1 0,0 1 0,0 0 0,0 0 0,0 0 0,0 0 0,0 0 0,-1 0 0,1 0 0,0 0 0,0 0 0,0 1 0,0-1 0,0 0 0,-1 0 0,1 0 0,0 0 0,0 0 0,0 0 0,0 0 0,-3 8 0,1 13 0,2 0 0,1-1 0,1 1 0,8 37 0,24 58 0,2 11 0,-35-123 0,0 1 0,0-1 0,0 1 0,-1-1 0,1 0 0,-1 8 0,0-12 0,0-1 0,0 1 0,0 0 0,0 0 0,0 0 0,0 0 0,0 0 0,0 0 0,0 0 0,0 0 0,0 0 0,-1-1 0,1 1 0,0 0 0,0 0 0,0 0 0,0 0 0,0 0 0,0 0 0,0 0 0,0 0 0,0 0 0,0 0 0,0 0 0,-1 0 0,1 0 0,0 0 0,0 0 0,0 0 0,0 0 0,0 0 0,0 0 0,0 0 0,0 0 0,0 0 0,-1 0 0,1 0 0,0 0 0,0 0 0,0 0 0,0 0 0,0 0 0,0 0 0,0 0 0,0 0 0,-1 0 0,1 0 0,0 0 0,0 0 0,0 0 0,0 0 0,0 0 0,0 0 0,0 0 0,0 0 0,0 1 0,0-1 0,0 0 0,0 0 0,-4-9 0,1 2 0,2 0 0,-1-1 0,1 1 0,0-1 0,1 1 0,-1-1 0,2-12 0,0 18 0,-1 0 0,0 0 0,1 0 0,-1 0 0,1 0 0,0-1 0,-1 1 0,1 1 0,0-1 0,0 0 0,1 0 0,-1 0 0,0 0 0,1 1 0,-1-1 0,1 0 0,-1 1 0,1 0 0,0-1 0,-1 1 0,1 0 0,0 0 0,0 0 0,0 0 0,0 0 0,0 0 0,0 1 0,0-1 0,0 0 0,3 1 0,5-1 0,0 1 0,0 0 0,0 1 0,0 0 0,-1 1 0,1 0 0,0 0 0,-1 1 0,17 7 0,1 3 0,49 30 0,-75-42 0,20 12 0,36 30 0,-52-39 0,0 1 0,0-1 0,-1 1 0,0 0 0,0 1 0,0-1 0,-1 0 0,1 1 0,-1 0 0,-1 0 0,1 0 0,2 11 0,-4-15 0,-1 0 0,0 0 0,0 0 0,0 0 0,0 0 0,-1 1 0,1-1 0,0 0 0,-1 0 0,0 0 0,1 0 0,-1 0 0,0 0 0,0 0 0,0 0 0,0-1 0,0 1 0,0 0 0,-1 0 0,1-1 0,-1 1 0,1-1 0,-1 1 0,0-1 0,1 0 0,-1 0 0,0 0 0,0 0 0,0 0 0,-2 1 0,-7 3 0,0-1 0,-1 0 0,0-1 0,-11 2 0,18-4 0,-35 6 0,0-2 0,0-2 0,-48-2 0,23-4 0,-78-15 0,137 17-103,-30-7 339,34 8-336,0-1 0,0 0 0,0 0 1,0 1-1,0-1 0,0-1 0,1 1 0,-1 0 0,1 0 0,-1-1 0,0 1 1,1-1-1,0 1 0,-3-4 0,1-3-6726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24575,'0'3'0,"18"154"0,-13-130 0,0-1 0,2-1 0,20 48 0,2-10 0,3-1 0,51 74 0,-68-116-1365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71 24575,'-24'-14'0,"-48"-23"0,65 34 0,-1 0 0,0 0 0,0 1 0,0 0 0,-1 0 0,1 1 0,-9-1 0,15 2 0,0 0 0,1 0 0,-1 0 0,0 0 0,0 0 0,1 1 0,-1-1 0,0 0 0,0 1 0,1-1 0,-1 1 0,0 0 0,1 0 0,-1-1 0,1 1 0,-1 0 0,1 0 0,-1 1 0,1-1 0,0 0 0,-1 0 0,1 1 0,0-1 0,0 0 0,0 1 0,0 0 0,0-1 0,1 1 0,-1-1 0,0 1 0,1 0 0,-1-1 0,0 4 0,1-1 0,-1 1 0,1 0 0,0 0 0,1-1 0,-1 1 0,1 0 0,0 0 0,0-1 0,0 1 0,1-1 0,2 7 0,4 3 0,0-1 0,0 0 0,1 0 0,1-1 0,0-1 0,1 1 0,0-2 0,0 1 0,1-2 0,1 1 0,0-2 0,0 0 0,0 0 0,1-1 0,0-1 0,1 0 0,-1-1 0,1-1 0,0 0 0,21 2 0,-33-5 0,0-1 0,1 0 0,-1 0 0,0 0 0,0 0 0,1-1 0,-1 1 0,0-1 0,0 0 0,0 0 0,1 0 0,-1 0 0,0-1 0,2-1 0,-2 1 0,-1 1 0,0-1 0,0 0 0,0 0 0,-1-1 0,1 1 0,0 0 0,-1-1 0,1 1 0,-1-1 0,0 1 0,0-1 0,0 0 0,0 1 0,0-1 0,0-4 0,0-1 0,-1-1 0,0 1 0,0 0 0,0-1 0,-1 1 0,0 0 0,-1 0 0,0-1 0,0 1 0,-1 1 0,0-1 0,-1 0 0,1 1 0,-1-1 0,-1 1 0,-5-7 0,5 6 0,-2 0 0,1 1 0,-1-1 0,0 2 0,0-1 0,-1 1 0,0 0 0,0 0 0,0 1 0,-1 0 0,0 1 0,0 0 0,-13-4 0,17 6-170,-1 1-1,1 1 0,-1-1 1,0 1-1,1 0 0,-1 0 1,-10 2-1,1 1-6655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24575,'-45'13'0,"-75"30"0,116-41 0,1-1 0,0 1 0,0 0 0,0 0 0,0 0 0,0 0 0,1 1 0,-1-1 0,1 0 0,-1 1 0,-2 4 0,4-5 0,0-1 0,1 1 0,-1-1 0,1 1 0,-1 0 0,1-1 0,-1 1 0,1-1 0,0 1 0,0 0 0,0 0 0,0-1 0,0 1 0,0 0 0,0-1 0,1 1 0,-1 0 0,0-1 0,1 1 0,0-1 0,-1 1 0,1-1 0,0 1 0,0-1 0,2 3 0,2 3 0,1 0 0,0 0 0,1-1 0,0 0 0,0 0 0,0-1 0,0 0 0,10 5 0,3 0 0,1 0 0,23 7 0,-20-9 0,1 0 0,1-2 0,-1-1 0,1-1 0,0-1 0,0-1 0,0-2 0,39-3 0,-62 3-97,0-1-1,0 1 1,0-1-1,0 1 1,0-1-1,0 0 1,0 0-1,0-1 1,0 1-1,-1 0 1,1-1-1,0 0 0,4-3 1,-1-4-6729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24575,'13'76'0,"26"83"0,35 69 0,-68-210 0,-1-2 0,1-1 0,0 1 0,10 16 0,-10-24-1365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24575,'-4'3'0,"-7"5"0,1 0 0,0 0 0,1 1 0,-13 14 0,21-21 0,-1 1 0,0-1 0,1 1 0,-1 0 0,1-1 0,0 1 0,0 0 0,0 0 0,0 0 0,0 5 0,1-6 0,0 0 0,0 0 0,0 0 0,0 0 0,1 0 0,-1 0 0,1 0 0,-1 0 0,1 0 0,0 0 0,0 0 0,0 0 0,0 0 0,0 0 0,0-1 0,0 1 0,2 1 0,4 4 0,0-1 0,0 0 0,0 0 0,1-1 0,0 0 0,0 0 0,17 7 0,1-2 0,37 9 0,14-2-682,131 13-1,-189-28-6143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274 535 24575,'-42'-8'0,"18"3"0,-1 1 0,0 0 0,0 2 0,-45 2 0,67 1 0,0-1 0,0 0 0,1 1 0,-1 0 0,0 0 0,0 0 0,1 0 0,-1 0 0,1 0 0,-1 1 0,1-1 0,-1 1 0,1-1 0,0 1 0,0 0 0,0 0 0,0 0 0,0 0 0,0 1 0,0-1 0,1 0 0,-1 1 0,1-1 0,0 1 0,0 0 0,0-1 0,0 1 0,0 0 0,0 0 0,1-1 0,-1 1 0,1 0 0,0 0 0,0 0 0,0 0 0,0 0 0,1-1 0,-1 1 0,1 0 0,-1 0 0,1 0 0,0-1 0,0 1 0,0 0 0,1-1 0,-1 1 0,1-1 0,-1 0 0,1 1 0,0-1 0,0 0 0,0 0 0,4 3 0,5 4 0,1-2 0,-1 0 0,2 0 0,-1-1 0,1 0 0,0-1 0,0-1 0,0 0 0,1 0 0,-1-2 0,1 0 0,0 0 0,0-1 0,27-2 0,-37 1 0,-1 0 0,1-1 0,-1 1 0,1-1 0,0 1 0,-1-1 0,1 0 0,-1-1 0,1 1 0,-1-1 0,0 1 0,0-1 0,0 0 0,0 0 0,0 0 0,0-1 0,0 1 0,-1-1 0,1 0 0,-1 1 0,0-1 0,1 0 0,-1 0 0,-1 0 0,1-1 0,0 1 0,-1 0 0,0-1 0,0 1 0,0-1 0,0 1 0,0-1 0,-1 0 0,1 1 0,-1-1 0,0-4 0,-1-8 0,0 0 0,-1 0 0,0 0 0,-1 1 0,-6-17 0,-31-76 0,34 93 0,-126-261 0,97 208 0,31 60 0,3 6 0,0 0 0,0 0 0,0 0 0,0 1 0,0-1 0,0 0 0,0 0 0,-3-2 0,3 4 0,1 0 0,0 0 0,0 0 0,0 0 0,0 0 0,0 0 0,0 0 0,-1 0 0,1 0 0,0 0 0,0 0 0,0 0 0,0 1 0,0-1 0,0 0 0,0 0 0,-1 0 0,1 0 0,0 0 0,0 0 0,0 0 0,0 0 0,0 0 0,0 1 0,0-1 0,0 0 0,0 0 0,0 0 0,0 0 0,0 0 0,0 0 0,0 1 0,0-1 0,0 0 0,0 0 0,0 0 0,0 0 0,0 0 0,0 0 0,0 1 0,0-1 0,0 0 0,0 0 0,0 0 0,0 0 0,0 0 0,0 0 0,0 0 0,0 1 0,0-1 0,1 10 0,15 58 0,46 124 0,49 57 0,-88-201 0,30 44 0,-44-78 0,1 0 0,1-1 0,0 0 0,0-1 0,1 0 0,1 0 0,17 11 0,-12-13-1365,-4-3-5461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24575,'17'27'0,"8"14"0,3 2 0,-2-1 0,-4-5 0,-5-7 0,-4-6 0,-2-4 0,-4-6-8191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24575,'15'25'0,"5"12"0,-2 3 0,-3-5-8191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27 24575,'-20'-6'0,"-53"-11"0,66 15 0,0 1 0,-1 1 0,1 0 0,0 0 0,-1 0 0,1 1 0,-13 2 0,19-2 0,-1-1 0,0 1 0,1-1 0,-1 1 0,1 0 0,-1 0 0,1 0 0,-1 0 0,1 0 0,-1 0 0,1 0 0,0 0 0,-1 0 0,1 1 0,0-1 0,0 1 0,0-1 0,0 1 0,-1 2 0,1-1 0,0 0 0,0 0 0,1 1 0,-1-1 0,1 0 0,0 1 0,0-1 0,0 0 0,1 7 0,0 1 0,2-1 0,0 1 0,0-1 0,1 1 0,7 12 0,-5-10 0,1-2 0,1 1 0,0-1 0,0 0 0,18 16 0,-21-23 0,-1 1 0,1-1 0,0 0 0,0-1 0,0 0 0,0 1 0,1-1 0,-1-1 0,1 1 0,0-1 0,0 0 0,0-1 0,0 1 0,12 0 0,-16-2 0,0 0 0,0 0 0,0 0 0,0-1 0,0 1 0,-1-1 0,1 1 0,0-1 0,0 0 0,0 1 0,0-1 0,-1 0 0,1 0 0,0 0 0,-1-1 0,1 1 0,-1 0 0,3-3 0,-2 1 0,0 0 0,0 0 0,0-1 0,0 1 0,-1 0 0,1-1 0,-1 1 0,0-1 0,1-5 0,0-2 0,-1 0 0,-1 0 0,0 0 0,0 0 0,-4-21 0,-1 5 0,24 66 0,-8-13-682,15 28-1,-20-44-6143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27 24575,'-9'-5'0,"0"1"0,0 0 0,0 0 0,-1 1 0,-14-2 0,23 4 0,-1 1 0,0 0 0,1 0 0,-1-1 0,0 1 0,1 1 0,-1-1 0,0 0 0,1 0 0,-1 1 0,0-1 0,1 0 0,-1 1 0,1 0 0,-1-1 0,1 1 0,-1 0 0,1 0 0,-1 0 0,1 0 0,0 0 0,-1 0 0,1 0 0,0 0 0,0 1 0,0-1 0,0 0 0,0 1 0,0-1 0,0 1 0,1-1 0,-1 1 0,0-1 0,1 1 0,-1 0 0,1-1 0,0 1 0,0 0 0,-1-1 0,1 4 0,0 4 0,0 0 0,1 0 0,-1 0 0,2 0 0,-1 0 0,1 0 0,1 0 0,3 8 0,2 3 0,1 0 0,14 23 0,-20-37 0,1 0 0,0-1 0,1 1 0,-1-1 0,11 9 0,-14-13 0,0 0 0,0 0 0,0-1 0,0 1 0,0-1 0,0 1 0,0 0 0,0-1 0,0 0 0,1 1 0,-1-1 0,0 0 0,0 0 0,1 1 0,-1-1 0,0 0 0,2 0 0,-2-1 0,0 1 0,0-1 0,0 1 0,0-1 0,0 0 0,0 1 0,0-1 0,-1 0 0,1 0 0,0 1 0,0-1 0,0 0 0,-1 0 0,1 0 0,-1 0 0,1 0 0,0 0 0,-1 0 0,0 0 0,1 0 0,-1 0 0,1-2 0,0-3 0,0 1 0,0-1 0,0 0 0,-1 0 0,0-9 0,0 11 0,-1-1 0,1 1 0,0 0 0,1-1 0,-1 1 0,1 0 0,0-1 0,0 1 0,0 0 0,3-6 0,-4 10 0,1-1 0,-1 1 0,0 0 0,0-1 0,0 1 0,0 0 0,0-1 0,1 1 0,-1 0 0,0 0 0,0-1 0,0 1 0,1 0 0,-1 0 0,0-1 0,1 1 0,-1 0 0,0 0 0,0 0 0,1-1 0,-1 1 0,0 0 0,1 0 0,-1 0 0,0 0 0,1 0 0,-1 0 0,0 0 0,1-1 0,-1 1 0,1 0 0,-1 0 0,0 1 0,1-1 0,-1 0 0,0 0 0,1 0 0,-1 0 0,0 0 0,1 0 0,-1 0 0,0 0 0,1 1 0,-1-1 0,0 0 0,0 0 0,1 0 0,-1 1 0,0-1 0,1 0 0,-1 0 0,0 1 0,11 19 0,-10-17 0,118 349 0,-111-326 0,-5-15 0,25 94 0,-24-87 0,-1 1 0,-1-1 0,0 33 0,-2-50 0,0 1 0,0-1 0,0 0 0,0 1 0,-1-1 0,1 0 0,0 0 0,-1 1 0,1-1 0,0 0 0,-1 0 0,0 1 0,1-1 0,-1 0 0,0 0 0,0 0 0,1 0 0,-1 0 0,0 0 0,0 0 0,0 0 0,0-1 0,0 1 0,0 0 0,-1 0 0,1-1 0,0 1 0,0-1 0,0 1 0,-1-1 0,1 1 0,0-1 0,0 0 0,-1 0 0,1 0 0,0 0 0,-1 0 0,1 0 0,0 0 0,-1 0 0,-1 0 0,-6-2 0,0 0 0,0 0 0,-1-1 0,-12-6 0,17 7 0,-24-10 0,0-2 0,0-1 0,2-2 0,0 0 0,1-2 0,1-1 0,0-1 0,-39-45 0,58 59 0,0 0 0,1-1 0,0 1 0,0-1 0,1-1 0,0 1 0,0-1 0,-4-15 0,7 20 0,0-1 0,1 1 0,-1-1 0,1 1 0,0-1 0,0 1 0,1-1 0,-1 1 0,1 0 0,0-1 0,0 1 0,1 0 0,-1-1 0,1 1 0,0 0 0,0 0 0,0 0 0,1 1 0,-1-1 0,4-3 0,0 0-114,1 1 1,0 0-1,0 1 0,0-1 0,1 1 1,0 1-1,0-1 0,0 1 0,0 1 1,1 0-1,12-4 0,4 1-6712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15 296 24575,'10'5'0,"-1"1"0,-1 0 0,1 0 0,-1 1 0,0 0 0,0 0 0,-1 1 0,12 16 0,0 5 0,21 41 0,-20-34 0,-18-33 0,-1-4 0,-4-11 0,-7-19 0,-65-149 0,-3-9 0,75 182 0,0-1 0,0 0 0,1 0 0,0 0 0,1 0 0,0 0 0,0 0 0,0 0 0,1-10 0,0 18 0,0 0 0,0-1 0,0 1 0,1 0 0,-1-1 0,0 1 0,0 0 0,0-1 0,0 1 0,0 0 0,0 0 0,0-1 0,1 1 0,-1 0 0,0-1 0,0 1 0,0 0 0,1 0 0,-1-1 0,0 1 0,0 0 0,1 0 0,-1 0 0,0 0 0,0-1 0,1 1 0,-1 0 0,0 0 0,1 0 0,-1 0 0,0 0 0,1 0 0,-1 0 0,12 5 0,10 18 0,-20-22 0,11 15-455,0 1 0,16 29 0,-19-27-6371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24575,'-22'4'0,"-2"0"0,1 0 0,0 2 0,-37 14 0,54-18 0,0 2 0,-1-1 0,1 1 0,1 0 0,-1 0 0,0 0 0,-4 6 0,7-6 0,0 0 0,0-1 0,0 1 0,1 0 0,-1 0 0,1 0 0,0 1 0,0-1 0,1 1 0,-1-1 0,0 9 0,1-11 0,1 1 0,0 0 0,-1 0 0,1-1 0,1 1 0,-1 0 0,0 0 0,1-1 0,-1 1 0,1 0 0,0-1 0,0 1 0,0-1 0,0 1 0,2 2 0,-1-2 0,1 1 0,0-1 0,0 0 0,0 0 0,0 0 0,0 0 0,0 0 0,8 3 0,4 2 0,0-1 0,1-1 0,32 8 0,-33-9 0,-15-5 0,18 5 0,24 4 0,-37-9 0,-1 1 0,1-1 0,0 0 0,-1 0 0,1 0 0,0 0 0,-1-1 0,1 0 0,-1 0 0,9-3 0,-11 3 0,-1 0 0,0 0 0,1 0 0,-1 0 0,0 0 0,0 0 0,1 0 0,-1-1 0,0 1 0,0 0 0,0-1 0,-1 1 0,1-1 0,0 1 0,-1-1 0,1 1 0,0-4 0,5-31 0,-4 17 0,1-5 0,-1-37 0,0 0 0,-2 61 0,0 0 0,0-1 0,0 1 0,0-1 0,0 1 0,0 0 0,0-1 0,0 1 0,0-1 0,0 1 0,1-1 0,-1 1 0,0 0 0,0-1 0,0 1 0,0 0 0,0-1 0,1 1 0,-1-1 0,0 1 0,0 0 0,1 0 0,-1-1 0,0 1 0,1 0 0,-1-1 0,0 1 0,1 0 0,-1 0 0,0 0 0,1-1 0,-1 1 0,1 0 0,-1 0 0,0 0 0,1 0 0,0 0 0,1 0 0,-1 1 0,0-1 0,0 1 0,0-1 0,0 1 0,0 0 0,0-1 0,0 1 0,0 0 0,0 0 0,1 1 0,22 28 0,-5-2 0,2-1 0,36 38 0,-44-53 0,0 0 0,0 0 0,1-2 0,1 0 0,0 0 0,28 12 0,-40-20 0,0-1 0,1 0 0,-1 0 0,0 0 0,1 0 0,-1-1 0,0 1 0,1-1 0,-1 0 0,7 0 0,-8 0 0,0-1 0,-1 0 0,1 1 0,0-1 0,0 0 0,-1 0 0,1 0 0,0 0 0,-1 0 0,1 0 0,-1 0 0,1-1 0,-1 1 0,0 0 0,0-1 0,1 1 0,-1-1 0,0 0 0,0 1 0,1-4 0,1-4 0,1 0 0,-1-1 0,-1 1 0,0-1 0,1-17 0,-2 16 0,1 1 0,-1 0 0,2-1 0,5-15 0,-8 26 0,0-1 0,0 1 0,0-1 0,1 1 0,-1-1 0,0 1 0,0 0 0,0-1 0,1 1 0,-1-1 0,0 1 0,1 0 0,-1-1 0,0 1 0,1-1 0,-1 1 0,1 0 0,-1 0 0,0-1 0,1 1 0,-1 0 0,1 0 0,-1 0 0,1-1 0,0 1 0,-1 0 0,1 0 0,-1 1 0,1-1 0,-1 0 0,1 0 0,-1 1 0,1-1 0,-1 0 0,1 1 0,-1-1 0,1 0 0,-1 1 0,0-1 0,1 1 0,-1-1 0,0 0 0,1 1 0,-1 0 0,11 24 0,-10-24 0,3 13 0,2 0 0,0-1 0,14 23 0,-18-32 0,1 0 0,0 0 0,0 0 0,0 0 0,0-1 0,1 0 0,-1 1 0,1-1 0,0 0 0,0-1 0,0 1 0,0-1 0,1 1 0,-1-1 0,7 1 0,-8-2 0,-1-1 0,1 0 0,0 0 0,-1 0 0,1 0 0,0-1 0,-1 1 0,1-1 0,-1 0 0,1 1 0,-1-1 0,1 0 0,-1 0 0,1-1 0,-1 1 0,0 0 0,0-1 0,0 0 0,3-2 0,5-5 0,-1-1 0,13-18 0,-14 18 0,-2 2 0,0 1 0,0 0 0,1 0 0,0 0 0,0 1 0,9-6 0,-13 10 0,1 0 0,-1 1 0,0-1 0,1 1 0,-1 0 0,1 0 0,-1 0 0,1 0 0,0 1 0,-1-1 0,1 1 0,0 0 0,0 0 0,-1 1 0,1-1 0,0 1 0,-1 0 0,7 2 0,8 4 0,0 2 0,-1 0 0,-1 1 0,23 17 0,-18-12 0,-7-6-100,-3-2-322,-1 0 1,17 16-1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4:5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23 179 24575,'-6'-20'0,"1"-1"0,-5-28 0,9 44 0,1 0 0,-1-1 0,1 1 0,1 0 0,-1 0 0,1 0 0,-1 0 0,1 0 0,1 0 0,-1 0 0,3-6 0,-2 10 0,-1-1 0,1 0 0,-1 0 0,1 1 0,0-1 0,0 1 0,-1-1 0,1 1 0,0 0 0,0 0 0,0 0 0,1 0 0,-1 0 0,0 0 0,0 1 0,0-1 0,1 1 0,-1 0 0,0-1 0,1 1 0,-1 0 0,0 0 0,5 1 0,-2-1 0,1 1 0,0 0 0,-1 0 0,1 0 0,0 1 0,-1-1 0,0 1 0,9 5 0,-8-3 17,-1 0 0,0 0 1,0 1-1,0 0 0,0 0 0,7 11 0,-2 0-760,10 20 1,-12-20-6084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1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 24575,'0'-8'0,"1"0"0,-2 14 0,-28 316 0,29-320 0,9 318 0,-5-237 0,-1-23 0,2-26 5,-3-28-142,-1-1 0,0 1 0,0 0 0,-1 0 0,0-1 0,0 1 0,0 0 0,0-1 0,-2 8 0,-1-4-6689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2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1625 3 24575,'2'0'0,"1"-1"0,-1 0 0,1 1 0,-1 0 0,0-1 0,1 1 0,3 0 0,-8 2 0,0 0 0,0-1 0,-1 0 0,1 1 0,0-1 0,-5 2 0,-27 4 0,1-1 0,-63 3 0,-70-9 0,72-2 0,-278 11 0,198 5 0,-157 7 0,300-21 0,-210-1 0,202-4-1365,22 2-5461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24575,'14'288'0,"11"0"0,-26 2 0,-17-86 0,10-144 0,-23 81 0,29-132-97,-1 0-1,0 0 1,-1 0-1,0 0 1,-1 0-1,1-1 1,-2 0-1,1 0 1,-1-1-1,0 1 1,-1-1-1,0 0 0,-7 5 1,5-6-6729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1684 1 24575,'22'12'0,"-21"-11"0,0 0 0,0 0 0,0 0 0,0 0 0,0 0 0,0 0 0,0 0 0,0 0 0,0 0 0,0 0 0,-1 1 0,1-1 0,0 0 0,0 3 0,-1-4 0,0 1 0,0-1 0,0 1 0,0-1 0,0 0 0,0 1 0,0-1 0,-1 1 0,1-1 0,0 0 0,0 1 0,0-1 0,0 0 0,-1 1 0,1-1 0,0 0 0,0 1 0,-1-1 0,1 0 0,0 1 0,-1-1 0,1 0 0,0 0 0,-1 0 0,1 1 0,0-1 0,-1 0 0,1 0 0,-1 0 0,1 0 0,0 0 0,-1 1 0,0-1 0,-15 2 0,14-2 0,-62 3 0,-111-12 0,29 1 0,-153 16 0,0 17 0,32-3 0,182-15 0,2 0 0,-120-4 0,195-3-195,1-1 0,-1 0 0,1-1 0,0 1 0,0-1 0,-12-5 0,10 2-6631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4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59 24575,'-1'0'0,"0"-1"0,0 0 0,1 1 0,-1-1 0,0 0 0,1 0 0,-1 0 0,0 1 0,1-1 0,-1 0 0,1 0 0,0 0 0,-1 0 0,1 0 0,0 0 0,-1 0 0,1 0 0,0 0 0,0 0 0,0 0 0,0 0 0,0-1 0,0 1 0,0 0 0,0 0 0,0 0 0,1 0 0,-1 0 0,0 0 0,1 0 0,-1 0 0,1 0 0,-1 1 0,1-1 0,-1 0 0,1 0 0,0 0 0,-1 0 0,1 1 0,0-1 0,1-1 0,1 0 0,0 0 0,0 0 0,0 0 0,1 0 0,-1 0 0,1 1 0,-1 0 0,1 0 0,-1 0 0,7-1 0,1 1 0,-1 1 0,1 0 0,0 1 0,0 0 0,-1 1 0,15 3 0,-3 2 0,41 17 0,-59-22 0,1 1 0,-1-1 0,1 1 0,-1 0 0,0 1 0,0-1 0,0 0 0,0 1 0,-1 0 0,0 0 0,0 0 0,0 1 0,0-1 0,0 1 0,-1-1 0,0 1 0,0 0 0,0 0 0,-1 0 0,1 0 0,-1 0 0,-1 0 0,1 0 0,-1 0 0,1 0 0,-1 1 0,-1-1 0,1 0 0,-2 7 0,-15 61 0,-2 13 0,17-72 0,1 0 0,0 0 0,1 0 0,1 16 0,-1-27 0,1 1 0,-1 0 0,1 0 0,0-1 0,0 1 0,1-1 0,-1 1 0,1-1 0,3 6 0,-5-8 0,1 0 0,0 0 0,0 0 0,0 0 0,0 0 0,1 0 0,-1 0 0,0 0 0,0 0 0,1-1 0,-1 1 0,0 0 0,1-1 0,-1 0 0,0 1 0,1-1 0,-1 0 0,1 1 0,-1-1 0,1 0 0,-1 0 0,1 0 0,-1 0 0,0 0 0,1-1 0,-1 1 0,2-1 0,11-3-273,-1-1 0,0-1 0,0 0 0,13-8 0,-14 7-6553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16 24575,'-25'-3'0,"-10"0"0,-2 0 0,3 0 0,5 1 0,2 1 0,4 1 0,3-1 0,0 1 0,1 1 0,1-1 0,4 0-8191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5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9 24575,'-14'-2'0,"-9"-2"0,-1 1 0,0 3 0,2 2 0,2 0 0,0 0 0,1-1 0,0 0 0,0 0 0,0-1 0,1 0 0,1 0 0,3 0-8191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0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24575,'2'12'0,"1"9"0,3 4 0,0 2 0,1-1 0,2 0 0,3-2 0,-2-3 0,0-2 0,-1-2 0,-2-1 0,-1-2 0,0 0 0,-2 0 0,-1-2-8191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24575,'5'-20'0,"-5"17"0,1-1 0,-1 1 0,1 0 0,0-1 0,0 1 0,0 0 0,2-4 0,-1 26 0,-1 83 0,2 114 0,18-1 0,-15-182 0,5 27 0,6 116 0,-18 80 0,1-249-229,1 1 0,0 0-1,1 0 1,2 7 0,-4-13 10,3 7-6607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19 113 24575,'-2'-2'0,"0"0"0,0 0 0,0 0 0,1-1 0,-1 1 0,1-1 0,-1 1 0,1-1 0,0 0 0,-1-4 0,2 6 0,-1 0 0,1 1 0,0-1 0,0 0 0,0 0 0,0 0 0,0 0 0,0 0 0,0 0 0,1 1 0,-1-1 0,0 0 0,0 0 0,1 0 0,-1 0 0,1 1 0,-1-1 0,0 0 0,1 0 0,-1 1 0,1-1 0,0 0 0,-1 1 0,1-1 0,0 0 0,-1 1 0,1-1 0,0 1 0,0-1 0,-1 1 0,1-1 0,0 1 0,0 0 0,0 0 0,-1-1 0,1 1 0,1 0 0,11-2 0,-1 0 0,1 1 0,-1 0 0,1 1 0,20 3 0,-13-2 0,22-1 0,17-6 0,12-1 0,103-8 0,30 0 0,-170 15 0,212-8 0,-177 4 0,131 10 0,102 1-90,-204-8-1185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24575,'6'0'0,"39"-2"0,-41 2 0,-1-1 0,1 0 0,-1 0 0,0 0 0,1 0 0,-1-1 0,0 1 0,0-1 0,0 0 0,4-3 0,-5 4 0,-1 0 0,0 0 0,0 0 0,1 0 0,-1 0 0,1 0 0,-1 0 0,1 1 0,-1-1 0,1 1 0,-1-1 0,3 0 0,-3 1 0,0 0 0,-1 1 0,1-1 0,0 0 0,0 0 0,-1 1 0,1-1 0,0 0 0,0 1 0,-1-1 0,1 0 0,-1 1 0,1-1 0,0 1 0,-1-1 0,1 1 0,-1 0 0,1-1 0,-1 1 0,1 0 0,-1-1 0,0 1 0,1 0 0,-1-1 0,0 1 0,1 0 0,-1 1 0,5 15 0,0 0 0,-2 0 0,0 0 0,1 27 0,1 6 0,24 124 0,-10 42 0,-18 0 0,-1-126 0,-2-63 0,-4 29 0,3-28 0,-1 30 0,3-34 0,2 0 0,0-1 0,2 1 0,9 39 0,13 41 0,-24-99 11,-1-1 0,0 1 0,0-1 0,0 0 0,-1 1 0,0-1-1,1 0 1,-1 0 0,-1 1 0,-2 6 0,0-1-382,-1-1-1,-1 0 1,-7 11 0,5-10-6455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1878 1 24575,'-475'14'0,"470"-14"0,-95 7 0,7 1 0,-338-8 0,207-1 0,101 10 0,58-3 0,-3 0 0,-82 3 0,128-10-119,5 1-130,0 0-1,0 0 1,1 2 0,-28 5 0,34-4-6577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24575,'0'-1'0,"-1"1"0,1 0 0,0 0 0,-1-1 0,1 1 0,0 0 0,-1-1 0,1 1 0,0 0 0,0-1 0,-1 1 0,1-1 0,0 1 0,0 0 0,0-1 0,0 1 0,0-1 0,0 1 0,-1-1 0,1 1 0,0-1 0,0 1 0,0 0 0,0-1 0,0 1 0,1-1 0,-1 1 0,0-1 0,0 1 0,0 0 0,0-1 0,1 0 0,0 0 0,0 0 0,0 0 0,-1 1 0,1-1 0,0 0 0,0 1 0,0-1 0,0 1 0,0-1 0,2 0 0,3-1 0,-1 0 0,0 1 0,11-1 0,21 0 0,59 4 0,-93-1 0,1-1 0,-1 1 0,0 0 0,1 0 0,-1 1 0,0-1 0,0 1 0,1-1 0,-1 1 0,0 0 0,-1 0 0,1 0 0,0 1 0,-1-1 0,1 1 0,-1-1 0,0 1 0,0 0 0,0 0 0,0 0 0,0 0 0,-1 0 0,1 0 0,-1 0 0,2 5 0,1 9 0,1 0 0,-2 0 0,3 32 0,-5-35 0,2 15 0,-1-20 0,-1 0 0,0 0 0,0 0 0,-1 0 0,0 0 0,-1 1 0,0-1 0,-1 0 0,-2 10 0,-13 25 0,10-28 0,1 0 0,-6 26 0,11-40 0,1 0 0,-1 0 0,1 0 0,0 0 0,0 0 0,0 0 0,0 0 0,1 0 0,-1 0 0,0 0 0,1 0 0,-1 0 0,1 0 0,0 0 0,0 0 0,-1 0 0,1-1 0,0 1 0,1 0 0,-1-1 0,0 1 0,0-1 0,1 1 0,-1-1 0,1 1 0,-1-1 0,1 0 0,0 0 0,-1 0 0,1 0 0,2 1 0,6 2 0,-1-1 0,1 0 0,0-1 0,21 3 0,-11-2 0,-2 1 0,1-2 0,0 0 0,36-2 0,-53 0-105,0 0 0,-1 0 0,1 0 0,0-1 0,-1 1 0,1-1 0,-1 1 0,1-1 0,-1 0 0,1 0 0,-1 1 0,2-3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45 24575,'-29'-7'0,"-13"-3"0,-1 1 0,2 1 0,5 3 0,6 2 0,7 1 0,1 1 0,2 4 0,3 0 0,3 1-8191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6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15 24575,'-19'-3'0,"-10"0"0,-1 0 0,1 0 0,3 1 0,2 1 0,1 3 0,4 1 0,-1 0 0,0 0 0,2-1 0,4-1-8191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24575,'4'10'0,"5"8"0,1 3 0,1 1 0,0-1 0,0 1 0,-1-1 0,-1-2 0,-1-1 0,0 1 0,-3 0 0,-2-2 0,-1 0 0,-1-3-8191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2452 31 24575,'-25'-7'0,"0"0"0,0 1 0,-1 2 0,0 1 0,0 0 0,-1 2 0,-39 4 0,-48 14 0,40-4 0,-40 1 0,-156 0 0,119-7 0,89-3 0,-120-7 0,20-10 0,82 8 0,-286-1 0,229 7 0,114 0 0,-30 5 0,30-2 0,-27 0 0,8-4 0,-84-1 0,81-6 0,38 5 0,0 1 0,-1 0 0,1 0 0,0 0 0,-1 1 0,1 0 0,0 0 0,-1 1 0,1 0 0,0 0 0,-9 4 0,-8 4-1365,13-4-5461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18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1245 16 24575,'-366'0'0,"280"-7"0,9 0 0,-196 6 0,142 1 0,110 1 0,-30 6 0,-14 0 0,43-5 44,1 1 0,-26 6 0,-17 3-1541,43-10-5329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15 24575,'0'-1'0,"-1"0"0,1-1 0,-1 1 0,1 0 0,-1 0 0,1 0 0,-1 0 0,0 0 0,1 0 0,-3-2 0,3 3 0,0 0 0,0 0 0,0 0 0,-1 0 0,1 0 0,0 0 0,0 0 0,-1-1 0,1 1 0,0 0 0,0 0 0,-1 0 0,1 0 0,0 0 0,0 0 0,-1 0 0,1 0 0,0 0 0,0 0 0,-1 0 0,1 0 0,0 0 0,0 1 0,0-1 0,-1 0 0,1 0 0,0 0 0,0 0 0,-1 0 0,1 0 0,0 1 0,-1 0 0,-1 1 0,1 0 0,0-1 0,0 1 0,0 0 0,0 0 0,1-1 0,-1 1 0,0 0 0,1 0 0,-1 3 0,-2 20 0,1 1 0,2-1 0,0 0 0,2 0 0,7 42 0,-2-38 0,0 0 0,17 39 0,-3-9 0,-17-50-97,5 15 314,-9-24-270,1 1 0,-1 0 0,0-1 0,0 1 0,0-1 0,0 1 0,1 0 0,-1-1 0,0 1 0,0 0 0,0-1 0,0 1 0,0-1 0,-1 1 0,1 0 0,0-1 0,0 1-1,0-1 1,0 1 0,-1 0 0,1-1 0,0 1 0,-1-1 0,1 1 0,0-1 0,-1 1 0,0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12 24575,'-12'-4'0,"-1"2"0,0 0 0,0 0 0,0 1 0,0 1 0,0 0 0,0 1 0,-14 2 0,-35 7 0,1-4 0,-71 0 0,107-7-83,5 1-558,-34 3 0,36 0-6185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12 289 24575,'0'-10'0,"-1"1"0,-4-18 0,4 22 0,0 0 0,-1 1 0,2-1 0,-1 0 0,1 0 0,-1 0 0,1 0 0,1 0 0,-1 0 0,1 0 0,0 0 0,0 0 0,0 0 0,1 1 0,2-8 0,-1 6 0,0-1 0,1 1 0,0 0 0,0 0 0,0 0 0,1 1 0,-1-1 0,1 1 0,0 0 0,1 1 0,6-6 0,6-2 0,1 1 0,0 1 0,1 0 0,-1 1 0,30-8 0,-25 12 0,-1 0 0,1 2 0,0 1 0,27 0 0,-24 4 0,1 0 0,-1 2 0,0 1 0,0 2 0,46 16 0,-10 2 0,69 40 0,-116-54 0,1 0 0,25 23 0,-11-9 0,13 10 0,-1 2 0,45 50 0,-82-80 0,-1 1 0,0-1 0,0 1 0,-1 0 0,0 1 0,0-1 0,-1 0 0,0 1 0,1 10 0,-1-6 0,-1 1 0,0 0 0,-1 0 0,0 0 0,-3 17 0,1-20 0,-1 0 0,0-1 0,-1 0 0,0 1 0,0-1 0,-1 0 0,0-1 0,-1 1 0,0-1 0,-1 0 0,0 0 0,0 0 0,-1-1 0,0 0 0,-1 0 0,1-1 0,-2 0 0,1 0 0,-1-1 0,0 0 0,-12 6 0,11-7 0,-11 7 0,-1-2 0,-36 13 0,25-14 0,-1-2 0,1-1 0,-2-2 0,1-1 0,0-2 0,-53-5 0,56 0 0,1-1 0,-31-11 0,26 7 0,21 5 0,-1-1 0,1 0 0,0-1 0,1 0 0,0-1 0,0-1 0,0 0 0,1-1 0,0 0 0,0-1 0,1 0 0,-9-12 0,3 2 0,1-1 0,1 0 0,1-1 0,-14-29 0,-34-98 0,53 125-117,2 4-133,0 0 1,-2 1-1,0 0 1,-12-17-1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591 238 24575,'-80'-30'0,"-77"-40"0,-40-20 0,188 86 0,-4 0 0,-18-8 0,30 12 0,0 0 0,0-1 0,0 1 0,1-1 0,-1 1 0,0-1 0,0 1 0,1-1 0,-1 1 0,0-1 0,1 0 0,-1 1 0,1-1 0,-1 0 0,1 1 0,-1-1 0,1 0 0,0 0 0,-1 0 0,1 1 0,0-1 0,-1 0 0,1 0 0,0 0 0,0 0 0,0 0 0,0 0 0,0 0 0,0 0 0,0 1 0,1-1 0,-1 1 0,1-1 0,-1 1 0,0-1 0,1 1 0,-1 0 0,1-1 0,-1 1 0,0 0 0,1-1 0,-1 1 0,1 0 0,0 0 0,-1-1 0,1 1 0,-1 0 0,1 0 0,-1 0 0,1 0 0,-1 0 0,1 0 0,-1 0 0,1 0 0,0 0 0,-1 0 0,1 0 0,-1 0 0,2 0 0,18 5 0,-4 0 0,0 1 0,0 1 0,0 1 0,-1 0 0,-1 1 0,1 0 0,-1 1 0,21 21 0,-33-29 0,0 0 0,0 0 0,-1 0 0,1 1 0,0-1 0,-1 1 0,0-1 0,0 1 0,1-1 0,-1 1 0,-1 0 0,1 0 0,0-1 0,-1 1 0,0 0 0,1 0 0,-1 0 0,0 0 0,0 0 0,-1 0 0,1-1 0,-1 4 0,-1-2 0,1-1 0,-1 1 0,1 0 0,-1-1 0,0 0 0,-1 0 0,1 1 0,0-1 0,-1-1 0,0 1 0,0 0 0,0-1 0,0 1 0,0-1 0,-6 4 0,-4 0 16,0-1-1,-1 0 0,0 0 1,0-2-1,0 0 0,-21 3 1,-32 6-177,59-10-57,0 1-1,0 0 0,0 0 0,0 1 1,-13 8-1,9-3-6607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5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562 165 24575,'-290'-62'0,"176"17"0,98 38 0,9 5 0,1-1 0,-1-1 0,0 1 0,1-1 0,0 0 0,0-1 0,0 0 0,1 1 0,-8-10 0,13 14 0,0 0 0,0 0 0,0 0 0,0 0 0,0 0 0,0 0 0,0 1 0,0-1 0,1 0 0,-1 0 0,0 0 0,0 0 0,0 0 0,0 0 0,0 0 0,0 0 0,0 0 0,0 0 0,1 0 0,-1 0 0,0 0 0,0 0 0,0 0 0,0 0 0,0 0 0,0 0 0,0 0 0,0 0 0,1 0 0,-1 0 0,0-1 0,0 1 0,0 0 0,0 0 0,0 0 0,0 0 0,0 0 0,0 0 0,0 0 0,0 0 0,0 0 0,0 0 0,1 0 0,-1-1 0,0 1 0,0 0 0,0 0 0,0 0 0,0 0 0,0 0 0,0 0 0,0 0 0,0 0 0,0-1 0,0 1 0,0 0 0,0 0 0,0 0 0,0 0 0,0 0 0,0 0 0,0 0 0,0 0 0,0-1 0,0 1 0,-1 0 0,10 3 0,4 2 0,15 6 0,0 1 0,34 20 0,-30-14 0,-24-14 0,0 0 0,0 0 0,0 1 0,-1 0 0,0 0 0,0 1 0,0 0 0,6 7 0,-11-11 0,-1 0 0,0-1 0,0 1 0,0 0 0,0-1 0,0 1 0,0 0 0,0 0 0,-1 0 0,1 0 0,-1 0 0,1 0 0,-1 0 0,0 0 0,0 0 0,0 0 0,0 0 0,0 0 0,0 0 0,-1 0 0,1 0 0,-1 0 0,1 0 0,-1-1 0,0 1 0,1 0 0,-1 0 0,0 0 0,0-1 0,-1 1 0,1 0 0,0-1 0,0 1 0,-2 1 0,-5 3 0,1 0 0,-1 0 0,0-1 0,-1 0 0,-13 6 0,-76 42 0,62-33-130,-44 30 0,54-33-975,11-7-5721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2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45 24575,'-5'-4'0,"0"-3"0,5 7 0,1-1 0,-1 1 0,1 0 0,-1-1 0,1 1 0,-1 0 0,1-1 0,-1 1 0,1 0 0,-1 0 0,1 0 0,0 0 0,-1 0 0,1-1 0,-1 1 0,1 0 0,-1 0 0,1 0 0,0 1 0,50-8 0,-28 3 0,26-1 0,40 7 0,44-4 0,-83-4 0,-33 2 0,33 0 0,188 4 0,-220 1 0,33 6 0,-32-4 0,30 1 0,-25-3 0,3-2 0,0 2 0,39 7 0,49 12 0,-109-19-195,-1 0 0,0 0 0,1 1 0,-1 0 0,0 0 0,7 3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3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392 144 24575,'1'0'0,"0"-1"0,-1 1 0,1 0 0,0 0 0,-1-1 0,1 1 0,0-1 0,-1 1 0,1-1 0,-1 1 0,1-1 0,-1 1 0,1-1 0,-1 1 0,1-1 0,-1 1 0,0-1 0,1 0 0,-1 1 0,0-1 0,0 0 0,1 1 0,-1-1 0,0 0 0,0 1 0,0-2 0,0 1 0,0 0 0,-1 0 0,1-1 0,-1 1 0,1 0 0,-1 0 0,1 0 0,-1 0 0,1 0 0,-1 0 0,0 0 0,0 0 0,0 0 0,-1 0 0,-5-5 0,0 0 0,-1 1 0,-10-6 0,12 8 0,-13-8 0,0 1 0,0 1 0,-1 0 0,0 2 0,-41-10 0,32 10 0,18 4 0,0 0 0,1 1 0,-21-1 0,27 3 0,1 0 0,0 0 0,-1 0 0,1 1 0,0 0 0,-1 0 0,1 0 0,0 0 0,0 0 0,0 0 0,0 1 0,0 0 0,0-1 0,0 1 0,1 0 0,-5 5 0,3-3 0,0 0 0,0 1 0,1 0 0,0 0 0,0 0 0,0 0 0,0 0 0,1 0 0,0 1 0,0-1 0,-1 10 0,1-4 0,1 1 0,0-1 0,1 0 0,0 1 0,2 11 0,-2-20 0,1 1 0,0-1 0,0 1 0,0-1 0,0 0 0,1 1 0,-1-1 0,1 0 0,0 0 0,0 0 0,0 0 0,0 0 0,1-1 0,-1 1 0,1-1 0,-1 1 0,1-1 0,0 0 0,0 0 0,0 0 0,4 1 0,7 4 0,0-2 0,0 0 0,25 6 0,-35-10 0,17 3 0,0-1 0,-1 0 0,1-2 0,0 0 0,32-4 0,-49 2 0,-1 1 0,1-1 0,-1 0 0,1 0 0,-1-1 0,0 1 0,1-1 0,-1 0 0,0 1 0,0-1 0,0-1 0,0 1 0,-1 0 0,1-1 0,-1 1 0,1-1 0,-1 0 0,0 0 0,0 0 0,0 0 0,0 0 0,-1 0 0,1-1 0,-1 1 0,1-4 0,0 2 0,-1 0 0,0 0 0,0 0 0,0 0 0,-1 0 0,1 0 0,-1 0 0,-1 0 0,1 0 0,-1 0 0,1 0 0,-1 0 0,-1 0 0,1 1 0,-1-1 0,0 0 0,-3-6 0,-2 4 0,6 14 0,5 14 0,7 6 67,20 32 0,3 5-1566,-28-52-5327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3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24575,'0'-2'0,"1"0"0,-1 1 0,0-1 0,1 0 0,0 0 0,-1 1 0,1-1 0,0 1 0,0-1 0,0 1 0,0-1 0,0 1 0,0-1 0,1 1 0,-1 0 0,0-1 0,1 1 0,-1 0 0,3-1 0,4-3 0,1 0 0,10-5 0,-14 8 0,0-1 0,0 0 0,0 1 0,0 0 0,0 0 0,0 1 0,1-1 0,-1 1 0,0 0 0,1 1 0,-1-1 0,1 1 0,-1 0 0,1 1 0,-1-1 0,1 1 0,-1 0 0,0 0 0,1 1 0,4 1 0,-4 0 0,0-1 0,0 1 0,0 1 0,-1-1 0,0 1 0,1 0 0,-1 0 0,-1 0 0,7 7 0,-10-9 0,1-1 0,-1 1 0,0 0 0,0 0 0,0 0 0,0 0 0,0 0 0,0 0 0,0 1 0,-1-1 0,1 0 0,-1 0 0,1 0 0,-1 1 0,0-1 0,0 0 0,0 1 0,0-1 0,0 0 0,-1 0 0,1 1 0,-1-1 0,1 0 0,-1 0 0,0 0 0,0 0 0,0 0 0,0 0 0,-2 3 0,-29 34 0,26-32 0,-1-1 0,2 2 0,-1-1 0,1 1 0,0-1 0,-5 12 0,6-10 0,-1 4 0,0 1 0,-6 25 0,11-38 0,0-1 0,0 1 0,-1-1 0,1 1 0,0 0 0,0-1 0,0 1 0,0-1 0,1 1 0,-1 0 0,0-1 0,0 1 0,0 0 0,0-1 0,1 1 0,-1-1 0,0 1 0,0-1 0,1 1 0,-1-1 0,0 1 0,1-1 0,-1 1 0,1-1 0,-1 1 0,1-1 0,-1 1 0,1-1 0,-1 0 0,1 1 0,-1-1 0,1 0 0,-1 0 0,1 1 0,-1-1 0,1 0 0,0 0 0,-1 0 0,1 0 0,0 0 0,0 0 0,4 1 0,0-1 0,0-1 0,0 1 0,7-2 0,-2 0 0,21-2 0,0 2 0,1 1 0,53 5 0,-80-3-273,0 0 0,0 0 0,0 0 0,7 4 0,-1 1-6553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3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29 435 24575,'-10'-18'0,"7"14"0,1 1 0,0-1 0,0 0 0,0 0 0,0 0 0,1 0 0,-2-8 0,2 6 0,1 0 0,0 0 0,0 0 0,1 0 0,-1 0 0,1 0 0,1 0 0,-1 0 0,1 0 0,0 0 0,0 0 0,1 1 0,-1-1 0,1 1 0,1 0 0,-1 0 0,6-7 0,6-5 0,1 1 0,1 0 0,23-17 0,-12 10 0,1 2 0,1 0 0,33-15 0,-44 26 0,0 2 0,0 0 0,0 2 0,1 0 0,0 1 0,0 1 0,1 1 0,-1 0 0,26 1 0,54-5 0,-6 0 0,4 0 0,-5 0 0,-29 6 0,0 2 0,94 15 0,-119-8 0,-1 2 0,0 2 0,52 23 0,-69-25 0,96 44 0,-95-42 0,0 2 0,0 0 0,19 18 0,-25-19 0,-1 2 0,0-1 0,-2 2 0,0 0 0,0 0 0,-2 2 0,0-1 0,-1 1 0,0 1 0,7 21 0,-17-40 0,7 19 0,-1-1 0,0 1 0,4 27 0,-5-17 0,-3-22 0,-1 1 0,0-1 0,0 1 0,0-1 0,-1 0 0,0 1 0,0-1 0,-1 1 0,0-1 0,-1 1 0,-3 10 0,1-6 0,-1-1 0,-1 1 0,0-1 0,-1-1 0,0 0 0,0 1 0,-1-2 0,0 1 0,-11 8 0,-26 25 0,24-22 0,-2 0 0,-33 23 0,-5 3 0,42-31 0,0 0 0,-24 12 0,-28 5 0,18-9 0,39-19 0,0 0 0,0-1 0,0 0 0,-1-1 0,1-1 0,-1 0 0,-22-1 0,-367-1 0,386-2 0,0 0 0,1-1 0,-1 0 0,-26-10 0,-14-3 0,44 13 0,1-1 0,0-1 0,-1 0 0,2-1 0,-19-11 0,-56-43 0,12 8 0,-7-8 0,48 34 0,21 15 0,0 1 0,1-2 0,0 0 0,1 0 0,0-1 0,1 0 0,-14-23 0,18 24 0,0 0 0,1 0 0,0-1 0,1 0 0,1 1 0,0-1 0,0 0 0,1-1 0,1 1 0,0-14 0,2-1-1365,-1 15-5461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3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90 24575,'-1'-7'0,"0"0"0,0 1 0,1-1 0,0 0 0,0 0 0,0 1 0,1-1 0,0 0 0,0 1 0,1-1 0,3-9 0,-5 16 0,0 0 0,0 1 0,0-1 0,0 0 0,0 0 0,0 0 0,0 0 0,0 0 0,0 0 0,0 0 0,0 1 0,0-1 0,1 0 0,-1 0 0,0 0 0,0 0 0,0 0 0,0 0 0,0 0 0,0 0 0,0 1 0,0-1 0,0 0 0,0 0 0,0 0 0,0 0 0,1 0 0,-1 0 0,0 0 0,0 0 0,0 0 0,0 0 0,0 0 0,0 0 0,0 0 0,1 0 0,-1 0 0,0 0 0,0 0 0,0 0 0,0 0 0,0 0 0,0 0 0,0 0 0,1 0 0,-1 0 0,0 0 0,0 0 0,0 0 0,0 0 0,0 0 0,0 0 0,0 0 0,1 0 0,-1 0 0,0 0 0,0 0 0,0 0 0,0-1 0,0 1 0,0 0 0,0 0 0,0 0 0,0 0 0,2 10 0,-3 4 0,-5 27 0,-1 11 0,7-31 0,0 0 0,2 1 0,5 30 0,-3-20 0,-1 1 0,-1-1 0,-4 39 0,1-8 0,1-51 0,-1 7 0,2 0 0,0 1 0,7 31 0,-5-32 0,2 23 0,1 6 0,9 30 0,-1-6 0,1 0 0,-4-12-1365,-8-50-5461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351 132 24575,'2'-1'0,"4"0"0,0-1 0,-1 1 0,1-1 0,-1 0 0,10-6 0,-14 8 0,0-1 0,-1 0 0,1 1 0,0-1 0,-1 1 0,1-1 0,-1 0 0,1 1 0,-1-1 0,1 0 0,-1 0 0,1 1 0,-1-1 0,0 0 0,1 0 0,-1 0 0,0 0 0,1-1 0,-2 1 0,1-1 0,0 1 0,0 0 0,-1-1 0,1 1 0,0-1 0,-1 1 0,0 0 0,1 0 0,-1-1 0,0 1 0,1 0 0,-1 0 0,0 0 0,-2-2 0,-4-4 0,0 1 0,-1-1 0,0 2 0,0-1 0,-1 1 0,0 0 0,0 1 0,0 0 0,0 0 0,0 1 0,-15-3 0,2 1 0,0 1 0,0 1 0,-28 0 0,32 3 0,7 0 0,0 0 0,0 0 0,-19 5 0,26-4 0,0 0 0,0 1 0,0-1 0,0 1 0,1 0 0,-1 0 0,0 0 0,1 1 0,0-1 0,0 1 0,-1 0 0,2 0 0,-6 5 0,4-2 0,1 0 0,0 1 0,0-1 0,0 1 0,0-1 0,1 1 0,1 0 0,-1 0 0,1 0 0,0 0 0,0 0 0,1 0 0,0 0 0,0 1 0,1-1 0,0 0 0,2 9 0,-1-11 0,0-1 0,0 1 0,1-1 0,-1 0 0,1 1 0,0-1 0,0 0 0,1-1 0,-1 1 0,1-1 0,0 1 0,0-1 0,6 4 0,3 1 0,0 0 0,1-1 0,16 7 0,-3-4 0,-11-2 0,1-1 0,1-1 0,-1-1 0,1-1 0,23 4 0,-39-8 0,0 0 0,0 0 0,0 0 0,0 0 0,0-1 0,0 1 0,-1 0 0,1-1 0,0 1 0,0-1 0,0 0 0,-1 0 0,1 1 0,0-1 0,-1 0 0,1-1 0,2-1 0,-2 1 0,0-1 0,0 1 0,0-1 0,-1 1 0,1-1 0,-1 0 0,0 0 0,1 1 0,-1-1 0,0-4 0,2-5 0,-1-1 0,-1 0 0,0 0 0,-1-15 0,-1 24 0,0-8 0,1 0 0,3 20 0,1 5-136,0-2-1,0 1 1,1 0-1,1-1 1,0 0-1,0 0 1,2-1-1,-1 0 0,9 10 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28 24575,'-16'-11'0,"-12"-6"0,30 22 0,1 0 0,0 0 0,7 8 0,4 7 0,-1 1 0,-1 1 0,-1 0 0,-1 1 0,14 43 0,-24-65-97,1 0-1,-1 1 1,1-1-1,-1 0 1,0 1-1,0-1 1,0 0-1,0 1 1,0-1-1,0 0 1,0 1-1,0-1 0,-1 2 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45 377 24575,'-4'-3'0,"1"0"0,0 0 0,-1 0 0,1 0 0,0 0 0,1-1 0,-1 1 0,0-1 0,1 0 0,0 0 0,0 0 0,0 0 0,1 0 0,-1 0 0,1 0 0,0-1 0,-1-5 0,1 5 0,1-1 0,0 1 0,0-1 0,0 1 0,0 0 0,1-1 0,0 1 0,0-1 0,1 1 0,0 0 0,-1 0 0,2 0 0,3-8 0,4-2 0,0 1 0,1 1 0,0 0 0,1 0 0,0 1 0,22-16 0,-14 15 0,0 0 0,0 1 0,1 1 0,28-11 0,-20 12 0,0 1 0,0 2 0,1 1 0,1 1 0,-1 1 0,61 2 0,3 1 0,70 3 0,-27 14 0,-110-11 0,1 2 0,-1 1 0,45 19 0,73 45 0,-112-53 0,32 25 0,-5-2 0,-30-22 0,-1 2 0,32 31 0,-44-36 0,0 2 0,-1 0 0,-1 0 0,-1 2 0,-1 0 0,16 33 0,-23-43 0,-1 0 0,0 0 0,0 1 0,-1-1 0,-1 1 0,0 0 0,0 1 0,1 24 0,-4-15 0,-4 37 0,2-49 0,0 0 0,0 0 0,-1 0 0,-1-1 0,1 0 0,-7 11 0,2-5 0,0 0 0,-1 0 0,-1-1 0,0-1 0,-1 1 0,-1-2 0,0 0 0,-1 0 0,0-1 0,-16 11 0,4-7 0,0-2 0,-45 18 0,-57 12 0,104-36 0,0 0 0,-1-2 0,1 0 0,-1-2 0,0 0 0,-37-2 0,-251-1 0,292-2 0,0-1 0,1-1 0,-1-1 0,1 0 0,-27-12 0,-141-59 0,118 44 0,40 20 0,1-2 0,-47-30 0,61 35 0,1-2 0,0 0 0,1 0 0,0-1 0,1-1 0,0 0 0,1 0 0,-15-27 0,18 27-124,1 0 0,1-1 0,0 0 0,1 0 0,0-1 0,1 1-1,1-1 1,0 1 0,1-1 0,1-23 0,0 23-6702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96 24575,'-7'-33'0,"5"19"0,-2 0 0,-6-18 0,10 32 0,0 0 0,0 0 0,0 0 0,1 0 0,-1 0 0,0 0 0,0 0 0,0 0 0,0-1 0,0 1 0,0 0 0,0 0 0,0 0 0,0 0 0,0 0 0,-1 0 0,1 0 0,0 0 0,0-1 0,0 1 0,0 0 0,0 0 0,0 0 0,0 0 0,0 0 0,0 0 0,0 0 0,0 0 0,0 0 0,0 0 0,0 0 0,0 0 0,-1-1 0,1 1 0,0 0 0,0 0 0,0 0 0,0 0 0,0 0 0,0 0 0,0 0 0,0 0 0,0 0 0,-1 0 0,1 0 0,0 0 0,0 0 0,0 0 0,0 0 0,0 0 0,0 0 0,0 0 0,0 0 0,-1 0 0,1 0 0,0 0 0,0 0 0,0 0 0,0 1 0,0-1 0,0 0 0,-2 9 0,0 13 0,12 85 0,-3-48 0,6 20 0,1 10 0,-4 0 0,25 100 0,-12-75 0,-20-93 0,-1 1 0,0-1 0,-2 1 0,-3 31 0,-20 85 0,20-121 0,-3 8 0,2 0 0,0 0 0,1 26 0,3-9-1365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378 114 24575,'-11'-10'0,"7"7"0,1-1 0,-1 1 0,0 1 0,0-1 0,-8-4 0,12 7 0,-1 0 0,0-1 0,0 1 0,0 0 0,1 0 0,-1 0 0,0 0 0,0 0 0,0 0 0,0 0 0,1 0 0,-1 0 0,0 0 0,0 0 0,0 0 0,1 1 0,-1-1 0,0 0 0,0 1 0,1-1 0,-1 1 0,0-1 0,1 0 0,-1 1 0,0-1 0,1 1 0,-1 0 0,1-1 0,-1 1 0,1 0 0,-1-1 0,1 1 0,-1 0 0,1-1 0,0 1 0,-1 0 0,1 0 0,0-1 0,0 1 0,-1 1 0,-3 11 0,0 0 0,-2 17 0,4-17 0,0-1 0,-2 1 0,-4 12 0,5-18 0,0 0 0,-1-1 0,1 1 0,-1-1 0,-8 10 0,11-14 0,-1-1 0,0 1 0,0 0 0,0-1 0,0 1 0,0-1 0,0 1 0,0-1 0,0 0 0,-1 0 0,1 0 0,0 0 0,-1 0 0,1-1 0,-1 1 0,1-1 0,-1 1 0,1-1 0,-1 0 0,-2 0 0,-3-2 0,1 1 0,-1-1 0,1-1 0,0 1 0,0-1 0,0-1 0,0 1 0,0-1 0,1 0 0,0-1 0,0 1 0,-9-10 0,2 2 0,1-2 0,0 0 0,1 0 0,-12-20 0,18 25-114,0 0 1,1 0-1,0-1 0,1 0 0,0 0 1,0 0-1,1 0 0,1-1 0,-1 1 1,2 0-1,0-14 0,0 9-6712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401 103 24575,'-6'-6'0,"2"1"0,-1 1 0,1 0 0,-1-1 0,0 2 0,0-1 0,0 0 0,0 1 0,-8-4 0,12 7 0,0 0 0,0 0 0,0 0 0,-1 0 0,1 0 0,0 0 0,0 0 0,0 1 0,0-1 0,0 0 0,-1 1 0,1-1 0,0 0 0,0 1 0,0 0 0,0-1 0,0 1 0,0-1 0,0 1 0,1 0 0,-1 0 0,0 0 0,0-1 0,0 1 0,1 0 0,-1 0 0,0 1 0,-3 5 0,0-1 0,0 1 0,-2 8 0,3-8 0,-13 31 0,8-20 0,1 0 0,-2 0 0,0-1 0,-13 17 0,21-33 0,0 0 0,1 0 0,-1 0 0,0 0 0,0 0 0,0 0 0,0 0 0,0 0 0,0-1 0,0 1 0,0 0 0,0-1 0,0 1 0,0 0 0,0-1 0,-1 0 0,1 1 0,0-1 0,0 0 0,-1 1 0,1-1 0,0 0 0,0 0 0,-1 0 0,1 0 0,0 0 0,-1-1 0,1 1 0,0 0 0,0-1 0,0 1 0,-1 0 0,1-1 0,0 1 0,0-1 0,0 0 0,0 1 0,0-1 0,0 0 0,0 0 0,0 0 0,-1-1 0,-5-5 0,1 0 0,0 0 0,1-1 0,-8-13 0,9 14 0,-125-191 0,124 192-1365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7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69 24575,'-6'-18'0,"4"12"0,-1 0 0,1 0 0,-1 0 0,0 0 0,-6-8 0,9 13 0,0 1 0,-1 0 0,1-1 0,0 1 0,0 0 0,0-1 0,-1 1 0,1 0 0,0-1 0,0 1 0,-1 0 0,1 0 0,0-1 0,-1 1 0,1 0 0,0 0 0,-1 0 0,1-1 0,0 1 0,-1 0 0,1 0 0,-1 0 0,1 0 0,0 0 0,-1 0 0,0 0 0,-1 9 0,5 15 0,22 59 0,-14-50 0,-1 1 0,7 49 0,-12-61 0,-3-18 0,-1 0 0,0 0 0,0 0 0,-1 0 0,1 0 0,-1 0 0,0 0 0,0 5 0,-4-2-1365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27 24575,'-29'-5'0,"-15"-2"0,-3 1 0,3 1 0,5 2 0,6 3 0,4 2 0,4 1 0,3 2 0,0 2 0,2 1 0,1-2 0,2 2 0,4-2-8191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28 306 24575,'-4'-10'0,"-1"0"0,1 0 0,1-1 0,0 0 0,0 0 0,1 0 0,1 0 0,0 0 0,0 0 0,1 0 0,0 0 0,3-11 0,-2 14 0,0 1 0,1-1 0,0 1 0,1 0 0,0 0 0,0 0 0,0 0 0,1 0 0,0 1 0,0-1 0,1 1 0,0 0 0,0 0 0,0 1 0,1-1 0,-1 1 0,1 1 0,9-6 0,-8 6 0,2 0 0,-1 0 0,0 1 0,1 0 0,-1 0 0,1 1 0,0 0 0,13 0 0,9 0 0,36 3 0,-20 1 0,5 0 0,-1 1 0,0 3 0,0 3 0,0 1 0,-1 3 0,85 34 0,-122-42 0,0 1 0,-1 1 0,0 0 0,0 1 0,0 0 0,-1 1 0,-1 1 0,1-1 0,-2 1 0,1 1 0,-1 0 0,9 15 0,32 43 0,-6-8 0,-37-50 0,0 0 0,0 0 0,-1 1 0,7 22 0,-12-30 0,0 0 0,0-1 0,-1 1 0,1 0 0,-1 0 0,0-1 0,0 1 0,0 0 0,-1 0 0,1-1 0,-1 1 0,0 0 0,0-1 0,0 1 0,-1-1 0,1 1 0,-1-1 0,0 0 0,0 1 0,0-1 0,-4 4 0,-13 14 0,-2 0 0,-33 25 0,40-37 0,1 0 0,-2-1 0,-18 8 0,9-5 0,16-7 0,-14 7 0,0 0 0,-1-2 0,-47 13 0,70-22 0,-23 5 0,-1-1 0,-43 2 0,50-5 0,-8-1 0,0 0 0,-1-1 0,1-1 0,0-2 0,-35-9 0,43 7 0,1-1 0,0 0 0,0-2 0,1 0 0,-28-21 0,22 13 0,1-2 0,0 0 0,-18-24 0,26 28 0,1 0 0,1-1 0,-13-27 0,19 33 0,-1 0 0,2 0 0,0 0 0,0-1 0,0 1 0,2-1 0,-2-17 0,7-4-1365,0 19-5461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4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 24575,'-1'-1'0,"1"0"0,0 1 0,0-1 0,0 0 0,-1 0 0,1 0 0,0 1 0,-1-1 0,1 0 0,0 0 0,-1 1 0,1-1 0,-1 0 0,1 1 0,-1-1 0,0 1 0,1-1 0,-1 1 0,0-1 0,1 1 0,-2-1 0,1 1 0,0 0 0,0 1 0,1-1 0,-1 0 0,0 1 0,1-1 0,-1 1 0,0-1 0,1 1 0,-1 0 0,1-1 0,-1 1 0,0 0 0,1-1 0,0 1 0,-1 0 0,1-1 0,-1 1 0,1 0 0,0 0 0,0 0 0,-1 0 0,-6 17 0,1 1 0,0-1 0,2 1 0,0 0 0,1 0 0,0 1 0,2-1 0,1 30 0,4-7 0,1 1 0,20 73 0,-18-90 0,-3-13 0,-1 0 0,0 0 0,0 0 0,0 15 0,-3-26-91,0-1 0,-1 0 0,1 1 0,0-1 0,0 0 0,0 0 0,-1 1 0,1-1 0,-1 0 0,1 0 0,-1 0 0,1 1 0,-1-1 0,-1 1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0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432 125 24575,'-29'8'0,"13"-5"0,1 1 0,0 1 0,0 0 0,1 1 0,-1 1 0,-16 10 0,29-15 0,-1 0 0,1 0 0,0 0 0,0 1 0,0-1 0,0 0 0,0 1 0,0-1 0,1 1 0,-1 0 0,0 3 0,-1 2 0,1 0 0,-2 14 0,3-16 0,-1 1 0,1-1 0,-1 1 0,0-1 0,-4 10 0,5-15 0,0 1 0,0 0 0,0-1 0,0 1 0,0-1 0,0 1 0,0-1 0,-1 1 0,1-1 0,-1 0 0,1 0 0,-1 0 0,1 0 0,-1 0 0,0 0 0,1 0 0,-1 0 0,0-1 0,0 1 0,-2 0 0,2-1 0,-1 0 0,0 0 0,1 0 0,-1 0 0,1-1 0,-1 1 0,0-1 0,1 0 0,-1 0 0,1 0 0,0 0 0,-5-3 0,0 0 0,0-1 0,0 0 0,1-1 0,-1 0 0,1 0 0,1 0 0,-1-1 0,-4-7 0,-9-15 0,2-2 0,1 0 0,1-1 0,-19-62 0,33 91-170,0 0-1,1 0 0,-1 0 1,1 0-1,0 0 0,0 0 1,0-3-1,2-4-6655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24575,'5'-32'0,"3"-12"0,-6 86 0,-2 291 0,1-306 0,5 30 0,2 24 0,-7-68 0,0 1 0,2-1 0,-1 0 0,7 16 0,3 18 0,14 58 0,-14-60 0,3 26 0,-9-34-4,-5-28-190,0-1-1,0 1 1,1-1-1,1 0 1,-1 0-1,6 11 1,-4-11-6632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3937 29 24575,'196'-28'0,"-176"28"0,-14 3 0,-11 1 0,-4-2 0,0 1 0,0-2 0,-1 1 0,-17-1 0,-13 3 0,-16 2 0,0-2 0,-77-5 0,48 0 0,-43 0 0,-144 2 0,67 22 0,26-2 0,112-15 0,-73 2 0,131-8 0,-204 9 0,129-3 0,-106-5 0,85-3 0,91 2 0,-196 9 0,182-6 0,-280 28 0,3-29 0,163-3 0,127 1 0,0 2 0,-15 3 0,-21 2 0,25-5 0,-42 10 0,45-6 0,0-2 0,-34 1 0,35-3 0,-24 4 0,25-3 0,-29 1 0,24-3 0,-35 6 0,48-5 0,-29 2 0,-80-3 0,55-2 0,34 2 0,-41 8 0,37-4 0,1 1 0,25-3 0,-1-1 0,-16 1 0,0-2-682,-42 6-1,56-4-6143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42 254 24575,'3'-13'0,"0"1"0,0-1 0,1 1 0,1 0 0,9-18 0,-9 22 0,0 1 0,0 0 0,0 0 0,1 1 0,0 0 0,0 0 0,1 0 0,0 1 0,10-7 0,34-17 0,-28 17 0,28-20 0,-51 32 0,1-1 0,0 1 0,0-1 0,-1 1 0,1-1 0,-1 1 0,1-1 0,-1 1 0,1-1 0,-1 0 0,1 1 0,-1-1 0,1 0 0,-1 1 0,0-1 0,1 0 0,-1 0 0,0 1 0,0-1 0,1 0 0,-1 0 0,0-1 0,-5-1 0,-7 5 0,-4 5 0,-1 1 0,2 0 0,-1 1 0,-14 12 0,-53 47 0,72-59 0,-49 37 0,59-46 0,0 1 0,0-1 0,1 1 0,-1 0 0,0-1 0,0 1 0,1 0 0,-1 0 0,0-1 0,1 1 0,-1 0 0,1 0 0,-1 0 0,1 0 0,0 0 0,-1 0 0,1 0 0,0 0 0,-1 0 0,1 0 0,0 0 0,0 0 0,0 0 0,0 0 0,0 0 0,0 0 0,0 0 0,0 0 0,1 0 0,-1 0 0,0 0 0,1 0 0,-1 0 0,0 0 0,1-1 0,-1 1 0,1 0 0,-1 0 0,1 0 0,0 0 0,-1-1 0,1 1 0,1 1 0,4 3 0,0-1 0,0 0 0,0 0 0,0-1 0,7 3 0,-6-3 0,54 27 0,107 54 0,-165-82-108,0-1 18,-1 0 1,1 0-1,-1 0 0,1 1 0,-1-1 0,0 1 1,0-1-1,0 1 0,0 0 0,0 0 0,0 0 1,0 0-1,1 4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3486 32 24575,'23'-3'0,"-23"3"0,0 0 0,0 0 0,0 0 0,0 0 0,0 0 0,1 0 0,-1 0 0,0 0 0,0 0 0,0-1 0,0 1 0,0 0 0,1 0 0,-1 0 0,0 0 0,0 0 0,0 0 0,0 0 0,0 0 0,0 0 0,0 0 0,1-1 0,-1 1 0,0 0 0,0 0 0,0 0 0,0 0 0,0 0 0,0-1 0,0 1 0,0 0 0,0 0 0,0 0 0,0 0 0,0 0 0,0-1 0,0 1 0,-11-4 0,-12 1 0,1 1 0,-1 1 0,-34 2 0,7 1 0,25-2 0,0-1 0,-40-7 0,32 4 0,0 1 0,0 1 0,-35 4 0,5-1 0,-140 8 0,117-3 0,-102-5 0,84-2 0,-786 1 0,865 1 0,-28 5 0,-20 1 0,-195-6 0,128-2 0,127 0 0,1 0 0,-18-4 0,17 2 0,-26-2 0,19 4 0,-22-5 0,23 3 0,-30-1 0,39 4 0,-26-1 0,-1 2 0,-53 8 0,54-4 0,0-3 0,-70-2 0,39-1 0,34 1 0,-14-1 0,-84 10 0,109-6-682,-25 0-1,31-2-6143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95 24575,'-3'-19'0,"1"13"0,1 0 0,0 0 0,0 0 0,0 0 0,1 0 0,0-1 0,0 1 0,0 0 0,3-10 0,-3 16 0,0-1 0,0 1 0,0 0 0,0-1 0,0 1 0,1 0 0,-1 0 0,0 0 0,0-1 0,0 1 0,1 0 0,-1 0 0,0 0 0,0-1 0,0 1 0,1 0 0,-1 0 0,0 0 0,1 0 0,-1 0 0,0-1 0,0 1 0,1 0 0,-1 0 0,0 0 0,1 0 0,-1 0 0,0 0 0,0 0 0,1 0 0,-1 0 0,0 0 0,1 0 0,-1 1 0,0-1 0,0 0 0,1 0 0,-1 0 0,0 0 0,1 0 0,-1 0 0,0 1 0,0-1 0,0 0 0,1 0 0,-1 0 0,0 1 0,0-1 0,0 0 0,1 0 0,-1 1 0,12 13 0,-11-13 0,9 14 0,-1 0 0,-1 1 0,0 0 0,-1 0 0,-1 1 0,-1 0 0,0 0 0,-1 1 0,3 27 0,1 5 0,22 73 0,-22-98 0,19 37 0,-18-45 0,-1 1 0,-1 0 0,-1 1 0,6 24 0,3 29 0,31 83 0,-45-151 0,32 111 0,-16-14 0,-5-14 0,-2-27 0,-4-21 0,12 44 0,7-11 0,6 20 0,-24-61 0,4 39 0,-6-34 0,13 46 0,-1-9 0,-11-47 0,13 34 0,-1-5 0,1 3 0,-10-36 0,8 42 0,-7-19 0,1 0 0,2-1 0,31 68 0,-34-91 0,27 67 0,-32-75 0,-1 0 0,-1 1 0,0 0 0,2 24 0,3 33 0,-1-25 0,-5-34 0,1 0 0,0 0 0,1 1 0,0-2 0,8 14 0,5 19 0,-16-43-85,-1 0 0,0 0-1,1 0 1,-1 0 0,0 0-1,0 1 1,0-1 0,1 0-1,-1 0 1,-1 0 0,1 1-1,0-1 1,0 0 0,0 0-1,-1 2 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5:5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54 24575,'-7'-6'0,"-1"-2"0,1 1 0,0-1 0,-9-13 0,45 39 0,96 67 0,27 22 0,-121-86 0,-24-16 0,0-1 0,0 2 0,0-1 0,8 9 0,-14-14 0,-1 0 0,0 1 0,0-1 0,1 0 0,-1 0 0,0 1 0,0-1 0,1 0 0,-1 0 0,0 1 0,0-1 0,0 0 0,0 1 0,1-1 0,-1 0 0,0 1 0,0-1 0,0 0 0,0 0 0,0 1 0,0-1 0,0 1 0,0-1 0,0 0 0,0 1 0,0-1 0,0 0 0,0 1 0,0-1 0,-10 2 0,-12-7 0,1-3 0,1-2 0,0 0 0,1-1 0,0-1 0,-27-23 0,11 4 0,-51-56 0,75 74 0,0 1 0,-1 0 0,-23-17 0,34 29 0,1-1 0,-1 1 0,0-1 0,0 1 0,0-1 0,0 1 0,0 0 0,0-1 0,0 1 0,0 0 0,1 0 0,-1 0 0,0 0 0,0 0 0,0 0 0,0 0 0,0 0 0,0 0 0,0 0 0,0 0 0,0 1 0,-1-1 0,0 1 0,1 0 0,-1 0 0,1 0 0,-1 0 0,1 1 0,0-1 0,-1 0 0,1 1 0,0-1 0,0 0 0,-1 3 0,-1 1 0,0 1 0,0 0 0,1 0 0,0 0 0,0 0 0,-1 6 0,0 4 0,-2 12 0,1-1 0,-1 36 0,5-61-68,1 1 0,-1-1-1,0 1 1,-1-1 0,1 1 0,0-1-1,-1 1 1,1-1 0,-1 1 0,0-1-1,0 0 1,0 1 0,0-1 0,0 0-1,0 0 1,-1 0 0,1 0-1,-1 0 1,-1 3 0,-6 1-6758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30 24575,'12'0'0,"-7"0"0,-11 0 0,-4-1 0,1 0 0,-17-4 0,-12-1 0,-28 3 0,-39-5 0,58 4 0,31 3 0,14 0 0,6 1 0,195 10 0,-159-9 0,-29-1 0,1 0 0,0 1 0,-1 0 0,1 1 0,-1 0 0,15 6 0,-25-6 0,-6-1 0,-8 1 0,-212-3 0,172-6 0,34 4 0,-30-1 0,7 4-1365,29 0-5461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2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2077 30 24575,'71'-12'0,"1"3"0,104 1 0,-159 8 0,-3 0 0,23 2 0,-34-2 0,0 0 0,0 1 0,1 0 0,-1 0 0,0 0 0,0 0 0,0 0 0,0 1 0,0-1 0,0 1 0,-1 0 0,5 2 0,-7-3 0,0-1 0,1 0 0,-1 0 0,0 1 0,1-1 0,-1 0 0,0 1 0,0-1 0,1 0 0,-1 1 0,0-1 0,0 1 0,1-1 0,-1 0 0,0 1 0,0-1 0,0 1 0,0-1 0,0 1 0,0-1 0,0 0 0,0 1 0,0-1 0,0 1 0,0-1 0,0 1 0,0-1 0,0 1 0,0-1 0,-1 1 0,1 0 0,-1-1 0,1 1 0,-1 0 0,0-1 0,1 1 0,-1-1 0,0 1 0,0-1 0,1 0 0,-1 1 0,0-1 0,-1 1 0,-28 4 0,19-4 0,-69 7 0,45-4 0,0-2 0,-56-2 0,37-1 0,-72-6 0,1-1 0,-30 17 0,66-2 0,-131 7 0,31 0 0,118-8 0,-73 3 0,-66-1 0,-277 12 0,475-20 0,0-2 0,-18-3 0,17 2 0,-25-2 0,-112 5 90,70 1-1545,67-1-5371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3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449 241 24575,'-37'-30'0,"-2"2"0,-1 2 0,-1 2 0,-1 1 0,-83-31 0,0-2 0,147 75 0,30 10 0,1-2 0,61 22 0,50 25 0,-143-65 0,-15-6 0,0-1 0,0 1 0,0 0 0,0 1 0,-1-1 0,1 1 0,-1 0 0,0 1 0,6 6 0,-11-10 0,1 0 0,0 0 0,-1 0 0,1 0 0,0 0 0,-1 0 0,0 0 0,1 0 0,-1 0 0,0 1 0,1-1 0,-1 0 0,0 0 0,0 0 0,0 1 0,0-1 0,0 0 0,-1 0 0,1 0 0,0 1 0,-1 1 0,0-1 0,0 0 0,0-1 0,0 1 0,-1 0 0,1 0 0,-1-1 0,1 1 0,-1-1 0,1 0 0,-1 1 0,-2 1 0,-4 1 0,0 0 0,0 0 0,0-1 0,-16 4 0,-46 10-17,-70 21-1331,125-33-5478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6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24575,'-1'-20'0,"2"-24"0,-1 44 0,0 0 0,0-1 0,0 1 0,0 0 0,0 0 0,0-1 0,0 1 0,0 0 0,0 0 0,0-1 0,0 1 0,0 0 0,1 0 0,-1-1 0,0 1 0,0 0 0,0 0 0,0 0 0,0-1 0,1 1 0,-1 0 0,0 0 0,0 0 0,0-1 0,0 1 0,1 0 0,-1 0 0,0 0 0,0 0 0,1 0 0,-1-1 0,0 1 0,1 0 0,6 6 0,5 14 0,-11-19 0,10 20 0,2-1 0,1 0 0,17 18 0,52 51 0,-68-73 0,45 44 0,57 62 0,-42-46 0,5 7 0,-67-73 120,-11-11-321,-9-4-1083,-1 0-5542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53 24575,'-4'-19'0,"4"16"0,0 0 0,0 1 0,-1-1 0,1 1 0,-1-1 0,0 1 0,0-1 0,0 1 0,0 0 0,-2-4 0,3 6 0,0 0 0,-1 0 0,1-1 0,0 1 0,-1 0 0,1 0 0,-1 0 0,1-1 0,0 1 0,-1 0 0,1 0 0,-1 0 0,1 0 0,-1 0 0,1 0 0,0 0 0,-1 0 0,1 0 0,-1 0 0,1 0 0,-1 0 0,1 0 0,0 0 0,-1 1 0,1-1 0,-1 0 0,1 0 0,0 0 0,-1 1 0,1-1 0,0 0 0,-1 0 0,1 1 0,0-1 0,-1 0 0,1 1 0,0-1 0,0 0 0,-1 1 0,1-1 0,0 1 0,0-1 0,-1 1 0,-11 20 0,10-18 0,-6 15 0,1 1 0,0-1 0,-6 36 0,0-6 0,-3 7 0,-46 175 0,52-190 0,1 2 0,3-1 0,-3 65 0,7-80-1365,-1-16-5461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59 24575,'-5'-18'0,"4"15"0,0-1 0,0 1 0,0-1 0,-1 1 0,1 0 0,-1-1 0,0 1 0,0 0 0,0 0 0,-3-3 0,5 6 0,0 0 0,-1 0 0,1 0 0,-1-1 0,1 1 0,-1 0 0,1 0 0,-1 0 0,1 0 0,-1 0 0,1 0 0,-1 0 0,1 0 0,-1 0 0,1 0 0,-1 0 0,1 0 0,-1 0 0,1 0 0,-1 0 0,1 1 0,-1-1 0,1 0 0,0 0 0,-1 1 0,1-1 0,-1 0 0,1 0 0,0 1 0,-1-1 0,1 0 0,0 1 0,-1-1 0,1 1 0,0-1 0,-1 0 0,1 1 0,0-1 0,0 1 0,0-1 0,-1 2 0,-10 23 0,9-21 0,-8 22 0,1 1 0,2 0 0,0 1 0,2 0 0,1 0 0,2 0 0,0 0 0,2 0 0,6 48 0,3-16 0,3 0 0,3-1 0,2-1 0,3 0 0,28 55 0,-16-35 0,6 14 0,-31-78 0,0 0 0,2-1 0,-1 1 0,13 12 0,-19-23-41,1 0 0,0 0-1,0-1 1,0 1-1,0-1 1,0 0 0,1 0-1,-1 0 1,1 0 0,-1-1-1,1 0 1,-1 1-1,1-1 1,0 0 0,0-1-1,-1 1 1,1-1 0,0 0-1,0 0 1,0 0-1,0 0 1,0 0 0,-1-1-1,1 0 1,0 0 0,0 0-1,-1 0 1,1-1-1,-1 1 1,1-1 0,-1 0-1,5-3 1,2-4-6785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3 106 24575,'-1'-6'0,"0"0"0,1 0 0,-1 0 0,1 0 0,1-1 0,-1 1 0,1 0 0,2-9 0,-2 13 0,0-1 0,0 1 0,0 0 0,0 0 0,0 0 0,0 0 0,1 0 0,-1 0 0,1 0 0,-1 0 0,1 0 0,0 1 0,-1-1 0,1 1 0,0-1 0,0 1 0,0 0 0,1 0 0,-1 0 0,0 0 0,0 0 0,1 0 0,-1 1 0,3-1 0,3 0 0,1 0 0,0 1 0,-1 0 0,1 0 0,0 1 0,-1 0 0,1 1 0,-1 0 0,11 4 0,0 1 0,0 0 0,31 19 0,-45-23 0,-1-1 0,0 1 0,1 0 0,-2 0 0,1 1 0,0-1 0,-1 1 0,1 0 0,-1-1 0,0 2 0,3 4 0,-4-4 0,0 0 0,0 1 0,0-1 0,-1 0 0,0 1 0,0 0 0,0-1 0,-1 1 0,0 9 0,-1 19 0,-9 63 0,8-86 0,0-1 0,1 1 0,0-1 0,1 1 0,0 0 0,1-1 0,0 1 0,3 13 0,-2-19 0,-1 0 0,1 0 0,0 0 0,1-1 0,-1 1 0,1-1 0,-1 1 0,1-1 0,1 0 0,-1 0 0,1 0 0,-1-1 0,1 1 0,0-1 0,0 0 0,1 0 0,-1 0 0,10 4 0,-10-5 10,1 0 0,0-1 0,-1 1 0,1-1 0,0 0 0,0 0 0,0-1 0,0 1 0,0-1 0,0 0 0,9-1 0,-11 0-88,0 0 0,0 0 0,0 0-1,0 0 1,0 0 0,0-1 0,0 1 0,0-1 0,0 0-1,-1 0 1,1 0 0,-1 0 0,1 0 0,-1-1 0,0 1-1,0-1 1,0 1 0,3-5 0,1-6-6748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15 24575,'-29'-2'0,"-13"-2"0,-3 1 0,3 1 0,6 0 0,7 1 0,3 3 0,4 1 0,3 0 0,5 2 0,3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0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24575,'35'12'-166,"-1"1"-1,-1 2 0,-1 2 1,0 1-1,-1 1 0,-1 1 1,0 2-1,34 34 1,-19-12 59,-3 2 1,-2 2 0,-2 2 0,34 56 0,11 42 492,-76-131-336,0 0 0,-1 0 0,0 1-1,-1 0 1,-1 0 0,-1 0 0,1 22 0,-4-36 14,0 1 1,-1 0-1,1 0 0,-1 0 1,0 0-1,0 0 1,-1-1-1,1 1 0,-1-1 1,0 1-1,0-1 1,-1 0-1,1 1 0,-1-1 1,0 0-1,0-1 1,-1 1-1,1 0 0,-6 3 1,1-1-222,-1 0 1,1 0 0,-1-1-1,-1 0 1,1-1-1,-1 0 1,0-1-1,-10 3 1,-5 0-6670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11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34 24575,'-6'-8'0,"4"5"0,0 0 0,0 0 0,-1 0 0,1 0 0,-1 0 0,-5-4 0,8 7 0,-1 0 0,1 0 0,0 0 0,0 0 0,0 0 0,0 0 0,-1 0 0,1 0 0,0 0 0,0 1 0,0-1 0,0 0 0,0 0 0,-1 0 0,1 0 0,0 0 0,0 1 0,0-1 0,0 0 0,0 0 0,0 0 0,0 0 0,0 0 0,0 1 0,-1-1 0,1 0 0,0 0 0,0 0 0,0 1 0,0-1 0,0 0 0,0 0 0,0 0 0,0 0 0,0 1 0,0-1 0,1 0 0,-1 0 0,0 0 0,0 0 0,0 1 0,0-1 0,0 0 0,0 0 0,0 0 0,2 11 0,4 13-113,23 75 360,-23-83-547,1 0 0,0-1 1,1 0-1,10 15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1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18 24575,'-5'-5'0,"-4"-2"0,-1 4 0,0 1 0,-2 4 0,-1 1 0,0 1 0,-2-1 0,-1 2 0,-5 0 0,-2-1 0,-3-1 0,-2-1 0,-1-1 0,0 2 0,-1 0 0,6 0-8191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1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96 24575,'-17'-18'0,"-2"0"0,0 2 0,-29-20 0,46 35 0,0 0 0,-1 0 0,1 0 0,-1 0 0,1 0 0,-1 1 0,1-1 0,-1 1 0,1-1 0,-1 1 0,0 0 0,1 0 0,-1 0 0,0 1 0,1-1 0,-1 1 0,-3 0 0,2 1 0,1-1 0,-1 1 0,0 0 0,1 0 0,0 0 0,-1 0 0,1 0 0,0 1 0,0 0 0,0-1 0,-2 4 0,2-3 0,1 0 0,0 0 0,0 0 0,1 0 0,-1 0 0,0 0 0,1 0 0,0 1 0,0-1 0,0 0 0,0 1 0,0 5 0,1-7 0,0 1 0,0-1 0,0 1 0,1-1 0,-1 1 0,1-1 0,-1 0 0,1 1 0,0-1 0,0 0 0,0 1 0,0-1 0,0 0 0,1 0 0,-1 0 0,1 0 0,-1 0 0,5 3 0,0 0 0,1 0 0,0 0 0,0-1 0,0 0 0,0 0 0,13 4 0,50 13 0,-61-19 0,1 1 0,0-1 0,0 0 0,0-1 0,0 0 0,16 0 0,-24-1 0,0-1 0,0 1 0,0 0 0,0-1 0,0 1 0,-1-1 0,1 0 0,0 1 0,0-1 0,-1 0 0,1 0 0,0 0 0,-1-1 0,1 1 0,1-2 0,-2 2 0,0-1 0,0 0 0,0 1 0,0-1 0,0 0 0,-1 0 0,1 0 0,-1 1 0,1-1 0,-1 0 0,0 0 0,0 0 0,1 0 0,-1 0 0,-1 0 0,1 0 0,0 0 0,-1-3 0,-1-3 0,0 0 0,-1 0 0,0 1 0,-1-1 0,1 1 0,-1-1 0,-1 1 0,1 0 0,-1 1 0,-1-1 0,1 1 0,-1 0 0,0 0 0,0 1 0,-1-1 0,-13-7 0,19 13 0,-1-1 0,1 0 0,-1 0 0,0 1 0,1-1 0,-1 1 0,0-1 0,0 1 0,1 0 0,-1 0 0,0 0 0,0 0 0,1 0 0,-1 0 0,0 0 0,0 1 0,1-1 0,-1 0 0,0 1 0,-2 1 0,2-1 0,0 1 0,0-1 0,-1 1 0,1 0 0,0 0 0,1 0 0,-1 0 0,0 0 0,0 0 0,1 1 0,-3 4 0,0 2 0,1 0 0,-1 1 0,2-1 0,-1 1 0,2-1 0,-2 15 0,2-19 0,1 1 0,-1 0 0,2 0 0,-1 0 0,0 0 0,1 0 0,2 7 0,-2-11 0,0 0 0,0 0 0,0 0 0,0-1 0,0 1 0,0 0 0,0 0 0,1-1 0,-1 1 0,1-1 0,-1 0 0,1 1 0,-1-1 0,1 0 0,0 0 0,0 0 0,0 0 0,-1 0 0,1 0 0,0-1 0,0 1 0,0-1 0,0 1 0,3-1 0,5 2 0,0-1 0,0 0 0,0-1 0,1-1 0,-1 1 0,0-2 0,17-3 0,-23 4 0,0-1 0,1 1 0,-1-1 0,0 0 0,-1 0 0,1 0 0,0-1 0,-1 1 0,4-4 0,-5 4 0,0 0 0,0 0 0,-1 0 0,1 0 0,-1-1 0,1 1 0,-1 0 0,0-1 0,0 1 0,0-1 0,0 0 0,0 1 0,-1-1 0,1 0 0,-1-4 0,1 4 0,-1 1 0,0-1 0,-1 0 0,1 1 0,0-1 0,-1 0 0,1 0 0,-1 1 0,0-1 0,0 1 0,0-1 0,0 1 0,-1-1 0,1 1 0,-1 0 0,1-1 0,-3-1 0,1 1 0,1 1 0,-1 0 0,0-1 0,-1 1 0,1 0 0,0 1 0,0-1 0,-1 1 0,1-1 0,-1 1 0,-5-1 0,3 0 0,1 2 0,-1-1 0,0 0 0,1 1 0,-1 0 0,0 1 0,1-1 0,-1 1 0,0 0 0,1 0 0,-1 1 0,1 0 0,0 0 0,-1 0 0,1 0 0,-7 5 0,9-4 0,-1-1 0,1 1 0,0 0 0,-1 0 0,1 1 0,1-1 0,-1 1 0,0 0 0,1-1 0,-3 6 0,5-8 0,-1 1 0,1-1 0,0 1 0,-1-1 0,1 0 0,0 1 0,0-1 0,0 1 0,0-1 0,0 1 0,0-1 0,1 1 0,-1-1 0,0 1 0,1-1 0,-1 0 0,1 1 0,-1-1 0,1 0 0,0 1 0,0-1 0,-1 0 0,1 0 0,0 0 0,0 0 0,0 0 0,0 0 0,0 0 0,1 0 0,-1 0 0,0 0 0,0 0 0,3 1 0,-1-1 11,0 1 0,0-1 0,0 0 0,0 0 0,0 0 0,0 0-1,0-1 1,1 1 0,-1-1 0,6 0 0,-8 0-61,0 0 1,0 0-1,1 0 1,-1 0-1,0 0 1,0-1-1,1 1 1,-1 0-1,0-1 1,0 1-1,0-1 1,1 1-1,-1-1 1,0 0-1,0 0 1,0 1-1,0-1 1,0 0-1,-1 0 1,1 0-1,0 0 1,0 0-1,0 0 1,-1 0-1,1 0 1,-1 0-1,1-1 1,-1 1-1,1-2 1,0-5-6777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6:1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52 24575,'-19'-15'0,"-7"-2"0,1 4 0,5 6 0,5 11 0,9 5 0,7 5 0,3 4 0,4 3 0,1-4-8191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0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 24575,'2'4'0,"1"0"0,-1 0 0,1 0 0,-1 0 0,-1 0 0,1 0 0,2 8 0,2 7 0,27 46-228,54 82-1,-14-28-802,-73-118 1032,1 0 0,-1 0 0,1-1 0,-1 1 0,1 0 0,-1 0 0,1 0 0,-1 0 0,0 0 0,0 0 0,1 0 0,-1-1 0,0 1 0,0 0 0,0 1 0,0-2-2,-1 1 0,1-1 0,0 0 0,-1 0 0,1 0-1,0 0 1,0 0 0,-1 0 0,1 0 0,0 0 0,-1 0 0,1 0 0,0 0 0,-1 0 0,1 0 0,0 0-1,0 0 1,-1 0 0,1 0 0,0 0 0,-1 0 0,1 0 0,0 0 0,0-1 0,-1 1 0,1 0 0,0 0-1,-1-1 1,-28-18 147,26 16-28,-22-16 37,2 0 0,0-1 0,2-2 0,0 0 0,1-1 0,2-1 0,-27-45 0,42 63-155,0 0 0,0 0 0,1 0 0,0 0 0,0-1 0,1 1 0,0-1 0,0 1 0,0-10 0,1 12 0,0 1 0,0 0 0,1-1 0,-1 1 0,1 0 0,0 0 0,0 0 0,0 0 0,0-1 0,1 1 0,-1 1 0,1-1 0,0 0 0,0 0 0,0 1 0,0-1 0,0 1 0,0-1 0,1 1 0,4-3 0,-1 1 0,1 0 0,1 0 0,-1 1 0,0 0 0,1 1 0,0-1 0,-1 2 0,1-1 0,10 0 0,9 0 0,37 3 0,-33 0 0,-23-1 0,0 0 0,0 1 0,0 0 0,0 0 0,0 1 0,8 2 0,-14-1-69,-7-2 241,-9-1-1640,5-3-5358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0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30 277 24575,'19'-14'0,"-1"-1"0,-1-1 0,0-1 0,17-21 0,-27 29 0,-1 0 0,0 0 0,-1 0 0,0-1 0,0 1 0,-1-1 0,0 0 0,-1-1 0,0 1 0,0 0 0,1-17 0,-4 26 0,0-1 0,0 0 0,0 1 0,0-1 0,0 0 0,0 1 0,0-1 0,-1 0 0,1 1 0,-1-1 0,1 1 0,-1-1 0,1 1 0,-1-1 0,0 1 0,0-1 0,0 1 0,0 0 0,0-1 0,0 1 0,0 0 0,0 0 0,-2-2 0,1 2 0,0 0 0,-1 0 0,1 0 0,0 1 0,0-1 0,-1 1 0,1-1 0,-1 1 0,1 0 0,0-1 0,-1 1 0,1 1 0,-1-1 0,1 0 0,-5 1 0,0 1 0,0 0 0,0 0 0,0 0 0,0 1 0,0 0 0,0 1 0,1-1 0,0 1 0,-1 0 0,1 1 0,1 0 0,-1 0 0,1 0 0,0 0 0,0 1 0,-5 8 0,7-9 0,0 0 0,0 0 0,1 1 0,-1-1 0,1 1 0,1 0 0,-1 0 0,1-1 0,0 1 0,0 0 0,1 0 0,0 0 0,0 0 0,0 0 0,1 0 0,-1 0 0,2 0 0,-1 0 0,1 0 0,3 8 0,-2-7 0,0-1 0,1 0 0,-1-1 0,1 1 0,1-1 0,-1 1 0,1-1 0,0-1 0,0 1 0,0-1 0,1 1 0,-1-2 0,13 8 0,5-1 0,1 0 0,35 10 0,-33-12 0,-7-1 0,79 22 0,-83-26 0,1 0 0,-1 0 0,1-2 0,21 0 0,-34-1-105,-1 0 0,1 0 0,-1-1 0,0 1 0,1-1 0,-1 1 0,0-1 0,1 0 0,-1 0 0,0 0 0,0 0 0,3-3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0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22 24575,'-18'-6'0,"-1"2"0,0 0 0,1 0 0,-1 2 0,-1 1 0,-21 0 0,38 1 0,1 0 0,0 1 0,0-1 0,-1 0 0,1 1 0,0 0 0,0-1 0,0 1 0,0 0 0,0 0 0,0 0 0,0 0 0,0 1 0,0-1 0,0 0 0,1 1 0,-1-1 0,1 1 0,-1 0 0,1-1 0,-1 1 0,1 0 0,0 0 0,0 0 0,0 0 0,0 0 0,0 0 0,0 0 0,1 0 0,-1 1 0,1-1 0,0 0 0,-1 0 0,1 1 0,0-1 0,0 0 0,1 3 0,-1 4 0,2 0 0,-1-1 0,1 1 0,1 0 0,0-1 0,0 1 0,8 15 0,-5-15 0,0 1 0,1-1 0,0 0 0,1 0 0,0-1 0,0 0 0,1-1 0,12 9 0,3 0 0,0-1 0,32 13 0,-44-22 0,0-1 0,26 6 0,-34-10 0,-1 0 0,0 0 0,1-1 0,-1 1 0,1-1 0,-1 0 0,1 0 0,-1 0 0,1-1 0,-1 1 0,0-1 0,1 0 0,-1 0 0,0 0 0,1 0 0,4-3 0,-6 3-114,-1-1 1,0 1-1,0 0 0,1-1 0,-1 1 1,0-1-1,0 1 0,0-1 0,0 1 1,-1-1-1,2-3 0,1-6-6712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0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24575,'-1'1'0,"0"-1"0,0 1 0,0-1 0,0 1 0,0 0 0,0 0 0,0-1 0,0 1 0,0 0 0,1 0 0,-1 0 0,0 0 0,0 0 0,1 0 0,-1 0 0,1 0 0,-1 0 0,1 1 0,-1-1 0,1 0 0,0 0 0,-1 2 0,1-1 0,0 0 0,0 1 0,0-1 0,1 0 0,-1 1 0,1-1 0,-1 0 0,1 0 0,0 0 0,0 0 0,1 3 0,2 2 0,1 0 0,-1-1 0,1 1 0,0-1 0,11 10 0,-1-4 0,0 0 0,0-1 0,26 14 0,-32-21 0,-1 0 0,1 0 0,0-1 0,0 0 0,0 0 0,1-1 0,-1 0 0,19 0 0,-26-2 0,0 0 0,0 0 0,1 0 0,-1 0 0,0 0 0,0-1 0,0 1 0,0-1 0,0 0 0,0 1 0,0-1 0,0 0 0,0 0 0,0 0 0,0-1 0,-1 1 0,1 0 0,0-1 0,-1 1 0,1-1 0,-1 1 0,1-1 0,-1 0 0,0 0 0,0 1 0,0-1 0,0 0 0,0 0 0,0 0 0,-1 0 0,1 0 0,0 0 0,-1-1 0,0 1 0,1-2 0,-1-4 0,0-1 0,0 1 0,0-1 0,-1 1 0,-1-1 0,1 1 0,-5-13 0,-3 0 0,-1-8 0,10 29 0,0 0 0,-1-1 0,1 1 0,0 0 0,0 0 0,0 0 0,0 0 0,0 0 0,0 0 0,0 0 0,0-1 0,0 1 0,0 0 0,0 0 0,1 0 0,-1 0 0,0 0 0,0 0 0,0 0 0,0-1 0,0 1 0,0 0 0,0 0 0,0 0 0,0 0 0,0 0 0,0 0 0,0 0 0,0 0 0,1 0 0,-1-1 0,0 1 0,0 0 0,0 0 0,0 0 0,0 0 0,0 0 0,0 0 0,1 0 0,-1 0 0,0 0 0,0 0 0,0 0 0,0 0 0,0 0 0,9 2 0,6 7 0,11 8 0,38 37 0,-44-36 0,0-1 0,1-1 0,26 16 0,-19-20-1365,-16-9-5461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175 291 24575,'8'6'0,"20"13"0,31 29 0,-57-45 0,-4-4 0,-12-5 0,-19-14 0,5-1 0,1 0 0,-41-44 0,55 51 0,1 0 0,1-1 0,0 0 0,1-1 0,0 0 0,-11-30 0,18 40 0,1 0 0,1 1 0,-1-1 0,1 0 0,0-1 0,0 1 0,1-6 0,0 10 0,0 0 0,0 1 0,0-1 0,1 0 0,-1 0 0,0 1 0,1-1 0,0 1 0,-1-1 0,1 1 0,0-1 0,0 1 0,0-1 0,0 1 0,0-1 0,0 1 0,0 0 0,0 0 0,0-1 0,1 1 0,-1 0 0,0 0 0,1 0 0,-1 1 0,1-1 0,-1 0 0,1 0 0,-1 1 0,4-1 0,0 0 9,0 0 1,0 0-1,0 1 0,0-1 0,1 1 1,-1 1-1,0-1 0,0 1 0,0 0 0,0 0 1,0 0-1,5 3 0,2 0-306,-1 1 0,-1 1 0,1 0 0,9 8 0,-9-6-6529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86 24575,'-23'-11'0,"-69"-33"0,74 37 0,0 0 0,0 2 0,-25-5 0,41 9 0,0 1 0,0 0 0,0-1 0,0 1 0,0 0 0,0 0 0,0 0 0,0 1 0,0-1 0,0 0 0,0 1 0,0-1 0,0 1 0,1 0 0,-1 0 0,0 0 0,0 0 0,0 0 0,1 0 0,-3 2 0,3-2 0,-1 1 0,1 0 0,0 0 0,0 0 0,0 0 0,0 0 0,0 0 0,0 1 0,1-1 0,-1 0 0,1 0 0,-1 0 0,1 1 0,0-1 0,0 0 0,0 0 0,0 1 0,1 1 0,0 4 0,1 0 0,0 0 0,0-1 0,1 1 0,0-1 0,1 0 0,-1 0 0,1 0 0,0 0 0,1-1 0,0 0 0,0 0 0,8 8 0,9 7 0,2-1 0,26 18 0,-37-29 0,145 103 0,-155-111 0,-1 1 0,0 0 0,0 0 0,0 0 0,0 1 0,0-1 0,0 1 0,0-1 0,-1 1 0,1-1 0,-1 1 0,0 0 0,2 4 0,-3-6 0,0 1 0,0-1 0,0 0 0,0 0 0,0 1 0,0-1 0,0 0 0,-1 0 0,1 0 0,0 0 0,-1 1 0,1-1 0,0 0 0,-1 0 0,0 0 0,1 0 0,-1 0 0,0 0 0,1 0 0,-1 0 0,0 0 0,0 0 0,0-1 0,0 1 0,0 0 0,0 0 0,0-1 0,0 1 0,0-1 0,0 1 0,0-1 0,0 1 0,0-1 0,-1 0 0,-1 1 0,-11 2 0,0-1 0,1-1 0,-1 0 0,0-1 0,-21-2 0,3 1 0,15 1 0,0-1 0,1 0 0,-1-2 0,0 0 0,1 0 0,0-2 0,-26-9 0,40 13-80,0 0 0,1-1-1,-1 1 1,0 0 0,0-1-1,1 1 1,-1-1 0,1 1-1,-1-1 1,1 0 0,0 1 0,0-1-1,0 0 1,0 0 0,0 0-1,-1-2 1,-1-7-6746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24575,'5'12'0,"4"7"0,3 2 0,2 1 0,1-2 0,0-1 0,0-5 0,-2-1 0,-1-1 0,0-2 0,-3-1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24575,'0'-3'0,"0"3"0,0 2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1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24575,'37'41'0,"-1"1"0,31 49 0,-66-90 0,21 28 0,-21-27 0,1-1 0,-1 1 0,1 0 0,0 0 0,-1-1 0,1 0 0,0 1 0,0-1 0,0 0 0,1 0 0,-1 0 0,3 1 0,-4-2 0,-1 0 0,1 0 0,-1 0 0,1 0 0,-1 0 0,1 0 0,-1 0 0,1-1 0,-1 1 0,1 0 0,-1 0 0,0-1 0,1 1 0,-1 0 0,1-1 0,-1 1 0,0 0 0,1-1 0,-1 1 0,0 0 0,1-1 0,-1 1 0,0-1 0,0 1 0,1-1 0,-1 1 0,0-1 0,0 1 0,0-1 0,0 1 0,1-1 0,-1 1 0,0-1 0,0 0 0,2-21 0,-2 19 0,-1-20 0,-1 1 0,0-1 0,-8-27 0,5 26 0,1 0 0,-2-35 0,6 52 24,1-1 0,-1 1 0,1-1 0,3-10 0,-3 15-111,0 1-1,0-1 1,0 1 0,0-1-1,0 1 1,0-1 0,0 1-1,1 0 1,-1 0-1,1 0 1,0 0 0,0 0-1,0 0 1,0 0 0,0 0-1,2-1 1,5-1-6739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25 290 24575,'6'-2'0,"85"-34"0,-77 30 0,0-2 0,-1 1 0,0-1 0,16-14 0,-26 20 0,-1-1 0,0 1 0,1-1 0,-1 1 0,0-1 0,0 0 0,0 0 0,0 0 0,-1 0 0,1 0 0,-1 0 0,0 0 0,0 0 0,0-1 0,0 1 0,-1 0 0,1-6 0,-1 4 0,0 0 0,-1 1 0,0-1 0,0 0 0,0 0 0,0 0 0,-1 1 0,1-1 0,-1 1 0,-1-1 0,-2-4 0,1 2 0,-1 1 0,1 0 0,-1 0 0,0 0 0,-1 1 0,1 0 0,-1 0 0,0 0 0,0 0 0,-1 1 0,1 0 0,-1 1 0,0 0 0,0 0 0,-12-4 0,16 7 0,0-1 0,0 1 0,0 0 0,-1 0 0,1 0 0,0 0 0,0 0 0,0 1 0,0-1 0,-1 1 0,1 0 0,0 0 0,0 0 0,0 0 0,0 1 0,-3 1 0,2 0 0,0 0 0,1 1 0,-1-1 0,1 1 0,-1-1 0,1 1 0,0 0 0,1 0 0,-5 9 0,4-7 0,0 0 0,1 1 0,0-1 0,0 0 0,0 1 0,1-1 0,0 1 0,0-1 0,1 1 0,0-1 0,0 1 0,0 0 0,2 7 0,0-5 0,1 1 0,0-1 0,0-1 0,1 1 0,0 0 0,0-1 0,1 0 0,9 13 0,-5-10 0,0-1 0,0 0 0,1-1 0,0 0 0,1 0 0,0-1 0,0 0 0,1-1 0,0-1 0,0 0 0,0 0 0,1-1 0,14 4 0,-18-7-124,0-1 0,-1 1 0,1-1 0,0 0 0,0-1 0,0 0-1,0-1 1,0 0 0,-1 0 0,15-4 0,-14 1-6702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43 24575,'-23'-5'0,"-29"-8"0,0 3 0,-58-4 0,106 14 0,-1 0 0,1 0 0,0 0 0,-1 0 0,1 1 0,-1 0 0,1 0 0,0 0 0,-1 1 0,-4 1 0,8-2 0,0 0 0,-1 0 0,1 0 0,0 0 0,0 0 0,0 0 0,0 0 0,0 0 0,0 1 0,0-1 0,0 0 0,0 1 0,1-1 0,-1 0 0,0 1 0,1-1 0,-1 1 0,1-1 0,0 1 0,-1 0 0,1-1 0,0 1 0,0-1 0,0 1 0,0-1 0,0 1 0,1-1 0,-1 1 0,0-1 0,1 1 0,-1-1 0,1 2 0,3 6 0,-1 0 0,1 0 0,1-1 0,-1 0 0,2 0 0,-1 0 0,1 0 0,0-1 0,11 10 0,7 5 0,38 26 0,9-2 0,-47-33 0,-2 1 0,36 30 0,-56-42 0,0 0 0,0-1 0,0 1 0,-1 1 0,1-1 0,-1 0 0,1 0 0,-1 0 0,0 1 0,2 3 0,-3-5 0,0 0 0,0-1 0,0 1 0,0 0 0,0 0 0,0 0 0,0 0 0,0 0 0,0-1 0,0 1 0,-1 0 0,1 0 0,0 0 0,-1 0 0,1-1 0,0 1 0,-1 0 0,1 0 0,-1-1 0,1 1 0,-1 0 0,1-1 0,-1 1 0,0-1 0,1 1 0,-1 0 0,0-1 0,1 0 0,-1 1 0,0-1 0,0 1 0,0-1 0,1 0 0,-1 1 0,0-1 0,-1 0 0,-5 2 0,0 0 0,-1 0 0,1-1 0,-1-1 0,1 1 0,-1-1 0,-13-1 0,-55-12 0,63 11 0,-23-5 0,0-2 0,-65-24 0,96 31-227,1-1-1,-1 1 1,1-1-1,-1 0 1,-6-6-1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24575,'2'22'0,"1"14"0,5 9 0,4 5 0,2 0 0,1 1 0,3 1 0,0-3 0,1-3 0,-1-4 0,1-2 0,0-5 0,-1-2 0,-1-3 0,0-3 0,-2-4 0,-3-6-8191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3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417 105 24575,'-56'-28'0,"-111"-38"0,155 63-105,-1 1 0,0 0 0,0 0 0,0 1 0,-1 1 0,1 0 0,0 1 0,0 1 0,0 0 0,0 0 0,1 1 0,-14 5 0,13-3-6721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213 408 24575,'-13'-3'0,"0"-2"0,0 0 0,0 0 0,0-1 0,1-1 0,0 0 0,1-1 0,-1 0 0,2 0 0,-20-20 0,23 18 0,0-1 0,0 0 0,1-1 0,0 1 0,1-1 0,0 0 0,1-1 0,0 1 0,1-1 0,1 0 0,0 0 0,0 0 0,2 0 0,-1 0 0,4-20 0,-2 26 0,0 1 0,0-1 0,1 1 0,0 0 0,1-1 0,-1 1 0,1 0 0,1 1 0,-1-1 0,8-9 0,-9 13 0,0-1 0,0 1 0,0 0 0,1 0 0,-1 1 0,1-1 0,-1 0 0,1 1 0,0-1 0,0 1 0,-1 0 0,1 0 0,0 0 0,0 0 0,0 1 0,0-1 0,0 1 0,0 0 0,0 0 0,0 0 0,0 0 0,0 0 0,0 1 0,0-1 0,5 2 0,21 11-1365,-16-7-5461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24575,'3'4'0,"-1"-1"0,0 0 0,0 1 0,0 0 0,0-1 0,-1 1 0,3 6 0,4 11 0,-2-11 0,0-1 0,0 0 0,1-1 0,0 1 0,1-1 0,14 12 0,-15-14 0,0-1 0,0 0 0,1-1 0,-1 1 0,1-2 0,0 1 0,0-1 0,0 0 0,10 2 0,-15-4 0,0-1 0,0 1 0,-1-1 0,1 0 0,0 0 0,0 0 0,0 0 0,0-1 0,0 1 0,0-1 0,0 0 0,0 0 0,-1 0 0,1 0 0,0 0 0,3-2 0,-4 1 0,-1 0 0,1 1 0,0-1 0,0 0 0,-1 0 0,1 0 0,-1 0 0,0 0 0,1 0 0,-1-1 0,0 1 0,0 0 0,-1-1 0,1 1 0,0 0 0,-1-1 0,1 1 0,-1-1 0,0-3 0,0-2 0,0 3 0,0 0 0,0 0 0,1 1 0,1-9 0,-2 13 0,0-1 0,0 1 0,0-1 0,1 0 0,-1 1 0,0-1 0,0 1 0,1-1 0,-1 1 0,0-1 0,1 1 0,-1 0 0,0-1 0,1 1 0,-1-1 0,1 1 0,-1 0 0,0-1 0,1 1 0,-1 0 0,1-1 0,-1 1 0,1 0 0,0 0 0,-1 0 0,1-1 0,-1 1 0,1 0 0,-1 0 0,1 0 0,-1 0 0,1 0 0,0 0 0,-1 0 0,1 0 0,-1 0 0,1 0 0,-1 1 0,1-1 0,-1 0 0,1 0 0,0 0 0,-1 1 0,1-1 0,-1 0 0,1 1 0,7 4-144,0 0 1,-1 0-1,11 10 0,-13-11-646,6 7-6036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24575,'-15'3'0,"0"1"0,0 1 0,0 1 0,1 0 0,0 1 0,-21 13 0,34-19 0,-1 0 0,0 0 0,1 0 0,-1 0 0,1 1 0,0-1 0,-1 0 0,1 1 0,0-1 0,0 1 0,0 0 0,0-1 0,0 1 0,0 0 0,0 0 0,0-1 0,1 1 0,-1 0 0,1 0 0,-1 0 0,1 0 0,0 0 0,0 0 0,0 0 0,0 0 0,0 0 0,0 0 0,1 0 0,-1 0 0,0 0 0,1-1 0,0 1 0,-1 0 0,1 0 0,0 0 0,0-1 0,0 1 0,2 2 0,3 4 0,1-1 0,0 0 0,0 0 0,1 0 0,-1-1 0,12 7 0,-15-11-35,84 52 195,-77-48-373,-1-2 0,1 1 0,0-1 0,0-1 1,1 0-1,20 3 0,-18-5-6613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24575,'109'305'0,"-90"-249"0,-8-25 0,67 180 0,-75-203-341,0 1 0,0 0-1,2 14 1,-4-10-6485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45 24575,'-29'-7'0,"-15"-3"0,-5 1 0,4 1 0,4 3 0,4 1 0,4 3 0,3 0 0,3 1 0,7 0-8191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24575,'23'33'0,"43"46"0,-54-67 0,-1-1 0,1-1 0,1 1 0,0-2 0,0 0 0,27 13 0,-36-20 0,0-1 0,0 1 0,0-1 0,0 0 0,1 0 0,-1 0 0,0-1 0,0 0 0,1 1 0,-1-1 0,0-1 0,0 1 0,0-1 0,1 0 0,-1 0 0,0 0 0,6-2 0,-7 1 0,1 0 0,-1 0 0,0 0 0,0 0 0,0-1 0,-1 1 0,1-1 0,-1 1 0,1-1 0,-1 0 0,0 0 0,0 0 0,0 0 0,0 0 0,-1-1 0,1 1 0,-1-1 0,0 1 0,0-1 0,1-4 0,-1 3 0,0-1 0,-1 1 0,0-1 0,0 1 0,-1-8 0,1 11 0,0-1 0,-1 1 0,0-1 0,1 1 0,-1-1 0,0 1 0,0 0 0,0 0 0,-1-1 0,1 1 0,0 0 0,-1 0 0,-2-2 0,23 41 0,-8-21 0,2-1 0,0 0 0,0-1 0,1-1 0,1 0 0,17 11 0,-23-19-1365,0-1-5461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1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163 318 24575,'2'7'0,"6"20"0,-7-25 0,-1 0 0,0 0 0,1 0 0,-1-1 0,0 1 0,0 0 0,0 0 0,0 0 0,0 0 0,-1-1 0,0 4 0,1-5 0,0 0 0,0 1 0,0-1 0,-1 0 0,1 0 0,0 0 0,0 0 0,0 0 0,-1 1 0,1-1 0,0 0 0,0 0 0,0 0 0,-1 0 0,1 0 0,0 0 0,0 0 0,-1 0 0,1 0 0,0 0 0,0 0 0,-1 0 0,1 0 0,0 0 0,0 0 0,0 0 0,-1 0 0,1 0 0,0 0 0,0 0 0,-1-1 0,1 1 0,0 0 0,0 0 0,0 0 0,-1 0 0,1 0 0,0-1 0,0 1 0,0 0 0,0 0 0,-1 0 0,1-1 0,0 1 0,0 0 0,0 0 0,-9-11 0,9 11 0,-32-49 0,-42-86 0,48 86 0,22 40 0,0 4 0,1 0 0,1-1 0,-1 0 0,1 0 0,-3-9 0,5 14 0,0 1 0,0 0 0,0 0 0,0 0 0,1 0 0,-1-1 0,0 1 0,0 0 0,0 0 0,0 0 0,0 0 0,0-1 0,0 1 0,0 0 0,1 0 0,-1 0 0,0 0 0,0 0 0,0 0 0,0-1 0,0 1 0,1 0 0,-1 0 0,0 0 0,0 0 0,0 0 0,1 0 0,-1 0 0,0 0 0,0 0 0,0 0 0,0 0 0,1 0 0,-1 0 0,0 0 0,0 0 0,0 0 0,1 0 0,-1 0 0,0 0 0,0 0 0,0 0 0,0 0 0,1 0 0,-1 1 0,0-1 0,0 0 0,0 0 0,0 0 0,1 0 0,9 5 0,50 33 0,-34-20 0,35 18 0,-38-26 0,1 0 0,0-1 0,1-1 0,-1-1 0,1-2 0,1 0 0,-1-2 0,1-1 0,43-1 0,-63-2 0,1 1 0,0-1 0,-1 0 0,0-1 0,1 1 0,-1-1 0,0 0 0,0-1 0,0 0 0,0 0 0,5-4 0,-8 5 0,-1 0 0,1 0 0,-1 0 0,0-1 0,1 1 0,-1-1 0,0 1 0,-1-1 0,1 0 0,0 0 0,-1 0 0,0 0 0,0 0 0,0 0 0,0 0 0,0 0 0,0 0 0,-1-1 0,0 1 0,1 0 0,-1 0 0,0-1 0,-1-4 0,-1 0 0,0 0 0,0 0 0,0 0 0,-1 1 0,0-1 0,-1 1 0,0-1 0,0 1 0,-8-10 0,9 13 0,0 0 0,0 0 0,-1 0 0,1 1 0,-1 0 0,0-1 0,0 1 0,0 1 0,0-1 0,0 1 0,-1-1 0,1 1 0,-1 0 0,1 1 0,-1-1 0,-9-1 0,12 3 0,0 0 0,-1 1 0,1-1 0,0 0 0,0 1 0,0 0 0,0-1 0,0 1 0,0 0 0,0 0 0,0 0 0,1 0 0,-1 0 0,0 0 0,0 1 0,1-1 0,-1 1 0,1-1 0,-1 1 0,1 0 0,0-1 0,0 1 0,0 0 0,0 0 0,0 0 0,0 0 0,-1 2 0,0 2 0,0-1 0,1 0 0,-1 1 0,1-1 0,0 0 0,1 1 0,-1 0 0,1-1 0,1 9 0,1-5 0,0 1 0,1-1 0,0 0 0,0 0 0,1 0 0,0 0 0,1-1 0,0 1 0,0-1 0,12 13 0,-3-6 0,0 0 0,1-1 0,1-1 0,18 12 0,-11-10 20,1-1 0,0-1 0,1-2 0,1 0 0,40 11 0,-29-13-391,1-1-1,0-2 1,52 2 0,-63-8-6455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182 442 24575,'0'0'0,"1"0"0,-1 0 0,0 0 0,0 0 0,1 0 0,-1 0 0,0-1 0,1 1 0,-1 0 0,0 0 0,0 0 0,1 0 0,-1 0 0,0 0 0,0-1 0,1 1 0,-1 0 0,0 0 0,0 0 0,0-1 0,1 1 0,-1 0 0,0 0 0,0-1 0,0 1 0,0 0 0,0 0 0,0-1 0,1 1 0,-1 0 0,0 0 0,0-1 0,0 1 0,0 0 0,0-1 0,0 1 0,0 0 0,0 0 0,0-1 0,0 1 0,0 0 0,0-1 0,-1 1 0,1 0 0,0 0 0,0-1 0,0 1 0,0 0 0,0 0 0,0-1 0,-1 1 0,1 0 0,-9-15 0,2 10 0,1 0 0,-1 0 0,0 0 0,0 1 0,-1 0 0,1 1 0,-1-1 0,0 2 0,1-1 0,-1 1 0,-1 0 0,-14-1 0,21 2 0,-1 1 0,1 0 0,0 1 0,0-1 0,0 0 0,0 0 0,0 1 0,0-1 0,0 1 0,0 0 0,0 0 0,0 0 0,1 0 0,-1 0 0,0 0 0,0 0 0,-2 2 0,2 0 0,0-1 0,1 1 0,-1-1 0,0 1 0,1 0 0,-1-1 0,1 1 0,0 0 0,0 0 0,-1 5 0,0 3 0,0 0 0,1 0 0,1 1 0,0-1 0,2 17 0,-1-22 0,0 0 0,0 0 0,0 0 0,0 0 0,1 0 0,0-1 0,0 1 0,1-1 0,0 1 0,0-1 0,0 0 0,0 0 0,1 0 0,0-1 0,0 1 0,0-1 0,0 0 0,1 0 0,0 0 0,0-1 0,0 1 0,0-1 0,0-1 0,1 1 0,-1-1 0,1 1 0,0-2 0,0 1 0,-1-1 0,1 0 0,9 1 0,-9-2 0,1 1 0,0-1 0,0-1 0,0 1 0,-1-1 0,1-1 0,0 1 0,-1-1 0,1 0 0,-1 0 0,7-4 0,-10 4 0,0 0 0,0 0 0,0 0 0,0-1 0,0 1 0,0-1 0,-1 0 0,1 0 0,-1 0 0,0 0 0,0 0 0,0 0 0,0-1 0,0 1 0,-1 0 0,0-1 0,1 0 0,-1 1 0,-1-1 0,1 0 0,0-4 0,-1-2 0,0 0 0,0 0 0,-1 1 0,0-1 0,-1 0 0,0 1 0,-1-1 0,0 1 0,-4-9 0,-8-13 0,-22-36 0,19 36 0,-145-258 0,161 286 0,1 0 0,-1 1 0,0 0 0,1-1 0,-1 1 0,-3-3 0,3 6 0,2 3 0,4 7 0,-4-11 0,23 69 0,65 131 0,-73-172 0,1-1 0,2-1 0,0-1 0,2 0 0,0-2 0,2 0 0,31 26 0,-40-40 0,0 0 0,1 0 0,0-2 0,0 0 0,0 0 0,1-1 0,0-1 0,1 0 0,-1-1 0,1-1 0,-1-1 0,1 0 0,0-1 0,19-1 0,-29 0 0,0-1 0,0 0 0,0-1 0,-1 1 0,1-1 0,0-1 0,-1 1 0,0-1 0,1 1 0,-1-2 0,0 1 0,-1 0 0,1-1 0,-1 0 0,1 0 0,-1 0 0,0-1 0,-1 0 0,1 1 0,-1-1 0,0 0 0,3-7 0,-3 6 0,0-1 0,-1 0 0,1 1 0,-1-1 0,-1 0 0,0 0 0,0 0 0,0 0 0,-1 0 0,0 0 0,0-1 0,0 1 0,-1 0 0,-1 0 0,1 0 0,-1 1 0,0-1 0,-4-8 0,-4-5 0,-2 0 0,-1 1 0,0 0 0,-31-31 0,42 47 0,-1 0 0,0 0 0,0 1 0,0-1 0,-1 1 0,1 0 0,-1 0 0,-6-2 0,9 3 0,0 1 0,0 0 0,1 0 0,-1-1 0,0 1 0,0 0 0,0 0 0,0 0 0,0 0 0,0 0 0,0 1 0,0-1 0,1 0 0,-1 0 0,0 1 0,0-1 0,-1 1 0,1 0 0,0-1 0,0 1 0,0 0 0,0 0 0,1 0 0,-1 0 0,0 0 0,1 0 0,-1 0 0,1 0 0,-1 0 0,1 0 0,-1 0 0,1 1 0,0-1 0,-1 0 0,1 1 0,-1 6 0,1 0 0,0 0 0,0 0 0,0 0 0,1 0 0,0-1 0,1 1 0,0 0 0,0-1 0,0 1 0,1-1 0,6 11 0,-2-5 0,0 0 0,1-1 0,1 0 0,0 0 0,19 19 0,-13-18 0,1-1 0,1 0 0,0-1 0,0-1 0,1-1 0,1 0 0,-1-1 0,1-1 0,1-1 0,-1-1 0,37 6 0,-52-11 0,0 0 0,0 1 0,0-1 0,0-1 0,0 1 0,0 0 0,0-1 0,-1 0 0,1 0 0,0 0 0,0-1 0,-1 1 0,7-4 0,-9 4 0,1 0 0,-1 0 0,0 0 0,0 0 0,0 0 0,0 0 0,0-1 0,0 1 0,0 0 0,0 0 0,0-1 0,0 1 0,-1-1 0,1 1 0,-1-1 0,1 1 0,-1-1 0,1 1 0,-1-1 0,0 1 0,0-1 0,0 1 0,0-1 0,0 1 0,0-1 0,0 0 0,-1 1 0,1-1 0,0 1 0,-1-1 0,1 1 0,-1 0 0,0-1 0,1 1 0,-1-1 0,0 1 0,-1-2 0,0 0-48,-1-1 0,0 1 1,0 0-1,0 0 0,-6-5 0,3 3-1030,-2-2-5748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 24575,'-12'-16'0,"9"12"0,10 11 0,9 9 0,1-1 0,0 0 0,1-2 0,0 0 0,1-1 0,27 12 0,-34-18 0,0 0 0,0-2 0,1 1 0,0-2 0,13 3 0,-24-5 0,-1-1 0,0 0 0,1 0 0,-1 0 0,1 0 0,-1 0 0,1 0 0,-1 0 0,0 0 0,1 0 0,-1-1 0,1 1 0,-1-1 0,0 1 0,1-1 0,-1 1 0,0-1 0,0 0 0,1 0 0,-1 1 0,0-1 0,0 0 0,0 0 0,0 0 0,0 0 0,0-1 0,0 1 0,-1 0 0,1 0 0,0 0 0,-1-1 0,1 1 0,0 0 0,-1-1 0,0 1 0,1 0 0,-1-1 0,0 1 0,0-1 0,1 1 0,-1-3 0,0-2 0,0-1 0,-1 0 0,0 0 0,0 0 0,0 0 0,-1 1 0,-2-9 0,2 12 0,1 0 0,0-1 0,0 1 0,1 0 0,-1-1 0,0-4 0,1 7 0,1 0 0,-1 1 0,0-1 0,0 0 0,0 1 0,0-1 0,0 0 0,1 1 0,-1-1 0,0 1 0,1-1 0,-1 1 0,0-1 0,1 0 0,-1 1 0,1-1 0,-1 1 0,0 0 0,1-1 0,-1 1 0,1-1 0,0 1 0,-1 0 0,1-1 0,-1 1 0,1 0 0,-1 0 0,1-1 0,0 1 0,-1 0 0,1 0 0,0 0 0,-1 0 0,1 0 0,0 0 0,-1 0 0,1 0 0,0 0 0,-1 0 0,1 0 0,0 0 0,0 1 0,8 0 0,0 1 0,0 1 0,0 0 0,0 0 0,11 6 0,42 25 0,-40-21 0,116 71-1365,-124-75-5461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3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204 159 24575,'-26'-39'0,"18"24"0,-1 1 0,-1 0 0,-1 1 0,0 0 0,-20-18 0,31 31 0,-1-1 0,0 0 0,0 1 0,1-1 0,-1 1 0,0-1 0,0 1 0,0-1 0,0 1 0,0 0 0,0-1 0,0 1 0,1 0 0,-1 0 0,0-1 0,0 1 0,0 0 0,0 0 0,0 0 0,0 0 0,0 1 0,0-1 0,0 0 0,0 0 0,-2 1 0,2 0 0,0 0 0,-1 0 0,1 0 0,0 0 0,0 1 0,0-1 0,0 0 0,0 1 0,0-1 0,0 0 0,0 1 0,0-1 0,0 3 0,-2 5 0,0 0 0,1 0 0,0 1 0,0 10 0,1-11 0,0 0 0,1 0 0,1 1 0,0-1 0,0 0 0,0 0 0,1 0 0,1 0 0,-1 0 0,2 0 0,4 9 0,-6-13 0,1-1 0,-1 0 0,1 1 0,1-1 0,-1 0 0,0-1 0,1 1 0,0-1 0,0 1 0,0-1 0,0 0 0,1 0 0,-1-1 0,1 0 0,0 1 0,-1-1 0,1-1 0,0 1 0,0-1 0,0 0 0,8 1 0,-8-2 0,-1 1 0,1-1 0,-1 0 0,1 0 0,-1-1 0,1 1 0,0-1 0,-1 0 0,0 0 0,1-1 0,-1 1 0,6-4 0,-7 3 0,0 0 0,0-1 0,0 1 0,0-1 0,0 0 0,0 0 0,-1 0 0,1 0 0,-1 0 0,0-1 0,0 1 0,0-1 0,-1 1 0,3-8 0,-2 6 0,-1 0 0,0 0 0,0 0 0,0 0 0,0-1 0,-1 1 0,0 0 0,0-1 0,-1 1 0,1 0 0,-1 0 0,0 0 0,-4-11 0,2 9 0,0 0 0,0 1 0,-1-1 0,0 1 0,-1-1 0,1 1 0,-1 1 0,0-1 0,-7-5 0,4 4 0,1 1 0,-1 0 0,-1 0 0,1 1 0,-1 1 0,0-1 0,0 1 0,0 1 0,0-1 0,-1 2 0,0-1 0,1 1 0,-1 1 0,0 0 0,-13 0 0,15 2-341,0 0 0,0 0-1,-12 4 1,4 1-6485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24575,'3'10'0,"1"0"0,0 0 0,0 0 0,1 0 0,10 14 0,0-3 0,21 23 0,-31-38 0,1 1 0,0-1 0,0 0 0,1-1 0,0 0 0,0 0 0,0 0 0,15 7 0,-21-12 0,0 1 0,0-1 0,0 0 0,-1 0 0,1 0 0,0 1 0,0-1 0,0 0 0,0 0 0,0 0 0,0 0 0,0 0 0,0-1 0,-1 1 0,1 0 0,0 0 0,0-1 0,0 1 0,0 0 0,0-1 0,-1 1 0,1-1 0,0 1 0,0-1 0,-1 1 0,1-1 0,0 1 0,-1-1 0,1 0 0,-1 0 0,1 1 0,-1-1 0,1 0 0,-1 0 0,1 1 0,-1-1 0,0 0 0,1 0 0,-1 0 0,0 0 0,0 0 0,0 0 0,0 0 0,2-7 0,-2 1 0,1-1 0,-1 1 0,-1-10 0,1 9 0,-1-5 0,-1 0 0,0 1 0,-8-25 0,1 4 0,9 32 0,0 1 0,0-1 0,-1 0 0,1 1 0,0-1 0,0 1 0,0-1 0,0 0 0,0 1 0,0-1 0,0 1 0,0-1 0,0 0 0,0 1 0,0-1 0,1 1 0,-1-1 0,1-1 0,-1 2 0,0 0 0,0 0 0,1 0 0,-1 0 0,0 0 0,1 0 0,-1 0 0,0 0 0,1 0 0,-1 0 0,0 0 0,0 0 0,1 0 0,-1 0 0,0 0 0,1 0 0,-1 0 0,0 0 0,1 0 0,-1 0 0,0 0 0,0 0 0,1 1 0,-1-1 0,1 0 0,20 18 0,-17-15 0,23 22 0,-2-3 0,32 24 0,-49-41 0,0 1 0,1-1 0,0-1 0,0 1 0,1-1 0,-1-1 0,1 0 0,13 3 0,-21-6 0,0 0 0,0 1 0,0-1 0,1 0 0,-1 0 0,0 0 0,0 0 0,0 0 0,1-1 0,-1 1 0,0-1 0,0 1 0,0-1 0,0 0 0,0 0 0,0 0 0,0 0 0,0 0 0,0 0 0,1-2 0,-1 1 0,0 0 0,-1-1 0,1 1 0,-1 0 0,0-1 0,0 1 0,0-1 0,0 0 0,0 1 0,0-1 0,-1 0 0,1 1 0,-1-1 0,0 0 0,0-4 0,-1-16 0,0 18 0,1-1 0,0 1 0,0-1 0,0 1 0,0 0 0,3-11 0,-2 15 0,-1 0 0,0 1 0,1-1 0,-1 0 0,1 0 0,-1 1 0,1-1 0,-1 0 0,1 1 0,-1-1 0,1 0 0,0 1 0,-1-1 0,1 1 0,0-1 0,0 1 0,-1 0 0,1-1 0,0 1 0,0 0 0,0-1 0,-1 1 0,1 0 0,0 0 0,0 0 0,0 0 0,0 0 0,0 0 0,-1 0 0,1 0 0,0 0 0,0 0 0,0 0 0,0 0 0,0 1 0,0-1 0,6 2 0,-1 1 0,-1-1 0,12 7 0,-9-5 0,99 63 69,-56-33-1503,-38-26-5392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24575,'14'27'0,"8"11"0,5 2 0,0-1 0,-2-5 0,-2-8 0,-4-6 0,-1-4 0,-5-2 0,-2-4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24575,'13'7'0,"3"8"0,-3 3 0,-6 1 0,-5-2-8191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24575,'-1'0'0,"0"0"0,1 0 0,-1 0 0,0 0 0,0 0 0,1 0 0,-1 0 0,0 0 0,0 0 0,1 0 0,-1 0 0,0 0 0,0 1 0,1-1 0,-1 0 0,0 0 0,1 1 0,-1-1 0,0 1 0,1-1 0,-1 0 0,0 1 0,1-1 0,-1 1 0,1-1 0,-1 1 0,1 0 0,-1 1 0,1-1 0,0 1 0,0-1 0,0 1 0,1 0 0,-1-1 0,0 1 0,1-1 0,0 1 0,-1-1 0,1 1 0,0-1 0,0 1 0,1 1 0,13 20 0,1-1 0,24 28 0,43 36 0,-80-84 0,5 6 0,-6-5 0,0 0 0,1 0 0,0 0 0,0 0 0,0-1 0,0 0 0,0 1 0,0-1 0,0 0 0,8 2 0,-11-4 0,0 0 0,1 0 0,-1 0 0,0 0 0,1 0 0,-1 0 0,0 0 0,1 0 0,-1 0 0,0-1 0,1 1 0,-1 0 0,0 0 0,0 0 0,1-1 0,-1 1 0,0 0 0,0 0 0,1-1 0,-1 1 0,0 0 0,0 0 0,0-1 0,1 1 0,-1 0 0,0-1 0,0 1 0,0 0 0,0-1 0,0 1 0,0 0 0,0-1 0,0 1 0,0 0 0,0-1 0,0 1 0,0 0 0,0-1 0,0 1 0,0-1 0,-3-19 0,2 15 0,-7-35 0,4 25 0,1 0 0,1-1 0,0 0 0,0-15 0,2 27 0,0 0 0,1 1 0,-1-1 0,1 1 0,0-1 0,0 1 0,0-1 0,0 1 0,0-1 0,1 1 0,0 0 0,-1 0 0,1-1 0,0 1 0,1 1 0,-1-1 0,1 0 0,-1 1 0,1-1 0,0 1 0,-1 0 0,6-3 0,-4 3 0,0 0 0,0 1 0,0 0 0,0-1 0,0 2 0,0-1 0,0 0 0,0 1 0,1 0 0,-1 0 0,0 0 0,0 1 0,0-1 0,1 1 0,-1 0 0,0 0 0,7 3 0,7 4 0,-1 0 0,27 17 0,-31-17 0,79 42 0,-56-32 0,0 2 0,-1 1 0,33 28 0,-65-47-195,-1 0 0,1 1 0,-1 0 0,0-1 0,1 1 0,1 4 0,1 2-6631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34 24575,'-22'-6'0,"-1"-1"0,0 1 0,0 1 0,0 1 0,-28-1 0,49 5 0,0 0 0,1 0 0,-1 0 0,1 0 0,-1 0 0,1 0 0,-1 0 0,1 1 0,-1-1 0,1 1 0,0-1 0,-1 1 0,1-1 0,-1 1 0,1 0 0,0 0 0,0 0 0,-1 0 0,1 0 0,0 0 0,0 0 0,0 0 0,-1 2 0,1-1 0,0 0 0,1 0 0,0 0 0,-1 0 0,1-1 0,0 1 0,0 0 0,0 0 0,0 0 0,0 0 0,0 0 0,1 0 0,-1 0 0,0 0 0,1 0 0,0 0 0,-1 0 0,2 1 0,3 7 0,0-1 0,1 0 0,0 0 0,0-1 0,1 1 0,0-1 0,16 14 0,-5-7 0,0-1 0,33 18 0,-43-28 0,-1 0 0,1-1 0,0 0 0,0 0 0,0-1 0,1 0 0,-1 0 0,1-1 0,-1 0 0,1-1 0,-1 0 0,13-1 0,-20 1 0,1 0 0,0-1 0,0 1 0,0 0 0,0-1 0,-1 1 0,1-1 0,0 0 0,0 0 0,-1 0 0,1 0 0,-1 0 0,1 0 0,-1 0 0,1 0 0,-1 0 0,0-1 0,1 1 0,-1-1 0,0 1 0,0-1 0,0 1 0,0-1 0,0 1 0,-1-1 0,1 0 0,0 0 0,-1 1 0,1-1 0,-1 0 0,0 0 0,1 0 0,-1 0 0,0 0 0,0 1 0,0-1 0,-1-4 0,-1-3 0,1-1 0,-2 1 0,1 0 0,-1 0 0,-1 0 0,-4-8 0,2 4 0,0 1 0,-1 1 0,-1-1 0,0 1 0,0 1 0,-14-13 0,22 22 0,0 1 0,0-1 0,-1 1 0,1 0 0,0 0 0,0-1 0,-1 1 0,1 0 0,0-1 0,-1 1 0,1 0 0,-1 0 0,1 0 0,0-1 0,-1 1 0,1 0 0,-1 0 0,1 0 0,0 0 0,-1 0 0,1 0 0,-1 0 0,0 7 0,8 14 0,1-8 0,0 0 0,1 0 0,0-1 0,13 14 0,48 40 0,-64-60 0,5 4-341,1 0 0,0-1-1,15 9 1,-15-12-6485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24575,'279'472'0,"-167"-294"0,-104-164-75,-7-11-24,0 0-1,1 0 1,-1 0 0,1-1 0,0 1 0,0 0-1,0-1 1,0 1 0,0-1 0,1 0-1,-1 1 1,5 1 0,0-2-6727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415 193 24575,'-19'-23'0,"-54"-62"0,62 73 0,-2 0 0,1 1 0,-1 1 0,-23-14 0,32 22 0,0-1 0,0 1 0,0 1 0,-1-1 0,1 1 0,0-1 0,-1 1 0,1 1 0,-1-1 0,1 1 0,-1-1 0,1 1 0,-1 0 0,1 1 0,-6 0 0,4 1 0,-1 0 0,0 1 0,1-1 0,0 1 0,0 1 0,-1-1 0,2 1 0,-12 9 0,0 2-341,0 0 0,1 1-1,-22 30 1,31-37-6485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85 24575,'-30'-31'0,"28"29"0,-1-1 0,0 1 0,0 0 0,0 1 0,0-1 0,0 0 0,0 1 0,-1-1 0,-4 0 0,7 2 0,0 0 0,0-1 0,1 1 0,-1 0 0,0 0 0,0 0 0,0 0 0,1 1 0,-1-1 0,0 0 0,0 0 0,1 0 0,-1 1 0,0-1 0,0 0 0,1 1 0,-1-1 0,0 0 0,1 1 0,-1-1 0,0 1 0,1-1 0,-1 1 0,1-1 0,-1 1 0,1 0 0,-1-1 0,1 1 0,-1 0 0,1-1 0,0 1 0,-1 0 0,1 0 0,0-1 0,0 1 0,0 0 0,-1 0 0,1-1 0,0 1 0,0 0 0,0 0 0,0 0 0,0-1 0,1 2 0,-1 4 0,0-1 0,0 0 0,1 0 0,0 1 0,2 5 0,1 3 0,2 0 0,0-1 0,0 1 0,1-1 0,1-1 0,0 1 0,1-2 0,0 1 0,1-1 0,0 0 0,1-1 0,0 0 0,0-1 0,1 0 0,1-1 0,-1 0 0,1-1 0,18 7 0,-29-13 0,0 0 0,0 0 0,0-1 0,0 1 0,0-1 0,0 0 0,0 1 0,0-1 0,0 0 0,0 0 0,1 0 0,-1 0 0,0-1 0,0 1 0,0-1 0,0 1 0,0-1 0,4-1 0,-5 1 0,0-1 0,1 1 0,-1 0 0,0-1 0,0 1 0,1-1 0,-1 1 0,0-1 0,-1 1 0,1-1 0,0 0 0,0 0 0,-1 1 0,1-1 0,-1 0 0,1 0 0,-1 0 0,0 0 0,0 1 0,0-1 0,0-3 0,-1-5 0,0-1 0,0 1 0,-1 0 0,-1 0 0,0 0 0,0 0 0,-1 0 0,0 1 0,0-1 0,-8-10 0,-5-5 0,0 1 0,-27-29 0,39 48 24,0-1 0,-1 1 0,0-1 0,-11-7 0,14 12-123,1-1 0,-1 1 0,0 0 0,0 0 0,0 0 0,0 0 0,0 0 0,0 1 0,0-1 0,0 1 0,0 0 0,0-1 0,0 1 0,-5 1 0,-4 2-6727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156 360 24575,'-39'-50'0,"-25"-36"0,55 72 0,0 0 0,1-1 0,1 0 0,-7-23 0,13 34 0,0 1 0,0-1 0,0 0 0,1 0 0,-1 1 0,1-1 0,0 0 0,0 0 0,0 1 0,1-1 0,-1 0 0,1 0 0,0 1 0,0-1 0,1 1 0,-1-1 0,1 1 0,-1-1 0,1 1 0,0 0 0,0 0 0,1 0 0,-1 0 0,1 0 0,-1 0 0,1 1 0,0-1 0,0 1 0,4-3 0,-2 2 0,1 0 0,0 0 0,0 0 0,0 0 0,0 1 0,0 0 0,1 0 0,-1 1 0,0 0 0,1 0 0,0 1 0,-1-1 0,1 1 0,-1 1 0,1-1 0,6 2 0,-1 1-455,0 1 0,20 9 0,-18-6-6371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24575,'0'12'0,"0"7"0,0 4 0,2 2 0,2-2 0,1-1 0,3-3 0,1-2 0,-3-4-8191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24575,'3'0'0,"0"2"0,3 4 0,0 5 0,-2 4 0,0 1 0,-2 1 0,0 0 0,-2-4-8191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8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89 24575,'0'0'0,"-1"0"0,1 0 0,0 0 0,0 0 0,0 0 0,0 0 0,0 0 0,-1 1 0,1-1 0,0 0 0,0 0 0,0 0 0,0 0 0,0 0 0,0 1 0,-1-1 0,1 0 0,0 0 0,0 0 0,0 0 0,0 1 0,0-1 0,0 0 0,0 0 0,0 0 0,0 0 0,0 1 0,0-1 0,0 0 0,0 0 0,0 0 0,0 0 0,0 1 0,0-1 0,0 0 0,0 0 0,0 0 0,0 0 0,0 1 0,1-1 0,-1 0 0,0 0 0,0 0 0,0 0 0,0 1 0,0-1 0,0 0 0,1 0 0,-1 0 0,0 0 0,0 0 0,7 10 0,3 3 0,1 0 0,0-1 0,1 0 0,0 0 0,1-2 0,0 0 0,18 11 0,-28-19 0,1-1 0,-1 1 0,1-1 0,-1 0 0,1 0 0,0 0 0,-1-1 0,6 1 0,-8-1 0,1 0 0,-1 0 0,0 0 0,0 0 0,1 0 0,-1-1 0,0 1 0,0 0 0,1-1 0,-1 1 0,0-1 0,0 0 0,0 1 0,0-1 0,0 0 0,0 0 0,0 1 0,0-1 0,0 0 0,0 0 0,0 0 0,0 0 0,-1 0 0,1 0 0,0-1 0,0-1 0,3-9 0,0 0 0,-1-1 0,-1 1 0,0-1 0,-1 0 0,0 0 0,-1-18 0,1-20 0,-1 50 0,0 0 0,0 0 0,0 0 0,0 0 0,0-1 0,0 1 0,0 0 0,1 0 0,-1 0 0,0 0 0,1 0 0,-1-1 0,1 1 0,0 0 0,-1 0 0,1 0 0,0 1 0,-1-1 0,1 0 0,0 0 0,0 0 0,0 0 0,0 1 0,0-1 0,0 0 0,0 1 0,0-1 0,0 1 0,0-1 0,0 1 0,0 0 0,0-1 0,0 1 0,1 0 0,-1 0 0,0 0 0,0-1 0,0 1 0,1 1 0,-1-1 0,0 0 0,0 0 0,0 0 0,0 1 0,3 0 0,2 1 0,1 0 0,0 1 0,-1 0 0,1 1 0,-1-1 0,7 6 0,35 26 0,93 63 0,-112-81 0,-8-5 0,38 28 0,-59-40-47,1 1 0,-1-1 0,1 0 0,-1 0 0,0 1 0,1-1 0,-1 0 0,0 1 0,1-1-1,-1 0 1,0 1 0,1-1 0,-1 1 0,0-1 0,0 0 0,0 1 0,1-1 0,-1 1 0,0-1 0,0 1 0,0-1 0,0 1-1,0-1 1,0 1 0,0-1 0,0 0 0,0 1 0,0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24575,'-1'0'0,"1"0"0,-1 1 0,1-1 0,-1 0 0,1 1 0,-1-1 0,0 0 0,1 1 0,-1-1 0,1 1 0,0-1 0,-1 1 0,1-1 0,-1 1 0,1 0 0,0-1 0,-1 1 0,1-1 0,0 1 0,0 0 0,-1-1 0,1 1 0,0 0 0,0-1 0,0 1 0,0 1 0,-3 23 0,3-21 0,0 18 0,0 0 0,2 1 0,0-1 0,2 0 0,0 0 0,14 38 0,1-6 0,40 74 0,8-9 0,-11-21 0,-55-97 12,0 1 0,0 0 0,-1-1 0,1 1 0,-1-1 0,1 1 0,-1 0 0,0-1 0,1 3 0,-1-3-44,0-1 1,0 0-1,-1 1 1,1-1-1,0 1 0,0-1 1,0 0-1,0 1 1,0-1-1,-1 0 0,1 0 1,0 1-1,0-1 1,-1 0-1,1 1 0,0-1 1,-1 0-1,1 0 1,0 0-1,0 1 0,-1-1 1,1 0-1,0 0 1,-1 0-1,1 0 0,-1 1 1,1-1-1,0 0 1,-1 0-1,1 0 0,0 0 1,-1 0-1,1 0 1,-1 0-1,1 0 1,0 0-1,-1 0 0,1-1 1,0 1-1,-1 0 1,1 0-1,0 0 0,-1 0 1,1 0-1,0-1 1,-1 1-1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2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1 474 24575,'23'2'0,"3"1"0,35-1 0,-54-2 0,1-1 0,-1 1 0,0-2 0,0 1 0,0-1 0,0 0 0,0 0 0,0-1 0,10-5 0,-14 6 0,-1 0 0,0 0 0,1 0 0,-1 0 0,0-1 0,0 1 0,0 0 0,0-1 0,0 0 0,-1 1 0,1-1 0,-1 0 0,0 0 0,0 0 0,0 0 0,0 0 0,0 0 0,0 0 0,-1 0 0,0 0 0,0 0 0,0-1 0,0 1 0,0 0 0,-1-6 0,-2-6 0,-1 0 0,0 0 0,-12-27 0,13 36 0,-38-82 0,26 61 0,2-1 0,-19-56 0,32 79 0,-1 1 0,0-1 0,1 0 0,0 1 0,0-1 0,1 0 0,0-5 0,-1 9 0,1-1 0,-1 1 0,0 0 0,1 0 0,-1 0 0,1 0 0,-1 0 0,1 0 0,-1 0 0,1 0 0,0 0 0,0 0 0,-1 0 0,3-1 0,-3 1 0,1 1 0,0 0 0,0-1 0,-1 1 0,1 0 0,0 0 0,0 0 0,-1 0 0,1 0 0,0-1 0,0 1 0,0 0 0,-1 1 0,1-1 0,0 0 0,0 0 0,-1 0 0,1 0 0,0 1 0,0-1 0,-1 0 0,1 1 0,0-1 0,1 1 0,1 1 0,0 1 0,0-1 0,-1 0 0,1 1 0,0 0 0,-1 0 0,0-1 0,1 2 0,-1-1 0,0 0 0,-1 0 0,2 4 0,4 8 0,6 23 0,-7-17 0,40 127 0,5 18 0,-35-124 0,39 75 0,-37-83-10,19 31-1345,-30-55-5471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3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61 24575,'1'-3'0,"7"-26"0,-7 27 0,-1 0 0,0 0 0,0 0 0,1 1 0,-1-1 0,0 0 0,-1 0 0,1 0 0,0 0 0,0 1 0,-1-1 0,0-3 0,1 5 0,0 0 0,-1 0 0,1 0 0,0 0 0,0-1 0,0 1 0,0 0 0,0 0 0,0 0 0,0 0 0,0 0 0,0 0 0,0 0 0,0 0 0,0 0 0,-1 0 0,1 0 0,0 0 0,0-1 0,0 1 0,0 0 0,0 0 0,0 0 0,0 0 0,-1 0 0,1 0 0,0 0 0,0 0 0,0 0 0,0 0 0,0 0 0,0 0 0,0 0 0,-1 0 0,1 0 0,0 0 0,0 0 0,0 1 0,0-1 0,0 0 0,0 0 0,0 0 0,-5 5 0,-3 9 0,-2 11 0,2 1 0,1 0 0,1 0 0,-4 34 0,1 110 0,9-143 0,1 0 0,2 0 0,1-1 0,9 35 0,-9-44 0,2-1 0,0-1 0,1 1 0,0-1 0,1 0 0,1-1 0,1 0 0,10 14 0,-1-7-195,1 0 0,1 0 0,0-2 0,2-1 0,0-1 0,43 25 0,-53-36-6631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3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24575,'15'-17'0,"0"1"0,19-16 0,-29 28 0,0 0 0,1 0 0,-1 0 0,1 0 0,0 1 0,0 0 0,1 1 0,-1-1 0,0 1 0,1 0 0,9-1 0,-12 3 0,0 0 0,0 1 0,0-1 0,0 1 0,0 0 0,0 0 0,0 0 0,0 0 0,0 1 0,0 0 0,0 0 0,3 2 0,8 6 0,20 16 0,-27-19 0,13 10 0,24 25 0,-39-36 0,0 1 0,-1 0 0,1 0 0,-1 0 0,-1 1 0,1 0 0,5 15 0,-9-20 0,0 0 0,-1 0 0,1 0 0,-1 1 0,0-1 0,0 0 0,0 0 0,0 1 0,0-1 0,-1 0 0,1 0 0,-1 0 0,-2 5 0,-1 3 0,-1-1 0,-10 16 0,10-18 0,0 0 0,1 0 0,0 1 0,-4 12 0,7-18 0,1 0 0,-1 0 0,1 0 0,0 0 0,-1 0 0,1 0 0,1 0 0,-1 0 0,0 0 0,1 0 0,0 0 0,-1 0 0,1 0 0,0 0 0,0-1 0,1 1 0,2 4 0,2 2 0,0-1 0,1 0 0,0-1 0,0 0 0,1 0 0,0 0 0,0-1 0,1 0 0,16 8 0,-1-2 0,1-1 0,40 11 0,-40-15 0,1 0 0,-1-2 0,1-1 0,42 1 0,-50-6-1365,-3-2-5461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3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24575,'-30'-7'0,"-11"0"0,-3 0 0,3 5 0,5 5 0,4 2 0,2 3 0,2-1 0,1 2 0,2-2 0,5 0-8191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3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24575,'22'4'0,"0"1"0,0 0 0,0 2 0,-1 1 0,0 0 0,-1 2 0,0 0 0,0 1 0,27 21 0,-24-12 0,0 0 0,-2 1 0,0 1 0,-1 1 0,-2 1 0,26 41 0,-22-28 0,-2 1 0,-1 1 0,24 74 0,-36-89 0,-1 1 0,0 0 0,-2 0 0,-2 1 0,0-1 0,-1 1 0,-5 45 0,2-59-195,0-1 0,-1 1 0,0-1 0,-1 0 0,0 0 0,-6 11 0,-1-2-6631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0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90 24575,'0'-22'0,"1"12"0,-1 1 0,0 0 0,-1 0 0,-2-13 0,3 22 0,0-1 0,0 1 0,0-1 0,0 1 0,0 0 0,0-1 0,0 1 0,-1-1 0,1 1 0,0 0 0,0-1 0,0 1 0,0 0 0,-1-1 0,1 1 0,0 0 0,0-1 0,-1 1 0,1 0 0,0 0 0,-1-1 0,1 1 0,0 0 0,-1 0 0,1-1 0,-7 7 0,-1 15 0,6-9 0,0 0 0,1 0 0,0 0 0,1 0 0,2 17 0,12 60 0,-14-85 0,5 22 0,-1-1 0,-1 1 0,-1 0 0,-3 42 0,1-68 0,0 1 0,0 0 0,0 0 0,0-1 0,0 1 0,-1 0 0,1 0 0,0-1 0,0 1 0,-1 0 0,1 0 0,0-1 0,0 1 0,-1 0 0,1-1 0,-1 1 0,1-1 0,-1 1 0,1-1 0,-2 2 0,2-2 0,-1-1 0,1 1 0,0 0 0,-1-1 0,1 1 0,-1 0 0,1-1 0,0 1 0,-1 0 0,1-1 0,0 1 0,-1-1 0,1 1 0,0-1 0,-1 1 0,1-1 0,0 1 0,0-1 0,0 1 0,0-1 0,0 1 0,-1-1 0,1 1 0,0-1 0,0 1 0,0-1 0,0 1 0,1-2 0,-2-1 0,1 1 0,0-1 0,-1 1 0,1-1 0,1 0 0,-1 1 0,0-1 0,1 1 0,-1-1 0,1 1 0,0-1 0,-1 1 0,1-1 0,0 1 0,1 0 0,-1-1 0,0 1 0,1 0 0,-1 0 0,1 0 0,0 0 0,0 0 0,-1 0 0,4-1 0,0 0 0,-1 1 0,1-1 0,0 1 0,-1 1 0,1-1 0,0 1 0,0 0 0,0 0 0,0 0 0,0 0 0,9 1 0,-3 0 0,0 1 0,0 0 0,-1 0 0,1 1 0,0 1 0,-1 0 0,1 0 0,-1 1 0,0 0 0,0 1 0,0 0 0,13 10 0,-21-14 0,-1 0 0,1 1 0,-1-1 0,0 0 0,1 0 0,-1 1 0,0-1 0,0 1 0,0-1 0,0 1 0,0 0 0,-1-1 0,1 1 0,0 0 0,-1-1 0,1 1 0,-1 3 0,0-4 0,0 1 0,0-1 0,0 1 0,-1-1 0,1 1 0,0-1 0,-1 0 0,0 1 0,1-1 0,-1 1 0,0-1 0,1 0 0,-1 0 0,0 1 0,0-1 0,-2 2 0,-2 1 0,-1 0 0,0 0 0,1 0 0,-1 0 0,-1-1 0,1 0 0,-11 3 0,3-2 0,0-1 0,-1-1 0,1 0 0,-27 0 0,5 0 0,-35 9-1365,59-9-5461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58 24575,'47'-24'0,"-37"18"0,0 0 0,0 1 0,1 1 0,21-7 0,-30 10 0,1 1 0,0 0 0,0 0 0,0 0 0,0 0 0,0 0 0,0 1 0,-1-1 0,1 1 0,0 0 0,0 0 0,-1 0 0,1 0 0,0 0 0,-1 0 0,4 3 0,4 3 0,-1 1 0,15 15 0,-6-6 0,-14-13 0,-1-1 0,1 1 0,-1 0 0,1 0 0,-1 0 0,0 0 0,0 0 0,2 6 0,-5-9 0,1 1 0,-1-1 0,1 1 0,-1-1 0,0 1 0,0-1 0,0 1 0,0 0 0,0-1 0,0 1 0,0-1 0,0 1 0,-1-1 0,1 1 0,0-1 0,-1 1 0,0-1 0,1 1 0,-1-1 0,0 0 0,1 1 0,-1-1 0,0 0 0,0 0 0,0 1 0,0-1 0,-1 0 0,1 0 0,0 0 0,-3 1 0,-1 1 0,0 0 0,0 0 0,0 0 0,-1-1 0,0 0 0,1 0 0,-1-1 0,0 1 0,0-1 0,1 0 0,-1-1 0,-10 0 0,-7 0 0,-43-9 0,55 7 0,8 2-48,-7-1 92,0-1-1,0-1 1,-18-6-1,27 9-93,-1-1 1,0 1-1,1-1 0,-1 0 1,1 0-1,-1 0 0,1 0 1,-1 0-1,1 0 0,0 0 0,-1 0 1,1 0-1,0-1 0,0 1 1,0 0-1,0-1 0,0 1 0,0-1 1,0 0-1,1 1 0,-1-1 1,1 1-1,-1-1 0,1 0 1,-1 0-1,1 1 0,0-1 0,0 0 1,0-3-1,2-4-6776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28 349 24575,'0'-16'0,"0"-2"0,0 0 0,4-18 0,-3 29 0,0 0 0,1 1 0,0-1 0,1 1 0,-1 0 0,1-1 0,0 1 0,8-9 0,4-4 0,0 1 0,2 0 0,0 1 0,1 1 0,1 1 0,30-19 0,-35 27 0,0 0 0,0 1 0,0 0 0,1 1 0,29-6 0,-12 6 0,58-3 0,-45 7 0,-1 2 0,1 1 0,56 12 0,-49-4 0,69 24 0,-100-26 0,-2 0 0,1 1 0,-1 1 0,-1 0 0,0 2 0,23 18 0,112 110 0,-128-115 0,-2 1 0,-1 0 0,0 2 0,-3 1 0,23 41 0,-23-34 0,-8-13 0,0-1 0,11 33 0,-19-43 0,-1 1 0,0-1 0,-1 0 0,-1 1 0,0-1 0,-1 0 0,0 1 0,-3 12 0,1-13 0,-1-1 0,0 1 0,-1-1 0,0 0 0,-1 0 0,-1-1 0,1 0 0,-13 14 0,1-4 0,0-1 0,-2-1 0,0-1 0,-41 27 0,45-36 0,-1 1 0,0-2 0,0 0 0,-20 4 0,-73 14 0,103-24 0,-70 13 0,53-10 0,1-2 0,-1 0 0,0-1 0,-24-3 0,-6 0 0,36 2 0,2 1 0,0-1 0,0-1 0,0 0 0,0-1 0,-30-9 0,-128-58 0,116 40 0,0-3 0,-59-43 0,96 60 0,9 8 0,1-1 0,0 0 0,1-1 0,0 0 0,0 0 0,0-1 0,-9-14 0,15 18 8,1 0 0,0 0 0,0-1 0,0 1 0,1-1 0,0 0 0,0 1 0,1-1 0,0 0 0,0 0 0,0 0 0,1 0 0,0 0 0,2-13 0,1 3-305,1 0 0,1 0 0,0 1 0,14-30 0,-11 31-6529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4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24575,'0'1'0,"1"-1"0,0 0 0,-1 0 0,1 1 0,0-1 0,-1 0 0,1 1 0,-1-1 0,1 1 0,-1-1 0,1 1 0,-1-1 0,1 1 0,-1-1 0,0 1 0,1-1 0,-1 1 0,0 0 0,1-1 0,-1 1 0,0 0 0,0-1 0,1 1 0,-1-1 0,0 1 0,0 0 0,0 1 0,3 21 0,-3-20 0,1 68 0,-1-41 0,5 48 0,1-22 0,-4 108 0,-1-14 0,6-87 0,1 20 0,-8-63 0,1 0 0,6 27 0,-4-25 48,2 11-1461,-1-24-5413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23 24575,'0'-1'0,"0"1"0,0-1 0,0 1 0,0-1 0,0 0 0,0 1 0,0-1 0,0 1 0,0-1 0,0 1 0,0-1 0,1 0 0,-1 1 0,0-1 0,0 1 0,1-1 0,-1 1 0,0-1 0,1 1 0,-1-1 0,1 1 0,0-1 0,-1 1 0,1 0 0,-1-1 0,1 1 0,-1 0 0,1 0 0,0 0 0,-1 0 0,1 0 0,-1 0 0,1 1 0,-1-1 0,1 0 0,-1 0 0,1 0 0,-1 0 0,1 1 0,-1-1 0,1 0 0,0 1 0,4 2 0,-1 1 0,1-1 0,5 8 0,-7-9 0,36 34 0,2-3 0,48 32 0,-80-59 0,0 0 0,-16-12 0,-171-141 0,174 143 0,-1 0 0,0 0 0,0 1 0,-9-6 0,14 9 0,-1-1 0,0 1 0,0-1 0,1 1 0,-1 0 0,0-1 0,1 1 0,-1 0 0,0 0 0,0 0 0,0 0 0,1 0 0,-1-1 0,0 1 0,0 1 0,1-1 0,-1 0 0,0 0 0,0 0 0,0 0 0,1 0 0,-1 1 0,0-1 0,0 0 0,1 1 0,-1-1 0,0 0 0,1 1 0,-1-1 0,0 1 0,1-1 0,-1 1 0,1 0 0,-1-1 0,1 1 0,-1 0 0,-2 6 0,0 1 0,0-1 0,1 0 0,0 1 0,0 0 0,1-1 0,0 14 0,0-10 0,-1 0 0,0 0 0,-3 12 0,2-15-151,1 0-1,-2 0 0,1 0 0,-1 0 1,0-1-1,-1 0 0,0 1 1,-7 7-1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0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50 24575,'-24'-17'0,"-9"-5"0,30 20 0,0 1 0,0-1 0,1 1 0,-1 0 0,0 0 0,0 1 0,0-1 0,0 1 0,0-1 0,-4 1 0,6 0 0,-1 0 0,1 1 0,-1-1 0,1 0 0,0 1 0,-1-1 0,1 1 0,0 0 0,-1-1 0,1 1 0,0 0 0,0 0 0,0 0 0,0 0 0,0 0 0,0 0 0,0 0 0,0 0 0,0 0 0,0 0 0,0 0 0,1 1 0,-1-1 0,1 0 0,-1 1 0,1-1 0,-1 0 0,1 1 0,0-1 0,-1 1 0,1-1 0,0 1 0,0-1 0,0 0 0,0 1 0,0-1 0,1 1 0,-1-1 0,0 1 0,1-1 0,-1 0 0,1 1 0,-1-1 0,1 0 0,0 0 0,-1 1 0,1-1 0,0 0 0,0 0 0,0 0 0,2 2 0,5 2 0,1 0 0,0-1 0,0 0 0,0-1 0,1 0 0,-1 0 0,16 2 0,-8-3 0,0 0 0,0-1 0,27-3 0,-43 2 0,0 0 0,0 0 0,0 0 0,0 0 0,0 0 0,0 0 0,0 0 0,0-1 0,0 1 0,0 0 0,-1-1 0,1 1 0,0 0 0,0-1 0,0 0 0,0 1 0,0-1 0,0 0 0,-1 0 0,0 1 0,0-1 0,0 1 0,0-1 0,0 1 0,0 0 0,0-1 0,0 1 0,0-1 0,0 1 0,0-1 0,0 1 0,0-1 0,-1 1 0,1 0 0,0-1 0,0 1 0,-1-1 0,1 1 0,0 0 0,-1-1 0,1 1 0,0 0 0,-1 0 0,1-1 0,-1 1 0,-4-4 0,0 1 0,0-1 0,0 1 0,-9-3 0,-7-3 0,-1 2 0,-37-9 0,46 14 0,0 0 0,1 1 0,-1 0 0,0 1 0,0 0 0,-17 3 0,28-2 0,-1-1 0,1 0 0,0 1 0,0-1 0,0 1 0,0 0 0,0 0 0,0 0 0,0 0 0,0 0 0,0 0 0,0 0 0,0 1 0,1-1 0,-1 1 0,0-1 0,1 1 0,-1 0 0,1-1 0,0 1 0,0 0 0,0 0 0,0 0 0,0 0 0,0 0 0,0 0 0,0 0 0,1 0 0,-1 1 0,1-1 0,0 0 0,-1 0 0,1 1 0,0-1 0,0 0 0,1 0 0,-1 0 0,0 1 0,1-1 0,-1 0 0,2 2 0,0 2 0,1 0 0,0-1 0,0 1 0,1-1 0,-1 1 0,1-1 0,0-1 0,0 1 0,1 0 0,0-1 0,-1 0 0,2 0 0,-1 0 0,0-1 0,11 5 0,-2-1 0,1-1 0,-1 0 0,1-1 0,0-1 0,21 4 0,-32-8 0,0 1 0,1 0 0,-1 0 0,1-1 0,0 1 0,-1-1 0,1-1 0,0 1 0,0-1 0,-1 1 0,6-2 0,-10 1 0,1 1 0,-1 0 0,0-1 0,1 1 0,-1 0 0,1-1 0,-1 1 0,0 0 0,1-1 0,-1 1 0,0-1 0,1 1 0,-1-1 0,0 1 0,0-1 0,1 1 0,-1-1 0,0 1 0,0-1 0,0 1 0,0-1 0,0 1 0,0-1 0,0 1 0,0-1 0,0 1 0,0-1 0,0 1 0,0-1 0,0 0 0,0 1 0,0-1 0,-1 1 0,1-1 0,0 1 0,0-1 0,-1 1 0,1 0 0,0-1 0,0 1 0,-1-1 0,1 1 0,-1-1 0,-18-18 0,9 12-52,0 1 1,-1 0-1,1 1 0,-18-7 0,11 6-1054,-2-2-5720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16 24575,'-1'-1'0,"0"0"0,1-1 0,-1 1 0,-1 0 0,1 0 0,0-1 0,0 1 0,0 0 0,-1 0 0,1 0 0,0 0 0,-2 0 0,2 1 0,1 0 0,0 0 0,0 0 0,-1 0 0,1 0 0,0 0 0,-1 0 0,1 0 0,0 0 0,0 0 0,-1 0 0,1 0 0,0 0 0,0 0 0,-1 0 0,1 0 0,0 0 0,-1 0 0,1 0 0,0 1 0,0-1 0,-1 0 0,1 0 0,0 0 0,0 1 0,-5 12 0,2 14 0,2 1 0,3 37 0,-1-12 0,-1-23 0,1 5 0,-1 0 0,-9 56 0,8-87 0,-2 22 0,3-26 0,0 0 0,0 1 0,0-1 0,0 1 0,0-1 0,0 0 0,0 1 0,0-1 0,0 0 0,0 1 0,0-1 0,1 0 0,-1 1 0,0-1 0,0 0 0,0 1 0,1-1 0,-1 0 0,0 1 0,0-1 0,1 0 0,-1 0 0,0 1 0,1-1 0,-1 0 0,0 0 0,1 0 0,-1 0 0,0 1 0,1-1 0,-1 0 0,0 0 0,1 0 0,-1 0 0,1 0 0,-1 0 0,0 0 0,1 0 0,-1 0 0,0 0 0,1 0 0,-1 0 0,1 0 0,-1 0 0,0 0 0,1-1 0,-1 1 0,0 0 0,1 0 0,-1 0 0,0-1 0,1 1 0,-1 0 0,1-1 0,8-4 0,0 0 0,0-1 0,11-11 0,-11 10 0,0-1 0,16-8 0,-20 13 0,1 1 0,-1-1 0,1 1 0,0 0 0,0 0 0,0 1 0,0 0 0,0 0 0,0 0 0,8 1 0,-10 0 0,0 0 0,0 1 0,-1 0 0,1 0 0,0 0 0,-1 0 0,1 0 0,-1 1 0,1 0 0,-1 0 0,0 0 0,0 0 0,0 0 0,0 0 0,0 1 0,0 0 0,4 5 0,12 18 0,19 33 0,-24-36 0,-6-10 0,-4-9 0,-1 1 0,0 0 0,0 0 0,-1 1 0,5 9 0,-7-13 0,0-1 0,0 1 0,1-1 0,-1 1 0,0-1 0,0 1 0,0-1 0,-1 1 0,1-1 0,0 0 0,-1 1 0,1-1 0,0 1 0,-1-1 0,0 0 0,1 1 0,-1-1 0,0 0 0,0 0 0,1 1 0,-1-1 0,0 0 0,0 0 0,0 0 0,-1 0 0,1 0 0,0 0 0,-2 1 0,-5 2 0,1 0 0,0-1 0,-1 1 0,0-2 0,0 1 0,0-1 0,0 0 0,0-1 0,-11 2 0,-11-2 0,-37-2 0,25-1 0,-30 2-1365,59 0-5461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7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24575,'0'-3'0,"0"1"0,0 0 0,0-1 0,0 1 0,1-1 0,-1 1 0,1 0 0,-1-1 0,1 1 0,0 0 0,0 0 0,0 0 0,0 0 0,1 0 0,-1 0 0,1 0 0,-1 0 0,1 0 0,2-2 0,-1 2 0,0 0 0,0 0 0,0 1 0,0-1 0,0 1 0,1 0 0,-1 0 0,0 0 0,1 1 0,-1-1 0,1 1 0,3-1 0,5 2 0,1-1 0,-1 2 0,0 0 0,0 0 0,0 1 0,18 7 0,-23-8 0,-1 1 0,0 0 0,0 0 0,0 1 0,0-1 0,0 1 0,-1 1 0,0-1 0,6 7 0,-9-9 0,-1 0 0,1 0 0,-1 0 0,1 0 0,-1 1 0,0-1 0,0 0 0,0 1 0,0-1 0,-1 1 0,1 0 0,0-1 0,-1 1 0,0-1 0,0 1 0,0 0 0,0-1 0,0 1 0,0 0 0,-1-1 0,1 1 0,-1-1 0,0 1 0,0-1 0,0 1 0,0-1 0,-1 3 0,-4 4 0,0-1 0,0 1 0,-1-1 0,0-1 0,-1 1 0,1-1 0,-14 9 0,-3 4 0,23-20 0,1 1 0,-1-1 0,0 1 0,1 0 0,-1-1 0,1 1 0,-1-1 0,1 1 0,-1 0 0,1-1 0,-1 1 0,1 0 0,0-1 0,-1 1 0,1 0 0,0 0 0,0-1 0,-1 3 0,1-3 0,0 1 0,1-1 0,-1 1 0,0-1 0,0 0 0,1 1 0,-1-1 0,0 1 0,0-1 0,1 0 0,-1 1 0,1-1 0,-1 0 0,0 1 0,1-1 0,-1 0 0,0 0 0,1 1 0,-1-1 0,1 0 0,-1 0 0,1 0 0,0 0 0,5 2 0,1-1 0,0 0 0,11 0 0,-3 0 0,34 5-682,90-1-1,-124-5-6143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9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205 434 24575,'-5'-9'0,"1"-1"0,0 1 0,0-1 0,1 0 0,0 0 0,1 0 0,0-1 0,1 1 0,-1-17 0,2 17 0,0-1 0,1 1 0,0 0 0,1-1 0,0 1 0,0 0 0,1 0 0,1 0 0,0 1 0,0-1 0,1 1 0,0 0 0,0 0 0,1 0 0,0 1 0,14-15 0,-1 1 0,-13 15 0,0 0 0,11-10 0,-5 8 0,1 0 0,0 0 0,0 1 0,1 1 0,0 0 0,1 1 0,-1 1 0,1 0 0,0 1 0,20-3 0,12 1 0,1 2 0,49 4 0,-71 0 0,-22 0 0,41-1 0,0 3 0,0 1 0,58 12 0,133 50 0,-201-52 0,0 1 0,-1 3 0,-1 0 0,38 27 0,113 100 0,-173-134 0,-1 0 0,0 0 0,-1 1 0,-1 0 0,1 1 0,6 12 0,-4-2 0,-1 0 0,13 40 0,-8-17 0,-7-26 0,-2 1 0,0 0 0,-1 1 0,-1-1 0,0 1 0,0 23 0,-4 23 0,-2 62 0,0-110 0,-1 0 0,0 0 0,-1-1 0,-2 1 0,0-1 0,0 0 0,-2-1 0,0 0 0,-1 0 0,-1 0 0,0-1 0,-1-1 0,-1 0 0,-1 0 0,-19 17 0,13-15 0,-2-2 0,0 0 0,0-1 0,-44 20 0,54-29 0,-1-1 0,0 0 0,0 0 0,0-1 0,-14 1 0,-76 10 0,59-8 0,23-2 0,-32 0 0,-237-4 0,263-2 0,-1-2 0,0 0 0,1-2 0,-27-9 0,26 6 0,-1-2 0,1-2 0,-26-15 0,29 15 0,-7-6 0,-46-36 0,27 19 0,-33-28 0,56 38 0,-34-44 0,42 46 0,0-1 0,2-1 0,1-1 0,-22-47 0,-22-40 0,56 108 0,1 0 0,0 0 0,1-1 0,0 0 0,-1 1 0,2-1 0,-1 0 0,1 0 0,0-10 0,0 12 0,2 1 0,-1 0 0,0 0 0,1-1 0,0 1 0,0 0 0,0 0 0,0 0 0,1 0 0,-1 0 0,1 0 0,0 0 0,0 1 0,1-1 0,-1 1 0,5-6 0,8-4-1365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9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1 125 24575,'5'-15'0,"4"-7"0,0-2 0,2 0 0,-2 2 0,-2 5-8191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8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24575,'2'-2'0,"2"7"0,1 8 0,-3 0 0,-1 0 0,-1 0 0,0 1 0,-1-1 0,0 0 0,-1 0 0,-7 24 0,4-15 0,-4 38 0,7-13 0,3-1 0,9 68 0,26 88 0,-19-114 0,-12-46 0,-1 0 0,-3 71 0,-2-66 0,1-45-114,0-1 62,0-1 0,0 1 0,0-1-1,0 0 1,1 1 0,-1-1 0,-1 1 0,1-1 0,0 1 0,0-1 0,0 1-1,0-1 1,0 0 0,0 1 0,0-1 0,-1 1 0,1-1 0,0 1 0,0-1-1,0 0 1,-1 1 0,1-1 0,-1 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8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24575,'6'0'0,"0"1"0,0 0 0,0 0 0,0 1 0,0-1 0,0 1 0,9 5 0,39 23 0,-37-19 0,27 16 0,54 29 0,-134-93 0,-94-72 0,124 104 0,-20-15 0,25 19 0,-1 0 0,0 0 0,0 0 0,0 0 0,0 1 0,0-1 0,0 0 0,0 1 0,0-1 0,0 1 0,0 0 0,-3-1 0,4 2 0,0-1 0,0 0 0,0 1 0,1-1 0,-1 0 0,0 1 0,0-1 0,0 1 0,1-1 0,-1 1 0,0 0 0,0-1 0,1 1 0,-1 0 0,1-1 0,-1 1 0,1 0 0,-1 0 0,1 0 0,-1-1 0,1 1 0,-1 0 0,1 0 0,0 0 0,0 0 0,0 0 0,-1 0 0,1 2 0,-1 30 0,1-27 0,1 28-89,1-18-124,-2-1 0,0 0 1,-1 0-1,0 0 1,-6 20-1,5-25-6613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9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148 167 24575,'-9'-15'0,"1"0"0,-2 0 0,0 1 0,-18-21 0,28 35 0,0-1 0,0 1 0,0 0 0,-1 0 0,1-1 0,0 1 0,0 0 0,-1 0 0,1-1 0,0 1 0,-1 0 0,1 0 0,0 0 0,0-1 0,-1 1 0,1 0 0,0 0 0,-1 0 0,1 0 0,-1 0 0,1 0 0,0 0 0,-1 0 0,1 0 0,0 0 0,-1 0 0,1 0 0,-3 8 0,5 14 0,-1-14 0,2 4 0,0 1 0,0-1 0,1 0 0,7 13 0,-10-22 0,1-1 0,-1 1 0,1-1 0,0 0 0,0 1 0,-1-1 0,2 0 0,-1 0 0,0-1 0,4 4 0,-5-4 0,1-1 0,0 1 0,0 0 0,-1-1 0,1 1 0,0-1 0,0 0 0,-1 1 0,1-1 0,0 0 0,0 0 0,0 0 0,0 0 0,-1-1 0,1 1 0,0 0 0,0-1 0,1 0 0,-1 0 0,-1 1 0,0-1 0,1 0 0,-1 1 0,0-1 0,0 0 0,0 0 0,0 0 0,0 0 0,0 0 0,0 0 0,0 0 0,0-1 0,0 1 0,-1 0 0,1 0 0,0-1 0,-1 1 0,1 0 0,-1-1 0,0 1 0,1-1 0,-1 1 0,0 0 0,0-1 0,0 1 0,0-1 0,0 1 0,0-1 0,0 1 0,-1-2 0,0-3 0,0 0 0,0 0 0,-1 1 0,0-1 0,0 0 0,-3-5 0,1 5 0,0-1 0,0 1 0,-1 0 0,0 1 0,0-1 0,0 1 0,-1 0 0,1 0 0,-1 1 0,-8-6 0,11 9 0,0-1 0,0 1 0,0-1 0,-1 1 0,1 0 0,0 0 0,0 1 0,-1-1 0,1 1 0,-1-1 0,-2 1 0,3 0 0,1 1 0,0-1 0,0 1 0,-1-1 0,1 1 0,0 0 0,0 0 0,0 0 0,0 0 0,0 0 0,0 0 0,0 0 0,0 1 0,1-1 0,-1 1 0,0-1 0,-2 4 0,2-1 0,-1-1 0,1 1 0,0 0 0,0 0 0,0 0 0,1 0 0,0 0 0,-1 0 0,1 0 0,1 0 0,-1 1 0,0-1 0,1 0 0,0 0 0,0 1 0,1-1 0,0 6 0,0-6 0,-1-1 0,1 1 0,0-1 0,1 1 0,-1-1 0,1 1 0,-1-1 0,1 0 0,0 0 0,0 0 0,1 0 0,-1 0 0,0 0 0,1 0 0,0-1 0,0 1 0,0-1 0,0 0 0,6 4 0,-6-5 0,0 0 0,0 1 0,1-1 0,-1 0 0,0-1 0,0 1 0,1-1 0,-1 1 0,0-1 0,1 0 0,-1 0 0,0 0 0,1-1 0,-1 1 0,0-1 0,0 0 0,1 0 0,-1 0 0,0 0 0,0 0 0,0-1 0,0 1 0,0-1 0,-1 0 0,1 0 0,0 0 0,2-3 0,-2 2 0,-1 0 0,1 0 0,-1-1 0,1 1 0,-1-1 0,0 0 0,-1 0 0,1 0 0,0 1 0,-1-2 0,0 1 0,0 0 0,0 0 0,-1 0 0,1 0 0,-1 0 0,0-1 0,0 1 0,-1 0 0,1 0 0,-2-6 0,0 3 0,0-1 0,-1 1 0,1 0 0,-2 0 0,1 0 0,-1 0 0,0 1 0,0 0 0,0-1 0,-1 1 0,0 1 0,0-1 0,-1 1 0,-9-8 0,14 13 0,0-1 0,1 1 0,-1 0 0,0-1 0,0 1 0,1 0 0,-1 0 0,0-1 0,0 1 0,1 0 0,-1 0 0,0 0 0,0 0 0,0 0 0,0 0 0,1 0 0,-1 0 0,0 1 0,0-1 0,1 0 0,-1 0 0,-1 1 0,0 0 0,0 0 0,1 0 0,0 1 0,-1-1 0,1 0 0,0 1 0,0-1 0,0 0 0,-2 4 0,-1 3 0,0 0 0,1 0 0,-4 11 0,6-16 0,0 2 0,0 0 0,0 0 0,1 0 0,-1 1 0,1-1 0,0 0 0,1 0 0,-1 0 0,1 0 0,0 0 0,0 0 0,1 0 0,-1 0 0,1 0 0,0 0 0,1-1 0,-1 1 0,1-1 0,0 0 0,0 0 0,0 0 0,0 0 0,1 0 0,0 0 0,0-1 0,0 0 0,0 0 0,0 0 0,0 0 0,1-1 0,0 0 0,-1 1 0,1-2 0,0 1 0,0-1 0,0 1 0,0-1 0,0-1 0,0 1 0,0-1 0,0 0 0,1 0 0,-1 0 0,7-2 0,-10 2 0,1-1 0,0 0 0,0 0 0,0 0 0,0 0 0,-1 0 0,1-1 0,-1 1 0,1-1 0,-1 0 0,1 0 0,-1 1 0,0-2 0,0 1 0,0 0 0,0 0 0,0-1 0,-1 1 0,1-1 0,-1 1 0,1-1 0,-1 0 0,0 1 0,0-1 0,0 0 0,0 0 0,0-5 0,-1 3 0,1 1 0,-1 0 0,-1-1 0,1 1 0,-1 0 0,1-1 0,-1 1 0,0 0 0,-1 0 0,1 0 0,-1 0 0,0 0 0,0 0 0,0 0 0,0 0 0,-1 1 0,1-1 0,-7-5 0,2 3-72,0 1 1,0-1-1,0 1 0,-1 1 0,0-1 0,0 1 0,-1 1 0,1-1 1,-1 1-1,1 1 0,-1 0 0,0 0 0,0 1 0,0 0 0,0 0 1,0 1-1,0 0 0,-14 2 0,-1 4-6754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4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14 24575,'-10'-12'0,"9"12"0,1 0 0,0 0 0,-1 0 0,1-1 0,0 1 0,0 0 0,-1 0 0,1 0 0,0 0 0,-1 0 0,1 0 0,0 0 0,0 0 0,-1 0 0,1 0 0,0 0 0,-1 0 0,1 0 0,0 0 0,-1 0 0,1 0 0,0 0 0,-1 0 0,1 0 0,-1 1 0,1 0 0,-1 0 0,0 0 0,1 0 0,-1 0 0,1 0 0,0 0 0,-1 0 0,1 0 0,0 0 0,-1 0 0,1 0 0,0 0 0,0 0 0,0 0 0,0 0 0,0 0 0,0 0 0,0 1 0,1 0 0,6 104 0,-5-52 0,2-12-22,11 43 0,-7-40-1299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4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0 24575,'-27'0'0,"-13"0"0,-4 0 0,5 0 0,3 0 0,3 0 0,5 0 0,2 0 0,3 0 0,3 0 0,2 0 0,5 0-8191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5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15 303 24575,'-5'-20'0,"2"1"0,0 0 0,0-1 0,2 0 0,1-28 0,1 42 0,1 0 0,-1 0 0,1 0 0,0 0 0,0 0 0,1 1 0,-1-1 0,1 1 0,0-1 0,1 1 0,0 0 0,-1 0 0,2 1 0,-1-1 0,0 1 0,1 0 0,0 0 0,6-4 0,-2 2 0,0 1 0,0 0 0,1 1 0,-1 0 0,1 0 0,0 1 0,0 0 0,1 0 0,19-1 0,33-2 0,-40 2 0,0 2 0,0 1 0,0 1 0,36 4 0,-36 0 0,0 1 0,0 1 0,-1 1 0,0 1 0,0 1 0,40 23 0,-49-24 0,0 0 0,-1 1 0,1 0 0,-2 1 0,0 0 0,16 18 0,123 164 0,-148-189 0,1 1 0,0 0 0,-1 0 0,0 0 0,0 0 0,0 0 0,0 1 0,-1-1 0,0 0 0,0 1 0,0-1 0,0 1 0,0-1 0,-1 1 0,0-1 0,0 1 0,-1 0 0,1-1 0,-1 1 0,-1 6 0,-1-3 0,0 0 0,-1-1 0,1 1 0,-1-1 0,0 0 0,-1 0 0,0-1 0,0 1 0,-1-1 0,-9 9 0,12-12 0,-59 50 0,52-46 0,0-1 0,-1 1 0,0-2 0,-20 9 0,7-6 0,0 0 0,-1-2 0,0-1 0,0-1 0,0-1 0,-1-1 0,1-1 0,-45-4 0,57 0 0,0 1 0,0-2 0,0 0 0,0 0 0,1-1 0,-1-1 0,-21-13 0,28 15 0,1 0 0,-1 0 0,1 0 0,0-1 0,0 0 0,1 0 0,-1 0 0,1 0 0,0-1 0,0 0 0,1 0 0,0 0 0,0 0 0,0 0 0,1-1 0,0 1 0,-2-9 0,2-24-1365,2 22-5461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16 24575,'-1'-1'0,"0"-1"0,0 1 0,0 0 0,0-1 0,0 1 0,0 0 0,-1 0 0,1 0 0,0 0 0,0 0 0,-1 0 0,-1 0 0,3 0 0,0 1 0,-1 0 0,1 0 0,0 0 0,0 0 0,-1 0 0,1 0 0,0 0 0,-1 0 0,1 0 0,0 0 0,0 0 0,-1 0 0,1 1 0,0-1 0,-1 0 0,1 0 0,0 0 0,0 0 0,-1 0 0,1 0 0,0 1 0,0-1 0,0 0 0,-1 1 0,-4 11 0,3 13 0,1 0 0,2 33 0,1-11 0,-1-11 0,2 0 0,2 0 0,1 0 0,14 41 0,-17-66-1365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6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24575,'48'20'0,"0"3"0,60 38 0,-107-61 0,0 0 0,-1 0 0,1 1 0,0-1 0,-1 0 0,1 1 0,0-1 0,-1 1 0,1-1 0,-1 1 0,1-1 0,0 1 0,-1 0 0,1-1 0,-1 1 0,0-1 0,1 1 0,-1 0 0,1 1 0,-2-2 0,1 0 0,0 0 0,-1 1 0,1-1 0,-1 0 0,1 0 0,-1 1 0,0-1 0,1 0 0,-1 0 0,1 0 0,-1 0 0,1 0 0,-1 0 0,1 0 0,-1 0 0,1 0 0,-1 0 0,0 0 0,-35-6 0,-90-29 0,96 26 0,28 8 0,-1 0 0,1 0 0,0 1 0,-1-1 0,1 1 0,0 0 0,-1 0 0,1-1 0,0 2 0,-1-1 0,1 0 0,0 0 0,-1 1 0,1-1 0,0 1 0,0 0 0,-1 0 0,1 0 0,-3 1 0,3 1 0,-1-1 0,1 0 0,-1 1 0,1-1 0,0 1 0,0 0 0,1 0 0,-1 0 0,0 0 0,1 0 0,0 0 0,-2 6 0,-2 6-1365,2-2-5461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3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111 156 24575,'1'-17'0,"-2"0"0,-1 0 0,-4-24 0,2 18 0,4 18 0,0 0 0,-1 1 0,0-1 0,0 1 0,0-1 0,-3-6 0,4 11 0,0 0 0,0 0 0,0 0 0,0 0 0,0 0 0,0 0 0,0 0 0,0 0 0,0 0 0,0 0 0,0-1 0,0 1 0,-1 0 0,1 0 0,0 0 0,0 0 0,0 0 0,0 0 0,0 0 0,0 0 0,0 0 0,0 0 0,0 0 0,0 0 0,0 0 0,0-1 0,0 1 0,-1 0 0,1 0 0,0 0 0,0 0 0,0 0 0,0 0 0,0 0 0,0 0 0,0 0 0,0 0 0,0 0 0,-1 0 0,1 0 0,0 0 0,0 0 0,0 0 0,0 0 0,0 0 0,0 0 0,0 0 0,0 1 0,0-1 0,0 0 0,-1 0 0,1 0 0,0 0 0,0 0 0,-2 7 0,0 9 0,8 205 0,2-39 0,-7-167 0,-1-9 0,0 0 0,0 1 0,0-1 0,-1 0 0,-2 7 0,3-12 0,1-1 0,-1 0 0,0 0 0,0 0 0,-1 1 0,1-1 0,0 0 0,0 0 0,0 1 0,0-1 0,0 0 0,0 0 0,0 0 0,0 1 0,0-1 0,0 0 0,0 0 0,-1 0 0,1 0 0,0 1 0,0-1 0,0 0 0,0 0 0,-1 0 0,1 0 0,0 0 0,0 1 0,0-1 0,0 0 0,-1 0 0,1 0 0,0 0 0,0 0 0,-1 0 0,1 0 0,-4-7 0,1-15 0,2 15 0,1-1 0,0 0 0,0 0 0,1 0 0,2-12 0,-3 18 0,1 0 0,0-1 0,0 1 0,0 0 0,0 0 0,1 0 0,-1 0 0,0 0 0,1 0 0,0 0 0,-1 0 0,1 1 0,0-1 0,0 1 0,0-1 0,0 1 0,0-1 0,0 1 0,0 0 0,0 0 0,1 0 0,2 0 0,5-2 0,0 1 0,0 0 0,0 1 0,1 0 0,-1 0 0,0 2 0,1-1 0,-1 1 0,0 0 0,0 1 0,17 5 0,-13-3 0,-1 2 0,1-1 0,-1 2 0,0 0 0,0 0 0,-1 1 0,19 16 0,-29-22 0,1 0 0,-1 1 0,1-1 0,-1 1 0,0 0 0,0-1 0,0 1 0,-1 0 0,1 0 0,0 1 0,-1-1 0,0 0 0,0 0 0,0 1 0,0-1 0,-1 1 0,1-1 0,-1 0 0,0 1 0,0-1 0,0 1 0,0-1 0,-1 1 0,1-1 0,-1 1 0,0-1 0,-2 5 0,1-3 0,0 0 0,-1-1 0,0 1 0,0 0 0,0-1 0,0 1 0,-1-1 0,1 0 0,-1 0 0,0-1 0,-1 1 0,1-1 0,-1 0 0,1 0 0,-1 0 0,-8 3 0,-2-1 0,-1 0 0,0-1 0,0-1 0,0 0 0,-1-1 0,-22 0 0,10-3 0,1-1 0,-52-10 0,73 10 24,-1 1 0,1-2 0,0 1 0,-12-7 0,17 9-66,1-1-1,0 1 1,0-1-1,0 0 1,-1 0-1,1 1 1,0-1 0,0 0-1,0 0 1,1 0-1,-1 0 1,0 0-1,0 0 1,0 0 0,1 0-1,-1-1 1,0 1-1,1 0 1,-1 0-1,1-1 1,0 1 0,-1 0-1,1 0 1,0-1-1,0 1 1,0 0-1,0-1 1,0 1 0,0 0-1,0-1 1,0 1-1,0 0 1,1-1-1,0-1 1,4-6-6784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3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24575,'-3'5'0,"0"4"0,0 3 0,1 2 0,0 1 0,3 0 0,2 0 0,2 1 0,1-1 0,1 0 0,0-1 0,-1 1 0,-2-1 0,-2 1 0,0-3-8191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45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18 459 24575,'-3'-7'0,"0"-1"0,0 0 0,1 0 0,0 0 0,1 0 0,-1-16 0,1 3 0,4-32 0,-2 43 0,0 1 0,1-1 0,1 1 0,0 0 0,0-1 0,5-8 0,2-1 0,19-29 0,-21 37 0,0-1 0,1 2 0,0-1 0,1 1 0,0 0 0,0 1 0,1 1 0,0-1 0,1 2 0,17-10 0,-12 9 0,1 0 0,0 1 0,0 0 0,1 2 0,37-7 0,-30 9 0,-7 0 0,0 0 0,0 2 0,0 0 0,34 3 0,4 9 0,77 24 0,227 93 0,-306-107 0,-12-4 0,52 27 0,-61-26 0,-9-5 0,0 1 0,0 1 0,-1 1 0,41 37 0,-51-37 0,0 0 0,-1 1 0,-1 1 0,0 0 0,-1 0 0,15 39 0,-20-41 0,-1 1 0,0 0 0,-1 0 0,2 30 0,-5-19 0,0 1 0,-4 31 0,1-45 0,0-1 0,-1 0 0,-1 1 0,0-1 0,0-1 0,-2 1 0,0-1 0,0 0 0,-1 0 0,-1 0 0,0-1 0,-1-1 0,0 1 0,-1-1 0,0-1 0,-1 0 0,0 0 0,0-1 0,-1-1 0,0 0 0,-21 11 0,-9 2 0,-61 30 0,-56 20 0,132-61 0,0-1 0,0-1 0,-1-2 0,-49 5 0,38-8 0,-55-3 0,38-1 0,42 0 0,-1-1 0,0 0 0,1-2 0,-1 1 0,1-2 0,-21-9 0,-20-6 0,26 10 0,1-2 0,0 0 0,1-2 0,0-1 0,1-1 0,-33-27 0,11 9 0,25 18 0,-39-35 0,42 32 0,0-2 0,2 0 0,0-1 0,1-1 0,2 0 0,-21-41 0,32 55 0,1-1 0,0 0 0,1 0 0,0 1 0,1-1 0,-1-11 0,3-62 0,1 34 0,-1 34-1365,-1 2-5461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6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7 24575,'-1'-1'0,"1"1"0,0 0 0,0 0 0,0-1 0,0 1 0,0 0 0,0 0 0,0-1 0,0 1 0,0 0 0,0 0 0,-1-1 0,1 1 0,0 0 0,0 0 0,0 0 0,-1-1 0,1 1 0,0 0 0,0 0 0,0 0 0,-1 0 0,1-1 0,0 1 0,0 0 0,-1 0 0,1 0 0,0 0 0,0 0 0,-1 0 0,1 0 0,0 0 0,0 0 0,-1 0 0,1 0 0,0 0 0,-1 0 0,1 0 0,0 0 0,0 0 0,-1 0 0,1 0 0,0 1 0,-8 12 0,-2 23 0,-7 67 0,12-66 0,0 4 0,1 77 0,25 76 0,-10-121 0,1 84 0,-12-152 0,0 35 0,8 57 0,-7-89 0,1 3 0,0-1 0,-1 1 0,0-1 0,-1 1 0,-1 11 0,1-22-30,0 0 0,0 0-1,0 0 1,0 1 0,0-1-1,0 0 1,0 0 0,0 0-1,0 1 1,0-1 0,-1 0-1,1 0 1,0 0 0,0 0-1,0 1 1,0-1-1,0 0 1,0 0 0,0 0-1,0 0 1,-1 1 0,1-1-1,0 0 1,0 0 0,0 0-1,0 0 1,0 0 0,-1 0-1,1 0 1,0 0 0,0 1-1,0-1 1,0 0 0,-1 0-1,1 0 1,0 0 0,0 0-1,0 0 1,-1 0 0,1 0-1,0 0 1,0 0 0,0 0-1,-1 0 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7:57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25 24575,'276'155'0,"-273"-153"0,-1-1 0,-1 0 0,1 0 0,0 1 0,-1-2 0,1 1 0,0 0 0,0 0 0,0 0 0,0-1 0,0 1 0,0-1 0,0 0 0,0 0 0,3 1 0,-4-2 0,-1 1 0,0 0 0,0-1 0,0 1 0,0 0 0,1-1 0,-1 1 0,0-1 0,0 1 0,0 0 0,0-1 0,0 1 0,0 0 0,0-1 0,0 1 0,0 0 0,0-1 0,0 1 0,-1-1 0,1 1 0,0 0 0,0-1 0,0 1 0,0 0 0,0-1 0,-1 1 0,1 0 0,0 0 0,0-1 0,-1 1 0,1 0 0,0-1 0,-10-11 0,9 11 0,-24-26 0,-1 2 0,-2 1 0,-59-41 0,82 61 0,0 1 0,-1 0 0,1 0 0,0 0 0,-1 0 0,0 1 0,-9-3 0,13 5 0,0 0 0,0 0 0,1 0 0,-1 0 0,0 0 0,0 0 0,0 0 0,1 1 0,-1-1 0,0 0 0,0 1 0,1 0 0,-1-1 0,0 1 0,1 0 0,-1 0 0,1 0 0,-1 0 0,1 0 0,-1 0 0,1 1 0,0-1 0,-1 0 0,1 1 0,0-1 0,0 1 0,0-1 0,0 1 0,-1 2 0,-2 6-1,1-1-1,0 1 1,-4 19-1,5-18 21,-1-1 0,0 1-1,-6 14 1,7-22-103,1-1-1,-1 1 1,1 0 0,-1-1-1,0 1 1,0-1 0,0 0-1,0 0 1,-1 1-1,1-1 1,-1-1 0,1 1-1,-1 0 1,1-1 0,-1 1-1,-4 1 1,-5 0-6742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2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36 24575,'-13'-21'0,"12"19"0,1 1 0,-1 0 0,0 0 0,0 0 0,0 0 0,0 0 0,0 0 0,0 0 0,-1 0 0,1 1 0,0-1 0,0 0 0,-1 1 0,-1-2 0,2 2 0,1 0 0,-1 0 0,1 0 0,-1 1 0,1-1 0,-1 0 0,1 0 0,-1 0 0,1 0 0,-1 1 0,1-1 0,-1 0 0,1 0 0,0 1 0,-1-1 0,1 0 0,-1 1 0,1-1 0,0 0 0,-1 1 0,1-1 0,0 1 0,0-1 0,-1 1 0,1-1 0,0 0 0,0 1 0,0-1 0,-1 1 0,1-1 0,0 1 0,0-1 0,0 1 0,0 0 0,-2 19 0,10 35 0,-1-1 0,-4-20 0,1 0 0,1-1 0,19 65 0,-23-95 0,1 3 0,0 0 0,0 0 0,1 0 0,3 6 0,-2-9-1365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2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529 15 24575,'-47'-7'0,"-1"3"0,1 1 0,-50 3 0,40 7 0,-26 1 0,50-8-682,-64-6-1,78 3-6143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0 278 24575,'2'-9'0,"0"1"0,1 0 0,0 0 0,0 0 0,1 0 0,0 0 0,7-11 0,0 5 0,0 0 0,22-19 0,-4 4 0,29-26 0,-49 49 0,-1 0 0,1 0 0,1 1 0,-1 0 0,17-7 0,-10 8 0,0 0 0,0 1 0,0 0 0,0 1 0,0 1 0,20 1 0,4 2 0,53 10 0,-52-4 0,66 21 0,-84-20 0,1 0 0,-1 2 0,-1 0 0,22 16 0,-32-19 0,-1 1 0,0 1 0,0 0 0,-1 0 0,0 1 0,-1 0 0,0 1 0,-1 0 0,0 1 0,-1-1 0,0 1 0,-1 1 0,-1-1 0,0 1 0,-1 0 0,0 0 0,-1 1 0,-1-1 0,0 0 0,-1 19 0,-1-24 0,0 0 0,0-1 0,-1 1 0,0 0 0,-1-1 0,0 1 0,0-1 0,-1 1 0,0-1 0,-1 0 0,1 0 0,-2 0 0,1-1 0,-1 1 0,-8 9 0,1-4 0,0 0 0,0-1 0,-1 0 0,-1-1 0,0 0 0,0-1 0,-1-1 0,0 0 0,-1-1 0,-28 10 0,20-10 0,0-1 0,-1-1 0,0-1 0,-47 2 0,57-7 0,0 0 0,-1-1 0,1-1 0,0-1 0,1 0 0,-1-1 0,0 0 0,1-1 0,-19-9 0,14 4 0,0-1 0,2 0 0,-1-1 0,1-1 0,-20-20 0,26 21 0,0 0 0,1-1 0,0 0 0,1 0 0,1-1 0,0-1 0,-9-22 0,12 24-120,-2-5-295,0 1 0,-5-27 0,10 32-6411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7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18 24575,'-6'-14'0,"2"11"0,1 10 0,0 22 0,2 0 0,2 40 0,1-14 0,-2 209 0,0-261-115,0-1 26,0 0 0,0 0-1,0 0 1,0 0 0,0 0 0,0-1-1,-1 1 1,1 0 0,-1 0-1,1 0 1,-1-1 0,0 1-1,-1 2 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8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27 24575,'5'-3'0,"0"1"0,1-1 0,-1 1 0,1 0 0,-1 0 0,1 1 0,0 0 0,0 0 0,11 0 0,-7 1 0,0 0 0,0 1 0,0 1 0,0 0 0,12 4 0,2 2 0,0 2 0,-1 1 0,37 23 0,-55-31 0,3 1 0,-1 1 0,0 0 0,0 0 0,0 1 0,8 8 0,-12-8 0,-8-5 0,-10-7 0,-91-50 0,-10-5 0,113 60 0,0 0 0,0-1 0,0 1 0,0 0 0,0 1 0,0-1 0,0 1 0,0-1 0,0 1 0,0 0 0,0 0 0,0 0 0,-1 0 0,1 1 0,-4 1 0,3-1 0,1 1 0,-1 0 0,1 0 0,0 0 0,0 0 0,0 0 0,0 1 0,1-1 0,-1 1 0,1 0 0,-1 0 0,-2 5 0,-13 19 7,-16 20-1379,23-34-5454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09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2423 146 24575,'30'-3'0,"157"-17"0,-138 13 0,86-26 0,-81 13 0,54-27 0,-108 47 0,1 0 0,0-1 0,-1 1 0,1 0 0,0 0 0,-1-1 0,1 1 0,-1-1 0,1 1 0,-1 0 0,1-1 0,0 1 0,-1-1 0,0 1 0,1-1 0,-1 0 0,1 1 0,0-2 0,-2 2 0,1 0 0,0-1 0,0 1 0,0 0 0,-1-1 0,1 1 0,0 0 0,0 0 0,-1-1 0,1 1 0,0 0 0,-1 0 0,1 0 0,0-1 0,-1 1 0,1 0 0,0 0 0,-1 0 0,1 0 0,0 0 0,-1 0 0,1 0 0,0 0 0,-1 0 0,-30-2 0,29 2 0,-65 2 0,-73 13 0,58-5 0,-8 0 0,-432 40 0,473-47 0,-235 9 0,-1167-12 0,1440-1 0,1 0 0,-20-5 0,18 4 0,1 0 0,-15-1 0,5 3 0,4 0 0,0-1 0,0-1 0,-18-3 0,32 4-68,0 0 0,0 0-1,0 1 1,0 0 0,0-1 0,0 1-1,-1 0 1,1 1 0,0-1 0,0 1-1,0-1 1,0 1 0,0 0 0,0 0-1,1 0 1,-1 0 0,0 1-1,0-1 1,-3 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0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29 24575,'-1'-3'0,"1"1"0,-1-1 0,0 0 0,0 1 0,0-1 0,-1 1 0,-1-4 0,2 6 0,1-1 0,0 1 0,-1 0 0,1-1 0,-1 1 0,1 0 0,0-1 0,-1 1 0,1 0 0,-1 0 0,1-1 0,-1 1 0,1 0 0,-1 0 0,1 0 0,-1 0 0,0 0 0,1 0 0,-1 0 0,1 0 0,-1 0 0,1 0 0,-1 0 0,1 0 0,-1 0 0,1 0 0,-1 0 0,1 0 0,-1 1 0,1-1 0,-1 0 0,1 0 0,-1 1 0,1-1 0,-1 0 0,1 1 0,0-1 0,-1 0 0,1 1 0,0-1 0,-1 1 0,1-1 0,0 1 0,-1-1 0,1 1 0,-5 7 0,0 0 0,0 1 0,1 0 0,0-1 0,0 1 0,1 1 0,1-1 0,-3 13 0,1-4 0,-11 48 0,4 0 0,-4 84 0,11 146 0,5-167 0,-3-104-1365,-1-16-5461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1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566 240 24575,'-44'-10'0,"1"-2"0,1-2 0,-59-27 0,21 8 0,32 14 0,1-2 0,0-2 0,-67-44 0,160 106 0,-27-21 0,24 17 0,-6-12 0,40 18 0,-40-22 0,19 7 0,-36-18 0,-1 2 0,0 0 0,33 23 0,-51-32 0,1 0 0,-1 0 0,1 0 0,-1 0 0,0 1 0,1-1 0,-1 1 0,0-1 0,0 1 0,0-1 0,0 1 0,0-1 0,-1 1 0,1 0 0,0 0 0,-1-1 0,1 1 0,-1 0 0,0 0 0,1 0 0,-1 0 0,0-1 0,0 1 0,-1 2 0,1-2 0,-1 0 0,0 1 0,0-1 0,0-1 0,0 1 0,-1 0 0,1 0 0,0 0 0,-1-1 0,1 1 0,-1 0 0,0-1 0,1 0 0,-1 1 0,0-1 0,0 0 0,0 0 0,0 0 0,0 0 0,-2 1 0,-24 7 67,-30 8-1,-6 1-1564,45-11-5328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3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179 148 24575,'-17'0'0,"-1"2"0,1 0 0,0 1 0,0 0 0,0 2 0,0 0 0,-29 13 0,34-10 0,12-5 0,8-3 0,96-15 0,-54 10 0,1 2 0,57 4 0,-30 1 0,789-2 0,-713-8 0,-1 1 0,-67 7 0,220-8 0,-143 2 0,11 0 0,4-4 0,-31 2 0,106-6 0,5 8 0,-171 7 0,-73-2 0,0-1 0,17-3 0,-15 2 0,24-1 0,20 3 0,-26 2 0,0-2 0,38-7 0,-55 6 0,0-1 0,29 1 0,-39 2 0,-1 1 0,1-1 0,-1 1 0,0 1 0,1-1 0,-1 1 0,0 0 0,0 0 0,0 1 0,7 3 0,-13-6 0,0 1 0,0-1 0,1 0 0,-1 0 0,0 0 0,0 0 0,1 0 0,-1 0 0,0 1 0,0-1 0,1 0 0,-1 0 0,0 0 0,0 0 0,0 1 0,0-1 0,1 0 0,-1 0 0,0 1 0,0-1 0,0 0 0,0 0 0,0 1 0,0-1 0,1 0 0,-1 0 0,0 1 0,0-1 0,0 0 0,0 1 0,-8 2 0,-13-4 0,-41-12 0,-70-24 0,80 21 0,36 12 0,1-1 0,0-1 0,0 0 0,-15-9 0,44 23 0,0-1 0,1-1 0,19 7 0,12 4 0,-19-5 0,-11-6 0,0 1 0,-1 0 0,0 1 0,0 1 0,-1 0 0,14 12 0,-26-19 0,-1-1 0,1 1 0,-1-1 0,1 1 0,-1 0 0,0-1 0,1 1 0,-1 0 0,0 0 0,0 0 0,0 0 0,-1 0 0,1 0 0,0 1 0,-1-1 0,0 0 0,1 0 0,-1 0 0,0 1 0,0-1 0,-1 4 0,1-4 0,-1 0 0,0 0 0,0 0 0,0 0 0,0 0 0,0 0 0,-1-1 0,1 1 0,0 0 0,-1-1 0,1 1 0,-1-1 0,0 1 0,1-1 0,-1 0 0,0 0 0,0 1 0,0-1 0,0-1 0,0 1 0,0 0 0,-2 0 0,-32 9 35,-49 6 0,27-5-1470,33-6-5391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4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97 129 24575,'-10'1'0,"-1"0"0,0 1 0,0 0 0,1 1 0,-1 0 0,-19 8 0,28-8 0,9-4 0,11-2 0,20-5 0,0 2 0,44-1 0,268 5 0,-188 3 0,76-2 0,252 3 0,-323 5 0,70 0 0,-130 1 0,-14-1 0,-81-6 0,0 0 0,14 4 0,-18-3 0,0 0 0,0-1 0,1 0 0,-1 0 0,15-1 0,-23 0 0,0 0 0,0 0 0,0 0 0,-1 0 0,1 0 0,0 0 0,0 0 0,0-1 0,0 1 0,0 0 0,0 0 0,0 0 0,0 0 0,-1 0 0,1 0 0,0 0 0,0 0 0,0 0 0,0 0 0,0 0 0,0 0 0,0 0 0,0-1 0,0 1 0,0 0 0,0 0 0,0 0 0,0 0 0,-1 0 0,1 0 0,0 0 0,0-1 0,0 1 0,0 0 0,0 0 0,0 0 0,0 0 0,0 0 0,0 0 0,0 0 0,0-1 0,0 1 0,1 0 0,-1 0 0,0 0 0,0 0 0,0 0 0,0 0 0,0 0 0,0 0 0,0-1 0,0 1 0,0 0 0,0 0 0,0 0 0,0 0 0,0 0 0,1 0 0,-1 0 0,0 0 0,0 0 0,0 0 0,0 0 0,0 0 0,0 0 0,0 0 0,0 0 0,1-1 0,-1 1 0,-9-5 0,-28-12 0,-50-15 0,26 10 0,43 16 0,2 0 0,0 0 0,0-1 0,1 0 0,-19-13 0,33 19 0,0 0 0,-1 0 0,1 0 0,0 0 0,0 0 0,0 0 0,0 0 0,1 0 0,-1-1 0,0 1 0,0 0 0,0-2 0,1 3 0,0-1 0,0 0 0,-1 1 0,1-1 0,0 1 0,0-1 0,0 1 0,0-1 0,0 0 0,0 1 0,0-1 0,1 1 0,-1-1 0,0 1 0,0-1 0,0 0 0,1 1 0,-1-1 0,0 1 0,0-1 0,1 0 0,0 0 0,0 0 0,1 0 0,-1 0 0,0 1 0,1-1 0,-1 0 0,0 0 0,1 1 0,-1-1 0,1 1 0,-1-1 0,1 1 0,-1 0 0,1-1 0,-1 1 0,1 0 0,-1 0 0,1 0 0,0 0 0,2 1 0,17 4 0,1 0 0,-1 2 0,38 16 0,-20-7 0,-31-13 0,68 30 0,-70-29 0,1-1 0,-1 2 0,1-1 0,-1 1 0,0 0 0,-1 0 0,1 0 0,7 10 0,-13-15 0,0 1 0,1-1 0,-1 1 0,0-1 0,0 1 0,1-1 0,-1 0 0,0 1 0,0-1 0,1 1 0,-1-1 0,0 1 0,0 0 0,0-1 0,0 1 0,0-1 0,0 1 0,0-1 0,0 1 0,0-1 0,0 1 0,0-1 0,0 1 0,0-1 0,-1 1 0,1-1 0,0 1 0,0-1 0,-1 1 0,1 0 0,-2 0 0,1 0 0,0 0 0,0 0 0,0 0 0,-1-1 0,1 1 0,0 0 0,-1-1 0,1 1 0,0-1 0,-2 1 0,-5 1 0,-1-1 0,1 0 0,-8 0 0,-70-1 0,-64 4 0,91 1 7,-49 5-1379,85-6-5454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6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24575,'161'100'0,"-17"-21"0,-117-64 0,173 74 0,-201-91 0,-7-8 0,-11-9 0,9 9-1365,1 0-5461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6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82 24575,'3'-13'0,"1"0"0,0 0 0,0 0 0,9-16 0,-34 50 0,2-1 0,0-2 0,-2-1 0,-36 24 0,28-21 0,-35 31 0,59-46 0,-6 4 0,2 0 0,-1 0 0,1 1 0,1 0 0,-1 1 0,2 0 0,-11 19 0,17-28 0,3-3 0,3-4 0,-5 5 0,1 0 0,-1-1 0,0 1 0,0 0 0,0 0 0,0 0 0,1 0 0,-1 0 0,0 0 0,0 0 0,0 0 0,0 0 0,1 0 0,-1 0 0,0 0 0,0 0 0,0 1 0,0-1 0,1 0 0,-1 0 0,0 0 0,0 0 0,0 0 0,0 0 0,0 0 0,1 0 0,-1 0 0,0 1 0,0-1 0,0 0 0,0 0 0,0 0 0,0 0 0,0 0 0,0 1 0,1-1 0,-1 0 0,0 0 0,0 0 0,0 0 0,0 1 0,0-1 0,0 0 0,0 0 0,0 0 0,0 0 0,0 1 0,2 10 0,-1 1 0,1 0 0,-2 13 0,4 25 0,5-2 0,2 0 0,3 0 0,21 49 0,-26-72 0,-6-16 0,0-1 0,0 0 0,1 0 0,-1-1 0,10 14 0,-5-15-1365,0-3-5461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7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17 24575,'0'-12'0,"0"7"0,0 12 0,0 14 0,1 23 0,-2 0 0,-2 0 0,-14 68 0,-15-2 0,19-69 0,1 1 0,-11 75 0,23-104 0,0 1 0,1-1 0,0 0 0,1 0 0,0 0 0,1 0 0,0 0 0,1 0 0,1-1 0,0 0 0,1 0 0,0 0 0,1 0 0,0-1 0,0 0 0,12 11 0,-4-5 0,0-2 0,0 0 0,2 0 0,0-2 0,0 0 0,2-1 0,-1-1 0,1 0 0,25 9 0,-15-12-1365,-16-6-5461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7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24575,'3'-10'0,"1"0"0,0 0 0,1 1 0,0 0 0,9-13 0,-13 19 0,1 1 0,0 0 0,0 0 0,0-1 0,0 2 0,0-1 0,0 0 0,0 0 0,1 1 0,-1-1 0,1 1 0,-1 0 0,1 0 0,0 0 0,-1 0 0,1 0 0,0 0 0,0 1 0,-1-1 0,1 1 0,0 0 0,0 0 0,0 0 0,5 1 0,10 4 0,-1 1 0,0 1 0,0 0 0,-1 2 0,29 18 0,-20-12 0,-22-13 0,1 0 0,-1 0 0,0 1 0,0-1 0,0 1 0,0 0 0,0 0 0,0 0 0,-1 0 0,0 0 0,1 1 0,-1-1 0,-1 1 0,1-1 0,2 7 0,-3-4 0,0 0 0,0-1 0,0 1 0,-1 0 0,0 0 0,0 0 0,-1 0 0,1-1 0,-1 1 0,-2 7 0,-13 41 0,-5 24 0,20-73 0,1 0 0,-1 0 0,1 0 0,0 0 0,0 0 0,0-1 0,1 1 0,-1 0 0,1 0 0,2 6 0,-1-8 0,-1 1 0,1-1 0,0 0 0,0 0 0,0 0 0,1 0 0,-1 0 0,1 0 0,-1-1 0,1 1 0,0-1 0,0 0 0,0 0 0,4 3 0,2-1 0,0 0 0,0 0 0,1-1 0,-1 0 0,1-1 0,0 1 0,-1-2 0,14 1 0,5-1 0,48-5 0,-47-1-1365,-17 2-5461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8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0 24575,'-27'0'0,"-11"0"0,-2 3 0,3 3 0,4 0 0,4 2 0,5 0 0,7 0 0,6-1-8191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8:18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24575,'31'10'0,"-2"0"0,1 2 0,-2 1 0,1 2 0,-2 0 0,0 2 0,-1 1 0,-1 1 0,36 35 0,-31-23 0,-1 2 0,-1 1 0,-2 1 0,-1 1 0,-2 1 0,25 55 0,-36-63 0,0 0 0,12 47 0,-21-60 0,0-1 0,0 1 0,-2 0 0,0 0 0,0 0 0,-4 30 0,1-38 9,0-1 1,-1 1-1,1 0 0,-1-1 0,-1 1 1,1-1-1,-1 0 0,-1 0 0,1-1 0,-1 1 1,0-1-1,-7 6 0,-2 2-380,-2-1-1,0 0 1,-27 16 0,28-20-6455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6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13 24575,'-7'-11'0,"7"10"0,4 6 0,17 30 0,29 66 0,-32-62 0,40 89 0,68 223 0,-121-331 0,-3-12 0,0 0 0,0 1 0,1-1 0,0 0 0,0 0 0,1 0 0,0-1 0,7 11 0,-10-18 0,-1 1 0,0-1 0,1 1 0,-1-1 0,0 0 0,1 1 0,-1-1 0,1 0 0,-1 1 0,1-1 0,-1 0 0,1 1 0,-1-1 0,1 0 0,-1 0 0,1 1 0,-1-1 0,1 0 0,0 0 0,-1 0 0,1 0 0,-1 0 0,1 0 0,0 0 0,-1 0 0,1-1 0,-1 1 0,0 0 0,1-1 0,-1 1 0,0-1 0,1 1 0,-1 0 0,0-1 0,1 1 0,-1-1 0,0 1 0,0-1 0,0 1 0,1 0 0,-1-1 0,0 1 0,0-1 0,0 0 0,1-3 0,-1 0 0,0 1 0,0-1 0,0 0 0,-1-6 0,-1 5-273,1-1 0,-1 1 0,0 0 0,-4-7 0,-2-3-6553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6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53 24575,'-1'-1'0,"1"1"0,-1-1 0,0 0 0,1 0 0,-1 1 0,0-1 0,1 0 0,-1 0 0,1 0 0,-1 0 0,1 1 0,0-1 0,-1 0 0,1 0 0,0-2 0,0 3 0,0 0 0,0-1 0,0 1 0,0 0 0,0-1 0,0 1 0,0 0 0,1 0 0,-1-1 0,0 1 0,0 0 0,0 0 0,1-1 0,-1 1 0,0 0 0,0 0 0,1-1 0,-1 1 0,0 0 0,1 0 0,-1 0 0,0 0 0,0-1 0,1 1 0,-1 0 0,0 0 0,1 0 0,0 0 0,1 0 0,1-1 0,0 1 0,-1 0 0,1 0 0,0 1 0,-1-1 0,1 0 0,-1 1 0,5 1 0,11 6 0,-1 1 0,0 0 0,-1 2 0,22 17 0,10 6 0,-46-33 0,11 8 0,1-1 0,27 12 0,-79-51 0,-12-6 0,-45-44 0,92 79 0,0-1 0,0 0 0,-1 1 0,1-1 0,-1 1 0,0 0 0,-4-2 0,7 4 0,0 0 0,1 0 0,-1-1 0,0 1 0,0 0 0,1 0 0,-1 0 0,0 0 0,0 0 0,1 0 0,-1 0 0,0 0 0,0 0 0,0 1 0,1-1 0,-1 0 0,0 0 0,1 1 0,-1-1 0,0 1 0,0-1 0,1 0 0,-1 1 0,1-1 0,-1 1 0,0-1 0,1 1 0,-1 0 0,1-1 0,-1 1 0,1 0 0,0-1 0,-1 1 0,1 0 0,0-1 0,-1 1 0,1 0 0,0 0 0,0-1 0,0 1 0,0 0 0,-1 0 0,1-1 0,0 1 0,0 1 0,-5 72 0,0-38-455,3 0 0,1 38 0,1-62-6371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8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3 24575,'0'0'0,"0"0"0,0 0 0,0-1 0,0 1 0,0 0 0,-1 0 0,1 0 0,0 0 0,0-1 0,0 1 0,0 0 0,-1 0 0,1 0 0,0 0 0,0 0 0,0 0 0,0 0 0,-1 0 0,1 0 0,0-1 0,0 1 0,0 0 0,-1 0 0,1 0 0,0 0 0,0 0 0,0 0 0,-1 0 0,1 0 0,0 1 0,0-1 0,0 0 0,-1 0 0,1 0 0,0 0 0,0 0 0,0 0 0,-1 0 0,1 0 0,0 0 0,0 1 0,-4 9 0,4 15 0,5-4 0,1-1 0,0 1 0,2-1 0,10 20 0,46 75 0,-59-106 0,9 15 0,1-1 0,0-1 0,2 0 0,0-2 0,36 33 0,-45-46 0,-4-3 0,1 1 0,0-1 0,0-1 0,0 1 0,12 5 0,-16-9 0,0 1 0,0-1 0,1 0 0,-1 1 0,0-1 0,1 0 0,-1 0 0,0 0 0,1 0 0,-1 0 0,0 0 0,1 0 0,-1-1 0,0 1 0,1 0 0,-1-1 0,0 1 0,1-1 0,-1 1 0,0-1 0,0 0 0,0 0 0,0 1 0,0-1 0,0 0 0,0 0 0,0 0 0,0 0 0,0 0 0,0 0 0,0 0 0,-1 0 0,2-2 0,0-2 0,1-1 0,-1 1 0,0 0 0,-1-1 0,1 1 0,-1-1 0,0 1 0,-1-1 0,1-8 0,-3-52 0,1 60 0,-6-32 0,1-4 0,5 41 0,1 1 0,0 0 0,0 0 0,0 0 0,0 0 0,0-1 0,0 1 0,0 0 0,0 0 0,0 0 0,0 0 0,0-1 0,0 1 0,0 0 0,0 0 0,0 0 0,1 0 0,-1-1 0,0 1 0,0 0 0,0 0 0,0 0 0,0 0 0,0 0 0,0-1 0,0 1 0,1 0 0,-1 0 0,0 0 0,0 0 0,0 0 0,0 0 0,0 0 0,1 0 0,-1-1 0,0 1 0,0 0 0,0 0 0,0 0 0,1 0 0,-1 0 0,8 4 0,7 10 0,88 94 0,-89-95 0,0-1 0,1-1 0,0 0 0,1-1 0,0-1 0,18 8 0,-29-15 0,0 0 0,1 0 0,-1 0 0,1-1 0,0 0 0,9 0 0,-14-1 0,0 0 0,1 0 0,-1 0 0,0 0 0,0 0 0,0 0 0,0 0 0,1-1 0,-1 1 0,0-1 0,0 1 0,0-1 0,0 1 0,0-1 0,0 1 0,0-1 0,0 0 0,0 0 0,0 1 0,0-1 0,0 0 0,-1 0 0,1 0 0,0 0 0,-1 0 0,1 0 0,0 0 0,-1 0 0,0 0 0,1-1 0,-1 1 0,0 0 0,1 0 0,-1 0 0,0 0 0,0-1 0,0-1 0,0-2 0,0 0 0,-1 0 0,0 0 0,1 0 0,-2 0 0,1 0 0,-4-7 0,-17-34 0,12 28 0,-26-49 0,-74-102 0,99 155-1365,2 4-5461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8.6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71 24575,'-8'-14'0,"-13"-19"0,19 31 0,0 0 0,0-1 0,0 1 0,0 0 0,0 0 0,0 0 0,-1 1 0,1-1 0,0 0 0,-4 0 0,6 1 0,-1 1 0,1 0 0,-1 0 0,1 0 0,-1 0 0,1 0 0,0 0 0,-1 0 0,1 0 0,-1 0 0,1 0 0,-1 0 0,1 0 0,-1 0 0,1 0 0,-1 1 0,1-1 0,0 0 0,-1 0 0,1 0 0,-1 1 0,1-1 0,0 0 0,-1 1 0,1-1 0,0 0 0,-1 1 0,1-1 0,0 0 0,-1 1 0,1-1 0,0 0 0,0 1 0,0-1 0,-1 1 0,1 0 0,-6 18 0,6-16 0,-5 28 0,1-1 0,1 0 0,2 1 0,4 48 0,2-31 0,3-1 0,16 57 0,-19-83 0,2-2 0,0 1 0,1-1 0,1 0 0,1 0 0,1-1 0,0 0 0,2-1 0,0-1 0,0 0 0,29 25 0,-40-39 15,1 0 0,-1 0 0,1 0 0,0 0 0,0-1 0,0 1 0,5 1 0,-6-3-98,-1 1 1,1-1-1,0 0 1,-1 0-1,1 0 1,-1 0-1,1 0 1,0 0-1,-1 0 1,1 0-1,-1-1 1,1 1-1,-1 0 1,1-1-1,-1 0 1,1 1-1,1-2 1,6-4-6744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9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 24575,'9'-8'0,"1"1"0,-1 0 0,1 1 0,15-8 0,-23 13 0,1 0 0,-1 0 0,1 0 0,0 1 0,-1-1 0,1 1 0,0-1 0,-1 1 0,1 0 0,5 0 0,-6 1 0,0-1 0,-1 1 0,1-1 0,0 1 0,-1 0 0,1 0 0,-1-1 0,1 1 0,-1 0 0,1 0 0,-1 1 0,0-1 0,1 0 0,-1 0 0,0 1 0,0-1 0,0 0 0,1 3 0,2 5 0,0 0 0,-1 0 0,0 0 0,0 1 0,-1-1 0,-1 1 0,0-1 0,0 1 0,-1 17 0,1-8 0,2 21 0,1-13 0,-2 41 0,1-3 0,-3-62 0,1-1 0,-1 0 0,1 1 0,0-1 0,0 0 0,0 1 0,0-1 0,0 0 0,0 0 0,0 0 0,1 0 0,-1 0 0,1-1 0,0 1 0,-1 0 0,1-1 0,0 1 0,0-1 0,0 1 0,0-1 0,0 0 0,0 0 0,5 2 0,4 1 0,1-1 0,0 0 0,18 3 0,-15-4 0,-4 1 24,0-2 0,0 0 0,1 0 0,18-2 0,-25 1-148,1-1 0,0 0 1,-1-1-1,0 1 0,1-1 0,-1 0 1,0 0-1,0-1 0,0 0 0,0 0 1,5-3-1,2-5-6702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9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1 24575,'-27'0'0,"-12"0"0,0 0 0,2 0 0,6 0 0,3 0 0,4 2 0,6 1-8191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09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24575,'23'4'0,"-1"1"0,0 2 0,0 0 0,0 1 0,-1 1 0,0 1 0,0 1 0,-2 1 0,1 0 0,-1 2 0,-1 0 0,-1 1 0,0 1 0,-1 0 0,0 2 0,25 37 0,-9-6 0,38 75 0,-55-91 0,-1 0 0,-2 1 0,13 55 0,-21-73-114,-2 0 1,0 0-1,-1 1 0,0-1 0,-2 0 1,0 0-1,0 0 0,-2 0 0,0 0 1,-1 0-1,-7 20 0,2-14-6712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1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24575,'0'0'0,"-1"-1"0,1 1 0,0 0 0,0-1 0,0 1 0,0 0 0,0 0 0,0-1 0,0 1 0,0 0 0,0-1 0,0 1 0,0 0 0,0-1 0,0 1 0,0 0 0,0 0 0,0-1 0,1 1 0,-1 0 0,0-1 0,0 1 0,0 0 0,0 0 0,1-1 0,-1 1 0,0 0 0,0 0 0,0-1 0,1 1 0,-1 0 0,0 0 0,0 0 0,1 0 0,-1-1 0,0 1 0,0 0 0,1 0 0,9 9 0,9 20 0,-18-28 0,32 51 0,3-2 0,42 46 0,-9-12 0,137 157 0,14-12 0,-216-224 0,15 13 0,-8-7 0,0 0 0,0 1 0,-1 0 0,0 1 0,13 22 0,-22-33 0,0 0 0,-1 0 0,1 0 0,0 0 0,-1 0 0,0 0 0,1 0 0,-1 0 0,0 4 0,0-5 0,0-1 0,0 0 0,0 1 0,0-1 0,0 1 0,0-1 0,-1 0 0,1 1 0,0-1 0,0 0 0,0 1 0,-1-1 0,1 0 0,0 1 0,0-1 0,-1 0 0,1 1 0,0-1 0,-1 0 0,1 0 0,-1 1 0,1-1 0,-1 0 0,0 0 0,0 1 0,1-1 0,-1 0 0,0 0 0,0 0 0,1 0 0,-1 0 0,0-1 0,1 1 0,-1 0 0,0 0 0,0 0 0,1-1 0,-2 1 0,-9-5-1365,0 0-5461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2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27 24575,'8'-3'0,"0"0"0,0 0 0,0 1 0,0 0 0,0 1 0,1 0 0,-1 0 0,0 0 0,1 1 0,11 2 0,-3 0 0,-1 0 0,1 2 0,-1 0 0,18 7 0,-31-10 0,0 0 0,0 0 0,0 0 0,0 0 0,0 1 0,0-1 0,-1 1 0,6 4 0,-8-6 0,0 0 0,0 0 0,0 0 0,0 1 0,0-1 0,0 0 0,0 0 0,0 0 0,0 0 0,0 1 0,0-1 0,0 0 0,0 0 0,0 0 0,0 0 0,0 1 0,0-1 0,0 0 0,0 0 0,0 0 0,0 0 0,0 0 0,0 1 0,-1-1 0,1 0 0,0 0 0,0 0 0,0 0 0,0 0 0,0 0 0,0 1 0,-1-1 0,1 0 0,0 0 0,0 0 0,0 0 0,0 0 0,-1 0 0,1 0 0,0 0 0,0 0 0,0 0 0,0 0 0,-1 0 0,1 0 0,0 0 0,0 0 0,0 0 0,0 0 0,-1 0 0,1 0 0,0 0 0,0 0 0,-12 0 0,-18-2 0,1-3 0,-45-11 0,15 2 0,30 7 0,21 4 0,1 1 0,-1 0 0,0 1 0,0-1 0,0 1 0,0 1 0,0 0 0,-10 0 0,17 1 0,0-1 0,0 0 0,0 1 0,0-1 0,0 1 0,0-1 0,0 1 0,0-1 0,0 1 0,1 0 0,-1-1 0,0 1 0,0 0 0,1 0 0,-1 0 0,0-1 0,1 1 0,-1 0 0,1 0 0,-1 0 0,1 0 0,-1 0 0,1 0 0,0 0 0,0 0 0,-1 0 0,1 0 0,0 0 0,0 0 0,0 1 0,0-1 0,0 0 0,0 0 0,1 0 0,-1 0 0,0 1 0,2 6 0,0-1 0,1 1 0,5 12 0,-5-12 0,0-3-91,-1 1 0,0 0 0,0 0 0,0 0 0,-1 0 0,0 0 0,0 0 0,-1 0 0,0 0 0,0 0 0,0 0 0,-1 0 0,1 0 0,-3 8 0,-1-5-6735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3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61 24575,'2'-4'0,"1"0"0,0 0 0,0 0 0,0 1 0,0-1 0,0 1 0,1-1 0,0 1 0,-1 0 0,1 1 0,0-1 0,0 1 0,1-1 0,-1 1 0,0 1 0,8-3 0,-5 2 0,0 0 0,0 1 0,0 0 0,0 0 0,0 1 0,0-1 0,1 2 0,-1-1 0,0 1 0,11 2 0,-16-2 0,1 0 0,0 0 0,0 1 0,0-1 0,0 0 0,-1 1 0,1 0 0,-1-1 0,1 1 0,-1 0 0,0 0 0,0 1 0,1-1 0,1 4 0,-1-2 0,-1 0 0,0 0 0,0 1 0,0 0 0,0-1 0,-1 1 0,1 0 0,0 6 0,-1-1 0,0 0 0,-1 0 0,0 0 0,-1 0 0,0 0 0,0 0 0,-1 0 0,-4 12 0,-9 19 0,6-16 0,-12 48 0,18-55 0,0-4 0,-2 27 0,4-38 0,1 1 0,0 0 0,1 0 0,-1 0 0,1 0 0,0-1 0,0 1 0,0 0 0,0 0 0,0-1 0,4 7 0,-3-8 0,0 1 0,0 0 0,1-1 0,-1 1 0,1-1 0,-1 0 0,1 0 0,0 0 0,0 0 0,0-1 0,0 1 0,0-1 0,0 1 0,0-1 0,0 0 0,0 0 0,6 0 0,5 1 0,-1-1 0,1-1 0,14-1 0,-9 1 0,-14-1-273,1 1 0,0-1 0,-1 0 0,10-3 0,-5 1-6553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4 24575,'-29'-3'0,"-13"2"0,-1 2 0,4-1 0,7 3 0,5 1 0,8 0-8191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4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 12 24575,'-27'-2'0,"-12"-2"0,-1 1 0,4 1 0,5 2 0,6 2 0,4 1 0,6-1-8191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4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24575,'9'19'0,"7"10"0,2 4 0,1-1 0,-1-1 0,-3-1 0,-1-3 0,-4-3 0,-1-4 0,-1-5-8191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5.9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26 24575,'-1'1'0,"0"1"0,1-1 0,-1 1 0,0-1 0,0 1 0,1 0 0,-1-1 0,1 1 0,-1 0 0,1 0 0,0 0 0,0-1 0,-1 1 0,1 0 0,1 0 0,-1 1 0,5 33 0,-4-32 0,7 28 0,0-1 0,24 53 0,38 55 0,-50-105 0,2-1 0,2-1 0,1-1 0,35 34 0,-40-48 0,-20-17 0,0 0 0,1 0 0,-1 0 0,0 0 0,0 0 0,1 0 0,-1 1 0,0-1 0,0 0 0,1 0 0,-1 0 0,0 0 0,0 0 0,1 0 0,-1 0 0,0 0 0,0 0 0,1 0 0,-1 0 0,0 0 0,0 0 0,1-1 0,-1 1 0,0 0 0,0 0 0,1 0 0,-1 0 0,0 0 0,1-1 0,-1 0 0,0 0 0,0 1 0,1-1 0,-1 0 0,0 1 0,0-1 0,0 0 0,0 0 0,0 1 0,0-1 0,0 0 0,0 1 0,0-1 0,0 0 0,-1-1 0,-3-14 0,-1 0 0,-7-15 0,-4-12 0,-4-14 0,10 30 0,-10-44 0,19 70 0,1 0 0,0 0 0,0 0 0,-1-1 0,1 1 0,0 0 0,0 0 0,0 0 0,0 0 0,1 0 0,-1 0 0,0 0 0,0 0 0,1 0 0,-1-1 0,1 0 0,0 1 0,-1 1 0,1-1 0,-1 1 0,1 0 0,-1-1 0,1 1 0,-1 0 0,1 0 0,-1-1 0,1 1 0,-1 0 0,1 0 0,-1 0 0,1 0 0,0 0 0,-1-1 0,1 1 0,-1 0 0,1 0 0,-1 0 0,1 1 0,0-1 0,5 1 0,-1 1 0,0-1 0,0 1 0,0 1 0,6 3 0,18 12 0,-1 2 0,0 1 0,32 32 0,-28-25 0,51 38 0,-81-65 0,0 0 0,-1 0 0,1 0 0,0 0 0,-1 0 0,1-1 0,0 1 0,0 0 0,0-1 0,0 1 0,0-1 0,0 0 0,0 0 0,3 0 0,-4 0 0,0 0 0,0-1 0,-1 1 0,1-1 0,0 1 0,0-1 0,0 1 0,-1-1 0,1 0 0,0 1 0,-1-1 0,1 0 0,0 0 0,-1 1 0,1-1 0,-1 0 0,1 0 0,-1 0 0,0 0 0,1 0 0,-1 0 0,0 0 0,0 0 0,1 0 0,-1 0 0,0 0 0,0 0 0,0 0 0,0 0 0,0 0 0,-1 0 0,1-13 0,-1 1 0,0-1 0,-1 1 0,-1 0 0,-5-16 0,-26-64 0,25 71 0,-9-25-119,-33-76 370,42 105-551,0 1 1,-1 0 0,-1 1-1,-22-25 1,24 31-6527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6.3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24575,'-3'20'0,"2"0"0,0 0 0,1 1 0,4 29 0,-2-30 0,3 29 0,2 0 0,2 0 0,2-1 0,3 0 0,1-1 0,3-1 0,1 0 0,27 43 0,-39-77 30,0-1 0,1 0 0,12 13 0,-16-19-179,1-1 1,-1 0-1,1 0 1,0 0-1,0-1 1,1 1-1,-1-1 1,1-1-1,8 4 1,-2-2-6678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6.7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1 101 24575,'2'-10'0,"1"0"0,0 0 0,1 1 0,0-1 0,1 1 0,6-10 0,-10 17 0,0 0 0,0 1 0,0-1 0,0 1 0,0-1 0,1 1 0,-1 0 0,1-1 0,-1 1 0,1 0 0,-1 0 0,1 0 0,0 0 0,0 0 0,-1 0 0,1 1 0,0-1 0,0 1 0,0-1 0,0 1 0,0 0 0,0-1 0,-1 1 0,1 0 0,0 0 0,0 0 0,0 1 0,0-1 0,0 0 0,0 1 0,0-1 0,0 1 0,-1 0 0,1 0 0,0-1 0,0 1 0,-1 0 0,1 0 0,1 2 0,7 4 0,0 1 0,-1 0 0,-1 0 0,1 1 0,-1 0 0,-1 0 0,0 1 0,0 0 0,-1 0 0,0 1 0,0 0 0,-2 0 0,1 0 0,-1 0 0,-1 1 0,0 0 0,-1-1 0,0 1 0,1 19 0,-4-22 0,0 0 0,0 1 0,-1-1 0,0-1 0,-1 1 0,1 0 0,-2 0 0,1-1 0,-1 0 0,-1 0 0,1 0 0,-2 0 0,-5 7 0,9-13 0,0 0 0,1 0 0,0 0 0,-1 0 0,1 1 0,0-1 0,0 0 0,0 1 0,0-1 0,0 1 0,1-1 0,-2 6 0,3-7 0,-1 1 0,0 0 0,0 0 0,1 0 0,-1-1 0,1 1 0,-1 0 0,1 0 0,0-1 0,0 1 0,0 0 0,0-1 0,0 1 0,0-1 0,0 1 0,0-1 0,1 0 0,2 3 0,3 0-105,0 1 0,0-1 0,1 0 0,0-1 0,-1 1 0,1-2 0,0 1 0,1-1 0,-1 0 0,0-1 0,1 0 0,14 0 0,-11-1-6721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6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1 24575,'-27'0'0,"-11"0"0,-2 0 0,1 2 0,5 2 0,6 1 0,2 1 0,3 1 0,7 0-8191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17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24575,'29'24'0,"15"16"0,5 9 0,-4 2 0,-7 1 0,-7-2 0,-7-1 0,-4 0 0,-7 0 0,-4-2 0,-5-1 0,-2-4 0,-5-1 0,-1-3 0,-3-5 0,0-9-8191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0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0 24575,'-12'2'0,"12"-2"0,0 0 0,-1 0 0,1 0 0,0 0 0,0 0 0,0 0 0,0 0 0,0 0 0,0 0 0,-1 0 0,1 0 0,0 0 0,0 0 0,0 1 0,0-1 0,0 0 0,0 0 0,0 0 0,0 0 0,-1 0 0,1 0 0,0 1 0,0-1 0,0 0 0,0 0 0,0 0 0,0 0 0,0 0 0,0 1 0,0-1 0,0 0 0,0 0 0,0 0 0,0 0 0,0 1 0,1 0 0,0 0 0,0 1 0,0-1 0,0 0 0,0 1 0,1-1 0,-1 0 0,0 0 0,3 2 0,12 7 0,-1 0 0,2-1 0,18 7 0,55 19 0,-87-34 0,578 171 0,-179-88-1365,-386-81-5461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2.0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78 24575,'-4'-3'0,"0"-1"0,0 1 0,0-1 0,0 0 0,1 0 0,-6-9 0,8 12 0,1 1 0,-1-1 0,1 0 0,-1 0 0,1 0 0,0 0 0,-1 0 0,1 0 0,0 1 0,0-1 0,0 0 0,0 0 0,-1 0 0,1 0 0,1 0 0,-1 0 0,0 0 0,0 0 0,0 0 0,0 0 0,1 0 0,-1 0 0,0 0 0,1 1 0,-1-1 0,1 0 0,-1 0 0,1 0 0,-1 0 0,1 1 0,-1-1 0,1 0 0,0 1 0,-1-1 0,1 0 0,0 1 0,0-1 0,0 1 0,-1-1 0,1 1 0,0 0 0,0-1 0,0 1 0,0 0 0,2-1 0,4-1 0,0 1 0,0-1 0,1 1 0,-1 0 0,0 1 0,1 0 0,8 1 0,-3 0 0,0 1 0,0 1 0,14 4 0,-24-7 0,-1 1 0,0 0 0,1 0 0,-1 0 0,0 0 0,0 0 0,0 1 0,1-1 0,-1 1 0,-1-1 0,1 1 0,0 0 0,0-1 0,-1 1 0,1 0 0,-1 0 0,3 3 0,-3 0 0,1-1 0,-1 0 0,0 1 0,0-1 0,-1 1 0,1-1 0,-1 1 0,0 7 0,-2 221 0,1-223 0,0 0 0,-1 0 0,1-1 0,-2 1 0,-6 16 0,7-20 0,2-6 0,0 1 0,0-1 0,0 1 0,0 0 0,-1-1 0,1 1 0,0 0 0,0-1 0,0 1 0,0 0 0,0-1 0,1 1 0,-1 0 0,0-1 0,0 1 0,0 0 0,0-1 0,1 1 0,-1-1 0,0 1 0,1 0 0,-1-1 0,0 1 0,1-1 0,-1 1 0,1-1 0,-1 1 0,1-1 0,-1 0 0,1 1 0,-1-1 0,1 1 0,-1-1 0,1 0 0,0 0 0,-1 1 0,1-1 0,0 0 0,-1 0 0,1 0 0,-1 0 0,1 1 0,0-1 0,0 0 0,6 0 0,-1 1 0,1-1 0,10-1 0,-9 1 0,60 0 0,41-2 0,-97 0-1365,-3-2-5461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2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12 24575,'-17'-2'0,"-8"-2"0,-3 1 0,2 1 0,2 2 0,3 3 0,3-1 0,1 0 0,5 0-8191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2.7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316 16 24575,'-30'-3'0,"-14"0"0,-2 0 0,4 1 0,7 0 0,7 1 0,5 0 0,5 1 0,3 0 0,1 0 0,3 3 0,1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3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89 24575,'21'-18'0,"31"-21"0,-45 35 0,1-1 0,-1 2 0,0-1 0,1 1 0,0 0 0,0 0 0,0 1 0,0 0 0,9-1 0,-13 4 0,0-1 0,-1 0 0,1 1 0,0-1 0,0 1 0,-1 0 0,1 0 0,0 1 0,-1-1 0,0 1 0,1 0 0,-1 0 0,0 0 0,0 0 0,0 0 0,0 1 0,0 0 0,0-1 0,-1 1 0,4 4 0,-4-3 0,1-1 0,-1 1 0,1 0 0,-1 0 0,0 0 0,0 0 0,-1 0 0,1 0 0,-1 1 0,0-1 0,0 1 0,-1-1 0,1 1 0,-1-1 0,0 1 0,-1 8 0,-2-2 0,0-1 0,0 1 0,-2-1 0,1 0 0,-1 0 0,-1-1 0,0 1 0,0-1 0,0 0 0,-2-1 0,1 0 0,-1 0 0,0 0 0,-10 7 0,17-15 0,0 1 0,0 0 0,0-1 0,0 1 0,0 0 0,0 0 0,0 0 0,0 0 0,1-1 0,-1 1 0,0 0 0,1 0 0,-1 0 0,1 1 0,-1-1 0,1 0 0,-1 0 0,1 0 0,0 0 0,-1 0 0,1 1 0,0-1 0,0 0 0,0 2 0,1-2 0,-1 0 0,1 0 0,0 0 0,-1 0 0,1 0 0,0 0 0,0 0 0,0-1 0,0 1 0,-1 0 0,1 0 0,0-1 0,1 1 0,-1-1 0,0 1 0,0-1 0,0 1 0,0-1 0,0 1 0,0-1 0,1 0 0,-1 0 0,0 0 0,2 0 0,14 2-227,0-1-1,0 0 1,0-2-1,-1 0 1,34-6-1,-37 3-6598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4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36 24575,'-15'-35'0,"26"94"0,58 176 0,-52-191 0,2-1 0,2-1 0,32 48 0,-40-74 0,-12-16 0,-1 0 0,0 1 0,0-1 0,1 0 0,-1 0 0,0 0 0,1 0 0,-1 1 0,0-1 0,1 0 0,-1 0 0,0 0 0,1 0 0,-1 0 0,0 0 0,0 0 0,1 0 0,-1 0 0,0 0 0,1 0 0,-1 0 0,0 0 0,1 0 0,-1 0 0,0-1 0,1 1 0,-1 0 0,0 0 0,1 0 0,-1 0 0,0-1 0,0 1 0,1 0 0,-1 0 0,0 0 0,0-1 0,0 1 0,1 0 0,-1 0 0,0-1 0,0 1 0,0 0 0,0-1 0,1 1 0,-1 0 0,0-1 0,0 1 0,0 0 0,0-1 0,0 1 0,0 0 0,0-1 0,0 1 0,0 0 0,0-1 0,2-12 0,-1 0 0,0 0 0,-1-1 0,-1 1 0,0 0 0,-5-25 0,-2-18 0,7 41 0,0 9 0,0-1 0,1 1 0,0-1 0,0 1 0,0-1 0,1 1 0,0-1 0,1-6 0,-1 12 0,0 0 0,-1 0 0,1 0 0,-1 0 0,1 0 0,0 0 0,0 1 0,-1-1 0,1 0 0,0 0 0,0 0 0,0 1 0,0-1 0,0 1 0,0-1 0,0 1 0,0-1 0,0 1 0,0-1 0,0 1 0,1 0 0,-1 0 0,0 0 0,0 0 0,0-1 0,0 1 0,1 1 0,-1-1 0,0 0 0,0 0 0,0 0 0,0 1 0,0-1 0,0 0 0,2 2 0,5 1 0,0 0 0,0 1 0,12 7 0,-15-7 0,126 81 0,-85-52 0,1-3 0,98 47 0,-140-75 0,1 0 0,-1 0 0,0 0 0,1-1 0,-1 0 0,8 1 0,-12-2 0,1 0 0,-1 0 0,0 0 0,1 0 0,-1-1 0,0 1 0,1 0 0,-1-1 0,0 1 0,0-1 0,1 1 0,-1-1 0,0 1 0,0-1 0,0 0 0,0 0 0,0 0 0,0 1 0,0-1 0,0 0 0,0 0 0,0 0 0,0-1 0,-1 1 0,1 0 0,0 0 0,-1 0 0,1 0 0,-1-1 0,1 1 0,0-3 0,0-5 0,1-1 0,-1 0 0,-1 0 0,0 0 0,0 1 0,-1-1 0,0 0 0,0 0 0,-1 1 0,-6-16 0,-1-2 0,-2 2 0,-20-38 0,19 41-170,-1 1-1,-1 1 0,-1 0 1,0 0-1,-2 1 0,0 2 1,-27-23-1,31 31-6655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4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24575,'0'-17'0,"1"21"0,1 25 0,10 115 0,-7-66 0,30 146 0,-30-205 0,1 0 0,0-1 0,2 0 0,0 0 0,13 20 0,-15-29 0,0 0 0,0-1 0,0 0 0,1 0 0,1-1 0,-1 0 0,1 0 0,0 0 0,0-1 0,1-1 0,15 8 0,-22-12-59,-1 0 0,1-1-1,0 1 1,0-1-1,-1 0 1,1 1 0,0-1-1,0 0 1,0 0 0,0 0-1,-1-1 1,1 1 0,0 0-1,0-1 1,0 1-1,-1-1 1,1 1 0,0-1-1,-1 0 1,1 0 0,0 0-1,2-2 1,5-3-6767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5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24575,'7'-8'0,"0"0"0,0 0 0,1 1 0,0 0 0,12-8 0,-18 13 0,1 1 0,-1-1 0,1 1 0,0 0 0,0 0 0,0 0 0,-1 0 0,1 0 0,0 0 0,0 1 0,0-1 0,0 1 0,0 0 0,0 0 0,0 0 0,0 1 0,0-1 0,0 1 0,0-1 0,0 1 0,0 0 0,0 0 0,3 2 0,2 2 0,-2-1 0,1 1 0,-1 1 0,1-1 0,-1 1 0,-1 0 0,1 0 0,8 15 0,-4-5 0,-1 0 0,13 34 0,-19-41 0,0 1 0,-1 0 0,0 0 0,-1 0 0,0-1 0,-1 1 0,0 0 0,0 0 0,-1 0 0,-1 0 0,0 0 0,0 0 0,0-1 0,-1 1 0,-6 10 0,8-17 0,0 0 0,0 1 0,0-1 0,0 0 0,1 0 0,-1 1 0,1-1 0,-1 1 0,1-1 0,1 0 0,-1 1 0,0-1 0,1 0 0,-1 1 0,1-1 0,0 0 0,3 6 0,-2-5 0,0 0 0,0-1 0,1 1 0,0-1 0,0 1 0,0-1 0,0 0 0,0 0 0,1-1 0,-1 1 0,1-1 0,-1 1 0,7 2 0,1-1-341,-1 0 0,1 0-1,19 4 1,-14-5-6485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5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1 24575,'-29'7'0,"-13"3"0,-3 2 0,0 1 0,6-1 0,7-1 0,9-2-8191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25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24575,'22'0'0,"0"2"0,0 0 0,-1 1 0,1 2 0,-1 0 0,0 1 0,-1 1 0,1 1 0,-1 1 0,-1 1 0,0 0 0,28 21 0,-24-13 0,-1 1 0,0 1 0,-2 1 0,0 0 0,-2 2 0,0 0 0,-2 1 0,26 50 0,-24-39 24,-2 0 0,-2 2 0,-2 0 0,16 71 0,-25-91-138,-1 1 0,-1 0-1,0 0 1,-1 0 0,-1 0 0,0-1-1,-2 1 1,0 0 0,-1-1 0,-1 1-1,0-1 1,-14 29 0,6-23-6712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33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24575,'0'0'0,"0"1"0,-1-1 0,1 0 0,0 0 0,0 1 0,0-1 0,-1 0 0,1 1 0,0-1 0,0 0 0,0 0 0,0 1 0,-1-1 0,1 0 0,0 1 0,0-1 0,0 0 0,0 1 0,0-1 0,0 0 0,0 1 0,0-1 0,0 0 0,0 1 0,0-1 0,0 0 0,0 1 0,0-1 0,1 0 0,-1 1 0,0-1 0,0 0 0,0 1 0,0-1 0,1 1 0,5 15 0,-6-15 0,44 100 0,76 128 0,-67-147 0,91 109 0,-143-189 0,1 0 0,0 0 0,-1-1 0,1 1 0,0 0 0,0-1 0,0 1 0,0-1 0,3 2 0,-4-2 0,0-1 0,0 0 0,-1 0 0,1 0 0,0 0 0,0 0 0,0 0 0,-1 0 0,1-1 0,0 1 0,0 0 0,-1 0 0,1-1 0,0 1 0,-1 0 0,1-1 0,0 1 0,-1-1 0,1 1 0,0-1 0,-1 1 0,1-1 0,-1 1 0,1-1 0,-1 1 0,1-1 0,-1 0 0,0 1 0,1-1 0,-1 0 0,0 1 0,1-1 0,-1 0 0,0-1 0,3-4 0,-1 0 0,0-1 0,0 1 0,0-1 0,-1 0 0,0 0 0,0-9 0,-3-52 0,1 53 0,-2-16 0,-2 0 0,-11-41 0,4 19 0,11 53 0,1-1 0,0 0 0,0 1 0,-1-1 0,1 0 0,0 1 0,0-1 0,0 0 0,0 0 0,0 1 0,0-1 0,0 0 0,0 0 0,1 1 0,-1-1 0,0 0 0,0 1 0,1-2 0,-1 2 0,1 0 0,-1 0 0,0-1 0,1 1 0,-1 0 0,1 0 0,-1 0 0,0 0 0,1 0 0,-1 0 0,0 0 0,1 1 0,-1-1 0,0 0 0,1 0 0,-1 0 0,0 0 0,1 0 0,-1 0 0,0 1 0,1-1 0,-1 0 0,0 0 0,1 1 0,-1-1 0,24 23 0,-22-20 0,111 113 0,-84-89 0,0-2 0,40 25 0,-62-45 0,0-1 0,1 0 0,-1-1 0,1 0 0,0 0 0,14 3 0,-20-5 0,1-1 0,-1 0 0,1 0 0,-1 0 0,1 0 0,-1 0 0,1 0 0,-1-1 0,1 1 0,-1-1 0,4-1 0,-4 1 0,-1 0 0,1 0 0,-1 0 0,0 0 0,0 0 0,1 0 0,-1 0 0,0 0 0,0-1 0,0 1 0,0 0 0,0-1 0,0 1 0,0-1 0,-1 1 0,1-1 0,-1 0 0,2-2 0,-1-4 0,0-1 0,0 1 0,0 0 0,-1 0 0,0-1 0,-1 1 0,0 0 0,0 0 0,-1 0 0,-2-8 0,-5-13 0,-19-38 0,17 42 0,-51-99 0,0-3 0,53 107-1365,2 4-5461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34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9 24575,'0'-1'0,"-1"0"0,1 1 0,-1-1 0,1 1 0,-1-1 0,1 1 0,-1-1 0,0 1 0,1-1 0,-1 1 0,0 0 0,1-1 0,-1 1 0,0 0 0,0 0 0,1-1 0,-1 1 0,0 0 0,0 0 0,1 0 0,-1 0 0,0 0 0,0 0 0,1 0 0,-1 0 0,0 0 0,-1 1 0,1-1 0,0 1 0,0 0 0,0 0 0,0 0 0,0 0 0,0 0 0,1 0 0,-1 0 0,0 0 0,0 0 0,1 0 0,-1 0 0,1 0 0,-2 2 0,0 5 0,0-1 0,0 1 0,0-1 0,0 12 0,-4 47 0,-3 55 0,9-85 0,5 152 0,-3-166 0,1-1 0,1 0 0,2-1 0,0 1 0,1-1 0,17 35 0,-14-36 0,1-1 0,1 0 0,0-1 0,19 20 0,-25-30 0,1-1 0,-1 0 0,1-1 0,0 1 0,1-1 0,-1-1 0,1 1 0,0-1 0,0-1 0,0 0 0,0 0 0,1 0 0,8 1 0,-15-4 7,0 1 0,-1-1-1,1 0 1,0 0 0,-1 0-1,1 0 1,0 0-1,0-1 1,-1 1 0,1 0-1,0-1 1,-1 1 0,1-1-1,-1 0 1,1 1 0,-1-1-1,3-2 1,-2 1-156,0 0 1,0 0-1,0 0 1,0 0-1,-1-1 1,1 1-1,-1-1 1,0 0-1,2-4 1,1-2-6678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34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85 24575,'3'-7'0,"1"0"0,0 0 0,1 0 0,0 0 0,0 1 0,0-1 0,1 1 0,6-5 0,-9 8 0,0 1 0,1 0 0,-1 0 0,0 1 0,1-1 0,-1 1 0,1-1 0,-1 1 0,1 0 0,-1 0 0,1 1 0,0-1 0,-1 1 0,1-1 0,0 1 0,0 1 0,-1-1 0,1 0 0,7 3 0,0 0 0,0 0 0,-1 2 0,1-1 0,-1 1 0,0 1 0,13 9 0,51 46 0,-71-58 0,1 0 0,0 1 0,0 0 0,-1 0 0,0 0 0,0 0 0,0 0 0,0 1 0,0 0 0,-1-1 0,0 1 0,0 0 0,0 0 0,-1 0 0,0 1 0,0-1 0,0 0 0,0 0 0,-1 1 0,0-1 0,0 0 0,0 0 0,-1 1 0,0-1 0,0 0 0,0 0 0,-1 0 0,1 0 0,-1 0 0,-1 0 0,1 0 0,0 0 0,-6 6 0,-4 6 0,7-10 0,0 0 0,1 0 0,0 0 0,0 0 0,0 1 0,-3 10 0,7-17 0,0 1 0,-1-1 0,1 1 0,0 0 0,0-1 0,0 1 0,1 0 0,-1-1 0,0 1 0,0-1 0,1 1 0,-1-1 0,1 1 0,0 0 0,-1-1 0,1 0 0,1 3 0,0-1 0,0-1 0,1 1 0,-1-1 0,1 1 0,-1-1 0,1 0 0,6 3 0,-1 0 0,1-1 0,0 0 0,0-1 0,0 0 0,11 2 0,-14-4-80,0 0 0,0 0-1,0-1 1,0 0 0,0 0-1,0 0 1,0-1 0,0 1-1,0-2 1,0 1 0,-1-1 0,1 1-1,0-2 1,-1 1 0,1 0-1,8-7 1,-4 2-6746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34.8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331 4 24575,'-29'-3'0,"-13"2"0,-1 1 0,4 1 0,4 2 0,5 1 0,3 2 0,1 0 0,3-1 0,2-1 0,6-1-8191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35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24575,'34'8'0,"1"2"0,-2 1 0,1 2 0,-1 1 0,34 22 0,-45-23 0,-1 1 0,0 2 0,-1 0 0,-1 1 0,-1 1 0,0 0 0,28 42 0,-26-30 0,-1 0 0,-2 2 0,-1 0 0,16 48 0,-26-62 0,0 0 0,-2 0 0,0 0 0,-2 0 0,0 1 0,0 0 0,-2-1 0,0 1 0,-2-1 0,-3 25 0,2-34-76,1 0 1,-1-1-1,0 1 0,-1-1 0,0 0 0,0 0 0,-1 0 0,0 0 1,0-1-1,-1 1 0,0-1 0,0-1 0,-1 1 0,1-1 1,-2 0-1,1-1 0,-13 8 0,4-4-6750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0.4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446 60 24575,'-32'-7'0,"-13"-3"0,-4 1 0,2-1 0,6 1 0,6 3 0,5 1 0,6 3 0,5 1 0,3 1 0,1 0 0,2 0 0,-1 1 0,1-1 0,0 0 0,-1 0 0,0 1 0,2-1-8191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0.7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317 45 24575,'-22'-7'0,"-10"-3"0,-2 1 0,3 1 0,3 3 0,5 2 0,4 1 0,2 1 0,2 1 0,-2 0 0,0 1 0,0-1 0,1 0 0,1 1 0,2-1-8191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1.5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10 24575,'-3'-9'0,"6"9"0,12 11 0,-15-10 0,70 61 0,57 49 0,123 85 0,-225-176 0,-14-12 0,27 20 0,-1 2 0,-1 2 0,36 41 0,-70-71 0,-1 0 0,0-1 0,0 1 0,0 0 0,0-1 0,0 1 0,0 0 0,0 4 0,-1-6 0,1 0 0,-1 0 0,0 1 0,0-1 0,0 0 0,0 1 0,0-1 0,0 0 0,0 1 0,-1-1 0,1 0 0,0 0 0,0 1 0,0-1 0,0 0 0,0 1 0,0-1 0,0 0 0,-1 0 0,1 1 0,0-1 0,0 0 0,-1 1 0,1-1 0,-1 0 0,1 0 0,-1 1 0,1-1 0,-1 0 0,0 0 0,1 0 0,-1 0 0,0 0 0,1 0 0,-1 0 0,1 0 0,-1 0 0,0 0 0,1 0 0,-2 0 0,-24-10-1365,13 3-5461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1.9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89 24575,'-11'-19'0,"3"3"0,-1 1 0,-14-19 0,17 30 0,4 9 0,5 14 0,-3-17 0,4 14 0,-2 1 0,0-1 0,-1 1 0,-1-1 0,0 1 0,-1 0 0,-1-1 0,0 0 0,-1 1 0,-1-1 0,-1 0 0,-8 19 0,-40 73 0,10-24 0,35-66 0,2 1 0,-5 21 0,10-36-151,1 0-1,-1-1 0,1 1 0,0 0 1,0-1-1,1 1 0,-1-1 1,2 6-1,1 3-6674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2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24575,'0'-2'0,"0"1"0,1-1 0,-1 1 0,1-1 0,-1 1 0,1-1 0,0 1 0,-1 0 0,1-1 0,0 1 0,0 0 0,0 0 0,0-1 0,0 1 0,0 0 0,0 0 0,2-1 0,-2 2 0,0 0 0,0 0 0,0 0 0,-1 0 0,1-1 0,0 2 0,0-1 0,0 0 0,0 0 0,0 0 0,-1 0 0,1 0 0,0 1 0,0-1 0,0 0 0,-1 1 0,1-1 0,0 1 0,0-1 0,-1 1 0,1-1 0,0 1 0,-1-1 0,1 1 0,-1 0 0,1-1 0,0 1 0,-1 0 0,0 0 0,1-1 0,0 2 0,6 10 0,0 1 0,0 0 0,-1 0 0,-1 0 0,0 0 0,4 23 0,-3-7 0,-1 0 0,0 36 0,-3-7 0,-2 0 0,-4 0 0,-11 67 0,10-95 0,1 0 0,1 0 0,2 53 0,2-77 0,0-1 0,0 1 0,0-1 0,0 0 0,1 1 0,0-1 0,0 0 0,0 0 0,1 0 0,0 0 0,5 7 0,-2-6 0,-1 1 0,1-2 0,0 1 0,1-1 0,-1 0 0,1 0 0,9 5 0,-3-4 0,1 0 0,-1 0 0,1-1 0,0-1 0,0-1 0,1 0 0,-1 0 0,24 0 0,-2-6-1365,-21 0-5461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2.9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24575,'6'-4'0,"-1"-1"0,1 1 0,0 0 0,0 1 0,1-1 0,-1 1 0,11-3 0,-14 5 0,-1 1 0,1-1 0,0 1 0,0 0 0,0 0 0,0 0 0,-1 0 0,1 0 0,0 1 0,0-1 0,0 1 0,-1 0 0,1 0 0,0 0 0,-1 0 0,1 0 0,-1 0 0,1 1 0,-1-1 0,0 1 0,4 3 0,6 7 0,0 0 0,-1 1 0,0 0 0,-1 1 0,0 0 0,-2 1 0,1 0 0,-2 0 0,0 1 0,-1 0 0,0 0 0,-2 1 0,6 30 0,-10-38 0,0 0 0,0 1 0,-1-1 0,0 0 0,-1 0 0,0 0 0,-6 14 0,5-12 0,0 0 0,0 1 0,1-1 0,-1 15 0,3-21 0,0-1 0,0 1 0,0 0 0,1 0 0,0-1 0,0 1 0,0 0 0,0-1 0,1 1 0,3 6 0,-3-9 0,0 1 0,0 0 0,0 0 0,0-1 0,1 1 0,0-1 0,-1 0 0,1 0 0,0 0 0,0 0 0,0 0 0,0-1 0,0 1 0,1-1 0,3 2 0,6 0 0,1-1 0,0 1 0,0-2 0,0 0 0,0-1 0,24-2 0,-34 1-65,0 1 0,0-1 0,0 0 0,-1 0 0,1-1 0,0 1 0,-1-1 0,1 0 0,-1 0 0,1 0 0,-1 0 0,0-1 0,0 1 0,0-1 0,0 0 0,0 0 0,-1 0 0,1 0 0,-1 0 0,4-7 0,-1 0-6761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3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474 30 24575,'-29'-2'0,"-15"-1"0,-5-3 0,1 0 0,4 1 0,7 2 0,5 0 0,2 2 0,5 1 0,1 2 0,3 1 0,2 3 0,-1 0 0,1-1 0,1 1 0,4 0-8191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3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 24575,'16'-3'0,"1"2"0,-1 0 0,1 1 0,-1 1 0,1 0 0,-1 1 0,1 1 0,-1 0 0,25 10 0,-21-5 0,0 1 0,-1 1 0,0 0 0,0 2 0,-1 0 0,26 24 0,-18-11 0,0 1 0,-1 1 0,26 40 0,-20-21 0,35 70 0,-48-79 0,16 45 0,-28-63 0,0-1 0,-2 1 0,0 1 0,2 31 0,-6-44 0,0 0 0,0 1 0,-1-1 0,0 0 0,-1 1 0,1-1 0,-1 0 0,-1 0 0,1 0 0,-1-1 0,0 1 0,-1 0 0,0-1 0,-5 7 0,2-5 0,0 0 0,0 0 0,-1-1 0,0 0 0,-1-1 0,1 0 0,-1 0 0,0-1 0,-12 6 0,-6 0-1365,5-1-5461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44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18 24575,'18'-10'0,"-15"9"0,-13 6 0,-4 0 0,1-1 0,-1 0 0,0-1 0,0-1 0,0 0 0,-1-1 0,1 0 0,0-2 0,0 1 0,0-2 0,-1 0 0,1 0 0,0-1 0,-18-7 0,22 6 0,5 2 0,-1 0 0,1 1 0,-1-1 0,1 1 0,-7 0 0,12 1-45,-1 0-1,1 0 1,0 0-1,-1 0 1,1 0-1,-1 0 1,1 0-1,0 0 1,-1 1-1,1-1 1,0 0-1,-1 0 1,1 0-1,0 1 1,-1-1-1,1 0 1,0 1-1,-1-1 1,1 0-1,0 1 1,0-1-1,0 0 1,-1 1-1,1-1 0,0 0 1,0 1-1,0-1 1,0 0-1,-1 1 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50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322 103 24575,'-20'-23'0,"16"18"0,0 0 0,-1 0 0,0 0 0,0 0 0,0 1 0,-1 0 0,0 0 0,-6-3 0,-1 0 0,-1 2 0,0-1 0,0 2 0,-1 0 0,1 1 0,-18-2 0,26 4 0,-1 1 0,1-1 0,0 1 0,-1 1 0,1 0 0,0-1 0,-1 2 0,1-1 0,0 1 0,0 0 0,0 0 0,0 1 0,0 0 0,1 0 0,-1 0 0,-9 8 0,13-9 0,0 1 0,0 0 0,0 0 0,0 0 0,1 0 0,-1 0 0,1 0 0,-1 0 0,1 1 0,0-1 0,0 0 0,1 1 0,-1-1 0,1 1 0,0-1 0,0 1 0,0-1 0,1 6 0,-1-1 0,1-1 0,1 1 0,-1-1 0,1 0 0,1 0 0,-1 0 0,7 12 0,-2-7 0,1-1 0,0 0 0,1 0 0,0 0 0,1-1 0,0-1 0,18 14 0,-21-18 0,0 0 0,0-1 0,0 0 0,1-1 0,0 1 0,0-2 0,-1 1 0,2-1 0,-1 0 0,0-1 0,0 1 0,0-2 0,17 0 0,-22 0 0,-1 0 0,1 0 0,-1-1 0,1 1 0,-1-1 0,1 0 0,-1 1 0,1-1 0,-1-1 0,0 1 0,0 0 0,0 0 0,1-1 0,-1 1 0,0-1 0,-1 0 0,1 0 0,0 1 0,0-1 0,-1 0 0,1 0 0,-1-1 0,0 1 0,0 0 0,0 0 0,0-1 0,0 1 0,0-1 0,1-3 0,0-6 0,-1 0 0,0 0 0,-1-1 0,-2-23 0,1 10 0,1 18 0,0-15 0,0 22 0,0 0 0,0 1 0,0-1 0,0 0 0,0 0 0,0 0 0,1 0 0,-1 1 0,0-1 0,0 0 0,1 0 0,-1 1 0,1-1 0,-1 0 0,1 0 0,-1 1 0,1-1 0,-1 1 0,1-1 0,1 0 0,-1 0 0,-1 1 0,1 0 0,0 0 0,0 0 0,0 1 0,-1-1 0,1 0 0,0 0 0,0 0 0,0 0 0,-1 1 0,1-1 0,0 0 0,0 1 0,-1-1 0,1 1 0,0-1 0,-1 1 0,1-1 0,-1 1 0,1-1 0,0 1 0,0 0 0,15 18 0,-14-17 0,23 30 0,-8-10 0,0 0 0,36 32 0,-24-30-1365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58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 24575,'-2'-1'0,"1"1"0,0 0 0,-1 0 0,1 1 0,0-1 0,-1 0 0,1 0 0,0 1 0,-1-1 0,1 0 0,0 1 0,0 0 0,0-1 0,-1 1 0,1 0 0,-2 1 0,3-1 0,-1-1 0,1 1 0,0 0 0,-1 0 0,1 0 0,0 0 0,-1-1 0,1 1 0,0 0 0,0 0 0,0 0 0,0 0 0,0 0 0,0-1 0,0 1 0,0 0 0,0 0 0,0 0 0,1 0 0,-1 0 0,0-1 0,1 1 0,-1 0 0,0 0 0,2 1 0,9 18 0,24 34 0,-25-42 0,-1 1 0,-1 0 0,0 1 0,0 0 0,-2 0 0,7 19 0,-9-20-88,-3-9-95,1 1 1,-1-1 0,0 1-1,0 0 1,0-1-1,-1 11 1,-1-6-6644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59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92 24575,'14'-12'0,"1"1"0,0 1 0,1 0 0,0 1 0,0 0 0,28-9 0,-35 15 0,0 0 0,1 1 0,-1 0 0,1 1 0,-1 0 0,1 0 0,-1 1 0,1 1 0,0-1 0,-1 1 0,1 1 0,-1 0 0,0 0 0,13 6 0,-15-6 0,0 1 0,0 1 0,-1-1 0,1 1 0,-1 0 0,10 8 0,-13-9 0,-1 1 0,1-1 0,0 0 0,-1 1 0,0 0 0,0-1 0,0 1 0,0 0 0,0 0 0,-1 0 0,0 0 0,0 0 0,1 6 0,-1-2 0,0 0 0,-1 0 0,0 0 0,-1 0 0,-2 15 0,-14 42 0,7-27 0,6-24 0,1 1 0,0-1 0,2 1 0,0 0 0,1 27 0,0-38 0,1 1 0,-1-1 0,1 0 0,0 1 0,0-1 0,1 0 0,-1 1 0,1-1 0,0 0 0,0 0 0,0-1 0,1 1 0,0 0 0,-1-1 0,1 1 0,0-1 0,1 0 0,-1 0 0,0 0 0,1 0 0,0-1 0,-1 0 0,8 4 0,-5-4 7,0 0 0,-1-1 0,1 0 0,0 0 0,0 0 1,0-1-1,0 0 0,0 0 0,0 0 0,0-1 0,0 1 0,0-2 0,0 1 0,0-1 0,0 0 0,5-2 0,-7 2-72,0 0 1,0 1-1,0-2 1,-1 1-1,1 0 1,0-1-1,-1 0 0,0 0 1,0 0-1,0 0 1,0 0-1,0-1 1,0 1-1,-1-1 0,0 0 1,0 0-1,0 0 1,0 0-1,0 0 1,-1 0-1,0 0 1,1-6-1,-1-1-6761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59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41 24575,'-27'-7'0,"-11"-3"0,-2 1 0,4 1 0,5 3 0,5 4 0,6 2 0,2 4 0,3 1 0,1 2 0,1-1 0,0 1 0,-1 0 0,0-3 0,0-1 0,0 1 0,2-1-8191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49:59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402 0 24575,'-27'0'0,"-14"0"0,-4 0 0,2 0 0,4 0 0,6 0 0,4 3 0,4 0 0,2 0 0,2-1 0,-1 3 0,2-1 0,2 0 0,3-2-8191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0.1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24575,'2'15'0,"2"9"0,-1 4 0,2 1 0,0 1 0,1-2 0,3-1 0,2-2 0,2-1 0,0-3 0,2-1 0,-3-2 0,-1-2 0,1-1 0,-2 0 0,0-1 0,-3 0 0,-1-3-8191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1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24575,'1'12'0,"1"0"0,0 0 0,1 0 0,1 0 0,9 22 0,-6-16 0,24 55 0,2-2 0,3-1 0,58 82 0,-81-133 0,0 0 0,1-1 0,1-1 0,21 21 0,-35-38 0,0 1 0,0 0 0,-1 0 0,1-1 0,0 1 0,0 0 0,0-1 0,0 1 0,0-1 0,0 1 0,1-1 0,-1 0 0,0 0 0,0 1 0,0-1 0,0 0 0,2 0 0,-3 0 0,1 0 0,-1-1 0,1 1 0,-1 0 0,0 0 0,1-1 0,-1 1 0,1 0 0,-1-1 0,1 1 0,-1 0 0,0-1 0,1 1 0,-1-1 0,0 1 0,0-1 0,1 1 0,-1-1 0,0 1 0,0-1 0,1 1 0,-1-1 0,0 1 0,0-2 0,1-2 0,-1 0 0,0 0 0,0-1 0,0 1 0,-1 0 0,1-1 0,-2-4 0,-20-68 0,12 48 0,3 1 0,-9-53 0,16 79 0,0 0 0,-1 0 0,1 0 0,0 0 0,1 0 0,-1-1 0,0 1 0,1 0 0,-1 0 0,1 0 0,-1 0 0,1 0 0,0 0 0,1-1 0,-1 2 0,0 0 0,-1 0 0,1 1 0,0-1 0,0 0 0,0 1 0,0-1 0,0 1 0,0-1 0,0 1 0,0-1 0,0 1 0,0 0 0,0 0 0,0-1 0,0 1 0,1 0 0,-1 0 0,0 0 0,0 0 0,0 0 0,0 1 0,0-1 0,0 0 0,0 0 0,0 1 0,0-1 0,2 1 0,11 5 0,-1 1 0,0 0 0,0 0 0,18 15 0,10 6 0,-15-12 0,56 31 0,-73-43 0,1 1 0,1-1 0,-1-1 0,0 0 0,1 0 0,14 1 0,-23-4 0,0 0 0,0 0 0,0 0 0,-1 0 0,1 0 0,0 0 0,0 0 0,0 0 0,0-1 0,-1 1 0,1-1 0,0 1 0,0-1 0,-1 0 0,1 0 0,-1 0 0,1 0 0,-1 0 0,1 0 0,-1 0 0,1 0 0,-1-1 0,2-1 0,-2 1 0,0-1 0,1 0 0,-1 0 0,0 0 0,0 0 0,-1 0 0,1 0 0,0 0 0,-1 0 0,0 0 0,0 0 0,0 0 0,0-4 0,-4-19 0,-1 0 0,-1 0 0,-1 0 0,-1 0 0,-12-26 0,9 27-273,-1 2 0,0-1 0,-2 2 0,-19-25 0,20 31-6553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1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1 24575,'-13'35'0,"1"0"0,2 1 0,2 0 0,-6 49 0,12-59 0,1 1 0,0 0 0,2 0 0,2-1 0,0 1 0,12 45 0,-8-52 0,0 0 0,2-1 0,0 0 0,1 0 0,1-1 0,1 0 0,15 18 0,-12-18 0,2 0 0,0-1 0,1-1 0,0-1 0,42 26 0,-50-34 0,1-2 0,0 1 0,0-1 0,1-1 0,-1 0 0,16 3 0,-26-7-80,0 0 0,0 0-1,0 0 1,0 0 0,1 0-1,-1 0 1,0 0 0,0 0-1,0-1 1,0 1 0,0 0 0,0-1-1,0 1 1,0 0 0,0-1-1,2-1 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2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1 145 24575,'8'-17'0,"1"0"0,0 0 0,2 1 0,20-24 0,-28 36 0,1 0 0,0 1 0,1-1 0,-1 1 0,1 0 0,-1 0 0,1 0 0,10-3 0,-11 5 0,0 0 0,0 0 0,0 0 0,0 1 0,0-1 0,0 1 0,0 0 0,0 0 0,0 1 0,0-1 0,0 1 0,0 0 0,6 2 0,0 1 0,-1 1 0,0-1 0,-1 2 0,1-1 0,-1 1 0,0 0 0,0 1 0,-1 0 0,7 8 0,-3-3 0,-2 0 0,0 1 0,0 0 0,-1 0 0,7 18 0,-10-16 0,0 0 0,-2 0 0,0 0 0,0 0 0,-2 0 0,0 0 0,-1 1 0,0-1 0,-1 0 0,-1 1 0,-5 24 0,3-28 0,0-1 0,-1 0 0,0 0 0,-11 18 0,-9 18 0,24-45 0,1-1 0,-1 1 0,0-1 0,1 1 0,0-1 0,-1 1 0,1 0 0,0-1 0,0 1 0,-1-1 0,1 1 0,1 0 0,-1-1 0,0 1 0,0 0 0,1-1 0,-1 1 0,1-1 0,-1 1 0,1-1 0,1 3 0,-1-2 0,1 0 0,-1-1 0,1 1 0,-1-1 0,1 0 0,0 0 0,0 1 0,0-1 0,-1 0 0,1 0 0,0-1 0,0 1 0,0 0 0,0-1 0,1 1 0,2-1 0,16 3-273,1-1 0,0-2 0,-1 0 0,41-6 0,-44 3-6553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2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345 29 24575,'-27'-5'0,"-11"-1"0,-2 0 0,4 0 0,5 3 0,5 1 0,3 3 0,3 2 0,1 2 0,0 4 0,1-1 0,0 2 0,2-2 0,3-2-8191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2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24575,'35'17'-31,"0"2"-1,-1 2 1,-1 1-1,-2 2 1,0 1-1,-1 1 1,-1 1-1,-2 2 1,26 35-1,-32-36 4,-1 1-1,-2 2 1,0-1-1,-3 2 0,0 0 1,-2 1-1,-2 1 1,0-1-1,-3 2 0,7 49 1,-14-72 61,0 0 0,0 0 0,-2 1 0,1-1 0,-1 0 0,-1 0 1,0 0-1,-1-1 0,0 1 0,-1 0 0,0-1 0,-1 0 0,0 0 1,-1 0-1,0-1 0,-1 0 0,0 0 0,-14 15 0,3-7-1398,2-4-5461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3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64 24575,'1'0'0,"-1"0"0,0 0 0,0 0 0,0 0 0,0-1 0,0 1 0,1 0 0,-1 0 0,0 0 0,0 0 0,0-1 0,0 1 0,0 0 0,0 0 0,1 0 0,-1-1 0,0 1 0,0 0 0,0 0 0,0-1 0,0 1 0,0 0 0,0 0 0,0 0 0,0-1 0,0 1 0,0 0 0,0 0 0,0 0 0,0-1 0,-1 1 0,1 0 0,0 0 0,0-1 0,-8-3 0,-13 1 0,21 3 0,-47-1 0,26 1 0,-35-5 0,5-3-86,2 1-553,-62-17-1,98 19-6186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6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290 135 24575,'-7'-16'0,"0"1"0,-14-21 0,17 29 0,-1 0 0,0 1 0,-1-1 0,1 1 0,-1 0 0,-13-9 0,15 13 0,0 0 0,0 0 0,0 1 0,0-1 0,0 1 0,0 0 0,0 0 0,-1 0 0,1 1 0,0 0 0,-1 0 0,1 0 0,-8 1 0,3 1 0,0-1 0,0 1 0,0 1 0,1 0 0,-14 6 0,17-7 0,-1 1 0,1 0 0,0 1 0,0-1 0,1 1 0,-1 0 0,1 0 0,-1 0 0,1 1 0,1-1 0,-1 1 0,-4 8 0,6-9 0,1-1 0,0 1 0,-1 0 0,1 0 0,0-1 0,1 1 0,-1 0 0,1 0 0,0 0 0,0 0 0,0 0 0,0 0 0,1 0 0,-1 0 0,1-1 0,0 1 0,0 0 0,1 0 0,3 6 0,-1-1 0,1-1 0,1-1 0,-1 1 0,1-1 0,1 1 0,-1-2 0,1 1 0,0-1 0,1 0 0,0 0 0,0-1 0,0 0 0,12 5 0,-5-4 0,-1 0 0,1-1 0,0-1 0,1 0 0,-1-1 0,0-1 0,22 1 0,-34-3 0,-1 1 0,1-2 0,-1 1 0,1 0 0,-1 0 0,1-1 0,-1 1 0,1-1 0,-1 0 0,1 0 0,-1 0 0,1 0 0,-1 0 0,0 0 0,0-1 0,3-1 0,-3 1 0,0-1 0,-1 1 0,1 0 0,-1-1 0,1 1 0,-1 0 0,0-1 0,0 0 0,0 1 0,0-1 0,0 0 0,-1 1 0,1-1 0,-1 0 0,0-2 0,-1-69 0,1 64 0,1 25 0,2 0 0,0-1 0,6 22 0,2-6-1365,-5-17-5461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6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24575,'2'-5'0,"0"-1"0,0 0 0,0 1 0,1 0 0,0-1 0,0 1 0,1 0 0,4-5 0,-6 8 0,0 1 0,0-1 0,0 0 0,0 1 0,0 0 0,0 0 0,0-1 0,0 1 0,0 1 0,1-1 0,-1 0 0,0 0 0,1 1 0,-1-1 0,1 1 0,-1 0 0,0 0 0,1 0 0,-1 0 0,1 0 0,-1 1 0,1-1 0,2 1 0,3 1 0,-1 1 0,1 0 0,0 0 0,-1 0 0,1 1 0,-1 0 0,0 1 0,9 7 0,-12-9 0,-1 0 0,1 1 0,-1-1 0,0 1 0,0 0 0,0 0 0,0 0 0,-1 0 0,0 0 0,1 1 0,-2-1 0,1 0 0,0 1 0,-1 0 0,1 8 0,-1-6 0,0 0 0,-1 1 0,0-1 0,0 1 0,-1-1 0,0 1 0,-1-1 0,1 0 0,-1 0 0,-1 0 0,1 0 0,-1 0 0,0 0 0,-1-1 0,-7 12 0,9-16 0,0 1 0,-1 0 0,1 0 0,0 1 0,1-1 0,-1 0 0,-1 5 0,3-7 0,0-1 0,-1 1 0,1 0 0,0 0 0,0-1 0,0 1 0,0 0 0,1-1 0,-1 1 0,0 0 0,0-1 0,0 1 0,0-1 0,1 1 0,-1 0 0,0-1 0,1 1 0,-1 0 0,0-1 0,1 1 0,-1-1 0,1 1 0,-1-1 0,1 1 0,-1-1 0,1 0 0,-1 1 0,1-1 0,-1 1 0,1-1 0,0 0 0,-1 0 0,1 1 0,0-1 0,-1 0 0,1 0 0,0 0 0,-1 0 0,1 0 0,0 1 0,-1-1 0,2-1 0,16 3 17,1 0 0,0-2 0,23-2 0,6 0-1450,-36 2-5393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8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73 24575,'1'-4'0,"0"0"0,0 0 0,1 1 0,-1-1 0,1 0 0,0 1 0,0 0 0,0-1 0,0 1 0,1 0 0,0 0 0,-1 0 0,1 1 0,0-1 0,0 1 0,0-1 0,1 1 0,-1 0 0,0 0 0,1 1 0,-1-1 0,1 1 0,0-1 0,6 0 0,-4 1 0,1 0 0,0 0 0,-1 1 0,1-1 0,0 2 0,-1-1 0,1 1 0,0 0 0,-1 0 0,1 1 0,-1 0 0,0 0 0,1 0 0,-1 1 0,8 5 0,-9-6 0,-1 1 0,1 0 0,-1 1 0,0-1 0,0 1 0,0 0 0,0 0 0,-1 0 0,0 0 0,0 0 0,0 1 0,0 0 0,-1-1 0,1 1 0,-1 0 0,-1 0 0,1 1 0,-1-1 0,2 8 0,-1 30 0,-3 48 0,-1-21 0,2-28 0,1 45 0,-1-85 0,0-1 0,0 1 0,1-1 0,-1 1 0,1-1 0,-1 1 0,1-1 0,-1 0 0,1 1 0,0-1 0,0 0 0,0 1 0,0-1 0,0 0 0,0 0 0,2 2 0,0-1 0,-1 0 0,1-1 0,0 1 0,0-1 0,-1 0 0,1 1 0,6 0 0,3 0 0,0 0 0,0-1 0,17 0 0,-24-1 0,13 0-118,49 0 370,-59-1-502,0 0 0,0 0 0,-1-1 1,1 0-1,15-6 0,-14 3-6576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8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292 15 24575,'-30'-2'0,"-11"-2"0,-2 1 0,4 1 0,6 0 0,7 1 0,4 0 0,5 1 0,2 0 0,1 0 0,3 0-8191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8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0 24575,'-24'2'0,"-11"2"0,-5 1 0,3 1 0,7-1-8191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09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24575,'8'-8'0,"0"0"0,1 1 0,0 0 0,0 0 0,0 1 0,1 0 0,15-6 0,-20 10 0,0 1 0,0-1 0,1 1 0,-1 0 0,0 0 0,1 0 0,-1 1 0,1 0 0,-1 0 0,0 0 0,1 1 0,-1 0 0,0 0 0,1 0 0,-1 1 0,0 0 0,7 3 0,-5-2 0,0 1 0,0 1 0,0-1 0,-1 1 0,0 0 0,0 1 0,0 0 0,0 0 0,-1 0 0,0 0 0,-1 1 0,6 9 0,-8-11 0,1-1 0,-1 1 0,-1-1 0,1 1 0,-1 0 0,1 0 0,-2-1 0,1 1 0,0 0 0,-1 0 0,0 0 0,0 0 0,0 0 0,-1 0 0,0 0 0,0 0 0,0 0 0,0 0 0,-1-1 0,0 1 0,-2 4 0,-7 8 0,-1 0 0,-1-1 0,0 0 0,-1-2 0,-19 17 0,-15 16 0,46-45 0,0 0 0,0 0 0,1 0 0,-1 1 0,0-1 0,1 1 0,0-1 0,-2 4 0,3-5 0,0 0 0,0-1 0,-1 1 0,1 0 0,0 0 0,0-1 0,1 1 0,-1 0 0,0 0 0,0-1 0,0 1 0,0 0 0,1 0 0,-1-1 0,0 1 0,1 0 0,-1-1 0,0 1 0,1 0 0,-1-1 0,1 1 0,-1-1 0,1 1 0,0-1 0,-1 1 0,1-1 0,-1 1 0,1-1 0,0 1 0,-1-1 0,1 0 0,0 0 0,-1 1 0,1-1 0,0 0 0,0 0 0,8 3 0,0 0 0,-1-1 0,1 0 0,0-1 0,11 1 0,48-2 0,-38-1 0,-13 0 60,29-6-1,-7 1-1543,-26 5-5342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10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9 24575,'-5'-8'0,"3"11"0,6 16 0,128 285 0,-110-256 0,-13-26 0,1-1 0,0 0 0,17 22 0,-27-42 0,0-1 0,1 1 0,-1 0 0,1-1 0,-1 1 0,1-1 0,-1 1 0,1-1 0,-1 1 0,1-1 0,0 1 0,-1-1 0,1 1 0,0-1 0,-1 0 0,1 1 0,0-1 0,-1 0 0,1 0 0,0 0 0,0 1 0,1-1 0,-2 0 0,1-1 0,0 1 0,-1 0 0,1-1 0,0 1 0,-1 0 0,1-1 0,-1 1 0,1-1 0,0 1 0,-1-1 0,1 1 0,-1-1 0,0 1 0,1-1 0,-1 0 0,1 1 0,0-2 0,1-3 0,0 0 0,-1 0 0,1 0 0,-1 0 0,1-7 0,16-122 0,-18 133 0,0 0 0,0 0 0,0 0 0,0 0 0,0 0 0,0 0 0,1 0 0,-1 0 0,0 0 0,1 0 0,-1 0 0,1 0 0,-1 0 0,1 0 0,0 0 0,-1 0 0,1 1 0,0-1 0,-1 0 0,1 1 0,1-2 0,-1 2 0,0-1 0,0 1 0,0 0 0,0 0 0,0 0 0,1 0 0,-1 0 0,0 0 0,0 0 0,0 0 0,0 0 0,0 0 0,0 0 0,0 1 0,0-1 0,0 0 0,1 1 0,5 3 0,1 0 0,-2 1 0,1 0 0,8 7 0,-11-8 0,145 107 0,-131-99 0,1-2 0,0 0 0,0-1 0,1-1 0,0-1 0,36 8 0,-53-15 0,0 1 0,0-1 0,1 1 0,-1-1 0,0 0 0,0 0 0,0 0 0,1-1 0,-1 1 0,0-1 0,0 0 0,0 0 0,0 0 0,0 0 0,0 0 0,0-1 0,0 1 0,0-1 0,3-2 0,-4 1 0,1 0 0,0 0 0,-1 0 0,0 0 0,0-1 0,0 1 0,0-1 0,0 0 0,-1 1 0,1-1 0,-1 0 0,0 0 0,0 0 0,-1 0 0,1-4 0,0-2 0,-1 0 0,-1 0 0,1 0 0,-2 0 0,1 1 0,-1-1 0,-1 0 0,0 1 0,-5-13 0,-7-11 0,-24-37 0,26 47 0,1 0-341,-1 1 0,-1 1-1,-33-38 1,33 46-6485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10.8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 24575,'-3'-1'0,"0"0"0,0 1 0,0 0 0,0-1 0,-1 1 0,1 1 0,0-1 0,0 0 0,0 1 0,0 0 0,0-1 0,0 1 0,0 0 0,0 1 0,0-1 0,-5 3 0,5-1 0,-1 0 0,1 0 0,-1 1 0,1-1 0,0 1 0,0 0 0,1 0 0,-1 0 0,1 0 0,-3 5 0,-1 8 0,0 1 0,1 0 0,0 0 0,-2 29 0,2-6 0,1 1 0,2 0 0,2-1 0,2 1 0,2 0 0,10 48 0,-8-64 0,1-1 0,1 0 0,1 0 0,2-1 0,0 0 0,1-1 0,2 0 0,0-1 0,1 0 0,36 37 0,-50-58 0,13 15 0,1-1 0,1-1 0,1 0 0,0-1 0,32 18 0,-48-30 6,0 0-1,1 0 1,-1-1-1,0 1 0,1-1 1,-1 1-1,1-1 1,-1 0-1,1 1 1,-1-1-1,1 0 1,-1 0-1,1 0 0,-1 0 1,1 0-1,-1-1 1,0 1-1,1 0 1,-1-1-1,1 1 1,2-2-1,-3 1-64,-1 0-1,1 0 1,0 0-1,0 0 1,0 0 0,-1 0-1,1 0 1,0 0-1,-1 0 1,1-1 0,-1 1-1,0 0 1,1 0-1,-1-1 1,0 1 0,0 0-1,1-1 1,-1 1-1,0 0 1,0 0 0,-1-1-1,1 1 1,0 0-1,-1-3 1,-2-9-6767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11.2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0 135 24575,'13'-30'0,"10"-23"0,-20 48 0,0 0 0,0 0 0,0 1 0,1-1 0,-1 1 0,1 0 0,7-6 0,-10 8 0,1 1 0,0 0 0,0 0 0,0 0 0,-1 1 0,1-1 0,0 0 0,0 1 0,0-1 0,0 1 0,0 0 0,0-1 0,0 1 0,0 0 0,0 0 0,0 1 0,1-1 0,-1 0 0,0 1 0,-1-1 0,1 1 0,0-1 0,0 1 0,0 0 0,0 0 0,0 0 0,-1 0 0,1 0 0,0 0 0,-1 1 0,2 1 0,6 5 0,0 0 0,-1 1 0,0 0 0,6 11 0,-10-15 0,13 18 0,-1 0 0,-1 2 0,18 41 0,-28-53 0,0 0 0,-1 1 0,0-1 0,-1 1 0,0 0 0,-2 0 0,1 0 0,-2 0 0,-1 18 0,1-25 0,-2-1 0,1 1 0,-1-1 0,0 0 0,0 1 0,-1-1 0,0 0 0,0 0 0,0-1 0,-1 1 0,0-1 0,0 0 0,0 1 0,0-2 0,-1 1 0,0 0 0,0-1 0,-11 7 0,12-9 0,1 0 0,0 0 0,1 1 0,-1-1 0,0 1 0,-2 3 0,5-6 0,-1 1 0,1-1 0,0 1 0,0-1 0,0 1 0,-1-1 0,1 1 0,0-1 0,0 0 0,0 1 0,0-1 0,0 1 0,0-1 0,0 1 0,0-1 0,0 1 0,0-1 0,0 1 0,0-1 0,0 1 0,0 0 0,1 0 0,0 0 0,-1 0 0,1-1 0,0 1 0,-1 0 0,1-1 0,0 1 0,0-1 0,-1 1 0,1-1 0,0 1 0,0-1 0,0 1 0,0-1 0,2 1 0,10 2 0,1-1 0,0 0 0,0-1 0,0 0 0,22-3 0,-9 2 0,-15-1-81,41 1-561,73-10 0,-110 8-6184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11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 24575,'-27'0'0,"-11"2"0,-4 1 0,-1 0 0,4 2 0,2 0 0,3 0 0,3 0 0,1 0 0,3 0 0,7-2-8191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11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24575,'38'13'0,"-1"2"0,-1 1 0,0 3 0,-2 0 0,0 2 0,38 32 0,-46-31 0,0 1 0,-1 2 0,-2 1 0,-1 0 0,-1 2 0,-1 0 0,23 45 0,-27-42 0,-1 2 0,-1-1 0,-3 2 0,15 64 0,-23-82 0,0 0 0,-2 1 0,0-1 0,-1 1 0,0-1 0,-1 0 0,-1 1 0,-1-1 0,0 0 0,-1 0 0,-1 0 0,-12 26 0,11-31-136,-1 0-1,0 0 1,-1-1-1,0 0 1,0-1-1,-1 1 1,-1-2-1,0 1 0,-14 9 1,-1-1-6690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2.9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493 7 24575,'5'0'0,"5"-2"0,1 0 0,0 1 0,0 0 0,0 1 0,0 0 0,-1 1 0,17 3 0,-26-4 0,-1 0 0,1 0 0,0 0 0,0 1 0,-1-1 0,1 0 0,0 0 0,-1 1 0,1-1 0,-1 1 0,1-1 0,0 1 0,-1-1 0,1 0 0,-1 1 0,1 0 0,0 0 0,-1 0 0,0-1 0,0 0 0,0 1 0,0-1 0,0 0 0,0 1 0,0-1 0,0 0 0,0 1 0,0-1 0,0 0 0,-1 1 0,1-1 0,0 0 0,0 1 0,0-1 0,0 0 0,0 0 0,-1 1 0,1-1 0,0 0 0,0 1 0,-1-1 0,1 0 0,-1 0 0,0 2 0,-2-1 0,1 1 0,0-1 0,0 0 0,0 0 0,-1 0 0,1 0 0,-4 1 0,-35 4 0,-66 2 0,87-7 0,-270 2-4,176-3-1357,102 0-5465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3.3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535 0 24575,'-62'1'0,"-116"14"0,107-3-682,-136 5-1,191-17-6143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3.8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24575,'98'62'0,"149"90"0,-179-116 0,96 35 0,-126-55 0,-16-4 0,-21-12 0,-1 0 0,0 0 0,1 1 0,-1-1 0,0 0 0,1 0 0,-1 1 0,0-1 0,0 0 0,1 0 0,-1 1 0,0-1 0,0 0 0,0 1 0,0-1 0,1 0 0,-1 1 0,0-1 0,0 1 0,0-1 0,0 0 0,0 1 0,0-1 0,0 0 0,0 1 0,0-1 0,0 1 0,0-1 0,0 0 0,0 1 0,0-1 0,0 0 0,-1 1 0,1-1 0,0 0 0,0 1 0,0-1 0,0 0 0,-1 1 0,1-1 0,0 0 0,0 1 0,-1-1 0,1 0 0,0 0 0,-1 1 0,1-1 0,0 0 0,-1 0 0,1 0 0,0 1 0,-1-1 0,1 0 0,0 0 0,-1 0 0,1 0 0,0 0 0,-1 0 0,0 0 0,-15 6 0,0-1 0,0-1 0,-1-1 0,-22 2 0,0 1 0,-30 4 0,-29 5 0,79-11 0,0 1 0,1 0 0,-19 9 0,17-3 0,0 0 0,-28 22 0,3 7-1365,35-31-5461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5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28 24575,'-1'0'0,"-4"-4"0,0 0 0,-1 0 0,1 0 0,-12-4 0,17 7 0,-1 1 0,0-1 0,0 1 0,0 0 0,0 0 0,0-1 0,0 1 0,0 0 0,1 0 0,-1 0 0,0 0 0,0 0 0,0 0 0,0 0 0,0 0 0,0 0 0,0 0 0,0 1 0,0-1 0,0 0 0,0 1 0,1-1 0,-1 1 0,0-1 0,0 1 0,0-1 0,1 1 0,-1-1 0,0 1 0,1 0 0,-1-1 0,0 1 0,1 0 0,-1 0 0,1 0 0,-1-1 0,1 1 0,-1 0 0,1 0 0,0 0 0,0 0 0,-1 0 0,1 1 0,-1 4 0,-1 1 0,1 0 0,1 0 0,0 0 0,0 0 0,0-1 0,1 1 0,0 0 0,2 10 0,4 8 0,12 28 0,-15-42 0,10 24 0,1-1 0,2 0 0,2-1 0,1-1 0,1-1 0,2-1 0,45 47 0,-57-66 0,-6-5 0,1 0 0,0-1 0,0 1 0,1-1 0,10 6 0,-16-10 0,1 0 0,-1-1 0,1 1 0,-1-1 0,1 1 0,0-1 0,-1 1 0,1-1 0,0 0 0,-1 0 0,1 0 0,0 0 0,-1 0 0,1 0 0,0-1 0,-1 1 0,1 0 0,-1-1 0,1 1 0,0-1 0,-1 0 0,1 1 0,-1-1 0,1 0 0,-1 0 0,0 0 0,1 0 0,-1 0 0,0 0 0,0-1 0,0 1 0,2-3 0,0 0 0,0 0 0,0-1 0,-1 0 0,1 1 0,-1-1 0,0 0 0,-1 0 0,1-1 0,-1 1 0,0 0 0,0-7 0,0-9 0,-2-34 0,0 0 0,1 53 0,0 1 0,0-1 0,0 0 0,1 1 0,-1-1 0,0 1 0,1-1 0,-1 1 0,2-3 0,-1 3 0,-1 1 0,0 0 0,1 0 0,-1-1 0,0 1 0,1 0 0,-1 0 0,1 0 0,-1-1 0,1 1 0,-1 0 0,0 0 0,1 0 0,-1 0 0,1 0 0,-1 0 0,1 0 0,-1 0 0,0 0 0,1 0 0,-1 0 0,1 0 0,-1 0 0,1 1 0,-1-1 0,0 0 0,1 0 0,-1 0 0,1 1 0,-1-1 0,0 0 0,1 0 0,-1 1 0,0-1 0,1 0 0,-1 1 0,1 0 0,86 77 0,-5-5 0,-70-63 0,0-1 0,1-1 0,1 0 0,26 12 0,-35-18 0,0 0 0,0-1 0,0 0 0,0 1 0,0-2 0,0 1 0,1 0 0,-1-1 0,9-1 0,-12 1 0,0 0 0,-1-1 0,1 1 0,0-1 0,0 0 0,-1 0 0,1 1 0,0-1 0,-1 0 0,1 0 0,-1 0 0,1-1 0,-1 1 0,0 0 0,1 0 0,-1-1 0,0 1 0,0-1 0,0 1 0,0-1 0,0 0 0,0 1 0,-1-1 0,1 0 0,0 0 0,-1 1 0,0-1 0,1 0 0,-1-3 0,1-3 0,-1-1 0,0 1 0,0 0 0,-1 0 0,0 0 0,-1 0 0,1 0 0,-2 0 0,1 0 0,-5-10 0,-6-8 0,-24-39 0,16 30 0,-56-86-1365,70 111-5461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6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25 24575,'0'-15'0,"0"6"0,0 16 0,-16 197 0,2-56 0,13-111 0,5 73 0,-1-91 0,1 0 0,1 0 0,0-1 0,2 0 0,0 0 0,0 0 0,2-1 0,0 0 0,21 27 0,-15-24 0,1 0 0,1-2 0,1 0 0,1-1 0,0-1 0,1-1 0,23 14 0,-39-27-151,-1 0-1,1-1 0,-1 0 0,1 1 1,-1-1-1,1 0 0,0-1 1,3 1-1,4 0-6674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6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24575,'0'-8'0,"0"0"0,1 0 0,0 0 0,0 1 0,5-15 0,-6 20 0,1 1 0,-1 0 0,1-1 0,-1 1 0,1 0 0,0-1 0,-1 1 0,1 0 0,0 0 0,0 0 0,0 0 0,0 0 0,0 0 0,0 0 0,0 0 0,0 0 0,0 0 0,0 0 0,0 1 0,1-1 0,-1 0 0,0 1 0,1-1 0,-1 1 0,0 0 0,1-1 0,-1 1 0,1 0 0,-1 0 0,0 0 0,1 0 0,-1 0 0,1 0 0,-1 0 0,0 0 0,1 1 0,-1-1 0,0 1 0,1-1 0,1 2 0,5 2 0,0 0 0,0 1 0,0 0 0,-1 0 0,0 1 0,0 0 0,-1 0 0,1 1 0,9 13 0,0 2 0,24 48 0,-34-58 0,0-1 0,-1 1 0,-1 0 0,0 0 0,-1 0 0,0 1 0,0-1 0,-2 1 0,0 0 0,0-1 0,-1 1 0,0 0 0,-1-1 0,-3 14 0,1-13 0,0-1 0,1 1 0,-1 23 0,3-34 0,0 1 0,0 0 0,0 0 0,0 0 0,1-1 0,0 1 0,-1 0 0,1 0 0,0-1 0,0 1 0,0-1 0,0 1 0,1-1 0,-1 1 0,1-1 0,0 0 0,-1 0 0,1 1 0,0-1 0,0-1 0,0 1 0,1 0 0,3 2 0,3 0 0,1 0 0,-1 0 0,1-1 0,0 0 0,0-1 0,15 2 0,-6-2 0,0-2 0,30-2 0,-44 2-72,0-1 1,1 0-1,-1-1 0,0 1 0,0-1 0,0 0 0,0 0 0,0-1 1,0 0-1,-1 1 0,1-1 0,-1-1 0,0 1 0,0-1 0,0 0 1,0 0-1,-1 0 0,6-8 0,-2 0-6754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6.7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14 24575,'-27'-3'0,"-11"0"0,-2 0 0,4 0 0,5 1 0,3 4 0,4 1 0,3-1 0,4 3 0,1 0 0,2 0 0,2-2-8191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7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24575,'29'10'0,"0"2"0,0 1 0,-2 1 0,0 1 0,0 2 0,-1 0 0,-2 2 0,0 1 0,0 0 0,-2 2 0,-1 1 0,22 29 0,-9-3 0,-1 0 0,-3 3 0,-2 0 0,30 80 0,-52-116 0,0 0 0,-1 1 0,-1 0 0,0 0 0,-2 0 0,2 26 0,-4-37 0,0 0 0,-1-1 0,1 1 0,-1 0 0,-1 0 0,1-1 0,-1 1 0,0-1 0,0 1 0,0-1 0,-1 0 0,1 0 0,-1 0 0,-1 0 0,1 0 0,-1-1 0,0 1 0,0-1 0,0 0 0,0-1 0,-1 1 0,-9 5 0,5-4-341,-1 0 0,-1 0-1,-14 3 1,1-2-6485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8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2 24575,'1'0'0,"-1"0"0,0 0 0,1 0 0,-1-1 0,1 1 0,-1 0 0,1 0 0,-1 0 0,0 0 0,1 0 0,-1 0 0,1 0 0,-1 0 0,1 0 0,-1 0 0,1 0 0,-1 0 0,0 0 0,1 0 0,-1 0 0,1 0 0,-1 0 0,0 0 0,1 1 0,-1-1 0,1 0 0,-1 0 0,0 1 0,1-1 0,-1 0 0,0 0 0,1 1 0,-1-1 0,0 0 0,1 1 0,-1-1 0,0 0 0,0 1 0,1-1 0,-1 1 0,0-1 0,0 0 0,0 2 0,1-1 0,0 1 0,0 0 0,0 0 0,0 0 0,0 0 0,-1-1 0,1 1 0,-1 0 0,1 3 0,-2-1 0,1 1 0,-1-1 0,0 1 0,0-1 0,0 0 0,-1 1 0,0-1 0,-4 8 0,-23 30 0,21-31 0,1-1 0,-10 18 0,7-6 0,2 0 0,0 1 0,2-1 0,0 2 0,-3 31 0,6-23 0,1 0 0,2 0 0,5 47 0,0-51 0,0-1 0,2-1 0,14 39 0,40 74 0,-49-114 0,1-1 0,2 0 0,33 42 0,-38-55 0,0 0 0,1 0 0,0-1 0,0-1 0,1 0 0,0 0 0,1-1 0,26 12 0,-9-11-1365,-17-8-5461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8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70 24575,'-5'-18'0,"2"12"0,1-1 0,0 1 0,1 0 0,0-1 0,-1-10 0,2 17 0,0 0 0,0 0 0,0 0 0,0 0 0,0 0 0,0 0 0,0 0 0,0 0 0,0 0 0,0 0 0,0-1 0,0 1 0,0 0 0,0 0 0,0 0 0,0 0 0,0 0 0,0 0 0,0 0 0,0 0 0,0 0 0,0 0 0,0 0 0,0-1 0,0 1 0,0 0 0,0 0 0,0 0 0,0 0 0,0 0 0,0 0 0,0 0 0,0 0 0,0 0 0,0 0 0,1 0 0,-1 0 0,0 0 0,0 0 0,0 0 0,0 0 0,0 0 0,0-1 0,0 1 0,0 0 0,0 0 0,0 0 0,1 0 0,-1 0 0,0 0 0,0 0 0,0 0 0,0 0 0,0 0 0,0 1 0,0-1 0,0 0 0,0 0 0,0 0 0,6 5 0,3 11 0,2 10 0,-1 2 0,8 36 0,6 59 0,-21-104 0,6 24 0,1-1 0,3-1 0,22 53 0,-31-84-136,2 1-1,-1-1 1,1-1-1,1 1 1,0-1-1,0 0 1,0 0-1,1-1 0,10 8 1,-10-10-6690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29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24575,'0'10'0,"2"6"0,2 4 0,1 2 0,3 0 0,3 1 0,1-2 0,0-1 0,-1 1 0,1-1 0,0-2 0,-1 0 0,-1-2 0,1-1 0,-1 0 0,-1-3 0,-1-1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0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0 24575,'-29'0'0,"-15"0"0,-5 0 0,4 0 0,4 0 0,7 0 0,7 0 0,5 0 0,2 0 0,1 0 0,2 0 0,2 0 0,2 2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0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29 24575,'-25'-7'0,"-43"-11"0,60 17 0,-1 0 0,1 0 0,-1 0 0,0 1 0,-15 2 0,21-2 0,1 1 0,0-1 0,0 1 0,0-1 0,0 1 0,0 0 0,0 0 0,0 0 0,0 0 0,0 0 0,0 0 0,1 1 0,-1-1 0,0 0 0,1 1 0,-1 0 0,1-1 0,-3 4 0,3-2 0,0 0 0,-1 0 0,1 0 0,1 0 0,-1 0 0,0 0 0,1 0 0,0 0 0,-1 0 0,1 0 0,1 7 0,0-2 0,1 1 0,0 0 0,0-1 0,1 1 0,0-1 0,1 0 0,0 0 0,7 11 0,-1-4 0,2 0 0,0-1 0,23 22 0,-28-30 0,1 0 0,-1 0 0,1 0 0,0-1 0,1-1 0,-1 1 0,1-1 0,18 5 0,-25-8 0,0 0 0,0-1 0,1 1 0,-1-1 0,0 0 0,0 0 0,1 0 0,-1 0 0,0 0 0,1-1 0,-1 1 0,0 0 0,0-1 0,1 0 0,-1 0 0,0 1 0,0-1 0,4-3 0,-4 3 0,0-1 0,-1 0 0,1 0 0,0 0 0,0-1 0,-1 1 0,0 0 0,1 0 0,-1-1 0,0 1 0,0-1 0,0 1 0,1-6 0,-1 0 0,0 0 0,0 0 0,-1 0 0,0-1 0,-1 1 0,1 0 0,-1 0 0,-1 0 0,-3-12 0,-14-22 0,56 97 101,6 8-1567,-33-51-5360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1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24575,'7'14'0,"6"9"0,-1 1 0,1-3 0,-2-2 0,0-2 0,0-2 0,-1-1 0,-1 0 0,-1 0 0,0-2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1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24575,'11'-2'0,"41"-12"0,2 3 0,62-6 0,-110 17 0,1 0 0,-1 0 0,0 1 0,1-1 0,-1 1 0,0 1 0,0-1 0,0 1 0,0 1 0,0-1 0,9 6 0,-11-6 0,-1 0 0,0 0 0,0 0 0,0 1 0,0-1 0,-1 1 0,1 0 0,-1 0 0,1 0 0,-1 0 0,0 0 0,0 1 0,0-1 0,-1 1 0,1-1 0,-1 1 0,0-1 0,0 1 0,0 0 0,0 4 0,-1 0 0,0 1 0,0-1 0,-1 0 0,0 1 0,0-1 0,-1 0 0,-3 9 0,-24 53 0,21-53 0,6-12 0,0-1 0,0 0 0,1 1 0,0 0 0,0-1 0,0 1 0,0 0 0,1-1 0,-1 1 0,1 0 0,0-1 0,2 10 0,-1-11 0,0 1 0,0-1 0,0 0 0,1 1 0,0-1 0,-1 0 0,1 0 0,1 0 0,-1 0 0,0 0 0,1 0 0,-1-1 0,1 1 0,0-1 0,0 1 0,5 2 0,7 3 0,-1-1 0,1-1 0,0 0 0,1-1 0,0-1 0,-1 0 0,1-1 0,0-1 0,17 0 0,-30-1-97,1-1-1,-1 0 1,1 0-1,-1 0 1,1-1-1,-1 1 1,1-1-1,-1 1 1,0-1-1,0 0 1,1-1-1,-1 1 0,5-3 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1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14 24575,'-27'-3'0,"-14"0"0,-2 0 0,3 1 0,7 0 0,3 3 0,5 2 0,2 2 0,1 1 0,6-1-8191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2.4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216 0 24575,'-27'0'0,"-11"0"0,-2 0 0,4 0 0,5 3 0,5 0 0,8 0-8191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2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24575,'10'22'0,"5"13"0,4 2 0,-1-1 0,1 0 0,-2-5 0,0-2 0,-1-4 0,-4-1 0,0-5 0,-3-3 0,-3-4-8191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3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3 24575,'0'0'0,"-1"0"0,1-1 0,-1 1 0,1 0 0,-1 0 0,1-1 0,-1 1 0,1 0 0,-1 0 0,1 0 0,-1 0 0,1-1 0,-1 1 0,0 0 0,1 0 0,-1 0 0,1 0 0,-1 0 0,1 1 0,-1-1 0,0 0 0,1 0 0,-1 0 0,1 0 0,-1 1 0,1-1 0,-1 0 0,1 0 0,-1 1 0,1-1 0,-1 0 0,1 1 0,0-1 0,-1 1 0,1-1 0,-1 1 0,1-1 0,-1 1 0,1 1 0,-1-1 0,1 0 0,0 1 0,-1-1 0,1 0 0,0 1 0,0-1 0,0 0 0,0 1 0,0-1 0,0 1 0,1-1 0,-1 0 0,0 1 0,2 1 0,5 14-2,1-1 0,1 0 0,0 0 0,20 24-1,53 51 86,0 0-1520,-76-83-5389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3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362 31 24575,'-27'-5'0,"-14"-2"0,-5 1 0,3 1 0,4 1 0,6 2 0,7 1 0,4 3 0,4 1 0,3 1 0,1 1 0,1 3 0,0-1 0,2 0-8191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4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251 36 24575,'-36'-9'0,"10"2"0,0 0 0,0 2 0,-42-3 0,65 8 0,0 0 0,0 0 0,0 0 0,1 1 0,-1-1 0,0 1 0,0-1 0,1 1 0,-1 0 0,0 0 0,1 0 0,-1 0 0,1 1 0,0-1 0,-1 1 0,1 0 0,0-1 0,0 1 0,-4 4 0,4-3 0,1 0 0,-1 0 0,0 0 0,1 0 0,0 0 0,0 1 0,0-1 0,0 1 0,0-1 0,1 0 0,-1 1 0,1-1 0,0 1 0,0-1 0,1 6 0,0-2 0,1 1 0,0-1 0,0 0 0,1 0 0,0 1 0,0-1 0,0-1 0,1 1 0,0-1 0,1 1 0,-1-1 0,1 0 0,0-1 0,1 1 0,-1-1 0,1 0 0,9 6 0,-5-4 0,0-1 0,1 0 0,0 0 0,0-1 0,0 0 0,0-1 0,1 0 0,0-1 0,0-1 0,16 2 0,-24-3 0,0-1 0,0 0 0,0 0 0,0 0 0,0-1 0,0 1 0,1-1 0,-1 0 0,0 0 0,-1 0 0,1-1 0,0 1 0,0-1 0,-1 0 0,1 0 0,-1-1 0,1 1 0,-1-1 0,0 1 0,0-1 0,0 0 0,0 0 0,-1 0 0,1-1 0,-1 1 0,0-1 0,0 1 0,0-1 0,0 0 0,-1 1 0,1-1 0,-1 0 0,0 0 0,0 0 0,-1 0 0,1 0 0,-1-1 0,0 1 0,0 0 0,0 0 0,0 0 0,-3-8 0,0 0 0,2 9 0,0-1 0,1 0 0,-1 1 0,1-1 0,-1-4 0,1 8 0,0 0 0,0 0 0,0 0 0,0 0 0,0 0 0,0 0 0,0-1 0,0 1 0,0 0 0,0 0 0,0 0 0,0 0 0,0 0 0,0 0 0,1 0 0,-1 0 0,0 0 0,0-1 0,0 1 0,0 0 0,0 0 0,0 0 0,0 0 0,0 0 0,0 0 0,0 0 0,0 0 0,1 0 0,-1 0 0,0 0 0,0 0 0,0 0 0,0 0 0,0 0 0,0 0 0,0 0 0,1 0 0,-1 0 0,0 0 0,0 0 0,0 0 0,0 0 0,0 0 0,0 0 0,0 0 0,0 0 0,1 0 0,-1 0 0,0 0 0,0 0 0,0 0 0,0 0 0,0 0 0,0 0 0,0 0 0,0 0 0,0 0 0,0 1 0,1-1 0,-1 0 0,0 0 0,0 0 0,0 0 0,0 0 0,0 0 0,0 0 0,7 8 0,-6-7 0,22 28-12,27 43-1,-24-32-1327,-15-25-5486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4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0 114 24575,'0'-1'0,"0"-14"0,4-30 0,-4 42 0,1 0 0,-1 0 0,1 0 0,0 0 0,0 1 0,0-1 0,0 0 0,0 0 0,1 1 0,-1-1 0,1 0 0,0 1 0,0-1 0,0 1 0,0 0 0,0 0 0,3-2 0,-4 3 0,1 1 0,0-1 0,0 1 0,0-1 0,0 1 0,0 0 0,0 0 0,0 0 0,0 0 0,0 0 0,0 1 0,0-1 0,0 0 0,0 1 0,0 0 0,0-1 0,0 1 0,-1 0 0,1 0 0,0 0 0,-1 0 0,3 2 0,5 3 0,0 1 0,12 11 0,-11-9 0,-1 1 0,0 1 0,-1-1 0,0 1 0,-1 1 0,0-1 0,-1 1 0,0 1 0,7 23 0,-12-33 0,0 1 0,-1-1 0,1 0 0,-1 1 0,0-1 0,0 1 0,0-1 0,-1 0 0,1 1 0,-1-1 0,0 0 0,1 1 0,-2-1 0,1 0 0,0 0 0,-1 0 0,1 0 0,-4 5 0,-3 2 0,0-1 0,0 0 0,-18 15 0,8-7 0,17-17 0,1 0 0,0 0 0,-1 1 0,1-1 0,-1 1 0,1-1 0,0 0 0,-1 1 0,1-1 0,0 1 0,-1-1 0,1 1 0,0-1 0,0 1 0,-1-1 0,1 1 0,0-1 0,0 1 0,0-1 0,0 1 0,0-1 0,0 1 0,0-1 0,0 1 0,0 0 0,0-1 0,0 1 0,0-1 0,0 1 0,0-1 0,0 1 0,0-1 0,1 1 0,-1-1 0,0 1 0,0-1 0,1 1 0,-1-1 0,0 1 0,1-1 0,-1 0 0,1 1 0,-1-1 0,0 1 0,1-1 0,-1 0 0,1 1 0,-1-1 0,1 0 0,-1 0 0,1 0 0,-1 1 0,1-1 0,-1 0 0,1 0 0,0 0 0,5 2 0,0 0 0,0 0 0,10 0 0,-15-2 0,12 2-75,233 41-1215,-230-39-5536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5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24575,'28'6'0,"-1"2"0,-1 0 0,1 1 0,33 19 0,-44-21 0,-5-2 0,67 34 0,-67-33 0,-1 0 0,0 1 0,0 1 0,17 16 0,-26-22 0,1-1 0,-1 1 0,1 0 0,-1 0 0,0 0 0,1 0 0,-1 0 0,0 0 0,0 0 0,0 0 0,-1 0 0,1 0 0,0 0 0,-1 1 0,0-1 0,1 0 0,-1 0 0,0 1 0,0-1 0,0 0 0,-1 0 0,1 3 0,-2 1 0,-1 0 0,1 0 0,-1-1 0,0 1 0,-1-1 0,-4 7 0,4-6 0,0-1 0,0 1 0,1 0 0,0 0 0,-5 13 0,7-15 0,1 1 0,-1 0 0,1-1 0,0 1 0,0 0 0,0 0 0,1-1 0,0 1 0,0-1 0,0 1 0,0 0 0,1-1 0,-1 0 0,1 1 0,1-1 0,-1 0 0,0 0 0,1 0 0,0 0 0,0-1 0,5 6 0,-4-5 0,0-1 0,0 1 0,0-1 0,0 1 0,1-1 0,-1-1 0,1 1 0,0-1 0,0 1 0,0-1 0,0-1 0,1 1 0,-1-1 0,0 0 0,1 0 0,-1 0 0,0-1 0,8 0 0,1-4-1365,-5-2-5461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5.7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317 31 24575,'-27'-5'0,"-12"-2"0,-1 1 0,4 1 0,2 1 0,3 2 0,4 1 0,2 1 0,2 0 0,3 0 0,5 0-8191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6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0 24575,'-27'0'0,"-11"2"0,-5 4 0,4 1 0,5 1 0,6-1 0,8-1-8191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6.8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24575,'33'-4'0,"-2"1"0,35-1 0,-57 4 0,0 1 0,0 0 0,-1 0 0,1 0 0,0 1 0,-1 1 0,1-1 0,13 8 0,-19-9 0,-1 1 0,1-1 0,0 1 0,-1 0 0,1 0 0,-1 0 0,0 1 0,0-1 0,0 1 0,0-1 0,0 1 0,0-1 0,-1 1 0,1 0 0,-1 0 0,0 0 0,0 0 0,0 0 0,0 0 0,0 0 0,-1 0 0,0 0 0,1 0 0,-1 0 0,0 1 0,0-1 0,-1 0 0,1 0 0,-1 0 0,1 0 0,-1 0 0,0 0 0,0 0 0,0 0 0,-1 0 0,1 0 0,-1 0 0,0-1 0,-3 5 0,-2 1 0,-1 0 0,-1 0 0,-10 8 0,-17 16 0,35-31 0,-1 1 0,1-1 0,0 1 0,0-1 0,-1 1 0,1-1 0,1 1 0,-1 0 0,0-1 0,0 1 0,0 0 0,1 0 0,-1 0 0,1-1 0,0 1 0,-1 0 0,1 0 0,0 0 0,0 0 0,0 0 0,1 0 0,-1 0 0,0 0 0,1 1 0,0 0 0,1 0 0,-1-1 0,1 1 0,0 0 0,-1-1 0,1 0 0,0 0 0,1 1 0,-1-1 0,0 0 0,0 0 0,1-1 0,-1 1 0,6 2 0,8 4 0,1-1 0,-1-1 0,30 7 0,54 6 0,-62-15-1365,-23-3-5461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37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24575,'19'5'0,"0"1"0,0 0 0,-1 2 0,30 15 0,-38-16 0,1 0 0,-1 0 0,-1 1 0,1 0 0,-1 1 0,-1 0 0,1 1 0,10 16 0,3 10 0,-2 1 0,-2 0 0,-1 2 0,-2 0 0,-2 1 0,16 81 0,-19-63 0,-2 0 0,-3 0 0,-4 111 0,-2-160-273,-1 1 0,0-1 0,0 1 0,-6 15 0,2-10-6553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0.1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389 74 24575,'-25'-5'0,"-10"-4"0,-4-1 0,-1 0 0,5 0 0,2 3 0,6 0 0,4 1 0,3 1 0,4 2 0,1 2 0,1 0 0,3 3 0,0 2 0,1 2 0,-2 0 0,0 1 0,2 0-8191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0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73 24575,'-30'-9'0,"-11"-5"0,-5 2 0,4 0 0,6 1 0,7 4 0,6 2 0,2 2 0,2 4 0,2 2 0,1 1 0,1 1 0,1 1 0,0-1 0,2-2-8191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24575,'-1'-3'0,"1"0"0,1 0 0,-1 0 0,0 0 0,1 0 0,-1 0 0,1 0 0,0 0 0,2-4 0,-2 6 0,-1 0 0,1 0 0,0 0 0,-1 1 0,1-1 0,0 0 0,0 1 0,-1-1 0,1 1 0,0-1 0,0 1 0,0-1 0,0 1 0,0 0 0,0-1 0,0 1 0,-1 0 0,1 0 0,0 0 0,0-1 0,0 1 0,0 0 0,0 0 0,0 1 0,0-1 0,0 0 0,0 0 0,0 0 0,0 1 0,0-1 0,0 0 0,0 1 0,1 0 0,7 3 0,0 0 0,-1 1 0,0 0 0,1 0 0,-2 1 0,15 12 0,39 49 0,-36-40 0,50 59 0,49 52 0,-89-103 0,69 54 0,8-11 0,-111-78-108,-1 0 66,1 0 0,-1 0 0,0 1 1,0-1-1,1 0 0,-1 0 0,0 0 0,1 0 0,-1 1 0,0-1 0,0 0 0,0 0 0,1 0 0,-1 1 1,0-1-1,0 0 0,0 0 0,0 1 0,1-1 0,-1 0 0,0 1 0,0-1 0,0 0 0,0 0 1,0 1-1,0-1 0,0 0 0,0 1 0,0-1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1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9 24575,'0'-1'0,"0"1"0,0-1 0,0 1 0,0 0 0,0-1 0,0 1 0,0 0 0,-1-1 0,1 1 0,0 0 0,0-1 0,0 1 0,-1 0 0,1-1 0,0 1 0,-1 0 0,1 0 0,0-1 0,0 1 0,-1 0 0,1 0 0,0 0 0,-1 0 0,1-1 0,0 1 0,-1 0 0,1 0 0,-1 0 0,1 0 0,0 0 0,-1 0 0,1 0 0,0 0 0,-1 0 0,1 0 0,-1 0 0,0 1 0,0-1 0,0 1 0,1 0 0,-1 0 0,0 0 0,1-1 0,-1 1 0,1 0 0,-1 0 0,1 0 0,-1 0 0,0 2 0,-8 32 0,6-17 0,-21 88 0,19-91 0,0-1 0,-1 1 0,0-1 0,-17 27 0,6-19 0,-2 0 0,0-1 0,-1-1 0,-35 27 0,42-36 0,1-2-227,1 1-1,0 1 1,1 0-1,0 0 1,-14 23-1,18-23-6598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1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2 24575,'1'0'0,"0"-1"0,1 1 0,-1 0 0,0-1 0,0 1 0,1 0 0,-1 0 0,0 0 0,0 0 0,1 0 0,-1 1 0,0-1 0,0 0 0,0 0 0,1 1 0,-1-1 0,0 1 0,0-1 0,0 1 0,2 0 0,-1 1 0,0 0 0,0 0 0,-1 0 0,1 0 0,0 0 0,-1 0 0,1 0 0,-1 0 0,2 3 0,1 5 0,0 0 0,-1 0 0,4 18 0,-4-13 0,-1 1 0,-1-1 0,-1 1 0,0-1 0,-1 1 0,-4 25 0,-28 92 0,19-82 0,5-20 0,2 1 0,1 0 0,1 0 0,2 0 0,1 39 0,3-65 0,-1 1 0,1-1 0,1 1 0,-1-1 0,1 0 0,0 0 0,0 0 0,1 0 0,0 0 0,0 0 0,7 9 0,-4-7 0,1-1 0,0 0 0,0 0 0,1 0 0,0-1 0,17 10 0,3-2 0,0-1 0,2-1 0,54 14 0,-48-17-1365,-22-6-5461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2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24575,'13'-6'0,"0"1"0,0 0 0,0 1 0,1 1 0,-1 0 0,1 0 0,18 0 0,-27 3 0,0 0 0,0 1 0,0-1 0,0 1 0,0 0 0,0 0 0,0 1 0,-1-1 0,1 1 0,0 0 0,-1 0 0,1 1 0,-1-1 0,0 1 0,1 0 0,-2 0 0,1 1 0,0-1 0,-1 1 0,1 0 0,-1 0 0,5 8 0,-1 0 0,0 0 0,-2 1 0,1 0 0,-2 0 0,0 0 0,0 0 0,-1 1 0,1 16 0,-3-19 0,-1-1 0,0 1 0,0 0 0,-1-1 0,0 1 0,-1-1 0,-1 1 0,1-1 0,-1 0 0,-1 0 0,-6 12 0,8-18 0,-1 1 0,1 0 0,0 0 0,1-1 0,-1 1 0,1 0 0,0 1 0,-1 8 0,2-11 0,0-1 0,0 0 0,1 1 0,-1-1 0,1 0 0,-1 1 0,1-1 0,0 0 0,0 0 0,0 0 0,0 0 0,0 0 0,0 0 0,1 0 0,-1 0 0,0 0 0,1 0 0,0-1 0,-1 1 0,1-1 0,4 3 0,2 1 0,1 0 0,0 0 0,0-1 0,0-1 0,1 1 0,13 2 0,-16-5 0,0 1 0,1-1 0,-1-1 0,1 1 0,-1-1 0,1-1 0,-1 1 0,1-1 0,7-2 0,10-8-1365,-16 5-5461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2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400 15 24575,'-29'0'0,"-15"0"0,-5-2 0,1-1 0,7 0 0,4 0 0,7 1 0,4 1 0,3 1 0,3-1 0,1 1 0,0 3 0,4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2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24575,'40'16'-120,"0"2"-1,-1 1 0,-1 2 1,-1 2-1,47 36 0,-45-26-23,-1 1-1,-2 1 0,-1 2 0,38 54 1,-55-65 225,-1 1 0,-1 1 0,18 42 0,-27-53-17,-1 1-1,0 0 1,-2 0 0,0 0-1,-1 0 1,0 1-1,-1 23 1,-2-33-33,-1 0-1,0 0 1,0 0 0,-1 0 0,0 0-1,-1 0 1,0 0 0,0-1-1,-1 0 1,0 1 0,-1-1 0,-6 9-1,4-8-6,-1 0 0,0 0 0,-1-1 0,0 0 0,0-1 0,-1 0-1,0 0 1,-20 9 0,-4-1-1389,4-3-5461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5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732 43 24575,'3'-1'0,"-1"1"0,0 0 0,-1 0 0,1-1 0,0 1 0,-1-1 0,1 1 0,-1-1 0,1 0 0,-1 1 0,1-1 0,-1 0 0,1 0 0,-1 0 0,0 0 0,1 0 0,-1 0 0,0-1 0,2-1 0,-3 3 0,0-1 0,0 1 0,-1-1 0,1 1 0,0-1 0,0 1 0,0 0 0,0-1 0,0 1 0,-1-1 0,1 1 0,0 0 0,0-1 0,-1 1 0,1 0 0,0-1 0,-1 1 0,1 0 0,0-1 0,-1 1 0,1 0 0,-1 0 0,1-1 0,0 1 0,-1 0 0,1 0 0,-1 0 0,1 0 0,-1-1 0,1 1 0,0 0 0,-1 0 0,1 0 0,-1 0 0,1 0 0,-1 0 0,-21-2 0,20 2 0,-24 0 0,0 1 0,-29 5 0,4 0 0,25-3 0,-169 11 0,132-12 0,-69-7 0,113 3-227,0 0-1,0-2 1,1 0-1,-1-1 1,-23-10-1,23 7-6598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5.4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499 6 24575,'-30'-2'0,"-14"-1"0,-5 2 0,1 2 0,7 0 0,5 3 0,3 0 0,3 0 0,4 2 0,2-1 0,-1 0 0,0-2 0,1 1 0,0 1 0,2-2 0,4 0-8191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5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24575,'59'21'0,"84"40"0,50 40 0,-122-62 0,99 52 0,-164-88 0,0 0 0,-1 1 0,1-1 0,-1 1 0,1 0 0,5 6 0,-10-9 0,0 0 0,-1 0 0,1 0 0,0 0 0,0 0 0,-1 0 0,1 0 0,0 1 0,-1-1 0,1 0 0,-1 1 0,1-1 0,-1 0 0,0 1 0,0-1 0,0 0 0,0 1 0,0-1 0,0 0 0,0 1 0,0-1 0,0 1 0,0-1 0,-1 0 0,1 1 0,-1-1 0,1 0 0,-1 0 0,1 1 0,-1-1 0,0 0 0,0 0 0,1 0 0,-1 0 0,0 0 0,-1 1 0,-3 3 0,0-1 0,0 0 0,0 0 0,0 0 0,-1-1 0,0 0 0,-9 4 0,-45 15 0,55-21 0,-94 28 0,-53 18 0,71-16-1365,60-21-5461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7.0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24575,'1'9'0,"0"1"0,1 0 0,1 0 0,-1-1 0,1 1 0,5 9 0,29 60 0,4 1 0,4-3 0,55 72 0,-94-141 0,8 11 0,0 0 0,31 28 0,-41-43 0,0 0 0,0-1 0,1 1 0,0-1 0,-1 0 0,1 0 0,1-1 0,-1 0 0,0 0 0,0 0 0,1 0 0,-1-1 0,1 0 0,0 0 0,-1 0 0,1-1 0,5 0 0,-9 0 0,-1 0 0,1 0 0,-1-1 0,0 1 0,1-1 0,-1 1 0,0-1 0,1 0 0,-1 1 0,0-1 0,0 0 0,0 0 0,0 0 0,0 0 0,0 0 0,0 0 0,0 0 0,0 0 0,0 0 0,0 0 0,-1-1 0,1 1 0,0 0 0,-1-1 0,1 1 0,-1 0 0,1-1 0,-1 1 0,0-2 0,2-5 0,-2-1 0,1 1 0,-2-16 0,1 14 0,-1-6 0,-1 0 0,-1 0 0,-5-16 0,-2-12 0,10 42 0,0 1 0,-1 0 0,1 0 0,0 0 0,0-1 0,0 1 0,0 0 0,0 0 0,0-1 0,0 1 0,1 0 0,-1 0 0,0 0 0,1-1 0,0-1 0,-1 3 0,1 0 0,-1 0 0,0-1 0,0 1 0,1 0 0,-1 0 0,0 0 0,0 0 0,1 0 0,-1-1 0,0 1 0,0 0 0,1 0 0,-1 0 0,0 0 0,1 0 0,-1 0 0,0 0 0,1 0 0,-1 0 0,0 0 0,0 0 0,1 0 0,11 6 0,29 29 0,-9-8 0,50 33 0,-70-53 0,1 0 0,0-1 0,0 0 0,0-1 0,1 0 0,-1-1 0,1-1 0,17 3 0,-24-5 0,0-1 0,0 1 0,0-1 0,0 0 0,10-2 0,-15 1 0,0 1 0,0-1 0,0 0 0,0 1 0,0-1 0,0 0 0,0 0 0,0 0 0,0-1 0,0 1 0,0 0 0,-1-1 0,1 1 0,0-1 0,-1 1 0,0-1 0,1 0 0,-1 0 0,0 0 0,0 0 0,1-2 0,1-3 0,-1 0 0,-1-1 0,1 1 0,-1 0 0,0 0 0,-1-1 0,0 1 0,0 0 0,-1-1 0,1 1 0,-4-10 0,0-2 0,-1-1 0,-16-35 0,-6-4 0,-3 2 0,-65-96 0,84 139-1365,1 3-5461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7.5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0 24575,'-3'3'0,"1"0"0,0 0 0,0 0 0,0 1 0,0-1 0,1 0 0,-1 1 0,1 0 0,0-1 0,0 1 0,-1 7 0,0 4 0,1 23 0,7 148 0,-3-118 0,14 189 0,-16-244 0,1 1 0,1-1 0,0 1 0,0-1 0,1 0 0,11 22 0,-11-27 0,1-1 0,0 0 0,0-1 0,0 1 0,1-1 0,-1 0 0,2 0 0,-1 0 0,1-1 0,-1 0 0,1-1 0,9 5 0,-2-2 0,0 0 0,0-1 0,0-1 0,1-1 0,0 0 0,29 4 0,-21-11-1365,-14 0-5461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8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24575,'1'-4'0,"0"-1"0,0 0 0,0 0 0,1 1 0,0-1 0,2-4 0,-3 9 0,-1-1 0,1 0 0,-1 0 0,1 1 0,-1-1 0,1 0 0,-1 1 0,1-1 0,0 1 0,-1-1 0,1 1 0,0-1 0,0 1 0,-1-1 0,1 1 0,0 0 0,0-1 0,-1 1 0,1 0 0,0 0 0,0 0 0,0 0 0,0-1 0,0 1 0,-1 0 0,1 0 0,0 1 0,0-1 0,0 0 0,0 0 0,-1 0 0,1 0 0,0 1 0,0-1 0,0 0 0,-1 1 0,1-1 0,0 1 0,-1-1 0,1 1 0,0-1 0,0 2 0,6 4 0,0 0 0,0 1 0,-1 0 0,0 0 0,-1 0 0,0 1 0,7 12 0,26 62 0,-35-75 0,4 10 0,-1 1 0,0 0 0,-1 0 0,-2 0 0,4 26 0,-7-33 0,1-1 0,-2 1 0,1-1 0,-1 1 0,-1-1 0,0 1 0,0-1 0,-1 0 0,-1 0 0,1 0 0,-7 9 0,8-14 0,-1 1 0,1-1 0,0 0 0,0 0 0,0 1 0,1-1 0,-1 7 0,2-10 0,-1 0 0,1 0 0,0-1 0,1 1 0,-1 0 0,0 0 0,0 0 0,1 0 0,-1 0 0,1-1 0,-1 1 0,1 0 0,0 0 0,0-1 0,0 1 0,0 0 0,0-1 0,0 1 0,0-1 0,1 1 0,-1-1 0,0 0 0,1 0 0,2 2 0,6 3 0,0-2 0,0 1 0,0-1 0,0-1 0,1 0 0,0 0 0,0-1 0,-1 0 0,13 0 0,15-1 0,47-4 0,-77 2-151,-1 0-1,1-1 0,0 1 0,-1-2 1,0 1-1,1-1 0,-1 0 1,7-4-1,-2-1-6674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8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343 29 24575,'-27'-5'0,"-11"-1"0,-5 0 0,4 1 0,2 1 0,4 2 0,1 3 0,5 2 0,1 2 0,3 1 0,6 0-8191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49.0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24575,'243'259'-1109,"-200"-207"1063,-3 2 0,-1 1 1,37 76-1,-65-110 218,-2 1 0,0 1-1,10 38 1,-17-52-125,0 0-1,-1 0 1,0 0-1,0 0 1,-1 0-1,0 0 1,-1 0 0,0 0-1,0 0 1,-1 0-1,0 0 1,-6 14-1,4-15-182,0-1-1,0 0 1,-1 0-1,0-1 1,-1 1-1,0-1 1,0-1-1,0 1 0,-9 5 1,3-2-6690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1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382 0 24575,'0'1'0,"0"-1"0,0 0 0,0 1 0,-1-1 0,1 1 0,0-1 0,-1 1 0,1-1 0,0 0 0,-1 1 0,1-1 0,0 0 0,-1 1 0,1-1 0,-1 0 0,1 1 0,0-1 0,-1 0 0,1 0 0,-1 0 0,1 1 0,-1-1 0,1 0 0,-1 0 0,0 0 0,-16 3 0,15-3 0,-57 5 0,-86-5 0,59-2 0,73 3-91,7-1-163,0 0-1,0 0 0,0-1 0,-11-1 0,8-1-6571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1.2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60 24575,'-30'-8'0,"-14"-1"0,-4-3 0,2 1 0,8 3 0,7 2 0,7 2 0,5 2 0,3 4 0,2 2 0,3 1 0,1 2 0,3 1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2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24575,'0'-1'0,"0"-1"0,0 0 0,0 1 0,0-1 0,0 1 0,1-1 0,-1 0 0,0 1 0,1-1 0,-1 1 0,1-1 0,0 1 0,0-1 0,-1 1 0,2-2 0,-1 2 0,-1 1 0,0 0 0,1-1 0,-1 1 0,1 0 0,-1 0 0,0 0 0,1 0 0,-1-1 0,1 1 0,-1 0 0,1 0 0,-1 0 0,1 0 0,-1 0 0,0 0 0,1 0 0,-1 0 0,1 0 0,-1 0 0,1 0 0,14 9 0,-11-5 0,-1 0 0,1 0 0,-1 0 0,0 0 0,0 1 0,0-1 0,3 8 0,13 37 0,-6-13 0,95 249 0,-103-270 0,3 10 0,-7-18 0,1 0 0,0-1 0,0 1 0,7 11 0,-9-18-34,0 0 0,0 0 0,0 1 0,0-1 0,0 0-1,0 0 1,1 0 0,-1 0 0,0 1 0,0-1 0,0 0 0,0 0 0,1 0-1,-1 0 1,0 0 0,0 0 0,0 1 0,1-1 0,-1 0 0,0 0-1,0 0 1,0 0 0,1 0 0,-1 0 0,0 0 0,0 0 0,1 0 0,-1 0-1,0 0 1,0 0 0,0 0 0,1 0 0,-1 0 0,0 0 0,0 0 0,0 0-1,1-1 1,-1 1 0,0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3.3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24575,'10'15'0,"5"9"0,3 4 0,-1-1 0,-2 0 0,-1-2 0,0-1 0,0-1 0,0-3 0,-2-2 0,-1-2 0,-2-1 0,-1-2 0,-1-3 0,-2 1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3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377 31 24575,'-29'-5'0,"-15"-2"0,-5 1 0,1 1 0,7 2 0,4 0 0,7 2 0,6 1 0,5 0 0,2 0 0,3 0 0,0 3 0,3 1-8191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4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290 45 24575,'0'-1'0,"0"1"0,0-1 0,-1 0 0,1 1 0,0-1 0,0 1 0,-1-1 0,1 1 0,-1-1 0,1 1 0,0-1 0,-1 1 0,1 0 0,-1-1 0,1 1 0,-1 0 0,1-1 0,-1 1 0,1 0 0,-1-1 0,0 1 0,1 0 0,-1 0 0,1 0 0,-2-1 0,-19-3 0,13 2 0,-24-6 0,0 1 0,0 2 0,-48-2 0,77 7 0,0 0 0,0 0 0,0 0 0,0 0 0,0 1 0,0 0 0,1-1 0,-1 1 0,0 0 0,0 0 0,1 1 0,-1-1 0,1 0 0,-1 1 0,1 0 0,-1-1 0,-2 4 0,3-2 0,0 0 0,-1 0 0,1 0 0,1 0 0,-1 0 0,0 1 0,1-1 0,0 0 0,0 1 0,0-1 0,0 1 0,0 0 0,0 5 0,1 2 0,0-1 0,1 1 0,0 0 0,1-1 0,0 1 0,1-1 0,0 1 0,1-1 0,-1 0 0,2-1 0,0 1 0,0-1 0,9 13 0,-12-20 0,0 0 0,1 0 0,-1 0 0,0 0 0,1 0 0,-1 0 0,1-1 0,0 0 0,-1 1 0,1-1 0,0 0 0,0 0 0,0-1 0,0 1 0,0 0 0,0-1 0,4 0 0,7 1 0,-1-2 0,20-2 0,-30 3 0,0-1 0,0 1 0,0-1 0,0 0 0,0 0 0,-1 0 0,1-1 0,0 1 0,-1-1 0,1 1 0,-1-1 0,1 0 0,-1 0 0,0 0 0,0 0 0,0 0 0,0-1 0,0 1 0,0-1 0,-1 1 0,1-1 0,-1 1 0,0-1 0,2-4 0,1-5 0,-1-1 0,0 0 0,-1 1 0,1-18 0,-2 14 0,-1 15 0,0 1 0,0-1 0,0 1 0,0-1 0,0 1 0,0-1 0,0 1 0,0-1 0,0 1 0,1-1 0,-1 1 0,0-1 0,0 1 0,0-1 0,1 1 0,-1-1 0,0 1 0,1 0 0,-1-1 0,0 1 0,1 0 0,-1-1 0,1 0 0,0 1 0,-1 0 0,1 1 0,-1-1 0,1 0 0,-1 0 0,0 0 0,1 0 0,-1 0 0,1 0 0,-1 1 0,1-1 0,-1 0 0,0 0 0,1 1 0,-1-1 0,1 0 0,-1 1 0,0-1 0,1 0 0,-1 1 0,19 25 0,-16-21 0,2 3-72,12 18-186,1-1-1,0 0 0,2-1 1,24 21-1,-32-35-6567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5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24575,'2'22'0,"2"10"0,1-1 0,1-3 0,1-4 0,0-3 0,1-6 0,-1-2 0,1-2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5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44 24575,'26'-7'0,"6"-3"0,0 2 0,0 1 0,1 2 0,36-2 0,-63 7 0,-1 1 0,1 0 0,-1-1 0,1 2 0,-1-1 0,0 1 0,0-1 0,1 1 0,-1 1 0,0-1 0,-1 1 0,1 0 0,0 0 0,-1 0 0,0 1 0,1-1 0,5 8 0,-7-8 0,0 1 0,-1 0 0,1 0 0,-1 0 0,0 0 0,0 0 0,0 1 0,0-1 0,-1 1 0,1-1 0,-1 1 0,-1-1 0,1 1 0,-1 0 0,1-1 0,-1 1 0,0 0 0,-1 0 0,1-1 0,-1 1 0,-1 4 0,-3 4 0,0-1 0,-1 1 0,-10 15 0,10-18 0,0 0 0,1 1 0,0-1 0,1 1 0,-4 15 0,7-23 0,1 0 0,-1-1 0,1 1 0,0 0 0,0-1 0,0 1 0,0 0 0,1-1 0,-1 1 0,1-1 0,0 1 0,0 0 0,-1-1 0,2 1 0,-1-1 0,0 0 0,2 4 0,0-3 0,0 1 0,0-1 0,1 0 0,-1 0 0,1 0 0,-1-1 0,1 1 0,0-1 0,7 4 0,-2-2 0,0-1 0,1 0 0,0 0 0,-1-1 0,1 0 0,0-1 0,0 0 0,19-1 0,0-5-1365,-17 1-5461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5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0 24575,'-29'0'0,"-13"0"0,-1 0 0,4 0 0,6 0 0,7 0 0,7 0-8191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6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46 24575,'-27'-7'0,"-14"-3"0,-5 0 0,3 3 0,4 2 0,6 1 0,4 3 0,4 0 0,5 1 0,2 0 0,5 3 0,1 1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6.4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24575,'17'27'0,"9"14"0,1 4 0,0-2 0,-6-4 0,-3-6 0,-6-6 0,-3-6 0,-5-3 0,-2-5-8191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7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24575,'3'12'0,"0"9"0,3 4 0,2-1 0,0 1 0,1-1 0,2-3 0,-2-1 0,1-3 0,1-2 0,1 0 0,-2-1 0,0-2 0,-1-1 0,0-3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7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15 24575,'-32'-2'0,"-12"-1"0,-3 0 0,6 0 0,6 1 0,8 1 0,5 1 0,4-1 0,3 1 0,1 3 0,1 0 0,0 0 0,2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7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0 24575,'-5'1'0,"-18"6"0,-38 15 0,55-20 0,0 1 0,1 0 0,0 0 0,-1 0 0,1 1 0,0 0 0,1 0 0,-1 0 0,1 0 0,0 1 0,0 0 0,-4 5 0,7-8 0,0 0 0,0 0 0,0 0 0,1 0 0,-1 0 0,1 0 0,-1 0 0,1 0 0,0 0 0,-1 0 0,1 0 0,0 0 0,0 0 0,1 0 0,-1 0 0,1 4 0,0-2 0,1-1 0,0 1 0,-1-1 0,1 1 0,0-1 0,0 0 0,1 0 0,3 5 0,3 0 0,0 0 0,0 0 0,1-1 0,19 11 0,-23-14 0,0-1 0,0 0 0,0-1 0,1 1 0,-1-1 0,1 0 0,-1-1 0,9 1 0,-13-1 0,0-1 0,1 0 0,-1-1 0,0 1 0,0 0 0,-1-1 0,1 1 0,0-1 0,0 1 0,0-1 0,0 0 0,0 0 0,0 0 0,-1 0 0,1 0 0,0 0 0,-1 0 0,1-1 0,-1 1 0,1 0 0,-1-1 0,0 0 0,0 1 0,0-1 0,0 0 0,0 1 0,0-1 0,0 0 0,0 0 0,-1 0 0,1 0 0,0-2 0,0-3 0,1-1 0,-1 0 0,-1 0 0,0 1 0,0-1 0,-2-11 0,1-16 0,0 34 0,1 1 0,0-1 0,0 1 0,0-1 0,0 1 0,0 0 0,0-1 0,0 1 0,0-1 0,0 1 0,0-1 0,1 1 0,-1 0 0,0-1 0,0 1 0,0-1 0,0 1 0,1 0 0,-1-1 0,0 1 0,0-1 0,1 1 0,-1 0 0,0-1 0,1 1 0,-1 0 0,0 0 0,1-1 0,-1 1 0,0 0 0,1 0 0,-1 0 0,1-1 0,-1 1 0,0 0 0,1 0 0,-1 0 0,1 0 0,-1 0 0,1 0 0,-1 0 0,0 0 0,1 0 0,-1 0 0,1 0 0,-1 0 0,1 0 0,-1 0 0,0 0 0,1 0 0,-1 1 0,1-1 0,-1 0 0,0 0 0,1 0 0,0 1 0,23 16 0,-22-15 0,135 117 0,-120-104-1365,-5-2-5461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8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68 24575,'0'-7'0,"0"1"0,0 0 0,1 0 0,0 0 0,2-10 0,-2 15 0,-1 0 0,1 0 0,-1-1 0,1 1 0,-1 0 0,1 0 0,-1 0 0,1 0 0,0 1 0,0-1 0,-1 0 0,1 0 0,0 0 0,0 0 0,0 1 0,0-1 0,0 0 0,0 1 0,0-1 0,0 1 0,0-1 0,0 1 0,0 0 0,1-1 0,-1 1 0,0 0 0,0 0 0,0 0 0,0 0 0,1 0 0,-1 0 0,0 0 0,0 0 0,0 0 0,0 1 0,2 0 0,5 1 0,-1 2 0,0-1 0,0 1 0,-1 0 0,1 0 0,-1 0 0,0 1 0,0 0 0,0 1 0,-1-1 0,0 1 0,0 0 0,0 0 0,-1 1 0,0-1 0,0 1 0,-1 0 0,1 0 0,-2 0 0,1 1 0,-1-1 0,0 1 0,0-1 0,0 10 0,-2-13 0,0 0 0,-1 0 0,1 0 0,-1 0 0,0 0 0,0 0 0,-1 0 0,1 0 0,-1-1 0,1 1 0,-1 0 0,-4 4 0,-1 1 0,0 0 0,-1-1 0,-9 7 0,-9 10 0,25-24 0,0 0 0,0 0 0,0 0 0,0 0 0,0 0 0,1 0 0,-1 1 0,0-1 0,1 0 0,-1 0 0,1 1 0,-1-1 0,1 0 0,0 1 0,-1-1 0,1 3 0,0-3 0,0-1 0,1 1 0,-1 0 0,1 0 0,-1 0 0,0-1 0,1 1 0,-1 0 0,1 0 0,0-1 0,-1 1 0,1 0 0,0-1 0,-1 1 0,1-1 0,0 1 0,0-1 0,-1 1 0,1-1 0,0 0 0,0 1 0,0-1 0,0 0 0,-1 0 0,1 1 0,1-1 0,28 6-93,-1-2-1,1-1 0,0-1 0,42-3 1,-41 1-804,-18 0-5929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8.9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24575,'3'-2'0,"-1"0"0,0 1 0,1-1 0,-1 1 0,1 0 0,0 0 0,-1 0 0,1 0 0,0 0 0,0 0 0,-1 1 0,1 0 0,0-1 0,0 1 0,0 0 0,3 0 0,4 1 0,0 0 0,0 1 0,12 3 0,-12-2 0,0 0 0,0 1 0,-1 0 0,1 0 0,-1 1 0,0 0 0,10 9 0,-15-11 0,-1 0 0,1 0 0,0 1 0,-1 0 0,0-1 0,0 1 0,0 1 0,0-1 0,-1 0 0,1 1 0,-1-1 0,0 1 0,-1 0 0,1-1 0,-1 1 0,2 9 0,-3 0 0,0-1 0,-1 1 0,-1-1 0,0 0 0,-1 1 0,0-1 0,-1 0 0,-6 13 0,-4 16 0,13-37 0,-1 0 0,1 1 0,0 0 0,1-1 0,-1 1 0,1-1 0,0 1 0,0 0 0,1-1 0,-1 1 0,3 8 0,-1-11 0,-1 1 0,0-1 0,1 0 0,0 0 0,0 0 0,0 0 0,0 0 0,0-1 0,0 1 0,1 0 0,-1-1 0,1 0 0,0 1 0,0-1 0,0-1 0,0 1 0,0 0 0,0 0 0,5 1 0,1 0 17,0 0 0,0 0 1,1-1-1,-1 0 0,1-1 0,18 1 0,-24-2-100,0 0 1,0-1-1,1 1 1,-1-1-1,0 0 1,0 0-1,0-1 1,0 1-1,0-1 1,0 0-1,0 0 1,0 0-1,-1 0 1,1-1-1,-1 0 1,0 1-1,6-7 1,-2 0-6744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9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30 24575,'-32'-2'0,"-13"-4"0,-1 0 0,4 0 0,5 2 0,7 1 0,5 1 0,4 1 0,4 1 0,5 0-8191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0:59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234 0 24575,'-27'0'0,"-12"0"0,0 0 0,2 0 0,6 0 0,6 0 0,4 0 0,6 0-8191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0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24575,'7'-5'0,"0"2"0,0-1 0,0 0 0,1 1 0,-1 1 0,9-3 0,-13 5 0,-1-1 0,1 1 0,0 0 0,0 0 0,-1 0 0,1 0 0,0 0 0,0 1 0,-1-1 0,1 1 0,0 0 0,-1 0 0,1 0 0,-1 0 0,1 0 0,-1 0 0,0 1 0,1-1 0,-1 1 0,0-1 0,3 4 0,1 1 0,0 1 0,0 0 0,0 0 0,-1 0 0,0 1 0,-1 0 0,1 0 0,3 10 0,-7-15 0,0 1 0,0-1 0,0 1 0,0-1 0,-1 1 0,0-1 0,1 1 0,-1 0 0,0-1 0,-1 1 0,1-1 0,-1 1 0,1-1 0,-1 1 0,0-1 0,0 1 0,-1-1 0,1 0 0,-1 1 0,1-1 0,-1 0 0,0 0 0,-4 4 0,-1 0 0,-1 0 0,0 0 0,-9 6 0,10-8 0,0 0 0,0 0 0,0 1 0,1 0 0,-6 7 0,12-12 0,0-1 0,-1 0 0,1 0 0,0 1 0,0-1 0,-1 0 0,1 1 0,0-1 0,0 0 0,0 1 0,0-1 0,0 0 0,0 0 0,0 1 0,-1-1 0,1 1 0,0-1 0,0 0 0,0 1 0,0-1 0,0 0 0,1 1 0,-1-1 0,0 0 0,0 1 0,0-1 0,0 0 0,0 1 0,0-1 0,0 0 0,1 0 0,-1 1 0,12 4 0,19-2 0,-29-3 0,27-2-385,51-8 0,-70 9-210,3-1-6231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1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1 204 24575,'4'-3'0,"0"-1"0,0 1 0,0 1 0,1-1 0,-1 0 0,1 1 0,0 0 0,0 0 0,0 1 0,0-1 0,0 1 0,0 0 0,7 0 0,10-1 0,41 4 0,-26-1 0,10-1 0,56-9 0,-40 4 0,78 4 0,-79 2 0,43 6 0,-5 0 0,-96-6 0,172 7 0,118-1 0,-183-8 0,27 1 0,148-1 0,-70-13 0,-77 7 0,37-1 0,-147 8 0,212-8 0,-125 2 0,16-2 0,75-14 0,-135 16 0,53-2 0,-100 9 0,27-1 0,78-9 0,-35 1 0,-8 2 0,-5-1 0,8-1 0,-34 3 0,109 3 0,-82 4 0,79-11 0,-72 2 0,52-6 0,-92 8 0,102-5 0,-61 3 0,-3-1 0,-27 8 0,145 1 0,-71 14 0,-82-8 0,65 1 0,-79-9 0,219-8 0,-118 3-1365,-124 6-5461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6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51 24575,'-3'-10'0,"2"7"0,0-1 0,0 1 0,0 0 0,0 0 0,0-1 0,-1 1 0,1 0 0,-1 0 0,0 0 0,0 1 0,-3-4 0,5 6 0,0 0 0,0 0 0,0 0 0,-1 0 0,1 0 0,0 0 0,0 0 0,0 0 0,-1 0 0,1 0 0,0 0 0,0 0 0,0 0 0,-1 0 0,1 0 0,0 0 0,0 1 0,0-1 0,0 0 0,-1 0 0,1 0 0,0 0 0,0 0 0,0 0 0,0 1 0,0-1 0,-1 0 0,1 0 0,0 0 0,0 0 0,0 1 0,0-1 0,0 0 0,0 0 0,0 0 0,0 1 0,0-1 0,0 0 0,0 0 0,0 0 0,0 1 0,0-1 0,0 0 0,0 0 0,0 1 0,-2 10 0,2-11 0,0 16 0,0 0 0,1 0 0,1 0 0,0-1 0,8 28 0,31 74 0,-15-48 0,-4 1-1365,-17-61-5461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7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24575,'-2'2'0,"5"2"0,8 7 0,-7-8 0,21 23 0,39 50 0,-4 3 0,78 78 0,124 85 0,-218-204 0,-32-28-455,-1-1 0,17 8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8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40 24575,'-3'-6'0,"-5"-15"0,8 21 0,-1-1 0,1 0 0,-1 0 0,1 0 0,-1 0 0,1 1 0,-1-1 0,1 0 0,-1 1 0,0-1 0,1 0 0,-1 1 0,0-1 0,1 1 0,-1-1 0,0 1 0,-1-1 0,2 1 0,0 0 0,-1 0 0,1 0 0,0 0 0,-1 0 0,1 1 0,0-1 0,0 0 0,-1 0 0,1 0 0,0 0 0,0 1 0,-1-1 0,1 0 0,0 0 0,0 1 0,0-1 0,-1 0 0,1 0 0,0 1 0,0-1 0,0 0 0,0 0 0,0 1 0,0-1 0,0 0 0,0 1 0,0-1 0,-1 0 0,1 1 0,0-1 0,-1 13 0,1-12 0,-1 94 0,-3 30 0,2-111 0,-21 157 0,18-143 0,-2-1 0,-1 0 0,-1-1 0,-15 30 0,1 0-1365,19-44-5461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8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 0 24575,'-7'7'0,"1"1"0,1-1 0,0 1 0,0 0 0,0 0 0,1 0 0,0 1 0,-3 10 0,-18 76 0,21-76 0,-3 12 0,2-1 0,1 1 0,1-1 0,2 1 0,1 0 0,6 47 0,1-31 0,2-1 0,3 1 0,18 49 0,-21-74 0,0-1 0,2 0 0,0-1 0,1 0 0,1 0 0,1-1 0,1-1 0,22 22 0,-26-31-341,0-1 0,0 1-1,17 8 1,-15-10-6485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9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 24575,'14'-4'0,"1"1"0,0 1 0,0 0 0,0 1 0,0 0 0,0 2 0,0 0 0,0 0 0,0 1 0,-1 1 0,1 1 0,0 0 0,-1 1 0,27 12 0,-37-14 0,1-1 0,0 1 0,0 0 0,-1 0 0,0 0 0,0 1 0,0-1 0,5 7 0,-7-8 0,-1 0 0,1 0 0,-1 1 0,0-1 0,0 1 0,0-1 0,0 1 0,0-1 0,0 1 0,-1-1 0,1 1 0,-1 0 0,0-1 0,0 1 0,0 0 0,0-1 0,0 1 0,-1 0 0,0 2 0,-4 11 0,0-1 0,-1-1 0,-12 24 0,10-24 0,1 1 0,1 0 0,-6 20 0,11-30 0,0 1 0,0-1 0,0 1 0,1-1 0,0 0 0,0 1 0,0-1 0,1 1 0,0-1 0,0 1 0,0-1 0,1 0 0,4 10 0,-4-9 0,1 0 0,1-1 0,-1 1 0,1-1 0,0 1 0,1-1 0,-1-1 0,1 1 0,0 0 0,0-1 0,0 0 0,1 0 0,-1-1 0,1 1 0,0-1 0,0-1 0,0 1 0,0-1 0,1 0 0,-1 0 0,0-1 0,1 0 0,0 0 0,-1 0 0,11-1 0,41-2-1365,-46 2-5461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9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260 31 24575,'-27'-5'0,"-13"-2"0,-4 1 0,5 1 0,3 2 0,5 0 0,7 2 0,6 1-8191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09.7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24575,'30'9'0,"0"1"0,0 2 0,-1 1 0,0 1 0,-1 1 0,-1 1 0,-1 2 0,0 1 0,-1 1 0,-1 1 0,-1 1 0,29 35 0,-26-24 0,-2 1 0,-1 1 0,-1 1 0,-2 0 0,-2 2 0,-2 0 0,-1 1 0,-1 1 0,7 42 0,-17-61 24,0 0 0,-2 0 0,-1 0 0,-1 32 0,-1-39-210,-1 0 1,0 0-1,-1 0 0,-1 0 1,0-1-1,-1 0 1,-11 21-1,3-11-6640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1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24575,'4'0'0,"0"1"0,0-1 0,0 1 0,0 0 0,0 1 0,0-1 0,-1 1 0,1 0 0,6 4 0,30 23 0,60 61 0,0 1 0,-41-39 0,-37-31 0,2-1 0,44 30 0,-85-66 0,0-1 0,2-1 0,-15-22 0,8 8-1365,15 18-5461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2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18 24575,'6'-15'0,"-4"13"0,-5 10 0,-1 1 0,0 0 0,-1 0 0,-1 0 0,1-1 0,-1 1 0,-1-1 0,-7 7 0,-57 49 0,31-30 0,22-19 0,13-12 0,0 1 0,1 0 0,-1 0 0,1 0 0,-6 9 0,8-11 0,1 0 0,0 0 0,1 1 0,-1-1 0,0 0 0,0 0 0,1 1 0,-1-1 0,1 0 0,0 1 0,0-1 0,0 0 0,0 1 0,0-1 0,1 0 0,-1 1 0,0-1 0,3 4 0,1 6 0,1-1 0,1 1 0,0-1 0,7 10 0,10 17 0,26 67 0,-41-85 0,-1-1 0,-1 1 0,6 32 0,-11-39 0,0 24 0,-8-70-1365,4 20-5461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24575,'-2'112'0,"6"157"0,-1-233 0,2 0 0,1 0 0,16 51 0,-14-65 0,0 0 0,2 0 0,0 0 0,2-1 0,0-1 0,20 25 0,-24-35 0,17 16 0,-23-24 0,1 1 0,0-1 0,0 0 0,0 0 0,0 0 0,0 0 0,0-1 0,0 0 0,0 1 0,1-1 0,5 1 0,-8-2-45,0 0-1,0 0 1,0 0-1,0 0 1,0 0-1,0 0 1,0 0-1,0 0 1,-1-1-1,1 1 1,0 0-1,0-1 1,0 1-1,0-1 1,-1 1-1,1-1 1,0 1-1,0-1 1,-1 0-1,1 1 1,0-1-1,-1 0 1,1 1-1,-1-1 0,1 0 1,-1 0-1,1 1 1,-1-1-1,1-2 1,2-6-6781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3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24575,'16'-12'0,"0"0"0,0 1 0,1 1 0,1 1 0,28-11 0,-41 18 0,0 1 0,0-1 0,1 1 0,-1 0 0,0 1 0,1-1 0,-1 1 0,1 0 0,-1 0 0,0 1 0,1 0 0,-1-1 0,0 2 0,0-1 0,1 1 0,-1 0 0,0 0 0,0 0 0,-1 1 0,1-1 0,-1 1 0,1 0 0,-1 1 0,8 7 0,-6-5 0,-1 0 0,1 1 0,-1 0 0,-1 0 0,1 0 0,-1 0 0,0 1 0,-1 0 0,0-1 0,0 1 0,-1 1 0,2 8 0,-3-6 0,0-1 0,0 1 0,-1 0 0,0 0 0,-1 0 0,-1 0 0,0-1 0,-6 22 0,-20 78 0,28-106 0,-1 0 0,1 0 0,0 0 0,0 0 0,0 1 0,0-1 0,1 0 0,0 0 0,0 0 0,0 0 0,0 0 0,1 0 0,-1 0 0,4 5 0,-1-3 0,-1-1 0,1 1 0,1-1 0,-1 0 0,1-1 0,0 1 0,0-1 0,10 8 0,-8-8 0,-1-1 0,1 1 0,0-1 0,-1-1 0,1 1 0,1-1 0,13 3 0,-16-5 0,0 1 0,-1-1 0,1 0 0,0 0 0,0-1 0,-1 1 0,1-1 0,0 0 0,-1 0 0,1-1 0,-1 1 0,7-4 0,-7 2-33,0 1 0,0-1 0,-1-1 0,1 1 0,-1 0 0,0-1-1,0 1 1,4-6 0,-1 0-1034,1 0-5759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3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0 24575,'-27'5'0,"-14"2"0,-5-1 0,1-1 0,5-2 0,5 0 0,6-2 0,2-1 0,4 0 0,4 0 0,1 0 0,3-1 0,-2 1 0,0 0 0,0-2 0,3-2-8191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3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24575,'71'96'0,"73"130"0,-104-152 0,-3 2 0,43 127 0,-77-194 0,0 0 0,-1 0 0,0 1 0,-1-1 0,1 0 0,-2 17 0,0-22 0,0 0 0,-1 0 0,0 0 0,0 0 0,0 0 0,0-1 0,-1 1 0,1 0 0,-1-1 0,0 1 0,0-1 0,-1 0 0,1 1 0,0-1 0,-1 0 0,0 0 0,0-1 0,-5 5 0,0-2-227,-1 0-1,0 0 1,0-1-1,0 0 1,-14 4-1,2-2-6598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4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32 24575,'-251'0'0,"241"-1"-170,-1 0-1,0-1 0,1 0 1,0-1-1,-1 0 0,1-1 1,-13-6-1,11 4-6655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4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37 24575,'-27'-7'0,"-12"-3"0,0 1 0,2 1 0,4 5 0,4 3 0,5 2 0,7 2 0,6 1-8191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7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21 24575,'-15'-21'0,"25"53"0,0-4 0,0 0 0,8 45 0,3 60 0,-15-88 0,0 9 0,0 81 0,-3-114 0,-3-21 0,0 0 0,0 0 0,0 1 0,0-1 0,0 0 0,0 0 0,0 0 0,0 0 0,0 0 0,0 0 0,0 1 0,0-1 0,0 0 0,0 0 0,1 0 0,-1 0 0,0 0 0,0 0 0,0 0 0,0 0 0,0 1 0,0-1 0,0 0 0,1 0 0,-1 0 0,0 0 0,0 0 0,0 0 0,0 0 0,0 0 0,1 0 0,-1 0 0,0 0 0,0 0 0,0 0 0,0 0 0,0 0 0,0 0 0,1 0 0,6-10 0,-4 3 0,5-10 0,0 1 0,1 0 0,19-27 0,-24 39 0,-1-1 0,1 2 0,0-1 0,0 0 0,1 1 0,-1-1 0,1 1 0,0 1 0,0-1 0,0 0 0,0 1 0,0 0 0,0 1 0,0-1 0,1 1 0,-1 0 0,7-1 0,-4 2 0,0 0 0,0 1 0,-1 0 0,1 0 0,-1 1 0,1 0 0,-1 0 0,1 1 0,-1 0 0,0 0 0,0 0 0,-1 1 0,1 0 0,-1 1 0,0-1 0,0 1 0,0 0 0,7 9 0,-9-10 0,-1-1 0,0 1 0,0 0 0,-1 0 0,1 1 0,-1-1 0,0 0 0,0 1 0,0-1 0,-1 1 0,1 0 0,-1-1 0,0 1 0,0 0 0,-1 0 0,0 0 0,0 0 0,0-1 0,0 1 0,-1 0 0,1 0 0,-1 0 0,-1 0 0,1-1 0,-1 1 0,1-1 0,-1 1 0,0-1 0,-6 8 0,4-7 0,1 0 0,-1-1 0,-1 1 0,1-1 0,-1-1 0,0 1 0,1 0 0,-2-1 0,1 0 0,0 0 0,-1-1 0,1 1 0,-1-1 0,1 0 0,-1-1 0,-10 2 0,-3-1 0,0 0 0,0-2 0,0 0 0,-19-3 0,26 2 40,0-1 0,-22-6 0,28 6-205,1 0 0,0 0 0,0-1 0,0 1 0,0-1 0,0 0 0,0 0 0,-5-6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7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 24575,'-4'0'0,"0"0"0,1 0 0,-1 1 0,1-1 0,0 1 0,-1 0 0,1 0 0,-1 0 0,1 0 0,0 1 0,0-1 0,0 1 0,0 0 0,0 0 0,0 0 0,-3 3 0,4-3 0,0 1 0,1-1 0,-1 0 0,1 0 0,-1 1 0,1-1 0,0 0 0,0 1 0,0-1 0,0 1 0,1 0 0,-1-1 0,1 1 0,-1 0 0,1-1 0,0 1 0,0 0 0,0-1 0,1 1 0,-1 0 0,0-1 0,2 4 0,-1 0 0,1-1 0,0 1 0,0-1 0,1 1 0,0-1 0,0 0 0,0 0 0,0 0 0,1 0 0,-1-1 0,1 1 0,1-1 0,4 4 0,-6-6 0,0 0 0,0 0 0,0 0 0,0-1 0,0 1 0,0-1 0,0 0 0,1 0 0,-1 0 0,0 0 0,1-1 0,-1 1 0,1-1 0,-1 0 0,0 0 0,1 0 0,-1 0 0,1-1 0,-1 1 0,1-1 0,-1 0 0,0 0 0,5-2 0,-2 0 9,-1 0 1,1-1-1,-1 1 0,0-1 0,0 0 1,-1 0-1,1 0 0,-1-1 0,0 0 0,0 0 1,0 0-1,5-11 0,-8 14-51,1 0-1,-1 0 1,0-1-1,-1 1 1,1-1-1,0 1 1,-1 0 0,1-1-1,-1 1 1,0-1-1,0 1 1,0-1-1,0 1 1,0-1 0,0 1-1,-1-1 1,1 1-1,-1 0 1,0-1-1,0 1 1,0-1 0,0 1-1,0 0 1,0 0-1,0 0 1,-1 0-1,1 0 1,-1 0 0,0 0-1,1 0 1,-1 1-1,0-1 1,0 0-1,-4-1 1,-5-4-6784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9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24575,'176'283'0,"-60"-132"0,-115-149 0,3 4 0,1-1 0,0 1 0,0-1 0,0 0 0,1 0 0,0-1 0,0 1 0,12 6 0,-17-11 0,0 0 0,0 0 0,0 1 0,-1-1 0,1 0 0,0 0 0,0 0 0,0 0 0,0 0 0,0 0 0,0 0 0,0 0 0,-1 0 0,1-1 0,0 1 0,0 0 0,0 0 0,0-1 0,0 1 0,-1-1 0,1 1 0,0-1 0,1 0 0,-1 0 0,0-1 0,0 1 0,0 0 0,0-1 0,0 1 0,-1-1 0,1 1 0,0-1 0,-1 0 0,1 1 0,0-4 0,0 0 0,0-1 0,-1 1 0,0-1 0,0 1 0,0-1 0,-2-8 0,-3-7 0,-2 1 0,-14-34 0,18 43 0,10 13 0,17 19 0,-17-15 0,7 6 0,16 14 0,37 25 0,-57-45 0,0 0 0,1 0 0,0-1 0,0 0 0,0-1 0,1 0 0,-1-1 0,15 3 0,-23-6 0,1 1 0,-1-1 0,0 0 0,1 0 0,-1 0 0,1 0 0,-1-1 0,0 1 0,0-1 0,1 0 0,-1 0 0,0 0 0,0 0 0,0-1 0,4-2 0,-5 2 0,1 0 0,-1 0 0,0 0 0,0 0 0,0 0 0,-1-1 0,1 1 0,0-1 0,-1 0 0,0 1 0,0-1 0,1 0 0,-2 0 0,1 1 0,0-1 0,0 0 0,-1-4 0,1-7 0,0 0 0,-1 0 0,-1 0 0,0 0 0,-1 0 0,-1 0 0,0 0 0,-1 1 0,-8-22 0,-8-8 0,-37-61 0,28 54 0,27 46-75,-3-5-68,1 1-1,-1 0 1,0 0 0,-1 1-1,1-1 1,-1 1 0,-1 1-1,-7-7 1,2 5-6683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29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 24575,'-9'27'0,"2"0"0,1 1 0,1 0 0,1 0 0,1 1 0,2-1 0,1 1 0,1-1 0,2 1 0,1-1 0,1 0 0,1 0 0,1-1 0,13 32 0,-5-24 0,24 43 0,-30-63 0,0-2 0,0 1 0,2-1 0,-1 0 0,19 16 0,-27-27-72,0-1 1,0 1-1,-1-1 0,1 0 0,0 1 0,0-1 0,0 0 0,1 0 1,-1 0-1,0 0 0,0-1 0,0 1 0,1 0 0,-1-1 0,0 0 1,1 1-1,-1-1 0,5-1 0,1-1-6754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0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24575,'25'-10'0,"-1"0"0,2 2 0,-1 1 0,38-5 0,-51 10 0,0 2 0,0-1 0,0 1 0,0 1 0,-1 0 0,1 1 0,0 1 0,-1-1 0,1 2 0,-1-1 0,0 2 0,14 6 0,-14-5 0,-1 1 0,1 0 0,-1 0 0,0 1 0,-1 0 0,12 13 0,-17-16 0,1 1 0,-1-1 0,-1 1 0,1 0 0,-1 0 0,0 0 0,0 0 0,-1 1 0,0-1 0,0 1 0,-1-1 0,1 1 0,-1 8 0,0-9 0,-1 0 0,-1 1 0,1-1 0,-1 0 0,0 1 0,-1-1 0,1 0 0,-1 0 0,-5 11 0,2-7 0,-1-1 0,0 0 0,0 0 0,-1 0 0,-8 7 0,10-10 0,-2 0 0,1 0 0,1 1 0,-1 0 0,1 0 0,-5 10 0,9-16 0,0 1 0,1-1 0,-1 1 0,0 0 0,1-1 0,0 1 0,-1 0 0,1 0 0,0-1 0,0 1 0,0 0 0,0 0 0,0-1 0,0 1 0,0 0 0,1-1 0,-1 1 0,1 0 0,-1-1 0,1 1 0,-1 0 0,1-1 0,0 1 0,0-1 0,0 1 0,0-1 0,0 1 0,0-1 0,0 0 0,1 0 0,-1 0 0,3 2 0,4 3 0,0-1 0,1 0 0,0-1 0,-1 0 0,1-1 0,1 1 0,10 1 0,1 0 0,1-2 0,24 2 0,-39-4-114,0-1 1,0 0-1,0-1 0,0 1 0,0-1 1,0-1-1,0 1 0,0-1 0,-1-1 1,1 1-1,10-6 0,-4 0-6712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31 24575,'-30'-5'0,"-11"-2"0,-2 1 0,4 1 0,6 1 0,6 2 0,6 1 0,4 0 0,-1 1 0,1 3 0,3 1-8191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0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24575,'56'36'-276,"-1"3"0,84 75 0,-104-80 220,-2 2-1,-1 0 0,-2 2 0,37 62 1,-45-63 279,24 59 1,-40-81-141,0 1 0,-1-1 0,-1 1 0,-1 0 0,0 0 0,-1 1 0,0 16 0,-2-26-77,-1-1-1,0 0 1,0 1-1,0-1 0,-1 0 1,0 0-1,0 0 1,0 0-1,-1-1 1,0 1-1,0 0 1,-1-1-1,1 0 0,-1 0 1,0 0-1,-1 0 1,1-1-1,-1 0 1,0 0-1,0 0 1,-6 4-1,-4 1-217,-1-1 0,-1 0 0,1-1-1,-1 0 1,-1-2 0,-18 4 0,5-2-6614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1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24575,'0'4'0,"1"-1"0,0 1 0,0-1 0,0 1 0,0-1 0,3 5 0,1 5 0,18 55 0,0-4 0,17 79 0,-38-133-119,-2-6 6,1 1 0,-1 0-1,1-1 1,1 1 0,-1-1-1,1 0 1,0 1 0,0-1 0,0 0-1,3 5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401 60 24575,'-29'-5'0,"-15"-4"0,-5-1 0,1 2 0,4 0 0,7 1 0,5 1 0,2 3 0,5 1 0,1 1 0,3 3 0,4 1-8191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3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24575,'0'8'0,"0"-1"0,0 0 0,1 0 0,3 12 0,20 63 0,8 33 0,-19-60 0,-2 1 0,6 106 0,-15-138 0,-2-24 0,0 1 0,0-1 0,0 0 0,0 0 0,1 0 0,-1 1 0,0-1 0,0 0 0,0 0 0,0 0 0,0 0 0,0 1 0,0-1 0,0 0 0,1 0 0,-1 0 0,0 0 0,0 1 0,0-1 0,0 0 0,1 0 0,-1 0 0,0 0 0,0 0 0,0 0 0,1 0 0,-1 0 0,0 0 0,0 0 0,0 1 0,1-1 0,-1 0 0,1-1 0,0 1 0,-1-1 0,1 1 0,0-1 0,-1 1 0,1-1 0,0 1 0,-1-1 0,1 0 0,-1 1 0,1-1 0,-1 0 0,1-1 0,9-14 0,1 0 0,1 1 0,0 0 0,0 0 0,2 2 0,23-19 0,-31 27 0,1 0 0,0 0 0,0 1 0,0 0 0,1 1 0,-1 0 0,1 0 0,0 0 0,0 1 0,0 0 0,0 1 0,0 0 0,0 0 0,0 1 0,1 0 0,-1 0 0,15 3 0,-17-1 0,0-1 0,0 2 0,0-1 0,-1 0 0,1 1 0,-1 0 0,1 1 0,-1-1 0,0 1 0,0 0 0,6 7 0,-9-9 0,0 1 0,0-1 0,0 0 0,0 1 0,0 0 0,0-1 0,-1 1 0,1 0 0,-1 0 0,0 0 0,0 0 0,0 0 0,-1 0 0,1 0 0,-1 0 0,1 0 0,-1 1 0,0-1 0,0 0 0,0 0 0,-1 0 0,1 0 0,-1 0 0,-1 4 0,0-2 0,-1 0 0,0 1 0,-1-1 0,1-1 0,-1 1 0,0-1 0,0 1 0,0-1 0,0 0 0,-1 0 0,0-1 0,0 0 0,0 1 0,0-2 0,0 1 0,-12 3 0,0 0 0,0 0 0,0-2 0,-1 0 0,-24 1 0,0-2 0,-1-1 0,-50-6 0,91 4-76,0 0 1,0-1-1,0 1 0,0 0 0,0-1 0,0 0 0,0 1 0,0-1 1,0 0-1,0 0 0,0 0 0,1 0 0,-1 0 0,0 0 1,1-1-1,-1 1 0,-1-3 0,-3-5-6750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3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24575,'0'18'0,"0"7"0,3 0 0,0-2 0,3-2 0,-1-3 0,3-1 0,1-2 0,0 0 0,-2-1 0,-2-3-8191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4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24575,'13'-9'0,"0"1"0,1 0 0,0 2 0,0-1 0,24-6 0,-34 11 0,1 1 0,0 0 0,-1 0 0,1 1 0,0-1 0,0 1 0,-1 0 0,1 1 0,0-1 0,0 1 0,-1 0 0,1 0 0,0 0 0,-1 1 0,1-1 0,-1 1 0,0 0 0,1 1 0,-1-1 0,0 1 0,-1 0 0,5 3 0,0 3 0,0 0 0,0 0 0,-1 1 0,-1-1 0,0 2 0,0-1 0,-1 1 0,0-1 0,-1 2 0,0-1 0,0 0 0,-2 1 0,1-1 0,-2 1 0,1 0 0,-2 0 0,1 0 0,-2-1 0,-1 17 0,-1-11 0,-1 0 0,-1 0 0,0 0 0,-1 0 0,-10 19 0,12-28 0,3-6 0,0 0 0,0 0 0,1 0 0,-1 0 0,0 1 0,1-1 0,-1 0 0,1 1 0,0-1 0,0 1 0,0-1 0,0 0 0,0 1 0,1-1 0,-1 0 0,1 1 0,-1-1 0,3 4 0,-2-4 0,0 0 0,0 0 0,1-1 0,-1 1 0,1-1 0,0 1 0,-1-1 0,1 1 0,0-1 0,0 0 0,0 1 0,0-1 0,0 0 0,0-1 0,0 1 0,0 0 0,0-1 0,0 1 0,0-1 0,3 1 0,3 0-170,0-1-1,0 1 0,0-1 1,-1-1-1,1 0 0,0 0 1,12-4-1,-7 2-6655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4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30 24575,'-27'-5'0,"-11"-2"0,-5 1 0,4 1 0,5 2 0,6 0 0,5 2 0,5 3 0,4 1-8191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5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36 24575,'-29'-10'0,"-13"0"0,-1 1 0,4 4 0,9 4-8191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5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24575,'0'14'0,"0"8"0,2 5 0,1 3 0,0-2 0,0 0 0,-1-3 0,-1-2 0,-1-6-8191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1 170 24575,'3'12'0,"0"0"0,7 17 0,-5-14 0,4 12 0,14 38 0,55 118 0,-67-165 0,22 30 0,-27-41 0,0 1 0,1-1 0,0-1 0,0 1 0,0-1 0,9 6 0,-15-12 0,0 1 0,1 0 0,-1-1 0,0 1 0,0-1 0,0 1 0,0-1 0,0 1 0,1-1 0,-1 0 0,0 0 0,0 1 0,1-1 0,-1 0 0,0 0 0,0 0 0,1-1 0,-1 1 0,0 0 0,0 0 0,1-1 0,-1 1 0,0 0 0,0-1 0,0 1 0,0-1 0,1 0 0,-1 1 0,0-1 0,0 0 0,0 0 0,-1 0 0,1 1 0,0-1 0,0 0 0,0 0 0,-1 0 0,1-1 0,0 1 0,-1 0 0,1 0 0,-1 0 0,1-2 0,2-5 0,-1 1 0,0 0 0,0-1 0,-1 1 0,2-16 0,11-162 0,-14 184 0,0 0 0,0 0 0,0 1 0,0-1 0,0 0 0,0 0 0,0 1 0,0-1 0,1 0 0,-1 0 0,0 1 0,1-1 0,-1 0 0,0 0 0,1 1 0,-1-1 0,1 0 0,-1 1 0,1-1 0,0 1 0,-1-1 0,2 0 0,-2 1 0,1 0 0,0 0 0,-1 0 0,1 0 0,0 0 0,0 0 0,-1 0 0,1 0 0,0 0 0,-1 1 0,1-1 0,0 0 0,-1 0 0,1 1 0,0-1 0,-1 0 0,1 1 0,-1-1 0,2 2 0,4 3 0,0 1 0,-1 0 0,8 9 0,-8-9 0,16 20 0,43 39 0,-54-55 0,1-2 0,0 0 0,0 0 0,1-1 0,0 0 0,0-1 0,15 5 0,-24-10 0,0 0 0,0 0 0,0 0 0,-1-1 0,1 1 0,0-1 0,0 0 0,0 0 0,1 0 0,-1 0 0,0-1 0,0 1 0,5-2 0,-7 1 0,1 0 0,-1 0 0,1 0 0,-1 0 0,1 0 0,-1 0 0,1 0 0,-1 0 0,0-1 0,0 1 0,0-1 0,0 1 0,0-1 0,0 1 0,0-1 0,0 1 0,-1-1 0,1 0 0,-1 0 0,1 1 0,-1-1 0,1 0 0,-1 0 0,0-2 0,0-6 0,0 0 0,0-1 0,-1 1 0,0 0 0,-1-1 0,0 1 0,-1 0 0,-5-14 0,-6-8 0,-19-35 0,-138-234-1365,164 291-5461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7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37 24575,'-3'-3'0,"-3"-2"0,-1 0 0,1 0 0,-1 0 0,-8-3 0,13 7 0,1 0 0,-1 0 0,0 1 0,1-1 0,-1 1 0,0-1 0,1 1 0,-1 0 0,0-1 0,0 1 0,1 0 0,-1 0 0,0 0 0,1 1 0,-1-1 0,0 0 0,0 1 0,1-1 0,-1 1 0,0-1 0,1 1 0,-1 0 0,1 0 0,-1 0 0,-2 1 0,0 3 0,0 0 0,0-1 0,1 1 0,-1 1 0,1-1 0,0 0 0,1 1 0,-1-1 0,1 1 0,0 0 0,-1 8 0,-3 11 0,-2 33 0,5-17 0,1 1 0,2 0 0,1-1 0,13 72 0,-8-84 0,1 0 0,2 0 0,0-1 0,2-1 0,1 0 0,1 0 0,25 36 0,-29-50 0,1 0 0,0 0 0,1-1 0,0 0 0,1-1 0,1-1 0,0 0 0,0 0 0,0-1 0,26 12 0,-35-20-170,-1 0-1,0 0 0,0 0 1,0 0-1,0 0 0,1-1 1,5 0-1,4-1-6655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24575,'13'-13'0,"41"-37"0,-49 46 0,0 0 0,0 0 0,1 1 0,0-1 0,0 1 0,0 1 0,0-1 0,9-2 0,-13 5 0,0-1 0,0 1 0,0 0 0,0 0 0,0 0 0,1 0 0,-1 0 0,0 0 0,0 0 0,0 1 0,0-1 0,-1 1 0,1 0 0,0-1 0,0 1 0,3 2 0,-2-1 0,-1 0 0,1 0 0,-1 1 0,0-1 0,0 1 0,0-1 0,0 1 0,0 0 0,2 4 0,1 6 0,0 0 0,-1 1 0,0-1 0,1 14 0,-2-12 0,15 95 0,-13-80 0,-3-18 0,-1-1 0,0 1 0,0 13 0,-1-20 0,-1-1 0,1 0 0,-1 1 0,0-1 0,-1 0 0,1 1 0,-1-1 0,0 0 0,0 0 0,0 0 0,0 0 0,-3 3 0,4-6 0,-1 0 0,1 1 0,1-1 0,-1 0 0,0 1 0,0-1 0,0 1 0,1-1 0,-1 1 0,1 0 0,-1-1 0,1 1 0,0-1 0,-1 1 0,1 2 0,1-3 0,-1 0 0,0 0 0,1 0 0,-1 0 0,1 0 0,0 0 0,-1 0 0,1 0 0,0 0 0,-1 0 0,1 0 0,0 0 0,0 0 0,0-1 0,0 1 0,0 0 0,0-1 0,0 1 0,0-1 0,0 1 0,0-1 0,2 1 0,14 5 0,0-2 0,0 0 0,1-1 0,-1 0 0,23 0 0,36-2-1365,-62-1-5461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8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7 24575,'-27'-3'0,"-12"0"0,-1 3 0,4 0 0,5 2 0,6-1 0,1 0 0,4 3 0,1-1 0,5 1-8191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8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24575,'27'0'0,"-1"1"0,0 2 0,35 7 0,-48-7 0,0 1 0,0 0 0,0 1 0,0 1 0,-1 0 0,0 0 0,-1 2 0,14 9 0,8 11 0,-2 1 0,-2 1 0,27 35 0,66 110 0,-102-141 0,-1 1 0,-1 1 0,13 41 0,-24-57 0,-2-1 0,0 0 0,-1 1 0,-1 0 0,-1 0 0,0 0 0,-2 0 0,-2 21 0,1-30-105,-1 0 0,-1 0 0,0-1 0,-1 1 0,0-1 0,0 0 0,-1 0 0,0 0 0,-1-1 0,0 0 0,0 0 0,-9 8 0,-1 1-6721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9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24575,'0'-5'0,"1"-10"0,1 14 0,2 10 0,11 39 0,21 57 0,51 102 0,-70-152-1365,-13-46-5461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39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24575,'-22'0'0,"-10"0"0,-2 0 0,1 2 0,2 1 0,5 3 0,1 0 0,6 1 0,5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2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24575,'7'151'0,"-4"-127"0,2 0 0,0 0 0,1-1 0,14 35 0,-2-17 0,-8-21 0,-1 0 0,-1 0 0,-1 1 0,-1 0 0,7 39 0,-13-57 0,0-1 0,0 1 0,-1-1 0,1 1 0,0-1 0,-1 1 0,1-1 0,-1 1 0,0-1 0,-2 5 0,3-7 0,0 0 0,-1 1 0,1-1 0,0 1 0,0-1 0,-1 0 0,1 1 0,0-1 0,-1 0 0,1 1 0,-1-1 0,1 0 0,0 0 0,-1 1 0,1-1 0,-1 0 0,1 0 0,-1 0 0,1 1 0,-1-1 0,1 0 0,-1 0 0,0 0 0,0 0 0,1-1 0,-1 1 0,0 0 0,0-1 0,0 1 0,0 0 0,1-1 0,-1 1 0,0-1 0,0 0 0,1 1 0,-1-1 0,0 0 0,1 1 0,-1-1 0,1 0 0,-2-1 0,0-1 0,0-1 0,0 0 0,1 0 0,-1 0 0,1 0 0,-1 0 0,1 0 0,1-1 0,-2-6 0,2-2 0,-1 1 0,2-15 0,0 24 0,-1-1 0,1 0 0,0 1 0,0-1 0,0 0 0,1 1 0,-1-1 0,1 1 0,0-1 0,0 1 0,0 0 0,0 0 0,0 0 0,1 0 0,0 0 0,-1 1 0,1-1 0,0 1 0,0 0 0,0 0 0,1 0 0,-1 0 0,0 0 0,1 1 0,-1-1 0,1 1 0,6-2 0,-2 2 0,-1-1 0,1 1 0,0 0 0,0 1 0,0 0 0,-1 0 0,1 1 0,0 0 0,0 0 0,-1 1 0,1 0 0,12 4 0,-3 2 0,0 1 0,-1 1 0,0 0 0,14 13 0,-21-16 0,0 0 0,-1 1 0,-1 0 0,1 0 0,-1 1 0,0 0 0,-1 1 0,5 10 0,-9-16 0,0 0 0,0 1 0,-1-1 0,1 1 0,-1-1 0,0 1 0,-1 0 0,1-1 0,-1 1 0,0 0 0,-1 5 0,1-7 0,-1 0 0,1 0 0,-1-1 0,0 1 0,0 0 0,-1-1 0,1 1 0,0 0 0,-1-1 0,1 0 0,-1 1 0,0-1 0,0 0 0,0 0 0,0 0 0,0 0 0,-1 0 0,1-1 0,-4 3 0,-3 1 0,-1-1 0,0 0 0,0 0 0,-1-1 0,1 0 0,-1-1 0,-18 2 0,-78-2 0,88-2 0,11-1-273,-1 0 0,1 0 0,-1-1 0,-9-3 0,9 2-6553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2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24575,'6'-5'0,"1"-1"0,-1 1 0,1 0 0,-1 0 0,1 0 0,1 1 0,-1 0 0,1 1 0,-1 0 0,1 0 0,13-3 0,-16 5 0,-1 1 0,0-1 0,0 1 0,1 0 0,-1 0 0,0 1 0,0-1 0,0 1 0,1 0 0,-1 0 0,0 0 0,0 1 0,0-1 0,0 1 0,-1 0 0,1 0 0,0 0 0,-1 1 0,1-1 0,-1 1 0,0 0 0,0 0 0,0 0 0,4 5 0,-4-3 0,0 0 0,-1 0 0,1 0 0,-1 0 0,0 1 0,0-1 0,0 0 0,-1 1 0,0-1 0,0 1 0,0 0 0,-1-1 0,0 1 0,0 0 0,0-1 0,-2 9 0,-1 0 0,0-1 0,-1 1 0,0-1 0,-1 0 0,-10 18 0,14-29 0,0-1 0,1 0 0,-1 1 0,0-1 0,0 1 0,1-1 0,-1 1 0,1 0 0,0-1 0,-1 1 0,1-1 0,0 1 0,0 0 0,0-1 0,0 1 0,0 0 0,1-1 0,-1 1 0,0-1 0,2 4 0,-1-4 0,0 1 0,0-1 0,0 0 0,1 0 0,-1 0 0,1 0 0,-1 0 0,0 0 0,1-1 0,0 1 0,-1 0 0,1-1 0,-1 1 0,1-1 0,0 1 0,-1-1 0,1 0 0,0 0 0,-1 0 0,3 0 0,8 0 0,-1-1 0,1 0 0,-1-1 0,13-3 0,11-2 0,-30 6-227,1 0-1,-1 0 1,0-1-1,0 1 1,9-5-1,-5 0-6598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4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24575,'27'-3'0,"0"1"0,1 1 0,30 3 0,-48-1 0,-1 1 0,0 0 0,0 0 0,0 1 0,13 5 0,-17-5 0,0 0 0,0 0 0,0 0 0,0 0 0,-1 1 0,1-1 0,-1 1 0,0 1 0,7 8 0,-9-10 0,0 1 0,0-1 0,0 1 0,0 0 0,-1 0 0,0-1 0,1 1 0,-1 0 0,0 0 0,-1 0 0,1 0 0,-1 1 0,0-1 0,0 0 0,0 0 0,-1 0 0,1 0 0,-1 0 0,-2 7 0,-2 3 0,-2 1 0,1-1 0,-2-1 0,-8 14 0,7-13 0,1 0 0,-10 23 0,17-34 0,0 0 0,0 1 0,0-1 0,1 0 0,0 0 0,-1 0 0,1 0 0,1 1 0,-1-1 0,0 0 0,1 0 0,-1 0 0,1 0 0,0 0 0,0 0 0,0 0 0,1 0 0,-1 0 0,1 0 0,-1 0 0,1-1 0,0 1 0,0-1 0,0 1 0,0-1 0,1 0 0,-1 0 0,5 3 0,-2-1 0,0-1 0,0 0 0,0 0 0,1 0 0,-1-1 0,1 0 0,-1 0 0,1 0 0,0 0 0,0-1 0,0 0 0,0-1 0,0 1 0,8-1 0,-13-1-105,1 1 0,-1 0 0,1 0 0,-1-1 0,1 1 0,-1-1 0,1 1 0,-1-1 0,1 0 0,-1 1 0,0-1 0,3-2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9 24575,'-29'3'0,"-13"-3"0,-3 0 0,3 0 0,6-1 0,7 0 0,3-2 0,4 0 0,6-1-8191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4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31 24575,'-30'-5'0,"-11"-2"0,-5 1 0,2 1 0,4 1 0,8 2 0,4 1 0,5 1 0,3 0 0,2 0 0,3 2 0,3 2-8191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24575,'14'-6'0,"9"-4"0,1 1 0,0 1 0,47-9 0,-68 17 0,-1-1 0,1 1 0,0 0 0,-1 0 0,1 0 0,0 0 0,0 1 0,-1-1 0,1 1 0,0-1 0,-1 1 0,1 0 0,-1 0 0,1 0 0,-1 0 0,1 1 0,-1-1 0,0 1 0,1-1 0,-1 1 0,0 0 0,0 0 0,0 0 0,-1 0 0,1 0 0,0 0 0,-1 1 0,1-1 0,-1 1 0,0-1 0,0 1 0,0-1 0,0 1 0,0-1 0,-1 1 0,1 0 0,-1-1 0,0 1 0,1 0 0,-1 0 0,-1-1 0,1 1 0,0 0 0,-1 3 0,-1-1 0,0 0 0,0 0 0,0 0 0,-1 0 0,1 0 0,-1 0 0,0-1 0,-1 1 0,-4 4 0,-39 35 0,40-38 0,-31 22 0,24-19 0,-17 14 0,28-21 0,0 1 0,0 0 0,1 0 0,-1 0 0,1 0 0,-1 1 0,1-1 0,0 0 0,1 1 0,-4 6 0,5-9 0,0 0 0,0-1 0,0 1 0,-1 0 0,1 0 0,0 0 0,0 0 0,0 0 0,0 0 0,0 0 0,0 0 0,1 0 0,-1 0 0,0-1 0,0 1 0,1 0 0,-1 0 0,1 0 0,-1 0 0,0-1 0,1 1 0,0 1 0,1-1 0,-1 1 0,1-1 0,-1 0 0,1 0 0,0 1 0,0-1 0,0 0 0,-1-1 0,5 2 0,3 1 0,0-1 0,0 0 0,14 0 0,-21-2 0,32 3 0,67-5 0,-88 0-1365,-3-2-5461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6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 24575,'-5'2'0,"1"1"0,-1 0 0,1 1 0,0-1 0,0 1 0,0 0 0,1 0 0,0 0 0,-1 0 0,1 1 0,1-1 0,-1 1 0,1-1 0,-3 9 0,2-6 0,2 0 0,-1 1 0,1-1 0,0 1 0,1 0 0,0-1 0,0 1 0,0 0 0,3 8 0,2 7 0,1-1 0,1 1 0,1-1 0,1 0 0,18 30 0,2-2 0,1-2 0,3-1 0,38 43 0,-69-89 0,17 17 0,-19-17 0,1-1 0,-1 0 0,0 0 0,1 1 0,-1-1 0,1 0 0,-1 0 0,0 0 0,1 0 0,-1 1 0,1-1 0,-1 0 0,1 0 0,-1 0 0,0 0 0,1 0 0,-1 0 0,1 0 0,-1 0 0,1-1 0,0 1 0,-1 0 0,1-1 0,-1 1 0,0-1 0,1 1 0,-1-1 0,0 1 0,1-1 0,-1 1 0,0-1 0,1 1 0,-1-1 0,0 1 0,0-1 0,0 1 0,0-1 0,0 0 0,0 1 0,0-1 0,0 0 0,1-6 0,-1 0 0,0-1 0,-1 1 0,0 0 0,0 0 0,-3-8 0,-16-43 0,8 25 0,-4-10 0,10 28 0,0 0 0,1 0 0,1 0 0,0-1 0,-2-18 0,6 34 0,0-1 0,0 0 0,0 0 0,0 1 0,0-1 0,0 0 0,0 0 0,0 0 0,0 1 0,0-1 0,0 0 0,1 0 0,-1 1 0,0-1 0,0 0 0,1 0 0,-1 1 0,1-1 0,-1 0 0,1 1 0,-1-1 0,1 1 0,-1-1 0,1 0 0,0 0 0,1 1 0,-1 0 0,0-1 0,0 1 0,0 0 0,0 0 0,0 0 0,1 0 0,-1 0 0,0 0 0,0 0 0,0 0 0,0 1 0,1-1 0,-1 0 0,1 1 0,7 3 0,-1 0 0,0 1 0,11 7 0,-15-9 0,111 87 0,-88-66 0,0-1 0,2-2 0,0-1 0,40 21 0,-63-38 0,0-1 0,1 1 0,0-1 0,-1 0 0,15 2 0,-20-4 0,1 0 0,-1 1 0,0-1 0,1 0 0,-1-1 0,1 1 0,-1 0 0,0 0 0,1 0 0,-1-1 0,0 1 0,1-1 0,-1 1 0,0-1 0,1 0 0,-1 1 0,0-1 0,0 0 0,0 0 0,0 0 0,0 0 0,0 0 0,0 0 0,0 0 0,0 0 0,0 0 0,-1 0 0,1-1 0,0 1 0,-1 0 0,1-1 0,-1 1 0,1 0 0,-1-1 0,0 1 0,1-2 0,-1-2 0,0 0 0,0 0 0,0 0 0,0 0 0,-1 0 0,0 0 0,0 0 0,0 0 0,-3-7 0,-21-43 0,18 42 0,-111-204-1365,104 195-5461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6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24575,'84'525'0,"-78"-491"0,1 0 0,15 43 0,-17-63 0,1-1 0,0 0 0,1 1 0,1-2 0,0 1 0,0-1 0,1-1 0,11 11 0,-18-19 0,41 36 0,-39-35 0,0-1 0,1 0 0,0 0 0,0 0 0,0-1 0,0 0 0,0 1 0,6 0 0,-9-3-97,-1 1-1,1-1 1,0 0-1,-1 0 1,1 0-1,0 0 1,-1 0-1,1 0 1,0-1-1,-1 1 1,1 0-1,0-1 0,2-1 1,5-3-6729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7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24575,'7'-6'0,"-1"0"0,1-1 0,6-8 0,-8 7 0,1 1 0,1 1 0,11-11 0,-16 15 0,0 1 0,0 0 0,1 0 0,-1-1 0,0 1 0,0 0 0,1 1 0,-1-1 0,1 0 0,-1 1 0,1-1 0,-1 1 0,1 0 0,-1 0 0,1 0 0,-1 0 0,5 1 0,12 4 0,-1 1 0,1 1 0,16 9 0,-10-5 0,-19-8 0,0 0 0,0 0 0,0 1 0,-1-1 0,1 1 0,-1 1 0,0-1 0,0 1 0,0 0 0,-1 0 0,5 7 0,-7-9 0,0 0 0,0 0 0,-1 1 0,1-1 0,-1 1 0,0-1 0,0 1 0,0 0 0,0-1 0,-1 1 0,1 0 0,-1-1 0,0 1 0,0 0 0,0 0 0,-1-1 0,1 1 0,-1 0 0,0 0 0,0-1 0,-2 6 0,-8 12 0,-1 0 0,-1-1 0,0 0 0,-22 22 0,19-21 0,12-17 0,1 0 0,0 1 0,0 0 0,0-1 0,0 1 0,1 0 0,0 1 0,-3 9 0,4-13 0,1 0 0,0 0 0,0 1 0,0-1 0,0 0 0,0 0 0,1 1 0,-1-1 0,0 0 0,1 0 0,0 0 0,0 1 0,-1-1 0,1 0 0,1 0 0,-1 0 0,0-1 0,0 1 0,1 0 0,-1 0 0,1-1 0,-1 1 0,1 0 0,3 1 0,4 3 0,0 0 0,0-1 0,0 0 0,1-1 0,0 0 0,0 0 0,0-1 0,20 3 0,1-1 0,54 0 0,-54-4 0,-14 0 0,0-1 0,0 0 0,0-1 0,19-4 0,-21 0-1365,-4-2-5461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7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24575,'29'-10'0,"15"-5"0,3-1 0,-3 3 0,-5 3 0,-5 2 0,-6 1 0,-3 2 0,-2 3 0,-2 0 0,0 4 0,0 2 0,-1-1 0,-4 2 0,-4 1-8191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1:4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24575,'51'13'-90,"-1"3"1,-1 2-1,0 1 0,-2 3 0,0 2 0,-1 2 0,-2 2 0,-1 2 1,-1 1-1,-2 3 0,-1 1 0,-2 2 0,-1 1 0,-2 2 0,45 69 1,-66-88 127,-1 1 1,0 0 0,-2 1 0,0 0-1,-2 0 1,-1 1 0,6 30 0,-11-41-9,0 0 1,-2 1 0,1-1 0,-1 0 0,-1 0-1,-1 0 1,0 0 0,0 0 0,-1 0 0,-1 0-1,0-1 1,-1 1 0,0-1 0,-1 0 0,-9 14-1,1-7-121,-1-1 0,-1 0-1,0-1 1,-2-1 0,1-1 0,-2 0-1,-37 22 1,25-18-6735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15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2 24575,'13'0'0,"-9"0"0,-10 0 0,-67-1 0,-82 2 0,143 1 31,-1 0 0,1 1 0,-14 5-1,-15 3-1518,30-9-5338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15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30 24575,'0'-1'0,"0"0"0,0 0 0,1 1 0,-1-1 0,0 0 0,0 0 0,0 0 0,1 0 0,-1 0 0,0 0 0,1 0 0,-1 0 0,1 0 0,-1 1 0,1-1 0,0 0 0,-1 0 0,1 1 0,0-1 0,-1 0 0,1 1 0,0-1 0,0 1 0,1-2 0,0 1 0,1 0 0,-1 1 0,1-1 0,-1 0 0,0 1 0,1-1 0,0 1 0,3 0 0,15 2 0,-17-1 0,-9-2 0,-31-2 0,0 0 0,-39 4 0,30-1 0,28 1-273,-1 0 0,0 1 0,0 0 0,-18 6 0,20-3-6553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18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0 24575,'1'0'0,"0"0"0,0 1 0,0-1 0,-1 0 0,1 0 0,0 0 0,0 0 0,0 1 0,-1-1 0,1 0 0,0 1 0,0-1 0,-1 1 0,1-1 0,0 0 0,-1 1 0,1 0 0,0-1 0,-1 1 0,1-1 0,-1 1 0,1 0 0,-1-1 0,1 1 0,-1 0 0,0 0 0,1-1 0,-1 1 0,0 0 0,1 0 0,-1 0 0,0-1 0,0 1 0,0 0 0,0 0 0,0 0 0,0 0 0,0 0 0,0-1 0,0 1 0,0 0 0,-1 0 0,1 0 0,0-1 0,0 1 0,-1 0 0,1 0 0,-1-1 0,1 1 0,0 0 0,-1 0 0,1-1 0,-1 1 0,0-1 0,1 1 0,-1 0 0,0-1 0,1 1 0,-2 0 0,-4 2 0,0 0 0,1 0 0,-1 0 0,0-1 0,-1 1 0,1-2 0,0 1 0,-1-1 0,1 0 0,-12 1 0,-8-2 0,-33-3 0,-62-12 0,109 13-1365,3-2-5461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19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 24575,'-287'0'-1365,"273"0"-5461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2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57 24575,'-6'-29'0,"1"3"0,5 25 0,1 3 0,5 16 0,59 228 0,-55-196 0,-3 1 0,2 100 0,-9-151 0,0 4 0,0-1 0,0 0 0,0 1 0,0-1 0,-1 1 0,1-1 0,-1 0 0,0 0 0,0 1 0,0-1 0,-3 6 0,3-9 0,1 0 0,0 0 0,0 0 0,0 0 0,0 0 0,-1 0 0,1 0 0,0 0 0,0 0 0,0 0 0,0 0 0,0 0 0,-1 0 0,1-1 0,0 1 0,0 0 0,0 0 0,0 0 0,0 0 0,-1 0 0,1 0 0,0 0 0,0 0 0,0 0 0,0-1 0,0 1 0,0 0 0,0 0 0,0 0 0,0 0 0,-1 0 0,1 0 0,0-1 0,0 1 0,0 0 0,0 0 0,0 0 0,0 0 0,0-1 0,0 1 0,0 0 0,0 0 0,0 0 0,0 0 0,0 0 0,0-1 0,0 1 0,0 0 0,0 0 0,-1-10 0,2 2 0,0 1 0,1 0 0,-1-1 0,1 1 0,1 0 0,-1 0 0,1 0 0,0 0 0,1 0 0,0 1 0,0 0 0,0-1 0,1 1 0,0 1 0,0-1 0,0 1 0,1 0 0,0 0 0,0 1 0,0-1 0,0 1 0,1 1 0,0-1 0,0 1 0,0 0 0,0 1 0,0-1 0,0 2 0,1-1 0,-1 1 0,0 0 0,1 0 0,-1 1 0,1 0 0,0 0 0,-1 1 0,14 3 0,-10 0 0,-1 0 0,1 0 0,-1 1 0,-1 0 0,1 1 0,-1 0 0,15 12 0,-20-14 0,0 0 0,0 1 0,0-1 0,0 1 0,-1 0 0,0 0 0,3 6 0,-4-8 0,-1 0 0,0 0 0,0 0 0,0 1 0,0-1 0,-1 1 0,1-1 0,-1 0 0,0 1 0,0-1 0,0 1 0,-1 6 0,0-7 0,0 0 0,0 0 0,0 0 0,-1 0 0,1 0 0,0 0 0,-1-1 0,0 1 0,0 0 0,0-1 0,0 0 0,-4 5 0,1-3 0,0-1 0,0 1 0,0-1 0,-1 0 0,1 0 0,-7 2 0,-7 1 0,0-1 0,-40 6 0,21-6 0,0-2 0,-67-3 0,100 0-91,0 0 0,0-1 0,0 0 0,0 0 0,1 0 0,-1 0 0,0-1 0,1 0 0,-1 0 0,1 0 0,-1-1 0,1 1 0,0-1 0,-5-5 0,-1-2-6735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2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8 24575,'-19'-2'0,"1"-1"0,-21 1 0,34 2 0,0 0 0,1 0 0,-1 1 0,1-1 0,-1 1 0,1 1 0,-1-1 0,1 0 0,-7 4 0,9-4 0,0 0 0,1 0 0,-1 0 0,1 0 0,0 1 0,-1-1 0,1 0 0,0 0 0,0 1 0,0-1 0,0 1 0,0-1 0,0 1 0,0 0 0,0-1 0,0 1 0,1 0 0,-1 2 0,0-1 0,1-1 0,0 1 0,0 0 0,0 0 0,0 0 0,1 0 0,-1 0 0,1 0 0,0-1 0,1 5 0,1 1 0,1-1 0,0 0 0,0 0 0,0 0 0,1-1 0,0 0 0,8 8 0,0-1 0,1-1 0,1-1 0,0 0 0,0-1 0,1-1 0,0-1 0,1 0 0,0-1 0,0 0 0,0-2 0,1 0 0,0-1 0,21 3 0,-36-7 0,0 0 0,0 0 0,0 0 0,0 0 0,0-1 0,0 1 0,0-1 0,0 1 0,0-1 0,0 0 0,0 0 0,0-1 0,3-1 0,-5 2 0,0 0 0,0 0 0,0 0 0,0 0 0,0 0 0,0-1 0,0 1 0,0 0 0,0-1 0,0 1 0,-1-1 0,1 1 0,0-1 0,-1 1 0,0-1 0,1 1 0,-1-1 0,0 0 0,0 1 0,0-1 0,0 0 0,0 1 0,0-1 0,0 1 0,-1-4 0,-1-3 0,0 1 0,-1-1 0,0 1 0,0-1 0,-1 1 0,0 0 0,0 1 0,-1-1 0,1 1 0,-2 0 0,1 0 0,-11-9 0,6 6 0,0 1 0,-1 0 0,0 1 0,0 0 0,-1 1 0,-23-9 0,26 12-341,0 0 0,0 1-1,-19-2 1,14 3-6485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3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24575,'0'0'0,"0"1"0,0-1 0,0 0 0,0 0 0,0 0 0,0 0 0,0 0 0,0 0 0,0 0 0,0 0 0,0 0 0,0 0 0,0 0 0,0 0 0,0 0 0,0 0 0,0 0 0,0 0 0,0 0 0,0 0 0,0 0 0,0 0 0,0 0 0,0 0 0,0 0 0,0 0 0,0 1 0,0-1 0,-1 0 0,1 0 0,0 0 0,0 0 0,0 0 0,0 0 0,0 0 0,0 0 0,0 0 0,0 0 0,0 0 0,0 0 0,0 0 0,0 0 0,0 0 0,0 0 0,0 0 0,0 0 0,0 0 0,0 0 0,0 0 0,0 0 0,0 0 0,0 0 0,-1 0 0,1-1 0,0 1 0,0 0 0,2 8 0,5 11 0,38 67 0,8 20 0,-47-93 0,-2 0 0,1 1 0,-2-1 0,0 1 0,-1 0 0,2 20 0,-4-31-227,0 1-1,-1-1 1,1 1-1,0-1 1,-2 6-1,-2 0-6598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3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15 24575,'-32'0'0,"-16"0"0,-4 0 0,2 0 0,4-2 0,6-2 0,6 1 0,7 1 0,3 0 0,3 1 0,3 0 0,2 1 0,1 0 0,1 0 0,3 0-8191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24575,'-1'0'0,"1"0"0,-1 0 0,1 1 0,-1-1 0,0 0 0,1 0 0,-1 1 0,1-1 0,-1 0 0,1 0 0,-1 1 0,1-1 0,0 1 0,-1-1 0,1 0 0,-1 1 0,1-1 0,0 1 0,-1-1 0,1 1 0,0-1 0,0 1 0,-1-1 0,1 1 0,0-1 0,0 1 0,0 0 0,0-1 0,-1 1 0,1 0 0,-1 20 0,1-20 0,0 18 0,2 1 0,0-1 0,1 0 0,1 0 0,8 21 0,38 92 0,-44-118 0,-6-13 0,15 34 0,34 62 0,-39-87 0,-10-10 0,0 0 0,0 0 0,1 0 0,-1 0 0,0 0 0,0-1 0,0 1 0,0 0 0,0 0 0,1 0 0,-1 0 0,0-1 0,0 1 0,0 0 0,0 0 0,0 0 0,0 0 0,0-1 0,0 1 0,0 0 0,0 0 0,0 0 0,0-1 0,1 1 0,-1 0 0,0 0 0,-1-1 0,1 1 0,0 0 0,0 0 0,0 0 0,0-1 0,0 1 0,-4-28 0,3 25 0,0-3 0,0 0 0,0-1 0,0 1 0,1-1 0,0 1 0,0-1 0,1 1 0,2-13 0,-2 17 0,-1-1 0,1 1 0,1-1 0,-1 1 0,0-1 0,0 1 0,1 0 0,0 0 0,-1-1 0,1 1 0,0 0 0,0 1 0,0-1 0,0 0 0,0 1 0,1-1 0,-1 1 0,0-1 0,1 1 0,-1 0 0,1 0 0,-1 0 0,6-1 0,-4 2 0,1-1 0,0 1 0,-1 0 0,1 0 0,-1 1 0,1-1 0,-1 1 0,1 0 0,-1 0 0,1 1 0,-1-1 0,0 1 0,0 0 0,0 0 0,0 0 0,6 5 0,-1-1 0,-1 0 0,0 1 0,-1 0 0,0 0 0,0 1 0,8 11 0,-13-17 0,-1 0 0,1 1 0,-1-1 0,1 1 0,-1 0 0,0-1 0,0 1 0,0 0 0,-1 0 0,1 0 0,-1 0 0,1-1 0,-1 1 0,0 0 0,0 0 0,0 0 0,-1 5 0,0-5 0,-1 1 0,1-1 0,-1 0 0,1 1 0,-1-1 0,0 0 0,0 0 0,0 0 0,-1 0 0,1-1 0,-1 1 0,1-1 0,-1 1 0,-3 1 0,-2 1 0,0 0 0,-1 0 0,0-1 0,0 0 0,0-1 0,0 0 0,0 0 0,-13 1 0,-8 0 0,-39 2 0,51-6-120,-40 1 373,52-1-419,1 0-1,-1-1 1,1 0-1,0 0 1,0-1-1,-1 1 1,1-1-1,-5-3 1,1-1-6660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4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24575,'2'12'0,"4"7"0,0 3 0,3-1 0,1-1 0,1-1 0,0-2 0,0-1 0,-3-1 0,-1-3-8191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5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24575,'67'-43'0,"-59"38"0,1 1 0,1 0 0,-1 0 0,0 1 0,19-4 0,-23 7 0,-1 0 0,0 0 0,0 0 0,0 0 0,1 1 0,-1 0 0,0 0 0,0 0 0,0 0 0,0 1 0,0-1 0,-1 1 0,1 0 0,0 0 0,4 4 0,6 4 0,-1 2 0,17 16 0,-16-14 0,-4-4 0,0 0 0,-1 1 0,0 0 0,-1 0 0,0 1 0,-1 0 0,0 1 0,-1-1 0,8 23 0,-12-29 0,0 1 0,-1-1 0,0 1 0,0 0 0,0 0 0,-1-1 0,0 1 0,0 0 0,-1 0 0,0-1 0,0 1 0,-1 0 0,1-1 0,-1 1 0,-1-1 0,1 1 0,-1-1 0,0 0 0,-1 0 0,1-1 0,-9 10 0,7-9 0,0-2 0,-1 1 0,1-1 0,-7 4 0,7-4 0,0-1 0,0 1 0,0 0 0,1 0 0,-7 7 0,11-11 0,0 0 0,-1 1 0,1-1 0,0 0 0,0 0 0,0 1 0,-1-1 0,1 0 0,0 1 0,0-1 0,0 0 0,0 0 0,0 1 0,0-1 0,0 0 0,0 1 0,0-1 0,0 0 0,0 1 0,0-1 0,0 0 0,0 1 0,0-1 0,0 0 0,0 1 0,0-1 0,0 0 0,0 1 0,0-1 0,0 0 0,1 1 0,-1-1 0,0 0 0,12 6 0,19-4 0,-29-2 0,5 0-170,-1-1-1,1 1 0,0-1 1,-1-1-1,1 1 0,-1-1 1,8-3-1,-1-1-6655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5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24 24575,'-27'-5'0,"-11"-2"0,-2 1 0,4 1 0,7 4 0,7 2 0,7 1-8191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5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7 24575,'-20'-3'0,"-9"0"0,1 2 0,3 2 0,2 1 0,4-1 0,-1 0 0,1 0 0,-1 0 0,0-1 0,2 0 0,3 0-8191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6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24575,'12'3'0,"7"5"0,0 4 0,-1 2 0,-4 2 0,-1 0 0,-3 2 0,-1 1 0,-2 0 0,-2-2 0,-2 0 0,-1-2 0,-2 0 0,-2-3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8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24575,'-6'-1'0,"2"1"0,1 7 0,2 5 0,0 0 0,0-1 0,1 1 0,1 0 0,0 0 0,4 17 0,1-2 0,17 42 0,-21-61-170,1-1-1,0 0 0,1 0 1,-1-1-1,1 1 0,1-1 1,5 8-1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8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0 24575,'-29'0'0,"-13"0"0,-1 0 0,2 0 0,5 0 0,6 0 0,6 3 0,5 3 0,3 2 0,4 1-8191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9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24575,'-5'23'0,"1"1"0,2 1 0,0-1 0,1 0 0,1 1 0,1-1 0,6 28 0,4 4 0,33 103 0,-43-157 0,5 21 0,-6-22 0,1 0 0,-1-1 0,0 1 0,0 0 0,0 0 0,0-1 0,0 1 0,0 0 0,0 0 0,0-1 0,0 1 0,0 0 0,0-1 0,-1 1 0,1 0 0,0 0 0,0-1 0,-1 1 0,1 0 0,-1-1 0,1 1 0,0-1 0,-1 1 0,1 0 0,-1-1 0,0 1 0,0-1 0,0 0 0,1 0 0,-1 1 0,0-1 0,1-1 0,-1 1 0,1 0 0,-1 0 0,0 0 0,1 0 0,-1 0 0,0-1 0,1 1 0,-1 0 0,1 0 0,-1-1 0,0 1 0,1 0 0,-1-1 0,1 1 0,-1-1 0,1 1 0,-1-1 0,1 1 0,0-1 0,-1 1 0,1-1 0,0 1 0,-1-2 0,-10-17 0,11 18 0,-3-4 0,0-1 0,1 1 0,0-1 0,0 0 0,1 0 0,0 0 0,0 0 0,-1-8 0,2 12 0,1 0 0,-1 0 0,0 1 0,0-1 0,1 0 0,-1 0 0,1 0 0,0 1 0,-1-1 0,1 0 0,0 0 0,0 1 0,0-1 0,0 1 0,0-1 0,1 1 0,-1-1 0,0 1 0,1 0 0,-1 0 0,1-1 0,-1 1 0,1 0 0,0 0 0,-1 1 0,1-1 0,0 0 0,0 1 0,-1-1 0,5 0 0,1 0 0,1 0 0,-1 0 0,0 1 0,1 0 0,-1 0 0,1 1 0,-1 0 0,14 3 0,56 22 0,-77-26 0,18 7 0,-1 1 0,-1 0 0,1 1 0,-1 1 0,-1 0 0,0 1 0,-1 0 0,0 2 0,13 13 0,-25-24 0,0 0 0,-1 1 0,1-1 0,-1 0 0,1 1 0,-1-1 0,0 0 0,0 1 0,0 0 0,0-1 0,0 1 0,-1 0 0,1-1 0,-1 6 0,0-6 0,0 0 0,-1 0 0,1 0 0,-1 0 0,0 0 0,1 0 0,-1 0 0,0 0 0,0-1 0,0 1 0,0 0 0,-1-1 0,1 1 0,0-1 0,-1 1 0,1-1 0,-1 0 0,1 1 0,-1-1 0,0 0 0,-1 1 0,-4 1 0,0 1 0,0-1 0,0-1 0,0 1 0,-14 2 0,-39 3 0,42-6 0,-32 3 0,0-2 0,-62-4 0,105 1-195,0-1 0,0 0 0,0 0 0,0-1 0,1 0 0,-13-5 0,11 2-6631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29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24575,'8'-5'0,"0"0"0,1 0 0,0 1 0,0 0 0,0 0 0,0 1 0,1 1 0,-1-1 0,1 2 0,0-1 0,0 1 0,0 1 0,-1-1 0,1 2 0,0-1 0,0 1 0,0 1 0,-1 0 0,1 0 0,-1 1 0,0 0 0,1 1 0,-1 0 0,-1 1 0,1-1 0,8 7 0,-15-9 0,0-1 0,0 1 0,0 0 0,0 0 0,0 0 0,-1 0 0,1 0 0,0 0 0,-1 0 0,0 1 0,1-1 0,-1 1 0,0-1 0,0 1 0,0-1 0,-1 1 0,1 3 0,-1-3 0,0 1 0,0-1 0,-1 0 0,1 0 0,-1 0 0,0 1 0,0-1 0,0 0 0,0 0 0,-1 0 0,1-1 0,-1 1 0,1 0 0,-3 2 0,-3 3 0,0 0 0,0-1 0,-13 11 0,-3 3 0,22-20 0,-1 0 0,1 0 0,0 0 0,0 1 0,0-1 0,0 0 0,0 1 0,1-1 0,-1 0 0,0 1 0,0-1 0,1 1 0,-1-1 0,1 1 0,0-1 0,-1 1 0,1-1 0,0 1 0,0 0 0,0-1 0,0 1 0,0-1 0,0 1 0,0-1 0,1 1 0,0 1 0,0-1 0,0-1 0,0 1 0,0-1 0,0 1 0,0-1 0,0 0 0,1 1 0,-1-1 0,0 0 0,1 0 0,0 0 0,-1 0 0,1 0 0,-1 0 0,1-1 0,0 1 0,0 0 0,-1-1 0,1 1 0,0-1 0,0 0 0,2 1 0,14 0-227,0 0-1,-1-1 1,1 0-1,0-2 1,26-5-1,-32 4-6598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30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24575,'5'-3'0,"33"-16"0,40-14 0,-64 28 0,1 1 0,-1 1 0,1 0 0,0 1 0,-1 0 0,24 1 0,-32 1 0,0 0 0,-1 1 0,1 0 0,-1 0 0,1 0 0,-1 0 0,1 1 0,7 3 0,-11-3 0,0-1 0,0 0 0,0 1 0,0 0 0,0-1 0,0 1 0,-1 0 0,1 0 0,-1 0 0,1 0 0,-1 0 0,0 0 0,0 0 0,0 0 0,0 1 0,0-1 0,0 0 0,0 1 0,-1-1 0,1 1 0,-1 3 0,2 27 0,-4 34 0,1-13 0,-1-28 0,-1-1 0,-1 1 0,-11 39 0,14-59 0,-1-1 0,1 0 0,0 1 0,1-1 0,0 1 0,0 9 0,0-13 0,1 0 0,-1 0 0,1 0 0,-1-1 0,1 1 0,0 0 0,-1 0 0,1-1 0,0 1 0,0-1 0,1 1 0,-1-1 0,0 1 0,0-1 0,1 0 0,-1 0 0,0 1 0,1-1 0,0 0 0,-1 0 0,1 0 0,-1-1 0,3 2 0,5 1 0,-1 0 0,1-1 0,0 0 0,0 0 0,17 0 0,48-3 0,-31-1 0,-34 2-108,-4 0-144,1 0 1,-1 0 0,1 0-1,6-3 1,-2 0-6575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3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6 24575,'-27'-2'0,"-11"-1"0,1 2 0,3 2 0,7 3 0,4 3 0,4 0 0,3 2 0,3-1-8191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3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0 24575,'-14'5'0,"-8"2"0,-3 1 0,1 1 0,2 0 0,2-1 0,3-2 0,0 0 0,2 0 0,1-2 0,0-1 0,2-1-8191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3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24575,'8'-4'0,"-1"0"0,0 0 0,1 1 0,0 0 0,0 0 0,0 1 0,15-2 0,-17 3 0,0 1 0,0 0 0,-1 0 0,1 0 0,0 1 0,0 0 0,0 0 0,0 1 0,0 0 0,-1 0 0,9 4 0,-7-3 0,0 0 0,0 1 0,0 0 0,0 0 0,-1 1 0,8 6 0,-13-10 0,1 0 0,-1 1 0,0-1 0,0 1 0,0 0 0,0-1 0,0 1 0,0 0 0,0 0 0,0-1 0,-1 1 0,1 0 0,-1 0 0,1 0 0,-1 0 0,0 0 0,0 0 0,0 0 0,0 0 0,0 0 0,0-1 0,0 1 0,-1 0 0,1 0 0,-1 0 0,-1 3 0,-2 3 0,0 0 0,-1-1 0,0 1 0,0-1 0,-9 9 0,7-8 0,0 0 0,0 1 0,1 0 0,-6 11 0,11-17 0,0-1 0,0 1 0,0-1 0,0 1 0,1-1 0,-1 1 0,1-1 0,-1 1 0,1 0 0,0-1 0,0 1 0,0 0 0,1-1 0,-1 1 0,1-1 0,-1 1 0,1 0 0,0-1 0,0 0 0,0 1 0,2 3 0,-1-3 0,0-1 0,1 1 0,-1-1 0,0 0 0,1 0 0,-1 1 0,1-2 0,0 1 0,0 0 0,0 0 0,0-1 0,0 0 0,0 0 0,0 0 0,0 0 0,0 0 0,4 0 0,7 1 0,0 0 0,22-1 0,134-2-1365,-156 1-5461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0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6349 102 24575,'-50'-12'0,"32"7"0,0 1 0,0 0 0,-24-1 0,29 4 0,-23-4 0,23 2 0,-25-1 0,29 3 0,-20 1 0,-48-8 0,-39-9 0,16 5 0,65 8 0,0 1 0,-57 4 0,-24-1 0,61-7 0,34 4 0,-31-1 0,-395 4 0,434 1 0,1 0 0,-18 4 0,-16 2 0,15-3 0,-35 7 0,40-5 0,-1-2 0,-30 1 0,12-2 0,-47 8 0,50-4 0,-64 1 0,-689-9 0,769 2 0,-28 5 0,-16 1 0,-72 0 0,-111 2 0,-224-10 0,442 3 0,-62 11 0,-5 0 0,32-5 0,38-4 0,-37 0 0,-47-5 0,-179 2 0,188 6 0,-39 0 0,-34 8 0,-6-1 0,-472-14 0,643 1 0,-1 0 0,1 2 0,-27 7 0,27-6 0,-1-1 0,0 0 0,-21 1 0,-44-5 0,-41 2 0,94 4-1365,16-2-5461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57 24575,'-8'-9'0,"-1"1"0,-1 0 0,1 1 0,-1 0 0,-16-9 0,26 16 0,0 0 0,-1 0 0,1-1 0,0 1 0,-1 0 0,1 0 0,0 0 0,0 0 0,-1 0 0,1 0 0,0 0 0,-1 0 0,1 0 0,0-1 0,-1 1 0,1 1 0,0-1 0,-1 0 0,1 0 0,0 0 0,-1 0 0,1 0 0,0 0 0,0 0 0,-1 0 0,1 0 0,0 1 0,-1-1 0,1 0 0,0 0 0,0 0 0,-1 1 0,1-1 0,0 0 0,0 0 0,0 0 0,-1 1 0,1-1 0,0 0 0,0 1 0,0-1 0,0 0 0,-1 0 0,1 1 0,0-1 0,0 0 0,0 1 0,0-1 0,0 0 0,0 1 0,0-1 0,0 0 0,0 1 0,0-1 0,0 0 0,0 1 0,0-1 0,0 0 0,1 1 0,-1-1 0,0 0 0,0 1 0,7 27 0,-5-22 0,8 24 0,0-1 0,16 31 0,34 54 0,-23-46 0,-31-56 0,0-1 0,-1-1 0,11 14 0,-11-19-1365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2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3 24575,'0'0'0,"0"0"0,0 0 0,-1 0 0,1-1 0,0 1 0,0 0 0,0 0 0,0 0 0,0 0 0,-1-1 0,1 1 0,0 0 0,0 0 0,0 0 0,-1 0 0,1 0 0,0 0 0,0 0 0,0 0 0,-1 0 0,1 0 0,0 0 0,0 0 0,-1 0 0,1 0 0,0 0 0,0 0 0,0 0 0,-1 0 0,1 0 0,0 0 0,0 0 0,-1 0 0,1 0 0,0 0 0,-4 9 0,3 12 0,5-5 0,0 0 0,0-1 0,1 1 0,15 27 0,36 56 0,-42-77 0,47 71 0,-54-84-1365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2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14 24575,'-29'0'0,"-15"0"0,-5 0 0,4 0 0,4 0 0,7-3 0,7 0 0,5 0 0,4 0 0,5 2-8191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3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56 24575,'-44'-12'0,"-123"-29"0,164 40 0,0 0 0,-1 1 0,1-1 0,-1 1 0,1 0 0,-1 0 0,1 0 0,0 1 0,-1-1 0,1 1 0,-1 0 0,1 0 0,0 0 0,-4 2 0,5-2 0,1 0 0,-1 1 0,0-1 0,0 1 0,1 0 0,-1-1 0,1 1 0,0 0 0,-1 0 0,1 0 0,0 0 0,0 0 0,0 0 0,0 0 0,1 0 0,-1 0 0,1 1 0,-1-1 0,1 0 0,0 0 0,0 1 0,0 2 0,0 1 0,0 0 0,1 0 0,0 0 0,0 0 0,0 0 0,1 0 0,0-1 0,0 1 0,0 0 0,1-1 0,0 0 0,0 1 0,0-1 0,1-1 0,7 9 0,-4-5 0,1-1 0,0 1 0,1-2 0,0 1 0,0-1 0,0 0 0,19 7 0,-20-9 0,0-1 0,1-1 0,-1 0 0,0 0 0,1 0 0,0-1 0,-1-1 0,10 1 0,-16-1 0,0 0 0,0 0 0,0-1 0,0 1 0,0 0 0,0-1 0,0 1 0,0-1 0,0 0 0,0 1 0,0-1 0,-1 0 0,1 0 0,0 0 0,-1 0 0,1-1 0,-1 1 0,1 0 0,-1-1 0,0 1 0,1-1 0,-1 1 0,0-1 0,0 0 0,0 1 0,0-1 0,0 0 0,-1 0 0,1 0 0,0 0 0,-1 0 0,1 0 0,-1 0 0,0 0 0,0 0 0,0 0 0,0 1 0,0-1 0,0 0 0,-1-4 0,0-1 0,0 1 0,-1-1 0,0 0 0,0 0 0,-1 0 0,-5-8 0,-24-38 0,17 29 0,37 40 0,141 125 0,-154-133-1365,-2-2-5461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3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24575,'9'22'0,"7"9"0,2 3 0,-1-2 0,-2-5 0,-3-6-8191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24575,'15'-9'0,"1"0"0,0 0 0,21-7 0,-28 12 0,1 1 0,0 1 0,0-1 0,1 1 0,-1 1 0,0 0 0,11 1 0,-18 0 0,-1 0 0,1 0 0,-1 0 0,0 1 0,1-1 0,-1 1 0,0 0 0,1 0 0,-1 0 0,0 0 0,0 0 0,0 0 0,0 0 0,0 1 0,0-1 0,0 1 0,-1-1 0,3 3 0,-2-1 0,0 0 0,0 0 0,-1 1 0,1-1 0,-1 0 0,1 1 0,-1-1 0,0 1 0,-1-1 0,2 8 0,-2 1 0,0 0 0,0 0 0,-2 0 0,1 0 0,-1 0 0,-5 14 0,2-11 0,2-3 0,-1 0 0,1-1 0,1 1 0,-1 16 0,3-25 0,0 0 0,0 0 0,0 1 0,0-1 0,1 0 0,0 0 0,0 0 0,0 0 0,0 0 0,0 0 0,0 0 0,1 0 0,-1 0 0,1-1 0,0 1 0,0-1 0,0 1 0,0-1 0,0 1 0,1-1 0,2 2 0,5 2 0,-1 0 0,1 0 0,0-1 0,0-1 0,0 1 0,1-2 0,0 1 0,0-2 0,-1 1 0,2-2 0,-1 1 0,0-1 0,12-1 0,-21 0-151,1-1-1,-1 1 0,1-1 0,-1 1 1,1-1-1,-1 0 0,1 0 1,3-2-1,3-4-6674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4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16 24575,'-27'-3'0,"-12"0"0,-3 0 0,2 0 0,6 2 0,6 0 0,6 0 0,6 1-8191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4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11 24575,'-27'-2'0,"-11"-1"0,-2 0 0,1 0 0,5 4 0,3 1 0,4 0 0,3 1 0,4-2-8191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5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24575,'17'27'0,"8"14"0,0 2 0,-2-1 0,-2-5 0,-5-7 0,-5-5 0,-5-8-8191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6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24575,'0'0'0,"-1"1"0,0-1 0,1 0 0,-1 1 0,0-1 0,1 1 0,-1-1 0,0 0 0,1 1 0,-1 0 0,1-1 0,-1 1 0,1-1 0,-1 1 0,1 0 0,0-1 0,-1 1 0,1 0 0,0-1 0,-1 1 0,1 0 0,0 0 0,0-1 0,0 1 0,0 0 0,-1 0 0,1 1 0,-1 22 0,3-7 0,0 0 0,2 0 0,0 0 0,1 0 0,1-1 0,10 21 0,10 32 0,-1 1-1365,-20-57-5461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7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0 24575,'-27'0'0,"-14"0"0,-2 0 0,1 0 0,5 0 0,5 0 0,4 0 0,5 0 0,7 0-8191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41 24575,'-3'-1'0,"-116"-26"0,92 22 0,0 2 0,-39-1 0,61 4 0,0 0 0,-1 1 0,1-1 0,0 1 0,-1 0 0,1 1 0,0-1 0,0 1 0,0 0 0,0 0 0,1 1 0,-1-1 0,-6 5 0,8-4 0,1-1 0,-1 1 0,1 0 0,-1 0 0,1 0 0,0 0 0,0 0 0,0 0 0,1 1 0,-1-1 0,1 1 0,0-1 0,0 1 0,0-1 0,0 1 0,1 0 0,-1-1 0,1 1 0,0 7 0,1-6 0,0 0 0,0 0 0,0 0 0,0-1 0,1 1 0,0 0 0,0-1 0,0 1 0,0-1 0,1 0 0,-1 0 0,1 0 0,0 0 0,1 0 0,-1-1 0,1 1 0,-1-1 0,1 0 0,5 3 0,6 4 0,1-1 0,0 0 0,31 12 0,-43-20 0,0 1 0,0-1 0,-1 0 0,1 0 0,0 0 0,0-1 0,0 1 0,0-1 0,1 0 0,-1 0 0,0-1 0,0 1 0,0-1 0,6-2 0,-7 2 0,0 0 0,0-1 0,0 1 0,0-1 0,-1 0 0,1 0 0,-1 0 0,1 0 0,-1-1 0,0 1 0,0-1 0,0 1 0,0-1 0,0 0 0,-1 1 0,1-1 0,-1 0 0,0 0 0,1-3 0,5-27 0,-6 31 0,-1 0 0,0 1 0,0-1 0,0 0 0,0 1 0,0-1 0,0 0 0,0 1 0,-1-1 0,1 0 0,-1 1 0,1-1 0,-1 1 0,1-1 0,-1 1 0,0-1 0,-1-1 0,2 3 0,0 0 0,0 0 0,0 0 0,0 0 0,-1 0 0,1 0 0,0 0 0,0 0 0,0 0 0,0 0 0,0 0 0,0 0 0,-1 0 0,1 0 0,0 0 0,0 0 0,0 0 0,0 0 0,0 0 0,0 0 0,-1 0 0,1 0 0,0 0 0,0 0 0,0 0 0,0 0 0,0 0 0,0 0 0,0 0 0,-1 1 0,1-1 0,0 0 0,0 0 0,0 0 0,0 0 0,0 0 0,0 0 0,0 0 0,0 0 0,0 1 0,0-1 0,0 0 0,0 0 0,0 0 0,0 0 0,0 0 0,0 0 0,0 1 0,0-1 0,0 0 0,0 0 0,0 0 0,0 0 0,0 0 0,0 0 0,0 1 0,0-1 0,0 0 0,0 0 0,0 0 0,0 0 0,0 0 0,0 0 0,0 0 0,1 1 0,-1 9 0,5 3-19,-1 1-1,1-1 0,9 14 0,-4-5-1266,-4-9-5540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24575,'8'-7'0,"0"1"0,0 0 0,1 0 0,-1 1 0,1 0 0,0 0 0,1 1 0,-1 1 0,1-1 0,0 1 0,0 1 0,0 0 0,0 0 0,0 1 0,0 1 0,11 0 0,-12 0 0,0 0 0,0 1 0,0 0 0,-1 1 0,1 0 0,0 0 0,-1 1 0,1 0 0,-1 0 0,0 1 0,0 0 0,0 1 0,-1 0 0,1 0 0,-1 0 0,-1 1 0,1 0 0,9 11 0,-14-14 0,1 1 0,-1-1 0,0 0 0,-1 1 0,1-1 0,-1 1 0,1-1 0,-1 1 0,0 0 0,0 0 0,-1-1 0,1 1 0,-1 0 0,0 0 0,0 0 0,0 0 0,0 0 0,-1-1 0,-1 8 0,0-6 0,0 1 0,0-1 0,-1 0 0,1 0 0,-1 0 0,-1 0 0,1-1 0,0 1 0,-1-1 0,0 0 0,0 0 0,-8 5 0,-4 3 0,-28 14 0,6-5 0,37-20 0,0 0 0,0-1 0,0 1 0,0 0 0,0 0 0,0-1 0,0 1 0,0 0 0,0 0 0,0 0 0,1 0 0,-1 0 0,0 1 0,0-1 0,1 0 0,-1 0 0,1 0 0,-1 1 0,1 1 0,0-2 0,0 0 0,0 0 0,0 0 0,1 0 0,-1 0 0,0-1 0,1 1 0,-1 0 0,1 0 0,-1 0 0,1 0 0,0 0 0,-1-1 0,1 1 0,0 0 0,-1 0 0,1-1 0,0 1 0,0-1 0,-1 1 0,1-1 0,0 1 0,0-1 0,0 1 0,2 0 0,9 3 0,1-1 0,-1 1 0,1-2 0,0 0 0,0 0 0,21-1 0,17 2 0,-31 0-119,-6-1-89,0 0 0,1-1 1,-1 0-1,0-1 1,25-3-1,-27-1-6618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9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24575,'21'-3'0,"0"2"0,-1 0 0,31 3 0,-39-1 0,-1 1 0,1 0 0,-1 1 0,1 0 0,-1 1 0,0 0 0,17 9 0,-26-12 0,1 1 0,0 0 0,-1 0 0,1 0 0,-1 0 0,1 0 0,-1 0 0,0 1 0,0-1 0,0 1 0,0-1 0,0 1 0,-1 0 0,1 0 0,-1 0 0,0 0 0,0 0 0,0 0 0,0 0 0,-1 0 0,1 0 0,-1 1 0,1-1 0,-1 0 0,0 0 0,-1 1 0,1-1 0,-2 6 0,-2 6 0,0-1 0,-2 1 0,0-1 0,-14 25 0,2-4 0,14-26 0,0 0 0,0 1 0,1 0 0,0 0 0,1-1 0,-2 17 0,4-22 0,0 1 0,0-1 0,0 0 0,1 1 0,0-1 0,0 0 0,0 0 0,0 0 0,1 0 0,0 0 0,-1 0 0,1 0 0,1 0 0,-1-1 0,1 1 0,-1-1 0,7 7 0,-3-4 15,1 1 0,1-1 0,-1 0 0,1-1 0,0 0 0,1 0 0,9 4 0,-15-7-74,0-1-1,0 0 1,0 0-1,0 0 1,0 0 0,1-1-1,-1 1 1,0-1-1,0 0 1,1 0 0,-1 0-1,0 0 1,0-1-1,0 1 1,1-1 0,-1 0-1,0 0 1,0 0-1,0 0 1,0-1 0,0 1-1,-1-1 1,1 1-1,3-4 1,4-4-6767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49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4 24575,'-27'-3'0,"-12"3"0,2 0-8191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0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30 24575,'-27'-5'0,"-14"-1"0,-2-1 0,3 2 0,5 2 0,4 1 0,4 0 0,3 4 0,4 2 0,2-1 0,5 0-8191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0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24575,'10'-8'0,"0"0"0,0 1 0,1 0 0,0 1 0,0 0 0,0 1 0,17-6 0,-25 10 0,1 0 0,0 0 0,0 0 0,-1 1 0,1-1 0,0 1 0,0 0 0,0 0 0,0 0 0,0 1 0,-1-1 0,1 1 0,0 0 0,0 0 0,-1 0 0,1 1 0,-1-1 0,1 1 0,-1 0 0,0 0 0,1 0 0,-1 0 0,0 1 0,0-1 0,-1 1 0,1 0 0,0 0 0,2 3 0,-3-3 0,0 0 0,-1 0 0,1 1 0,-1-1 0,1 0 0,-1 0 0,0 1 0,0-1 0,0 1 0,-1-1 0,1 1 0,-1-1 0,0 1 0,0 0 0,0-1 0,0 1 0,-1-1 0,1 1 0,-1-1 0,0 1 0,0-1 0,0 1 0,-1-1 0,-2 5 0,-4 6 0,0-1 0,-2 0 0,1-1 0,-16 15 0,3-2 0,20-22 0,-1-1 0,1 1 0,0 0 0,0 0 0,1 0 0,-1 0 0,1 1 0,-1-1 0,0 6 0,1-7 0,1-1 0,0 0 0,0 0 0,0 0 0,0 1 0,1-1 0,-1 0 0,0 0 0,1 0 0,-1 1 0,0-1 0,1 0 0,-1 0 0,1 0 0,0 0 0,-1 0 0,1 0 0,0 0 0,-1 0 0,1 0 0,0 0 0,0 0 0,0-1 0,0 1 0,0 0 0,0-1 0,0 1 0,0 0 0,0-1 0,1 1 0,1 0 0,4 1 15,1 0 0,0 0 0,0 0 0,0-1 0,0 0 0,0 0 0,15-1 0,1-2-758,32-7 1,-42 6-6084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1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18 24575,'-7'-14'0,"3"11"0,4 9 0,3 4 0,0 0 0,1 0 0,0-1 0,1 0 0,0 0 0,10 14 0,-1-1 0,15 24 0,3-1 0,47 52 0,85 72 0,64 38 0,-183-165 0,-44-40-86,-2-3 118,-6-3 102,-8-8-1579,3 1-5381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1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75 24575,'-7'-14'0,"5"8"0,-2-1 0,1 0 0,-1 1 0,0 0 0,0 0 0,0 0 0,-9-8 0,13 14 0,-1-1 0,1 1 0,0 0 0,-1 0 0,1 0 0,0-1 0,-1 1 0,1 0 0,-1 0 0,1 0 0,-1 0 0,1 0 0,0 0 0,-1 0 0,1 0 0,-1 0 0,1 0 0,-1 0 0,1 0 0,-1 0 0,1 0 0,0 0 0,-1 1 0,1-1 0,-1 0 0,1 0 0,0 0 0,-1 1 0,1-1 0,0 0 0,-1 1 0,1-1 0,0 0 0,-1 0 0,1 1 0,0-1 0,0 1 0,-1-1 0,1 0 0,0 1 0,0-1 0,0 1 0,0-1 0,-1 0 0,1 1 0,0-1 0,0 1 0,-7 26 0,6-23 0,-8 29 0,-25 62 0,-23 28 0,33-75 0,9-14 0,-17 50 0,27-66 0,0 1 0,1-1 0,1 1 0,-1 31 0,4-43-151,1 0-1,-1 0 0,1 0 0,1 0 1,-1 0-1,1-1 0,0 1 1,4 6-1,-1-3-6674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 24575,'-2'0'0,"0"-1"0,0 1 0,0-1 0,0 1 0,0 0 0,0 0 0,-1 0 0,1 0 0,0 0 0,0 0 0,0 1 0,0-1 0,0 1 0,0 0 0,0-1 0,0 1 0,0 0 0,0 0 0,0 0 0,1 0 0,-1 0 0,0 1 0,0-1 0,1 0 0,-1 1 0,1 0 0,0-1 0,-1 1 0,1 0 0,0-1 0,-2 5 0,-3 5 0,1 0 0,0 1 0,1 0 0,-4 14 0,5-14 0,-14 42 0,-23 88 0,32-107 0,1 2 0,-2 37 0,8-48 0,0 1 0,2-1 0,1 1 0,1-1 0,1 1 0,2-1 0,0-1 0,2 1 0,1-1 0,0 0 0,2-1 0,1 0 0,1-1 0,1 0 0,32 39 0,-24-38-227,1-1-1,0-1 1,2-1-1,1-1 1,29 17-1,-45-30-6598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3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24575,'6'-7'0,"0"0"0,0 1 0,0-1 0,0 1 0,10-6 0,-14 11 0,-1 0 0,1 0 0,0 0 0,0 0 0,0 0 0,0 0 0,0 1 0,0-1 0,0 0 0,0 1 0,0 0 0,0 0 0,0-1 0,0 1 0,0 0 0,0 1 0,0-1 0,0 0 0,0 1 0,0-1 0,0 1 0,0-1 0,0 1 0,0 0 0,0 0 0,0 0 0,3 2 0,6 6 0,0 0 0,-1 1 0,0 0 0,0 0 0,-1 1 0,-1 1 0,0-1 0,12 23 0,-12-17 0,-1 0 0,0 1 0,-2 0 0,0 0 0,0 0 0,1 22 0,-6-34 0,0 0 0,0 0 0,-1 0 0,0 0 0,0-1 0,-1 1 0,1 0 0,-1 0 0,0-1 0,-1 1 0,-3 6 0,2-5 0,1 0 0,0 1 0,0-1 0,1 1 0,-2 9 0,4-16 0,-1 1 0,1 0 0,0 0 0,0-1 0,1 1 0,-1 0 0,0 0 0,1-1 0,-1 1 0,1 0 0,-1-1 0,1 1 0,0-1 0,0 1 0,-1 0 0,3 1 0,-1 0 0,0-1 0,1 1 0,-1-1 0,1 0 0,0 0 0,0 0 0,5 3 0,0-1 0,0-1 0,0 0 0,0 0 0,0-1 0,17 3 0,-14-4-195,-1 0 0,1-1 0,-1 0 0,0-1 0,1 0 0,11-3 0,-9 1-6631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3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0 24575,'-30'5'0,"-11"2"0,-3-1 0,6 1 0,5 0 0,6 1 0,4-1 0,2-2 0,2 1 0,1 0 0,-1 0 0,2 0 0,3-1-8191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3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24575,'67'75'-638,"61"89"0,-93-113 675,-3 2 0,-1 1 1,22 57-1,-45-92 86,-1 0 0,-1 0 0,-1 1 0,0 0 0,-2 0 0,2 37 0,-4-46-196,-2-1 0,0 1-1,0 0 1,-1 0 0,0-1 0,-1 1-1,0-1 1,-1 0 0,0 0-1,-1 0 1,0 0 0,0-1 0,-1 0-1,-9 11 1,-1-1-6753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7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24575,'-1'-1'0,"1"1"0,0-1 0,0 1 0,-1-1 0,1 1 0,0-1 0,0 1 0,0-1 0,0 1 0,0-1 0,-1 1 0,1-1 0,0 1 0,0-1 0,0 1 0,1-1 0,-1 0 0,0 1 0,0-1 0,0 1 0,0-1 0,1 0 0,-1 1 0,0 0 0,1 0 0,-1 0 0,0 0 0,1 0 0,-1 0 0,0 0 0,1-1 0,-1 1 0,0 0 0,1 0 0,-1 1 0,0-1 0,1 0 0,-1 0 0,0 0 0,1 0 0,-1 0 0,0 0 0,1 0 0,-1 0 0,0 1 0,1-1 0,-1 0 0,0 0 0,0 0 0,1 1 0,-1-1 0,0 0 0,0 0 0,1 1 0,-1-1 0,0 0 0,0 1 0,0-1 0,1 1 0,6 8 0,0 0 0,-1 0 0,0 1 0,7 15 0,17 46 0,-24-54 0,139 447 0,-66-202 0,-75-251-1365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7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24575,'27'-2'0,"11"-1"0,4-1 0,-2 4 0,-6 2 0,-6 0 0,-6-3 0,-6-3 0,-6-4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8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24575,'1'0'0,"-1"-1"0,1 1 0,0-1 0,-1 1 0,1-1 0,-1 1 0,1-1 0,0 1 0,-1 0 0,1-1 0,0 1 0,-1 0 0,1-1 0,0 1 0,0 0 0,-1 0 0,1 0 0,0 0 0,0 0 0,-1 0 0,1 0 0,0 0 0,0 0 0,-1 0 0,1 0 0,0 0 0,0 0 0,-1 1 0,1-1 0,0 0 0,0 1 0,-1-1 0,1 0 0,-1 1 0,1-1 0,0 1 0,-1-1 0,1 1 0,-1-1 0,1 1 0,-1-1 0,1 1 0,-1 0 0,1 0 0,3 5 0,-1-1 0,0 1 0,0-1 0,2 9 0,-5-13 0,49 157 0,-33-100 0,31 76 0,33 37 0,-78-166-1365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8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87 24575,'-2'-4'0,"-14"-39"0,14 38 0,0 1 0,0 0 0,0 0 0,-1 0 0,0 1 0,0-1 0,-5-5 0,8 9 0,0 0 0,0 0 0,-1 0 0,1-1 0,0 1 0,0 0 0,-1 0 0,1 0 0,0 0 0,-1-1 0,1 1 0,0 0 0,0 0 0,-1 0 0,1 0 0,0 0 0,-1 0 0,1 0 0,0 0 0,-1 0 0,1 0 0,0 0 0,-1 0 0,1 0 0,0 0 0,0 0 0,-1 0 0,1 0 0,0 1 0,-1-1 0,1 0 0,0 0 0,0 0 0,-1 0 0,1 1 0,0-1 0,0 0 0,-1 0 0,1 1 0,0-1 0,0 0 0,0 0 0,0 1 0,-1-1 0,1 0 0,0 0 0,0 1 0,0-1 0,0 0 0,0 1 0,0-1 0,0 0 0,0 1 0,0-1 0,-4 21 0,4-20 0,-3 55 0,6 78 0,17 57 0,-15-149 0,2-1 0,1 0 0,3-1 0,21 56 0,-24-80 0,0 0 0,0 0 0,2-1 0,0 0 0,17 19 0,-19-25 0,1 0 0,0-1 0,1 0 0,-1-1 0,2 0 0,-1 0 0,1-1 0,20 8 0,-28-13-97,0 0-1,0 0 1,0 0-1,1 0 1,-1 0-1,0-1 1,1 1-1,-1-1 1,0 0-1,1 0 1,-1-1-1,0 1 0,7-2 1,-1-1-6729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24575,'7'-4'0,"9"-8"0,0 1 0,1 1 0,1 0 0,19-7 0,-33 15 0,1 1 0,-1-1 0,0 1 0,1 0 0,-1 0 0,1 0 0,0 1 0,-1 0 0,1 0 0,-1 0 0,1 0 0,-1 1 0,1 0 0,0 0 0,-1 0 0,0 0 0,1 1 0,-1 0 0,0 0 0,0 0 0,0 0 0,0 0 0,5 5 0,-1 1 0,0 0 0,-1 0 0,0 1 0,0 0 0,-1 0 0,0 0 0,-1 1 0,0 0 0,-1 0 0,0 1 0,0-1 0,-1 1 0,0 0 0,-1 0 0,0 0 0,-1 0 0,0 0 0,-1 0 0,0 0 0,-1 0 0,0 0 0,-1 0 0,-5 18 0,-3-1 0,5-18 0,1 1 0,1-1 0,0 1 0,-3 18 0,6-26 0,0-1 0,0 1 0,0 0 0,0 0 0,0-1 0,1 1 0,-1 0 0,1 0 0,0-1 0,0 1 0,0 0 0,0-1 0,0 1 0,1-1 0,-1 0 0,1 1 0,-1-1 0,1 0 0,0 0 0,0 0 0,0 0 0,0 0 0,3 2 0,3 2 0,0-1 0,1 1 0,0-2 0,0 1 0,0-1 0,0 0 0,1-1 0,-1 0 0,1-1 0,15 3 0,-23-6-62,0 1 0,0 0 0,0-1 0,0 1 0,0-1 0,0 0 0,0 1 0,0-1 0,0 0 0,0 0 0,0 0 0,0-1-1,-1 1 1,1 0 0,0-1 0,-1 1 0,1-1 0,-1 0 0,0 1 0,1-1 0,1-3 0,4-6-6764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9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12 24575,'-30'-3'0,"-11"0"0,-2 0 0,4 0 0,6 4 0,4 1 0,5 3 0,5 1-8191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2:59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24575,'36'27'0,"-2"2"0,-2 1 0,0 1 0,-2 2 0,-2 1 0,0 2 0,-3 0 0,-1 2 0,-2 1 0,-1 0 0,17 51 0,-22-50 0,-3 1 0,11 58 0,-21-85 0,-1 1 0,-1 0 0,0-1 0,-1 1 0,0 0 0,-1 0 0,-1-1 0,-1 1 0,0-1 0,-8 24 0,6-28-341,0 1 0,-1-1-1,-11 15 1,7-12-6485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0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 24575,'-22'0'0,"-10"0"0,-2 0 0,3 2 0,3 2 0,5-1 0,4-1 0,4 0-8191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0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44 24575,'-29'-8'0,"-13"-2"0,-4 1 0,4 2 0,6 1 0,10 3-8191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24575,'0'0'0,"1"-1"0,0 1 0,0 0 0,-1-1 0,1 1 0,0 0 0,0 0 0,0-1 0,0 1 0,-1 0 0,1 0 0,0 0 0,0 0 0,0 0 0,0 0 0,-1 0 0,1 1 0,0-1 0,0 0 0,0 0 0,0 1 0,-1-1 0,1 0 0,0 1 0,0-1 0,0 1 0,22 15 0,-21-15 0,89 75 0,5 4 0,-86-72-195,1 0 0,0-1 0,1 0 0,-1 0 0,1-1 0,23 7 0,-25-11-6631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1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24575,'-25'21'0,"-28"30"0,46-44 0,1 1 0,0 0 0,0 0 0,0 1 0,1 0 0,1 0 0,-1 0 0,-3 13 0,3-1 0,1 0 0,1 1 0,1 0 0,0 0 0,2-1 0,3 31 0,-2-42 0,1 1 0,0-1 0,1 1 0,0-1 0,1 0 0,0 0 0,0 0 0,1-1 0,11 17 0,-2-6 0,1-1 0,2 0 0,20 18 0,-30-30-1365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2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 24575,'-7'16'0,"1"0"0,0 1 0,1 0 0,1 0 0,1 0 0,0 0 0,-1 28 0,4-10 0,1-1 0,11 65 0,-2-49 0,3 0 0,1 0 0,3-2 0,2 0 0,41 77 0,-56-118-341,0-1 0,0 0-1,8 9 1,0-5-6485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1 181 24575,'32'-86'0,"-27"74"0,1 1 0,0 1 0,1-1 0,0 1 0,10-12 0,-15 21 0,-1-1 0,1 1 0,-1-1 0,1 1 0,0-1 0,0 1 0,-1 0 0,1 0 0,0 0 0,0 0 0,0 0 0,0 0 0,0 1 0,0-1 0,0 1 0,1-1 0,-1 1 0,0 0 0,3 0 0,-2 0 0,0 1 0,0 0 0,0-1 0,0 1 0,0 1 0,0-1 0,0 0 0,-1 1 0,1-1 0,0 1 0,4 4 0,1 2 0,1 0 0,-1 1 0,-1 0 0,0 0 0,11 20 0,-7-8 0,-2 0 0,-1 0 0,0 1 0,-2 0 0,0 0 0,-2 1 0,0-1 0,-2 1 0,0 0 0,-2 0 0,-2 31 0,0-44 0,0 1 0,0-1 0,-5 12 0,2-8 0,5-13 0,0 0 0,-1 0 0,1 0 0,0 0 0,0-1 0,-1 1 0,1 0 0,0 0 0,0 0 0,0 0 0,0 0 0,0 0 0,0 0 0,0 0 0,1 0 0,-1-1 0,0 1 0,0 0 0,1 0 0,-1 0 0,1 0 0,-1 0 0,1-1 0,-1 1 0,1 0 0,-1 0 0,1-1 0,-1 1 0,1 0 0,0-1 0,0 1 0,-1-1 0,1 1 0,0-1 0,0 1 0,-1-1 0,1 0 0,0 1 0,0-1 0,0 0 0,0 0 0,1 1 0,5 0 0,-1-1 0,1 1 0,0-1 0,12-1 0,-7 0 0,15 0-682,48-9-1,-63 7-6143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2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 24575,'-19'9'0,"-10"7"0,-1 0 0,-2-1 0,3 1 0,4-1 0,4-3 0,5-3-8191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3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24575,'30'20'0,"14"13"0,5 7 0,-1 3 0,-7 2 0,-7 1 0,-7 0 0,-6-4 0,-4 0 0,-5-4 0,-4 0 0,-4-2 0,-2-2 0,-2-2 0,-1-1 0,0-4 0,0-6-8191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3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997 0 24575,'-200'35'0,"-138"15"0,299-48-105,-351 13-1155,360-15-5566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4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40 24575,'-6'-6'0,"4"3"0,-1 0 0,0 0 0,0 0 0,0 0 0,0 1 0,-1-1 0,1 1 0,-1 0 0,1 0 0,-1 0 0,0 0 0,-5-1 0,9 3 0,0 0 0,-1 0 0,1 0 0,0 0 0,0 0 0,-1 0 0,1 0 0,0 0 0,0 0 0,-1 0 0,1 0 0,0 1 0,0-1 0,-1 0 0,1 0 0,0 0 0,0 0 0,0 0 0,-1 1 0,1-1 0,0 0 0,0 0 0,0 0 0,0 1 0,-1-1 0,1 0 0,0 0 0,0 0 0,0 1 0,0-1 0,0 0 0,0 0 0,0 1 0,0-1 0,0 0 0,0 1 0,0-1 0,0 0 0,0 0 0,0 1 0,0-1 0,0 0 0,0 0 0,0 1 0,0-1 0,0 0 0,0 0 0,0 1 0,0-1 0,6 14 0,-6-14 0,9 17 0,0-1 0,1-1 0,22 26 0,43 39 0,-56-60 0,52 46 0,140 100 0,-208-164 0,3 2 0,-1 0 0,0 0 0,0 0 0,0 1 0,-1 0 0,5 5 0,-8-7-8,-4-6-1349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4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0 24575,'-13'5'0,"0"1"0,0 0 0,0 0 0,1 1 0,-21 16 0,27-18 0,1 0 0,0 0 0,0 0 0,1 1 0,0 0 0,-1 0 0,2 0 0,-1 0 0,1 1 0,0-1 0,0 1 0,1 0 0,-2 9 0,-1 15 0,2-1 0,1 1 0,4 61 0,0-23 0,-1 8-1365,-1-63-5461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1 24575,'-13'32'0,"1"0"0,1 1 0,2 0 0,-9 66 0,16-79 0,1 1 0,1 0 0,1 0 0,0-1 0,2 1 0,0 0 0,2-1 0,0 0 0,11 28 0,-7-26 0,0 2 0,1-1 0,2 0 0,25 40 0,-32-57-203,0-1-1,0 0 1,0 0-1,1-1 1,6 5 0,-11-8 58,8 5-6681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24575,'8'-11'0,"0"1"0,0 0 0,1 1 0,0 0 0,17-13 0,-23 20 0,0 0 0,0 0 0,0 1 0,0-1 0,0 1 0,0 0 0,1 0 0,-1 0 0,0 0 0,1 0 0,-1 1 0,1-1 0,-1 1 0,1 0 0,-1 0 0,0 0 0,1 1 0,-1-1 0,1 1 0,-1 0 0,0 0 0,1 0 0,-1 0 0,0 1 0,6 3 0,-1 0 0,1 2 0,-1-1 0,0 1 0,-1 0 0,0 0 0,0 1 0,0 0 0,-1 1 0,0-1 0,8 19 0,-6-9 0,0-1 0,-2 2 0,0-1 0,-1 1 0,2 18 0,-7-31 0,1-1 0,-1 1 0,0-1 0,0 1 0,-1-1 0,1 1 0,-1-1 0,-1 0 0,-2 9 0,-2 0 0,-15 28 0,14-29 0,0 0 0,-8 23 0,14-34 0,0 0 0,1 1 0,-1-1 0,1 0 0,0 1 0,0-1 0,-1 0 0,2 1 0,-1-1 0,0 1 0,0-1 0,1 0 0,-1 1 0,1-1 0,0 0 0,0 0 0,0 0 0,1 3 0,1-1 0,-1-1 0,1 0 0,-1 0 0,1 0 0,0 0 0,0-1 0,1 1 0,-1-1 0,0 0 0,5 2 0,0 0 0,-1-1 0,1 1 0,0-2 0,0 1 0,0-1 0,1-1 0,-1 0 0,0 0 0,1 0 0,8-1 0,-3-3-1365,-1 0-5461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5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 24575,'-27'0'0,"-11"0"0,-2 0 0,4 0 0,5 0 0,5 2 0,6 1 0,2 0 0,6 0-8191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24575,'28'18'0,"-2"1"0,0 2 0,0 1 0,-2 0 0,-1 2 0,-1 1 0,32 47 0,-39-48 0,-1 0 0,-1 1 0,-2 0 0,0 0 0,-2 2 0,-1-1 0,-1 1 0,-1 0 0,4 45 0,-10-66-43,3 28 127,-3 46 1,-1-70-235,0-1 1,0 1 0,-1-1 0,0 0 0,-1 1 0,0-1 0,0 0 0,-1-1 0,-8 15 0,1-7-6677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24575,'-5'2'0,"-4"1"0,-3 3 0,-2 0 0,-1-2 0,0 3 0,0-2 0,-1 0 0,1 0 0,-2 0 0,-1-1 0,0-1 0,1-1 0,1-3 0,1-2 0,0-3 0,2 0-8191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07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58 24575,'-29'-12'0,"-13"-5"0,-1 2 0,4 5 0,7 7 0,5 6 0,8 3-8191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2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24575,'0'-6'0,"0"1"0,-1 0 0,1 0 0,1 0 0,-1 0 0,1 0 0,0 0 0,0 0 0,0 0 0,1 0 0,-1 0 0,3-4 0,-3 9 0,-1-1 0,0 1 0,0 0 0,0 0 0,0 0 0,0-1 0,1 1 0,-1 0 0,0 0 0,0 0 0,0-1 0,1 1 0,-1 0 0,0 0 0,0 0 0,1 0 0,-1 0 0,0 0 0,0 0 0,0-1 0,1 1 0,-1 0 0,0 0 0,1 0 0,-1 0 0,0 0 0,0 0 0,1 0 0,-1 0 0,0 0 0,0 0 0,1 1 0,-1-1 0,0 0 0,0 0 0,1 0 0,-1 0 0,0 0 0,0 0 0,0 0 0,1 1 0,-1-1 0,0 0 0,0 0 0,0 0 0,1 0 0,-1 1 0,0-1 0,0 0 0,0 0 0,0 1 0,0-1 0,1 0 0,-1 0 0,0 1 0,7 16 0,-6-15 0,4 19 0,0 0 0,-1 0 0,1 24 0,-2-13 0,4 28 0,15 95 0,-21-145 0,1 2 0,0-12 0,1-8 0,4-22 0,-6 22 0,1-1 0,0 0 0,1 1 0,6-16 0,-8 22 0,0 0 0,1 0 0,-1 0 0,1 0 0,-1 0 0,1 0 0,0 0 0,-1 1 0,1-1 0,0 1 0,0-1 0,0 1 0,1 0 0,-1 0 0,0 0 0,0 0 0,1 0 0,-1 0 0,0 1 0,1-1 0,-1 1 0,4-1 0,2 1 0,1 0 0,0 1 0,-1 0 0,1 1 0,-1-1 0,1 2 0,-1-1 0,0 1 0,0 0 0,0 1 0,9 5 0,-4-2 0,-2 1 0,1 0 0,-1 1 0,0 0 0,-1 1 0,12 12 0,-19-17 0,1-1 0,-1 1 0,0 0 0,0 0 0,-1 0 0,1 0 0,-1 1 0,3 10 0,-5-14 0,1 0 0,-1 1 0,0-1 0,0 0 0,0 1 0,0-1 0,0 0 0,0 1 0,-1-1 0,1 0 0,-1 0 0,1 1 0,-1-1 0,0 0 0,0 0 0,0 0 0,0 0 0,-1 0 0,1 0 0,0 0 0,-1 0 0,1-1 0,-1 1 0,-3 2 0,-2 1 0,0-1 0,0 0 0,-1 0 0,1-1 0,-1 0 0,0 0 0,0 0 0,0-1 0,-1-1 0,1 1 0,-15-1 0,9 0 0,1-1 0,0-1 0,0-1 0,0 0 0,0 0 0,-23-8 0,33 9-151,0 0-1,-1-1 0,1 1 0,0-1 1,0 0-1,0 0 0,0 0 1,-4-4-1,-1-3-6674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2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32 24575,'-75'-19'0,"68"17"0,-1 1 0,0 0 0,0 1 0,0 0 0,0 0 0,0 1 0,-12 2 0,19-3 0,0 0 0,-1 1 0,1-1 0,-1 0 0,1 1 0,0-1 0,-1 1 0,1 0 0,0-1 0,0 1 0,0 0 0,-1 0 0,1 0 0,0 0 0,0 0 0,0 0 0,0 0 0,0 0 0,1 0 0,-1 0 0,0 1 0,0-1 0,1 0 0,-1 0 0,1 1 0,-1-1 0,1 1 0,0-1 0,-1 0 0,1 1 0,0-1 0,0 1 0,0-1 0,0 0 0,0 1 0,0-1 0,1 1 0,-1-1 0,0 1 0,1-1 0,-1 0 0,1 1 0,-1-1 0,2 1 0,0 4 0,1-1 0,0 1 0,1-1 0,-1 0 0,1 0 0,0 0 0,0-1 0,0 0 0,6 5 0,4 1 0,1 0 0,0-1 0,0-1 0,1 0 0,0-2 0,19 7 0,-22-10 0,-1 1 0,1-2 0,1 0 0,-1 0 0,0-2 0,0 1 0,1-2 0,21-2 0,-32 2 0,0 1 0,0-1 0,0 0 0,0 0 0,0-1 0,0 1 0,0 0 0,-1-1 0,1 0 0,0 0 0,-1 1 0,1-1 0,3-5 0,-5 6 0,0-1 0,0 1 0,0-1 0,0 1 0,0-1 0,0 0 0,-1 0 0,1 1 0,-1-1 0,1 0 0,-1 0 0,0 0 0,1 1 0,-1-1 0,0 0 0,0 0 0,0 0 0,-1 0 0,1 1 0,0-1 0,-1 0 0,1 0 0,-1 0 0,-1-2 0,-2-5-62,-1 1 0,0 0 0,-1 1 0,0-1 0,0 1 0,0 0 0,-1 0 0,0 1 0,0 0 0,-1 0 0,0 1 0,0 0-1,0 0 1,-1 1 0,1 0 0,-1 0 0,0 1 0,0 0 0,0 1 0,-1 0 0,-12-1 0,7 2-6764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24575,'1'14'0,"0"1"0,0-1 0,2 0 0,0 0 0,0 0 0,1 0 0,10 21 0,4 1 0,30 47 0,-33-59 0,-11-18 31,-1 1 0,5 14 0,0-2-1489,-4-10-5368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3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15 24575,'-29'-3'0,"-13"0"0,-3 0 0,2 1 0,8 0 0,6 1 0,8 3 0,6 1 0,2 2 0,1 3 0,1 1 0,1-2-8191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4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24575,'39'109'0,"12"41"0,-44-125 0,-4-13 0,0-1 0,1 0 0,0 1 0,10 16 0,-11-27 0,-1-5 0,0-11 0,-2 12 0,0-1 0,1 0 0,-1 0 0,1 0 0,0 0 0,1 0 0,-1 0 0,0 1 0,1-1 0,0 1 0,0-1 0,0 1 0,0-1 0,1 1 0,-1 0 0,1 0 0,3-3 0,-3 4 0,0 0 0,0 0 0,0 1 0,0-1 0,0 1 0,0 0 0,1 0 0,-1 0 0,0 0 0,1 0 0,-1 1 0,0-1 0,1 1 0,-1 0 0,1 0 0,-1 1 0,0-1 0,1 0 0,4 3 0,8 1 0,-1 1 0,0 0 0,0 1 0,0 1 0,-1 0 0,0 1 0,-1 1 0,25 19 0,-37-26 0,1-1 0,0 1 0,-1 0 0,1 0 0,-1 0 0,1-1 0,-1 1 0,0 1 0,0-1 0,0 0 0,0 0 0,0 0 0,-1 0 0,1 1 0,0-1 0,-1 0 0,0 1 0,0-1 0,0 0 0,0 1 0,0-1 0,0 0 0,0 1 0,-1-1 0,1 0 0,-1 1 0,0-1 0,1 0 0,-1 0 0,0 0 0,0 0 0,-1 0 0,1 0 0,0 0 0,-1 0 0,1 0 0,-1 0 0,1-1 0,-1 1 0,0-1 0,0 1 0,0-1 0,0 0 0,-2 2 0,-7 2 0,1 0 0,-1-1 0,0 0 0,0-1 0,-1 0 0,1 0 0,-18 0 0,-84-1 0,83-2 0,27 0-105,-1 0 0,1 0 0,0-1 0,0 1 0,-1-1 0,1 1 0,0-1 0,0 0 0,0 0 0,0-1 0,0 1 0,-4-3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24575,'-2'12'0,"-2"7"0,4 2 0,0 0 0,4 0 0,1-3 0,2 0 0,2-2 0,-1-1 0,2-1 0,-2 0 0,-1-2-8191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5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24575,'2'-2'0,"-1"-1"0,0 1 0,1-1 0,-1 1 0,1 0 0,0-1 0,0 1 0,0 0 0,0 0 0,0 0 0,0 1 0,0-1 0,1 0 0,-1 1 0,1 0 0,-1-1 0,1 1 0,0 0 0,-1 0 0,1 0 0,0 1 0,0-1 0,-1 1 0,1-1 0,0 1 0,0 0 0,0 0 0,4 1 0,-1 0 0,-1 1 0,1-1 0,-1 1 0,1 0 0,-1 0 0,1 1 0,-1 0 0,0 0 0,0 0 0,0 0 0,-1 1 0,9 8 0,-6-4 0,0 1 0,0-1 0,-1 2 0,0-1 0,-1 1 0,0-1 0,0 1 0,-1 1 0,-1-1 0,5 17 0,-5-9 0,0 1 0,-1 0 0,-1 0 0,-1 0 0,-2 24 0,-5-9 0,5-29 0,1 0 0,0 0 0,0 0 0,0 0 0,0 0 0,1 0 0,0 0 0,0 0 0,0 0 0,2 10 0,-1-13 0,-1-1 0,1 0 0,0 0 0,0 0 0,0 1 0,0-1 0,0 0 0,0 0 0,0 0 0,0 0 0,0-1 0,1 1 0,-1 0 0,0 0 0,0-1 0,1 1 0,-1-1 0,1 1 0,-1-1 0,0 1 0,1-1 0,-1 0 0,3 0 0,5 1 0,-1-1 0,17-1 0,-14 0 0,27 0-88,-4 1-551,53-9 1,-73 6-6188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5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 24575,'-27'0'0,"-12"2"0,-1 1 0,4 3 0,5 0 0,8-1-8191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6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0 24575,'-27'0'0,"-9"3"0,-1 0 0,4 2 0,7 1-8191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24575,'7'15'0,"6"9"0,2 6 0,-1 1 0,-1-1 0,0-3 0,1-3 0,-3-1 0,-3-2 0,-2-2 0,-3-2 0,-2-4-8191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6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24575,'5'27'0,"4"14"0,0 4 0,2-2 0,0-4 0,2-6 0,-2-4 0,0-4 0,-2-4 0,0-3 0,-2-3 0,-1 0 0,0-4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7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0 24575,'-27'3'0,"-13"0"0,-1 0-8191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7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24575,'1'41'0,"1"0"0,13 71 0,-9-86 0,0-1 0,2 0 0,1 0 0,2-1 0,18 34 0,-21-43 0,-5-10 0,0 1 0,0-1 0,0 0 0,1 0 0,5 6 0,-9-10 0,0-1 0,0 0 0,0 0 0,0 0 0,0 0 0,1 1 0,-1-1 0,0 0 0,0 0 0,0 0 0,0 0 0,1 0 0,-1 0 0,0 0 0,0 1 0,0-1 0,0 0 0,1 0 0,-1 0 0,0 0 0,0 0 0,0 0 0,1 0 0,-1 0 0,0 0 0,0 0 0,0 0 0,1 0 0,-1 0 0,0 0 0,0 0 0,0 0 0,0 0 0,1 0 0,-1 0 0,0 0 0,0-1 0,0 1 0,1 0 0,-1 0 0,2-10 0,-5-11 0,2 18 0,0 0 0,0-1 0,1 1 0,0 0 0,-1 0 0,1 0 0,0 0 0,0-1 0,1 1 0,0-5 0,-1 8 0,0-1 0,1 0 0,-1 0 0,1 0 0,-1 1 0,0-1 0,1 0 0,-1 1 0,1-1 0,0 0 0,-1 1 0,1-1 0,0 0 0,-1 1 0,1-1 0,0 1 0,0-1 0,1 1 0,-1-1 0,1 1 0,-1-1 0,1 1 0,-1 0 0,1 0 0,0 0 0,-1 0 0,1 0 0,-1 0 0,1 0 0,2 1 0,5 2 0,0-1 0,0 2 0,0-1 0,-1 1 0,1 1 0,-1 0 0,11 8 0,-3-1 0,-1 1 0,21 23 0,-33-33 0,0 0 0,-1 0 0,1 1 0,-1-1 0,0 1 0,0-1 0,0 1 0,1 4 0,-2-7 0,-1 1 0,0-1 0,0 0 0,1 0 0,-1 1 0,0-1 0,0 0 0,0 0 0,0 1 0,-1-1 0,1 0 0,0 0 0,0 1 0,-1-1 0,1 0 0,-1 0 0,1 0 0,-1 0 0,1 1 0,-1-1 0,0 0 0,0 0 0,1 0 0,-1 0 0,0-1 0,0 1 0,0 0 0,0 0 0,0 0 0,-2 0 0,-5 4 0,-1-1 0,0 0 0,0 0 0,0-1 0,0 0 0,-1 0 0,1-1 0,-16 1 0,-9-1 0,-38-2 0,38-1 0,18 0-65,1-1 0,-17-4 0,15 3-1105,6 1-5656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8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24575,'2'-2'0,"-1"-1"0,1 1 0,0 0 0,0 0 0,1 0 0,-1 0 0,0 0 0,1 0 0,-1 1 0,1-1 0,-1 1 0,1 0 0,0 0 0,-1 0 0,1 0 0,0 0 0,0 0 0,0 1 0,0-1 0,0 1 0,3 0 0,3 0 0,0-1 0,0 2 0,0-1 0,1 2 0,13 2 0,-17-2 0,1 0 0,-1 0 0,0 1 0,1 0 0,-1 0 0,-1 0 0,1 1 0,0 0 0,8 8 0,-11-10 0,-1 0 0,-1 0 0,1 1 0,0-1 0,0 1 0,-1-1 0,0 1 0,1 0 0,-1 0 0,0 0 0,0-1 0,-1 1 0,1 0 0,0 0 0,-1 0 0,0 0 0,0 0 0,0 0 0,0 0 0,0 0 0,-1 0 0,1 0 0,-1 0 0,-1 3 0,-1 2 0,0-1 0,-1 1 0,0-1 0,-6 9 0,5-10 0,1 1 0,0-1 0,1 1 0,0 0 0,-3 7 0,6-12 0,-1-1 0,1 0 0,0 0 0,0 0 0,0 1 0,0-1 0,0 0 0,0 0 0,0 0 0,0 1 0,0-1 0,0 0 0,1 0 0,-1 0 0,1 0 0,-1 1 0,1-1 0,-1 0 0,1 0 0,-1 0 0,1 0 0,1 1 0,0 0 0,0-1 0,0 1 0,0 0 0,0-1 0,0 1 0,1-1 0,-1 0 0,0 0 0,5 1 0,3 1 0,0-1 0,1 0 0,-1-1 0,12 1 0,-8-3-199,0 0 0,0-1 0,0-1 0,-1 0 0,18-7 0,-29 9 28,11-3-6655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9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24575,'2'-3'0,"0"-1"0,0 0 0,1 1 0,-1-1 0,1 1 0,-1 0 0,1-1 0,0 1 0,1 1 0,-1-1 0,0 0 0,1 1 0,-1 0 0,1 0 0,0 0 0,0 0 0,0 0 0,0 1 0,0 0 0,0 0 0,0 0 0,0 0 0,0 0 0,1 1 0,-1 0 0,0 0 0,0 0 0,1 1 0,-1-1 0,0 1 0,0 0 0,0 0 0,0 0 0,0 1 0,0 0 0,0-1 0,0 1 0,5 4 0,-2-1 0,-1 0 0,1 1 0,-1-1 0,0 1 0,0 1 0,0-1 0,-1 1 0,0 0 0,0 0 0,-1 0 0,0 1 0,-1 0 0,1 0 0,-1 0 0,-1 0 0,1 0 0,-1 0 0,-1 1 0,0-1 0,0 1 0,-1 8 0,1-1 0,-2 0 0,0 1 0,-1-1 0,0 0 0,-1 0 0,-8 21 0,5-22 0,2-4 0,0 0 0,1 0 0,0 0 0,-3 17 0,6-25 0,0-1 0,0 1 0,0 0 0,0 0 0,0 0 0,1 0 0,-1 0 0,1 0 0,0-1 0,0 1 0,0 0 0,0 0 0,0-1 0,1 1 0,-1-1 0,1 1 0,0-1 0,-1 0 0,1 0 0,0 1 0,0-1 0,5 2 0,-2 0 0,1-1 0,-1 0 0,1 0 0,0 0 0,0-1 0,1 0 0,-1 0 0,0-1 0,1 0 0,-1 0 0,9 0 0,-5-1 0,0 0 0,0 0 0,0-1 0,0-1 0,0 0 0,15-5 0,7-7-1365,-21 6-5461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9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0 24575,'-29'0'0,"-13"0"0,-3 0 0,2 0 0,8 0 0,3 0 0,8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1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24575,'-17'2'0,"-11"4"0,-3 3 0,2 0 0,2 1 0,7-2-8191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0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24575,'8'-8'0,"0"1"0,0-1 0,1 1 0,0 1 0,0 0 0,20-9 0,-27 13 0,1 1 0,0 0 0,0 0 0,-1 1 0,1-1 0,0 0 0,0 1 0,0 0 0,0 0 0,0 0 0,0 0 0,0 0 0,0 0 0,-1 1 0,1 0 0,0-1 0,0 1 0,0 0 0,-1 0 0,1 1 0,0-1 0,-1 0 0,1 1 0,-1 0 0,0-1 0,1 1 0,-1 0 0,0 0 0,0 0 0,0 1 0,1 2 0,-1-3 0,0 1 0,0 0 0,0 0 0,0 0 0,-1 0 0,0 0 0,1 1 0,-1-1 0,0 0 0,-1 0 0,1 1 0,-1-1 0,1 1 0,-1-1 0,0 1 0,0-1 0,0 1 0,-1-1 0,0 4 0,-3 4 0,1-1 0,-1 0 0,-1-1 0,-10 17 0,10-19 0,1 1 0,0-1 0,0 0 0,0 1 0,1 0 0,1 0 0,-1 0 0,1 0 0,-1 11 0,3-17 0,0 1 0,1-1 0,-1 0 0,1 1 0,0-1 0,0 0 0,-1 0 0,1 0 0,1 1 0,-1-1 0,0 0 0,0 0 0,1-1 0,0 1 0,-1 0 0,1 0 0,0-1 0,-1 1 0,1-1 0,0 1 0,0-1 0,0 0 0,3 1 0,3 2 0,0 0 0,0-1 0,1 0 0,16 4 0,5-3-7,1-1-1,0-1 1,43-4 0,-12 0-1329,-50 2-5490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2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5817 74 24575,'3'-2'0,"0"0"0,0-1 0,0 1 0,-1-1 0,1 1 0,2-5 0,-5 7 0,1 0 0,-1-1 0,0 1 0,1-1 0,-1 1 0,0-1 0,0 1 0,1-1 0,-1 1 0,0-1 0,0 1 0,0-1 0,0 1 0,0-1 0,0 1 0,0-1 0,1 1 0,-2-1 0,1 1 0,0-1 0,0 1 0,0-1 0,0 1 0,0-1 0,0 1 0,0-1 0,-1 1 0,1-1 0,0 1 0,0-1 0,-1 1 0,1-1 0,0 1 0,-1-1 0,1 1 0,0 0 0,-1-1 0,1 1 0,-1 0 0,1-1 0,-1 1 0,1 0 0,-1 0 0,1-1 0,-1 1 0,1 0 0,-1 0 0,1 0 0,-1 0 0,0-1 0,-16-3 0,-1-1 0,1 2 0,-37-2 0,-56 5 0,52 1 0,47-1 0,-268-9 0,-45 2 0,202 9 0,68-3 0,-241 10 0,146 6 0,91-9 0,-105-5 0,77-3 0,51 2 0,-25 0 0,-80 9 0,7 17 0,42-8 0,48-10 0,-123 17 0,107-19 0,-98 4 0,-42 6 0,86-4 0,-109 4 0,133-10 0,-51 2 0,131-8 0,-169 8 0,-73 36 0,190-32 0,-115 6 0,-63-14 0,146 3 0,3 1 0,-74 0 0,-131 24 0,233-28 0,-36 4 0,-81-2 0,118-6 0,-60 8 0,-49 6 0,139-11 0,-10 1 0,37-4 0,1 1 0,-1 0 0,1 0 0,0 0 0,-1 0 0,1 1 0,0-1 0,-6 4 0,8-4-114,0 0 1,0 1-1,0-1 0,0 0 0,0 0 1,0 0-1,0 1 0,1-1 0,-1 0 1,0 1-1,0 1 0,-2 7-6712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3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24575,'1'15'0,"0"1"0,1-1 0,0 1 0,1-1 0,1 0 0,1 0 0,0-1 0,1 1 0,10 19 0,34 70 0,14 27 0,-43-90-682,17 49-1,-33-78-6143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4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24575,'-2'12'0,"1"9"0,1 4 0,3-1 0,4 1 0,2-1 0,1 0 0,0-2 0,1-2 0,2 1 0,-3-1 0,1-2 0,-2-1 0,0-1 0,-2 0 0,-2-2 0,1 0 0,-1-2-8191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 24575,'-30'5'0,"-11"1"0,-2 0 0,1-1 0,6-1 0,7-2 0,5-1 0,4 2 0,4 1 0,4-1-8191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5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97 24575,'-22'-15'0,"-57"-34"0,69 43 0,0 1 0,0 1 0,-1 0 0,1 0 0,-22-4 0,29 8 0,0-1 0,1 1 0,-1 0 0,0 0 0,0 0 0,0 0 0,0 0 0,1 1 0,-1-1 0,0 1 0,0 0 0,1 0 0,-1 0 0,1 0 0,-1 0 0,1 1 0,-5 2 0,4-1 0,1-1 0,-1 1 0,1 0 0,-1 0 0,1 1 0,0-1 0,0 0 0,0 1 0,1-1 0,-1 1 0,-1 5 0,0 6 0,-1 1 0,2 0 0,1 0 0,0 31 0,1-35 0,0 1 0,1-1 0,1 0 0,0 1 0,4 13 0,-5-22 0,0-1 0,0 0 0,1 0 0,-1 0 0,1 0 0,0 0 0,0 0 0,0 0 0,0 0 0,0-1 0,1 1 0,-1-1 0,1 0 0,0 1 0,-1-1 0,1-1 0,0 1 0,0 0 0,1-1 0,-1 1 0,0-1 0,0 0 0,5 1 0,3 0 0,-1 0 0,1-1 0,0-1 0,-1 0 0,1 0 0,15-3 0,-21 2 0,-1 0 0,1 0 0,0 0 0,-1-1 0,1 1 0,-1-1 0,0 0 0,0-1 0,0 1 0,0-1 0,0 0 0,0 0 0,0 0 0,-1 0 0,0-1 0,5-5 0,-4 3 0,-1 0 0,1-1 0,-2 0 0,1 1 0,0-1 0,-1 0 0,-1 0 0,1 0 0,-1 0 0,0-1 0,-1-13 0,2 26 0,-1 1 0,1-1 0,-1 1 0,1-1 0,1 0 0,-1 0 0,1 0 0,5 6 0,2 5 0,20 23 0,9 3-1365,-33-34-5461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5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24575,'0'5'0,"3"1"0,0 3 0,2 2 0,4 1 0,-1 2 0,1 0 0,2 1 0,1-1 0,-2 1 0,1 0 0,-3 0 0,-1-3-8191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6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24575,'32'0'0,"46"7"0,-67-6 0,1 1 0,-1 1 0,0 0 0,-1 1 0,1 0 0,0 0 0,15 10 0,-23-11 0,1 0 0,0 1 0,-1-1 0,0 1 0,1 0 0,-1 0 0,-1 0 0,1 0 0,-1 1 0,0-1 0,0 1 0,0-1 0,0 1 0,-1 0 0,2 7 0,-1 1 0,0-1 0,-1 1 0,0 0 0,-2 24 0,-6 10 0,3-30 0,-1 29 0,5-33 0,0 0 0,-1 1 0,-1-1 0,0 0 0,-1 0 0,-5 15 0,7-27 0,0 1 0,1-1 0,-1 1 0,1-1 0,0 1 0,-1-1 0,1 1 0,0 0 0,0-1 0,0 1 0,0 0 0,0-1 0,0 1 0,0-1 0,0 1 0,1-1 0,-1 1 0,2 2 0,-1-3 0,0 0 0,0 0 0,0 0 0,0 0 0,0 0 0,1 0 0,-1 0 0,0-1 0,1 1 0,-1 0 0,0-1 0,1 1 0,-1-1 0,1 0 0,-1 1 0,1-1 0,-1 0 0,1 0 0,-1 0 0,3 0 0,14 1-341,0-1 0,0 0-1,30-6 1,-34 3-6485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6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12 24575,'-24'-2'0,"-11"-2"0,-2 1 0,5 1-8191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6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30 24575,'-30'-5'0,"-12"-1"0,-1-1 0,4 2 0,7 2 0,3 1 0,4 0 0,5 4 0,2 2 0,2-1 0,4 0-8191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24575,'12'17'0,"7"10"0,3 4 0,-1 1 0,-3-2 0,-5-4 0,-3-2 0,-2-2 0,-3-2 0,-2-5-8191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7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24575,'-3'17'0,"0"8"0,0 5 0,3 0 0,4-1 0,1-2 0,3-1 0,1-3 0,3 0 0,1-2 0,1-1 0,-1-3 0,-2 0 0,1-5 0,-2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8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0 24575,'-27'0'0,"-11"0"0,-2 0 0,4 0 0,5 0 0,5 3 0,3 0 0,3 0 0,1 2 0,3 0 0,3-1-8191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8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43 24575,'-14'-9'0,"0"1"0,-16-6 0,25 12 0,-1 0 0,0 0 0,1 0 0,-1 1 0,0 0 0,0 0 0,0 1 0,-11-1 0,14 2 0,1 0 0,-1 0 0,0 0 0,1 0 0,-1 0 0,1 0 0,-1 1 0,1-1 0,0 1 0,0 0 0,0 0 0,0-1 0,0 1 0,0 1 0,0-1 0,0 0 0,1 0 0,-1 1 0,1-1 0,0 1 0,0-1 0,-2 5 0,-1 4 0,0 1 0,1-1 0,-3 24 0,5-27 0,0 0 0,0 0 0,1 0 0,0 1 0,1-1 0,0 0 0,0 0 0,5 15 0,-5-20 0,1 1 0,-1-1 0,1 0 0,0 1 0,0-1 0,0 0 0,1 0 0,-1-1 0,1 1 0,-1 0 0,1-1 0,0 1 0,0-1 0,0 0 0,0 0 0,0 0 0,1-1 0,-1 1 0,0-1 0,1 1 0,6 0 0,-7-1 0,1 0 0,0 0 0,0-1 0,-1 1 0,1-1 0,0 0 0,0 0 0,0-1 0,0 1 0,-1-1 0,1 1 0,0-1 0,0-1 0,4-1 0,-5 1 0,0 0 0,0 1 0,-1-2 0,1 1 0,-1 0 0,0 0 0,1-1 0,-1 1 0,0-1 0,-1 0 0,1 0 0,0 0 0,-1 1 0,1-2 0,-1 1 0,0 0 0,1-4 0,-1-1 0,1 1 0,-1-2 0,-1 1 0,0-12 0,1-11 0,-1 30 0,0 1 0,0 0 0,0 0 0,0 0 0,0-1 0,0 1 0,0 0 0,0 0 0,1 0 0,-1-1 0,0 1 0,0 0 0,0 0 0,0 0 0,0-1 0,0 1 0,0 0 0,0 0 0,0 0 0,1 0 0,-1-1 0,0 1 0,0 0 0,0 0 0,0 0 0,1 0 0,-1 0 0,0 0 0,0 0 0,0-1 0,0 1 0,1 0 0,-1 0 0,0 0 0,0 0 0,0 0 0,1 0 0,-1 0 0,9 5 0,6 10 0,81 108-1365,-88-113-5461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29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24575,'10'-7'0,"-1"1"0,1 0 0,0 1 0,1 0 0,-1 1 0,15-4 0,-20 6 0,1 1 0,-1 0 0,1 0 0,-1 1 0,1 0 0,9 0 0,-13 1 0,1-1 0,0 1 0,0-1 0,-1 1 0,1 0 0,0 0 0,-1 0 0,1 1 0,-1-1 0,1 1 0,-1-1 0,0 1 0,4 3 0,-3-2 0,-1 1 0,0-1 0,0 1 0,0-1 0,0 1 0,0 0 0,-1 0 0,0 0 0,0 0 0,0 0 0,0 0 0,0 0 0,-1 0 0,0 0 0,0 0 0,0 0 0,-1 9 0,-1-2 0,0 1 0,-1-1 0,0 1 0,-1-1 0,-5 12 0,4-14 0,2-2 0,-1 1 0,1-1 0,1 0 0,-1 1 0,-1 11 0,4-17 0,-1-1 0,1 1 0,0 0 0,0 0 0,0-1 0,1 1 0,-1 0 0,0-1 0,1 1 0,-1 0 0,1-1 0,0 1 0,-1 0 0,1-1 0,0 1 0,0-1 0,0 1 0,0-1 0,0 0 0,0 1 0,0-1 0,1 0 0,-1 0 0,0 0 0,1 0 0,-1 0 0,1 0 0,-1 0 0,1 0 0,2 0 0,7 2 0,0-1 0,-1 0 0,1 0 0,0-1 0,0-1 0,0 0 0,21-3 0,7 1 0,-11 2-1365,-15 0-5461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30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67 24575,'13'-11'0,"1"0"0,0 1 0,20-10 0,-31 18 0,1 0 0,0 0 0,1 0 0,-1 1 0,0 0 0,0 0 0,0 0 0,1 0 0,-1 0 0,1 1 0,-1 0 0,0 0 0,1 0 0,-1 1 0,0-1 0,1 1 0,-1 0 0,6 2 0,-1 2 0,-1-1 0,1 1 0,-1 1 0,0 0 0,0 0 0,-1 0 0,0 1 0,0 0 0,0 1 0,6 10 0,-8-12 0,-1 1 0,1 0 0,-2 0 0,1 0 0,-1 1 0,0-1 0,0 1 0,-1 0 0,0 0 0,-1-1 0,0 1 0,0 0 0,0 9 0,-3-3 0,-1 0 0,0-1 0,-1 1 0,-1-1 0,0 0 0,0-1 0,-13 21 0,7-12 0,-11 29 0,20-43 0,0 1 0,0 0 0,0 0 0,1-1 0,0 1 0,0 0 0,1 15 0,1-20 0,-1-1 0,1 1 0,-1-1 0,1 1 0,0-1 0,0 1 0,0-1 0,0 0 0,1 1 0,-1-1 0,1 0 0,-1 0 0,1 0 0,0 0 0,-1 0 0,1 0 0,0 0 0,0-1 0,1 1 0,-1-1 0,0 0 0,0 1 0,1-1 0,-1 0 0,1 0 0,-1 0 0,1-1 0,-1 1 0,4 0 0,8 1 0,1 0 0,0-1 0,0 0 0,14-2 0,-11 0 0,-7 1-120,-6 0 16,0 1 1,0-1-1,0-1 0,0 1 0,0-1 1,0 0-1,0 0 0,0 0 0,0-1 0,-1 1 1,7-4-1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30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7 24575,'-27'-3'0,"-11"0"0,-2 2 0,6 2-8191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3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0 24575,'-22'0'0,"-10"3"0,-4 2 0,1 2 0,2-2 0,5 2 0,6-1-8191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3:31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24575,'4'-5'0,"-1"1"0,0 0 0,1 0 0,0 1 0,0-1 0,0 1 0,0 0 0,1 0 0,-1 0 0,1 0 0,0 1 0,9-4 0,-11 6 0,0-1 0,0 0 0,0 1 0,0 0 0,0 0 0,0 0 0,1 0 0,-1 0 0,0 1 0,0 0 0,0-1 0,0 1 0,0 0 0,0 0 0,0 1 0,0-1 0,-1 1 0,1-1 0,0 1 0,-1 0 0,1 0 0,3 4 0,-3-3 0,0 0 0,-1-1 0,0 2 0,1-1 0,-1 0 0,0 0 0,0 1 0,-1-1 0,1 1 0,-1-1 0,0 1 0,0 0 0,0-1 0,0 1 0,-1 0 0,1 0 0,-1 0 0,0-1 0,0 1 0,-1 0 0,1 0 0,-2 4 0,0 1 0,-1 1 0,0-1 0,-1 0 0,0 0 0,0 0 0,-1-1 0,-8 12 0,12-18 0,-6 8 0,-11 20 0,17-27 0,0-1 0,0 0 0,0 1 0,0-1 0,0 0 0,0 1 0,1-1 0,0 1 0,-1-1 0,1 1 0,0-1 0,0 1 0,0-1 0,1 1 0,0 4 0,0-6 0,-1 1 0,1-1 0,0 0 0,0 0 0,0 0 0,0 0 0,0 0 0,0 0 0,0 0 0,0 0 0,0 0 0,1 0 0,-1 0 0,0-1 0,1 1 0,-1-1 0,0 1 0,1-1 0,-1 1 0,0-1 0,1 0 0,1 1 0,6 0 0,-1-1 0,15 0 0,-14-1 0,28 1-120,16-2-502,105 11-1,-141-7-6203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4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24575,'2'34'0,"2"0"0,1 0 0,2-1 0,14 45 0,0-2 0,-4-10 0,14 66 0,-27-111 0,-1 1 0,-1 0 0,-2 0 0,-1 24 0,1-42 0,-1-1 0,0 1 0,0-1 0,0 1 0,0-1 0,0 0 0,-1 1 0,1-1 0,-1 0 0,-2 3 0,3-5 0,1 0 0,-1 0 0,1-1 0,-1 1 0,0 0 0,1-1 0,-1 1 0,0-1 0,1 1 0,-1-1 0,0 1 0,0-1 0,0 1 0,1-1 0,-1 0 0,0 0 0,0 1 0,0-1 0,0 0 0,0 0 0,1 0 0,-1 0 0,0 0 0,0 0 0,0 0 0,0 0 0,0 0 0,0 0 0,0-1 0,1 1 0,-1 0 0,0-1 0,0 1 0,0 0 0,1-1 0,-1 1 0,0-1 0,0 1 0,1-1 0,-1 0 0,0 1 0,1-1 0,-1-1 0,-2-1 0,0 0 0,1-1 0,-1 0 0,1 0 0,0 0 0,0 0 0,0 0 0,1 0 0,0 0 0,-1 0 0,1-1 0,0-8 0,0 0 0,0-1 0,1 1 0,2-15 0,-2 26 0,1-1 0,-1 1 0,1-1 0,-1 1 0,1 0 0,0-1 0,0 1 0,0 0 0,0-1 0,0 1 0,1 0 0,-1 0 0,1 0 0,-1 0 0,1 0 0,0 1 0,2-3 0,0 2 0,-1-1 0,1 1 0,-1 1 0,1-1 0,0 0 0,0 1 0,0 0 0,0 0 0,7-1 0,1 1 0,0 0 0,0 1 0,0 1 0,0 0 0,0 1 0,16 4 0,-6 0 0,0 1 0,0 2 0,-1 0 0,-1 1 0,1 1 0,21 16 0,-37-24 0,0 2 0,0-1 0,-1 1 0,0-1 0,0 1 0,0 0 0,0 1 0,-1-1 0,0 0 0,4 10 0,-6-13 0,0 0 0,0 1 0,0-1 0,-1 0 0,1 1 0,-1-1 0,1 1 0,-1-1 0,0 1 0,0-1 0,0 1 0,0-1 0,0 1 0,-1-1 0,1 1 0,-1-1 0,0 0 0,1 1 0,-1-1 0,0 0 0,0 0 0,-1 1 0,1-1 0,0 0 0,-1 0 0,1 0 0,-1 0 0,0-1 0,-2 3 0,-3 1 0,-1 0 0,-1 0 0,1 0 0,-1-1 0,1-1 0,-1 1 0,0-2 0,0 1 0,-1-1 0,-12 1 0,-11 0 0,-55-4 0,50 0 0,29 1-227,-1 0-1,1-1 1,0-1-1,-1 0 1,-15-5-1,11 2-6598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5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 24575,'-8'27'0,"-2"13"0,1 4 0,4-5 0,3-5 0,2-7 0,3-5 0,1-7-8191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5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24575,'0'7'0,"0"5"0,0 1-8191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7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400 158 24575,'-51'-30'0,"2"0"0,-88-39 0,132 67 0,0 0 0,-1 0 0,1 1 0,-1 0 0,1 0 0,-1 0 0,0 0 0,1 1 0,-1 0 0,-9 1 0,11 0 0,1 0 0,0 0 0,0 0 0,0 0 0,0 0 0,0 1 0,0 0 0,0-1 0,0 1 0,1 0 0,-1 0 0,1 1 0,-1-1 0,1 0 0,0 1 0,0 0 0,0-1 0,0 1 0,-2 4 0,0 3 0,-1 0 0,1 0 0,1 1 0,0-1 0,-2 12 0,-4 56 0,7-57 0,0-2 0,1 0 0,1 0 0,1-1 0,0 1 0,2 0 0,5 23 0,-5-31 0,1 0 0,-1-1 0,2 0 0,-1 0 0,2 0 0,-1 0 0,1-1 0,1 0 0,-1 0 0,2-1 0,-1 1 0,9 6 0,-4-5 0,1-1 0,0 0 0,0-1 0,0-1 0,17 7 0,-23-11 0,0 0 0,0-1 0,0 0 0,0 0 0,1-1 0,-1 0 0,0 0 0,1-1 0,-1 0 0,0 0 0,1 0 0,13-4 0,-17 3 0,0-1 0,0 1 0,1-1 0,-1 0 0,-1 0 0,1-1 0,0 1 0,0-1 0,-1 0 0,0 0 0,1 0 0,-1 0 0,3-5 0,-2 2 0,0 0 0,-1-1 0,1 1 0,-2 0 0,1-1 0,-1 0 0,3-12 0,-2 3 0,-1-1 0,-1 1 0,-1-1 0,0 1 0,-1-1 0,-5-24 0,0 12 0,-1 1 0,-1 0 0,-2 1 0,0 0 0,-2 0 0,-1 2 0,-1-1 0,-29-38 0,39 58 0,-1 0 0,-1 0 0,1 1 0,-1 0 0,0 0 0,0 0 0,-1 1 0,1-1 0,-12-3 0,14 6 0,0 1 0,0-1 0,0 1 0,0 0 0,-1 1 0,1-1 0,0 1 0,-1 0 0,1 0 0,-1 0 0,1 1 0,0-1 0,0 1 0,-1 0 0,1 0 0,0 1 0,0-1 0,-5 3 0,0 1-455,0 1 0,-13 9 0,6-2-6371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7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24575,'20'19'0,"11"12"0,5 3 0,2-2 0,-1-4 0,-5-4 0,-2-4 0,-4-5 0,-4-5 0,-3-2 0,-5-3-8191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7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24575,'-2'3'0,"0"-1"0,-1 0 0,1 1 0,0 0 0,1-1 0,-1 1 0,0 0 0,1 0 0,0 0 0,-1 0 0,1 0 0,0 0 0,1 0 0,-1 0 0,0 0 0,1 1 0,0 2 0,0-2 0,1 1 0,-1-1 0,1 0 0,0 0 0,1 0 0,-1 0 0,1 0 0,-1 0 0,1 0 0,0-1 0,5 7 0,-1-3 0,0 1 0,1-1 0,0 0 0,1 0 0,0-1 0,0 0 0,0-1 0,0 1 0,1-2 0,12 6 0,-12-6 0,0-1 0,0 0 0,0-1 0,1 0 0,-1 0 0,0-1 0,12 0 0,-17-1 0,0 0 0,0-1 0,0 0 0,-1 0 0,1 0 0,0 0 0,0 0 0,-1-1 0,1 1 0,-1-1 0,0 0 0,1 0 0,-1-1 0,0 1 0,0-1 0,0 1 0,-1-1 0,1 0 0,-1 0 0,4-5 0,-3 2 0,1 0 0,-1-1 0,0 1 0,3-12 0,3-6 0,-9 23 0,0 1 0,0 0 0,0 0 0,0-1 0,0 1 0,0 0 0,0 0 0,0 0 0,0-1 0,0 1 0,1 0 0,-1 0 0,0 0 0,0 0 0,0-1 0,0 1 0,0 0 0,1 0 0,-1 0 0,0 0 0,0 0 0,0 0 0,0-1 0,1 1 0,-1 0 0,0 0 0,0 0 0,1 0 0,-1 0 0,0 0 0,0 0 0,0 0 0,1 0 0,-1 0 0,6 7 0,3 19 0,-6-19 0,13 36-1365,-10-32-5461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8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29 24575,'-19'-8'0,"-33"-8"0,46 15 0,0 0 0,0 0 0,0 0 0,0 1 0,0 0 0,0 0 0,0 0 0,0 1 0,0 0 0,-7 2 0,12-3 0,-1 1 0,0 0 0,0-1 0,0 1 0,0 0 0,1 0 0,-1 0 0,0 1 0,1-1 0,-1 0 0,1 1 0,0-1 0,-1 1 0,1-1 0,0 1 0,0-1 0,0 1 0,0 0 0,-1 3 0,1-2 0,0 0 0,0 1 0,1-1 0,0 1 0,-1-1 0,1 0 0,0 1 0,1-1 0,-1 1 0,2 5 0,0 0 0,1-1 0,0 1 0,1-1 0,-1 0 0,2 0 0,-1 0 0,12 14 0,-13-17 0,1-1 0,0 0 0,0 0 0,1-1 0,-1 1 0,1-1 0,0 0 0,0 0 0,10 4 0,-14-6 0,1-1 0,0 1 0,0-1 0,0 0 0,0 1 0,0-1 0,0 0 0,0 0 0,0 0 0,-1 0 0,1 0 0,0-1 0,0 1 0,0-1 0,0 1 0,0-1 0,0 0 0,-1 1 0,1-1 0,0 0 0,-1 0 0,1 0 0,0-1 0,-1 1 0,0 0 0,1 0 0,-1-1 0,0 1 0,1-1 0,-1 1 0,2-4 0,0-2 0,1 0 0,-1-1 0,-1 1 0,1 0 0,1-10 0,5-16 0,-5 27-80,-1 7 236,3 9-924,-5-7 95,3 7-6153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122 477 24575,'-18'4'0,"-27"9"0,40-11 0,1 0 0,0 0 0,0 0 0,0 0 0,0 1 0,0 0 0,0-1 0,0 1 0,1 1 0,0-1 0,-5 6 0,6-6 0,1-1 0,0 0 0,0 1 0,1-1 0,-1 1 0,0-1 0,1 1 0,-1-1 0,1 1 0,0-1 0,0 1 0,0-1 0,0 1 0,1 0 0,-1-1 0,1 1 0,-1-1 0,1 1 0,0-1 0,0 0 0,0 1 0,0-1 0,0 0 0,1 1 0,-1-1 0,1 0 0,1 2 0,1 0 0,-1 0 0,1 0 0,-1 0 0,1-1 0,0 1 0,1-1 0,-1 0 0,0 0 0,1 0 0,0-1 0,0 0 0,6 3 0,-9-5 0,0 1 0,0-1 0,-1 0 0,1 1 0,0-1 0,-1 0 0,1 0 0,0-1 0,0 1 0,-1 0 0,1 0 0,0-1 0,0 1 0,-1-1 0,1 0 0,-1 1 0,1-1 0,-1 0 0,3-1 0,-2 0 0,0 0 0,0 0 0,0-1 0,0 1 0,0-1 0,0 1 0,0-1 0,-1 0 0,1 1 0,0-4 0,2-5 0,-1 1 0,0-1 0,-1 0 0,2-22 0,-2-10 0,-2 1 0,-10-76 0,-26-82 0,34 190 0,-23-109 0,27 159 0,13 28 0,39 107 0,64 118 0,-104-264-1365,-2-6-5461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4:39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 24575,'-15'0'0,"-7"0"0,-2 0 0,0 0 0,2 0 0,5 0-8191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0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1155 132 24575,'2'1'0,"-7"3"0,-8 2 0,-101 8 0,104-13 0,-255 3 0,152-5 0,-309 1 0,412-1 0,-1 0 0,0-1 0,0 0 0,-17-7 0,15 5 0,0 1 0,-20-3 0,31 5 0,-1 1 0,0-1 0,0 1 0,0-1 0,0 0 0,-4-2 0,6 3 0,1 0 0,-1-1 0,1 1 0,-1 0 0,1 0 0,0-1 0,-1 1 0,1 0 0,0-1 0,0 1 0,-1 0 0,1-1 0,0 1 0,-1-1 0,1 1 0,0-1 0,0 1 0,0 0 0,0-1 0,-1 0 0,1 0 0,1 1 0,-1-1 0,0 0 0,0 0 0,0 1 0,0-1 0,1 0 0,-1 1 0,0-1 0,1 0 0,-1 1 0,1-1 0,-1 0 0,0 1 0,1-1 0,0 1 0,0-1 0,2-3 0,1 1 0,0 0 0,0 0 0,0 1 0,1-1 0,-1 1 0,1 0 0,8-3 0,42-7 0,-45 10 0,269-56 0,-270 56 0,6-1 0,-15 2 0,-10 1 0,-14 2 0,-1 1 0,1 2 0,0 0 0,-42 16 0,-8 2 0,-95 18 0,168-41 0,-14 4 0,-25 8 0,40-12 0,0 0 0,0 0 0,-1 0 0,1 0 0,0 1 0,0-1 0,0 0 0,0 0 0,0 0 0,-1 0 0,1 0 0,0 0 0,0 0 0,0 1 0,0-1 0,0 0 0,0 0 0,0 0 0,0 0 0,-1 0 0,1 1 0,0-1 0,0 0 0,0 0 0,0 0 0,0 0 0,0 1 0,0-1 0,0 0 0,0 0 0,0 0 0,0 0 0,0 1 0,0-1 0,0 0 0,5 8 0,13 7 0,-14-12 0,44 38 0,93 60 0,-118-86 0,-14-8 0,1-1 0,0 0 0,0 0 0,0-1 0,1-1 0,12 4 0,-22-8-92,-1 0 25,1 1 0,-1-1 0,1 0 0,-1 0 0,1 0 0,-1 0 0,1 0 0,0 0 0,-1 0 0,1 0 0,-1 0 0,1 0 0,-1 0 0,1 0 0,-1 0 0,1 0 0,-1-1 0,2 1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0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963 171 24575,'413'-14'0,"-449"25"0,-56-6 0,9-1 0,-99 7 0,48-4 0,-14 3 0,-120 9 0,202-14 0,-42 4 0,76-5 0,1-1 0,-1-2 0,-36-4 0,65 3 0,1 0 0,-1-1 0,0 1 0,1-1 0,-1 0 0,1 0 0,-1 0 0,1 0 0,-1-1 0,1 1 0,0 0 0,-1-1 0,1 0 0,0 0 0,0 1 0,0-1 0,0 0 0,-2-4 0,3 4 0,0 1 0,1-1 0,-1 1 0,0-1 0,1 1 0,-1-1 0,1 0 0,0 1 0,0-1 0,-1 0 0,1 1 0,0-1 0,1 0 0,-1 1 0,0-1 0,0 0 0,1 1 0,-1-1 0,1 0 0,-1 1 0,1-1 0,-1 1 0,1-1 0,0 1 0,0-1 0,0 1 0,0-1 0,0 1 0,0 0 0,2-2 0,4-3 0,0 0 0,0 1 0,0 0 0,0 0 0,1 1 0,14-7 0,53-15 0,-65 23 0,213-74 0,-221 77 0,-1-1 0,0 1 0,1-1 0,-1 0 0,0 0 0,0 0 0,1 0 0,-1 0 0,0 0 0,0 0 0,0 0 0,1-1 0,-2 2 0,0 0 0,0-1 0,0 1 0,0 0 0,0 0 0,0 0 0,0 0 0,0 0 0,0-1 0,0 1 0,0 0 0,0 0 0,0 0 0,0 0 0,0 0 0,0 0 0,0-1 0,0 1 0,0 0 0,0 0 0,0 0 0,0 0 0,0 0 0,0-1 0,0 1 0,0 0 0,0 0 0,0 0 0,-1 0 0,1 0 0,0 0 0,0 0 0,0 0 0,0-1 0,0 1 0,0 0 0,0 0 0,0 0 0,-1 0 0,-11 0 0,-20 6 0,2 2 0,-1 1 0,-55 26 0,12-5 0,-87 33 0,160-62 0,0-1 0,-1 1 0,1-1 0,0 1 0,0 0 0,0-1 0,0 1 0,0 0 0,1-1 0,-1 1 0,0 0 0,0 0 0,0 0 0,1 0 0,-1 0 0,0 0 0,1 0 0,-1 0 0,1 0 0,-1 0 0,1 0 0,0 1 0,-1 0 0,1 0 0,0 0 0,0 0 0,1 0 0,-1 0 0,0 0 0,1 0 0,0 0 0,-1 0 0,1 0 0,0 0 0,0-1 0,2 4 0,1 1 0,0-1 0,0 1 0,1-1 0,0 0 0,0-1 0,0 1 0,8 4 0,14 5 0,1 0 0,0-2 0,1-2 0,46 12 0,28 10 0,-100-31 7,-1 0 0,1 0 0,-1 0 0,0 0 0,1 1 1,-1-1-1,0 1 0,0-1 0,0 1 0,0 0 0,0 0 0,0 0 0,0 0 0,-1 0 0,1 0 0,1 4 0,-1-2-172,-1 0 0,0 1 0,1-1 0,-2 0 0,1 1 0,0-1 0,-1 1 0,0 8 0,-1 0-6661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3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293 131 24575,'0'-6'0,"0"1"0,-1-1 0,0 0 0,-1 0 0,1 1 0,-1-1 0,0 0 0,0 1 0,-1 0 0,0 0 0,0 0 0,0 0 0,0 0 0,-1 0 0,0 1 0,0-1 0,0 1 0,0 0 0,-1 1 0,0-1 0,1 1 0,-1 0 0,0 0 0,-1 0 0,1 1 0,-1-1 0,1 1 0,-1 1 0,1-1 0,-1 1 0,0 0 0,-9 0 0,-115 2 0,129-1 0,-1 0 0,1 1 0,-1-1 0,1 1 0,-1-1 0,1 1 0,0-1 0,-1 1 0,1 0 0,0 0 0,-1-1 0,1 1 0,0 0 0,0 0 0,0 0 0,0 1 0,0-1 0,0 0 0,0 0 0,0 0 0,1 1 0,-1-1 0,0 0 0,1 1 0,-1-1 0,1 1 0,-1-1 0,1 1 0,0-1 0,-1 2 0,0 7 0,1-1 0,-1 1 0,3 17 0,-1-10 0,1 14 0,1 0 0,2 0 0,1-1 0,1 1 0,14 34 0,68 142 0,-20-52 0,-64-141 0,-1 0 0,4 18 0,-7-29 46,-1-6-1457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31 24575,'-29'-5'0,"-13"-2"0,-3 1 0,0 1 0,6 1 0,7 2 0,4 1 0,4 0 0,4 1 0,3 1 0,1 1 0,2 2 0,3 2 0,1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4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24575,'57'-14'0,"-36"10"0,-1 0 0,1-2 0,-1-1 0,27-12 0,-43 16 0,-1 1 0,0-1 0,0 1 0,0-1 0,0 0 0,0 0 0,-1 0 0,1 0 0,-1-1 0,0 1 0,0-1 0,0 0 0,0 1 0,-1-1 0,1 0 0,-1 0 0,1-8 0,0 1 0,-1-1 0,0 1 0,0-1 0,-1 0 0,-2-12 0,2 22 0,-1-1 0,1 1 0,-1-1 0,1 1 0,-1-1 0,0 1 0,0 0 0,0-1 0,-2-3 0,2 6 0,1-1 0,-1 0 0,0 1 0,1-1 0,-1 1 0,0-1 0,1 1 0,-1-1 0,0 1 0,0 0 0,1-1 0,-1 1 0,0 0 0,0-1 0,1 1 0,-1 0 0,0 0 0,0 0 0,0 0 0,0 0 0,0 0 0,1 0 0,-1 0 0,0 0 0,0 0 0,0 0 0,0 0 0,1 1 0,-1-1 0,0 0 0,-1 1 0,-9 4 0,1-1 0,-1 2 0,1-1 0,-16 12 0,23-15 0,1 1 0,-1-1 0,1 0 0,0 1 0,0-1 0,0 1 0,0 0 0,0 0 0,1-1 0,-1 1 0,1 0 0,0 0 0,0 1 0,0-1 0,0 0 0,0 0 0,1 0 0,-1 1 0,1-1 0,0 0 0,1 5 0,-1-4 0,0 0 0,1 0 0,0-1 0,0 1 0,0 0 0,0-1 0,1 1 0,-1-1 0,1 1 0,0-1 0,0 0 0,0 0 0,0 1 0,1-2 0,3 5 0,-1-3 0,0 0 0,0-1 0,0 0 0,0 1 0,1-2 0,-1 1 0,1-1 0,10 4 0,5-2 0,0 0 0,1-1 0,-1-2 0,29 0 0,-33-1 0,13 0 0,56-7 0,-77 6 0,-1-1 0,1 0 0,-1-1 0,0 1 0,0-1 0,0-1 0,0 0 0,0 0 0,-1 0 0,0-1 0,9-7 0,-12 7 0,-1 1 0,1-1 0,-1 0 0,0 0 0,0 0 0,0 0 0,-1 0 0,0-1 0,0 1 0,0-1 0,-1 0 0,0 1 0,0-1 0,0-7 0,0 9 0,-1 0 0,0 0 0,-1 0 0,1 0 0,-1 0 0,0 1 0,0-1 0,0 0 0,-3-7 0,3 9 0,0 0 0,-1 0 0,1 0 0,0 0 0,-1 1 0,0-1 0,1 0 0,-1 1 0,0-1 0,0 1 0,0-1 0,0 1 0,0 0 0,0 0 0,0 0 0,0 0 0,-3-1 0,3 2 0,0-1 0,1 1 0,-1 0 0,0-1 0,1 1 0,-1 0 0,0 0 0,0 0 0,1 0 0,-1 0 0,0 0 0,1 1 0,-1-1 0,0 1 0,1-1 0,-1 1 0,0-1 0,1 1 0,-1 0 0,-1 1 0,2-1 0,-1 1 0,0 0 0,0 0 0,1 0 0,-1 0 0,1 0 0,0 0 0,0 0 0,-1 1 0,1-1 0,1 0 0,-2 4 0,0 3 0,0-1 0,1 1 0,0 0 0,1 0 0,0 0 0,1 14 0,0-19 0,-1 0 0,1 1 0,0-1 0,1 0 0,-1 0 0,1 0 0,0 0 0,0 0 0,0 0 0,0 0 0,1 0 0,-1-1 0,6 6 0,-3-4 0,0-1 0,1 0 0,-1 0 0,1-1 0,0 1 0,0-1 0,0 0 0,8 2 0,5 0 0,0 0 0,1-1 0,0-1 0,0-1 0,21-1 0,-22 0-120,-6 0 204,1-1 1,17-2-1,-28 1-184,0 1 0,1-1 0,-1 0 0,0 0 1,1 0-1,-1 0 0,0 0 0,0-1 0,0 0 0,0 1 0,0-1 1,0 0-1,-1 0 0,3-3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4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253 432 24575,'-30'-5'0,"-125"-16"0,151 21 0,0 0 0,0 0 0,1 0 0,-1 0 0,0 0 0,0 1 0,1 0 0,-1 0 0,0 0 0,1 0 0,-5 3 0,6-3 0,1 0 0,0 0 0,-1 0 0,1 0 0,0 1 0,0-1 0,0 0 0,-1 1 0,2-1 0,-1 1 0,0-1 0,0 1 0,0-1 0,1 1 0,-1 0 0,1-1 0,-1 1 0,1 0 0,0 0 0,-1-1 0,1 1 0,0 0 0,0 0 0,0-1 0,1 1 0,-1 2 0,1 1 0,0 0 0,1 0 0,-1 0 0,1 0 0,0-1 0,0 1 0,1 0 0,-1-1 0,1 0 0,0 0 0,0 1 0,1-2 0,-1 1 0,1 0 0,0-1 0,5 4 0,1 1 0,0-2 0,1 1 0,0-1 0,0-1 0,20 7 0,-22-9 0,0 0 0,0-1 0,0-1 0,0 0 0,0 0 0,0 0 0,1-1 0,-1-1 0,13-1 0,-18 1 0,-1 1 0,1-1 0,-1 0 0,1 0 0,-1-1 0,1 1 0,-1-1 0,0 1 0,0-1 0,0 0 0,0 0 0,0-1 0,0 1 0,0-1 0,-1 1 0,1-1 0,-1 0 0,0 0 0,0 0 0,0 0 0,0 0 0,-1 0 0,1 0 0,-1-1 0,0 1 0,2-5 0,-2-2 0,0 1 0,0-1 0,-1 1 0,0 0 0,-1-1 0,0 1 0,-4-17 0,-24-64 0,25 78 0,-36-86 0,-55-100 0,94 195 0,-2-3 0,0 1 0,-1-1 0,-5-7 0,9 14 0,0-1 0,0 0 0,0 0 0,0 0 0,0 0 0,0 1 0,0-1 0,0 0 0,0 0 0,0 0 0,0 0 0,0 1 0,0-1 0,0 0 0,-1 0 0,1 0 0,0 0 0,0 0 0,0 0 0,0 0 0,0 1 0,0-1 0,-1 0 0,1 0 0,0 0 0,0 0 0,0 0 0,0 0 0,0 0 0,-1 0 0,1 0 0,0 0 0,0 0 0,0 0 0,0 0 0,-1 0 0,1 0 0,0 0 0,0 0 0,0 0 0,0 0 0,-1 0 0,1 0 0,0 0 0,0 0 0,0 0 0,0 0 0,0 0 0,-1 0 0,1 0 0,0-1 0,0 1 0,0 0 0,0 0 0,0 0 0,0 0 0,0 0 0,-1 0 0,1 0 0,0-1 0,0 1 0,2 15 0,3 9 0,1 0 0,2-1 0,17 39 0,41 64 0,-64-121 0,127 206 0,-114-192-1365,-2-5-5461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5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377 186 24575,'-47'-37'0,"-62"-46"0,91 71 0,0 1 0,-1 1 0,0 1 0,-29-10 0,46 18 0,-1 0 0,0 0 0,0 1 0,0-1 0,0 1 0,0 0 0,0 0 0,-1 0 0,1 0 0,0 0 0,0 0 0,0 1 0,-5 1 0,6-1 0,-1 0 0,1 1 0,0-1 0,0 1 0,0-1 0,0 1 0,0 0 0,0-1 0,1 1 0,-1 0 0,0 0 0,1 0 0,0 1 0,-1-1 0,1 0 0,-2 5 0,-1 7 0,0-1 0,0 1 0,2-1 0,-1 1 0,2 0 0,0 0 0,1 0 0,0 0 0,1 0 0,0 0 0,1 0 0,6 21 0,6 9 0,1-1 0,31 62 0,19 16 0,-41-81 0,-2 1 0,22 59 0,-38-87-1365,-1-3-5461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5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15 24575,'-30'-3'0,"-14"0"0,-2 0 0,4 0 0,4 2 0,7-1 0,5 4 0,5 1 0,7 3 0,2 0 0,4 1 0,3 3 0,5 1 0,4-1 0,5-2 0,3-2 0,-1-3-8191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184 144 24575,'-24'-14'0,"-45"-22"0,61 32 0,-1 1 0,0 0 0,0 0 0,0 1 0,-17-3 0,26 5 0,-1 0 0,0 0 0,0 0 0,0 0 0,0 0 0,0 0 0,0 0 0,1 0 0,-1 0 0,0 0 0,0 1 0,0-1 0,0 0 0,0 1 0,1-1 0,-1 0 0,0 1 0,0-1 0,1 1 0,-2 0 0,2 0 0,0-1 0,-1 1 0,1-1 0,0 1 0,0 0 0,-1-1 0,1 1 0,0 0 0,0-1 0,0 1 0,0 0 0,0-1 0,0 1 0,0 0 0,0 0 0,0-1 0,0 1 0,0 0 0,1 0 0,1 3 0,-1 0 0,1 0 0,0 0 0,1 0 0,-1 0 0,4 3 0,5 7 0,1 0 0,1-1 0,0-1 0,1 0 0,0-1 0,0 0 0,1-1 0,1-1 0,0-1 0,0 0 0,0-1 0,31 9 0,-45-15 0,1-1 0,-1 1 0,1-1 0,-1 0 0,1 0 0,-1 0 0,1 0 0,-1 0 0,1 0 0,-1-1 0,0 1 0,1-1 0,3-1 0,-5 1 0,0 1 0,0-1 0,0 0 0,0 1 0,-1-1 0,1 0 0,0 0 0,0 0 0,-1 0 0,1 0 0,0 0 0,-1 0 0,1 0 0,-1 0 0,1 0 0,-1 0 0,0 0 0,1 0 0,-1-1 0,0 1 0,0 0 0,0 0 0,0 0 0,0 0 0,0-1 0,0 1 0,0 0 0,-1 0 0,1 0 0,0 0 0,-1-2 0,-2-5 0,0 0 0,0 1 0,-1 0 0,0-1 0,0 1 0,-1 0 0,0 1 0,-9-11 0,-6-4 0,-24-19 0,36 34 0,-54-45 0,52 45 0,1-1 0,-1 2 0,0-1 0,-21-7 0,29 12 9,1 1 1,-1-1-1,0 1 0,0 0 0,0-1 1,1 1-1,-1 0 0,0 0 0,0 0 0,0 1 1,1-1-1,-3 1 0,3-1-45,0 0 0,1 1-1,-1-1 1,1 0 0,-1 1 0,1-1-1,0 0 1,-1 1 0,1-1 0,-1 1 0,1-1-1,0 1 1,-1-1 0,1 1 0,0-1-1,-1 1 1,1-1 0,0 1 0,0-1 0,0 1-1,0 0 1,-1-1 0,1 1 0,0-1-1,0 1 1,0 0 0,0-1 0,0 1 0,0-1-1,0 1 1,1 0 0,-1-1 0,0 1 0,0-1-1,0 1 1,1-1 0,-1 1 0,0-1-1,0 1 1,1 0 0,4 7-6790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6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163 333 24575,'-125'-176'0,"119"169"0,2 0 0,-1 0 0,1-1 0,0 1 0,1-1 0,-3-8 0,4 11 0,1 0 0,0 0 0,0 1 0,1-1 0,-1 0 0,1 0 0,0 0 0,1 0 0,-1 0 0,1 1 0,0-1 0,1-5 0,-1 9 4,-1-1 0,1 0 0,-1 1 0,1-1 0,0 1 0,0-1 0,0 1 0,0 0 0,0-1 0,0 1 0,0 0 0,1-1 0,-1 1 0,0 0 0,1 0 0,-1 0 0,1 0 0,-1 1 0,1-1 0,-1 0 0,1 1 0,0-1 0,-1 1 0,1-1 0,0 1 0,-1 0 0,1-1 0,0 1 0,1 0 0,0 0-97,0 1 0,0-1 1,0 1-1,0-1 0,0 1 0,0 0 0,0 0 0,0 0 1,0 1-1,-1-1 0,1 1 0,-1-1 0,1 1 1,-1 0-1,4 3 0,1 4-6733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24575,'0'2'0,"1"-1"0,-1 1 0,1 0 0,0 0 0,0 0 0,0-1 0,0 1 0,0 0 0,0-1 0,0 1 0,0-1 0,3 3 0,17 16 0,-1-5 0,39 25 0,-50-35 0,0 0 0,1-1 0,-1 0 0,1-1 0,0 0 0,0 0 0,12 1 0,-19-3 0,-1-1 0,0 0 0,0 0 0,0 0 0,0 0 0,1 0 0,-1 0 0,0-1 0,0 1 0,0-1 0,0 1 0,0-1 0,0 0 0,0 0 0,0 0 0,0 0 0,0 0 0,0 0 0,3-3 0,-4 1 0,1 1 0,-1 0 0,1-1 0,-1 1 0,0-1 0,1 0 0,-2 1 0,1-1 0,0 0 0,0 0 0,-1 0 0,0 1 0,1-1 0,-1-5 0,0 3 0,0 1 0,0-1 0,0 0 0,-1 0 0,1 0 0,-1 1 0,-1-1 0,1 0 0,0 1 0,-1-1 0,-3-5 0,11 16 0,0 0 0,0 0 0,0-1 0,1 1 0,0-2 0,0 1 0,14 6 0,-4-2 0,0-1 0,1 0 0,24 6 0,-34-12 0,3 1 0,1 0 0,0-1 0,0 0 0,16 0 0,-25-2 0,-1 0 0,0 0 0,0 0 0,0-1 0,1 1 0,-1 0 0,0-1 0,0 0 0,0 1 0,0-1 0,0 0 0,0 0 0,0 0 0,0 0 0,0 0 0,-1-1 0,1 1 0,0 0 0,-1-1 0,1 0 0,-1 1 0,1-1 0,-1 0 0,0 0 0,0 1 0,0-1 0,0 0 0,0 0 0,0 0 0,0 0 0,0-3 0,-1 1 7,1 1 0,-1-1-1,0 0 1,0 1 0,0-1-1,-1 0 1,0 1-1,1-1 1,-1 1 0,0-1-1,0 1 1,-1-1 0,1 1-1,-1 0 1,0 0 0,0 0-1,-4-6 1,0 3-219,1-1 0,-1 1 0,0 1-1,0-1 1,-1 1 0,-12-8 0,3 5-6614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7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58 24575,'-11'4'0,"0"0"0,0 1 0,0 0 0,1 0 0,-1 1 0,-12 11 0,20-15 0,0 0 0,1 0 0,-1 1 0,1-1 0,0 1 0,-1 0 0,1 0 0,1-1 0,-1 1 0,0 1 0,1-1 0,-1 0 0,1 0 0,0 0 0,0 1 0,1-1 0,-1 1 0,1-1 0,-1 0 0,1 1 0,0-1 0,0 1 0,0-1 0,1 1 0,0-1 0,0 5 0,1-2 0,1-1 0,-1 1 0,1-1 0,0 1 0,0-1 0,1 0 0,-1 0 0,1 0 0,8 7 0,-3-4 0,0 0 0,1-1 0,0 0 0,11 6 0,-19-12 0,0 0 0,1 1 0,-1-1 0,0-1 0,1 1 0,-1 0 0,0 0 0,1-1 0,-1 0 0,1 1 0,-1-1 0,1 0 0,-1 0 0,1 0 0,-1 0 0,1-1 0,-1 1 0,1-1 0,-1 0 0,0 1 0,1-1 0,-1 0 0,0 0 0,0-1 0,4-1 0,-2 0 0,-1 0 0,0-1 0,1 1 0,-2-1 0,1 1 0,0-1 0,-1 0 0,1 0 0,-1 0 0,0 0 0,-1-1 0,1 1 0,1-6 0,-1-4 0,0 0 0,0 0 0,-2 0 0,0-16 0,0-15 0,0 44 0,0 0 0,0 0 0,0 0 0,0-1 0,0 1 0,0 0 0,1 0 0,-1 0 0,0 0 0,1 0 0,-1 0 0,1 0 0,-1 0 0,1 1 0,-1-1 0,1 0 0,1-2 0,-2 3 0,1 0 0,-1 0 0,1 0 0,0-1 0,-1 1 0,1 0 0,-1 0 0,1 0 0,-1 0 0,1 0 0,-1 0 0,1 0 0,0 0 0,-1 0 0,1 1 0,-1-1 0,1 0 0,-1 0 0,1 0 0,-1 1 0,1-1 0,-1 0 0,2 1 0,3 3 0,0 0 0,0 1 0,0 0 0,5 6 0,-5-5 0,17 17 0,2 0 0,0-1 0,2-2 0,0 0 0,54 30 0,-46-31 0,-19-10 0,-1-1 0,2 0 0,-1-1 0,23 7 0,-37-13 0,0-1 0,0 0 0,0 0 0,0 1 0,0-1 0,0 0 0,0 0 0,0 0 0,0 0 0,0 0 0,0 0 0,0 0 0,0 0 0,0-1 0,0 1 0,0 0 0,0-1 0,0 1 0,-1 0 0,1-1 0,1 0 0,-1 0 0,-1 0 0,1 1 0,-1-1 0,1 0 0,-1 0 0,0 0 0,1 1 0,-1-1 0,0 0 0,0 0 0,0 0 0,1 0 0,-1 0 0,0 1 0,0-1 0,0 0 0,-1 0 0,1-2 0,-2-3 0,1-1 0,-1 1 0,-1 0 0,-4-10 0,-7-9 0,-34-44 0,14 21 0,32 45 0,0-1 0,0 1 0,0-1 0,0 0 0,1 0 0,-1 1 0,1-1 0,0 0 0,0 0 0,1 0 0,-1 0 0,1-1 0,0 1 0,0 0 0,0 0 0,1 0 0,-1 0 0,1 0 0,0 0 0,0 0 0,3-6 0,-3 7 0,1 0 0,0 0 0,0 0 0,0 0 0,0 0 0,1 1 0,-1-1 0,1 1 0,0-1 0,-1 1 0,1 0 0,0 0 0,0 0 0,1 0 0,-1 1 0,0-1 0,1 1 0,-1 0 0,1 0 0,-1 0 0,1 0 0,-1 1 0,1 0 0,5-1 0,-4 2-124,-1-1 0,1 1 0,-1-1 0,1 1 0,-1 1 0,1-1-1,-1 1 1,0-1 0,1 1 0,3 3 0,2 1-6702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8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191 519 24575,'-22'-8'0,"-45"-14"0,60 20 0,0 0 0,1 1 0,-1 0 0,0 1 0,1 0 0,-1 0 0,0 0 0,-7 2 0,13-2 0,-1 0 0,1 0 0,-1 0 0,1 1 0,-1-1 0,1 1 0,0-1 0,-1 1 0,1-1 0,0 1 0,-1 0 0,1 0 0,0-1 0,0 1 0,-1 0 0,1 0 0,0 0 0,0 0 0,0 1 0,0-1 0,1 0 0,-1 0 0,0 1 0,0-1 0,1 0 0,-1 1 0,1-1 0,-1 0 0,1 1 0,0-1 0,-1 1 0,1-1 0,0 1 0,0-1 0,0 1 0,0-1 0,0 1 0,1 1 0,0 2 0,0-1 0,1 0 0,-1 0 0,1 1 0,0-1 0,1 0 0,-1 0 0,1-1 0,-1 1 0,1 0 0,4 3 0,-2-2 0,1 0 0,-1 0 0,1-1 0,0 1 0,0-1 0,8 3 0,-11-5 0,0-1 0,0 0 0,0 0 0,0-1 0,1 1 0,-1-1 0,0 0 0,0 1 0,0-1 0,1-1 0,-1 1 0,0 0 0,0-1 0,0 0 0,1 1 0,2-3 0,-1 1 0,1 0 0,-2 0 0,1-1 0,0 0 0,0 0 0,-1 0 0,0 0 0,0-1 0,0 0 0,0 0 0,0 0 0,3-5 0,-2 2 0,-1-1 0,0 0 0,0 0 0,-1 0 0,0 0 0,4-16 0,-2-3 0,-2 0 0,-1-1 0,-3-49 0,-1 29 0,-3 1 0,-2 0 0,-2 0 0,-26-82 0,29 114 0,4 11 0,2 7 0,12 40 0,1-2 0,37 77 0,-34-82 0,48 98 27,38 91-1419,-96-207-5434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8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37 24575,'-22'-6'0,"-4"-2"0,-1 1 0,1 1 0,-53-3 0,75 8 0,0 2 0,1-1 0,-1 0 0,0 1 0,1-1 0,-1 1 0,1 0 0,-1 0 0,1 0 0,-1 1 0,1-1 0,0 1 0,-6 3 0,8-3 0,-1-1 0,1 1 0,-1 0 0,1-1 0,0 1 0,0 0 0,0 0 0,0 0 0,0 0 0,0 0 0,0 0 0,0 0 0,1 0 0,-1 0 0,1 0 0,0 0 0,0 1 0,0-1 0,0 0 0,0 0 0,0 0 0,0 0 0,1 0 0,0 4 0,2 4 0,1 1 0,0-1 0,0 0 0,1 0 0,0 0 0,1-1 0,0 0 0,1 0 0,8 9 0,4 3 0,1-1 0,31 23 0,52 25 0,4 4 0,-106-71 0,0-1 0,0 1 0,0-1 0,0 1 0,-1 0 0,1 0 0,0-1 0,-1 1 0,1 0 0,0 0 0,-1 0 0,1 0 0,-1 0 0,1 0 0,-1 0 0,0 0 0,1 0 0,-1 0 0,0 0 0,1 2 0,-2-3 0,1 1 0,-1 0 0,1-1 0,-1 1 0,1-1 0,-1 1 0,1-1 0,-1 1 0,0-1 0,1 1 0,-1-1 0,0 1 0,1-1 0,-1 0 0,0 1 0,0-1 0,1 0 0,-1 0 0,0 1 0,0-1 0,1 0 0,-1 0 0,0 0 0,0 0 0,0 0 0,1 0 0,-1 0 0,-1-1 0,-22 0 0,0-2 0,0-1 0,-33-9 0,14 2 0,-24-7 0,-69-28 0,134 45 0,0 0-151,0 0-1,-1 0 0,1 0 0,0 0 1,-1 0-1,1-1 0,0 1 1,-2-3-1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9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24575,'12'29'0,"9"20"0,4 11 0,2 6 0,1 0 0,4 0-1202,1-2 1202,0-4 0,-1-3 0,-3-4 0,-2-3 0,-3-5 0,-3-6 393,-3-4-393,-2-6 0,-3-8-7382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389 134 24575,'-27'-22'0,"-11"-8"0,-2 2 0,3 6 0,6 6 0,6 6 0,4 4 0,4 7 0,2 2 0,-2 1 0,1 2 0,-1 1 0,1 0 0,1 0 0,0 1 0,0 2 0,0-1 0,4-3-8191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19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0 174 24575,'40'21'0,"0"0"0,0 2 0,49 38 0,-151-134 0,49 54 0,0 0 0,2-1 0,0 0 0,2-1 0,0 0 0,-10-38 0,19 57 0,-1 0 0,1-1 0,-1 1 0,1 0 0,0 0 0,0 0 0,0 0 0,0-1 0,0 1 0,1 0 0,-1 0 0,0 0 0,1 0 0,0 0 0,1-3 0,-2 4 0,1 0 0,0 0 0,0 1 0,0-1 0,0 0 0,0 0 0,0 1 0,0-1 0,0 1 0,0-1 0,0 1 0,0-1 0,0 1 0,1 0 0,-1-1 0,0 1 0,0 0 0,0 0 0,1 0 0,-1 0 0,0 0 0,0 0 0,0 0 0,0 0 0,1 1 0,-1-1 0,0 0 0,0 1 0,2 0 0,5 2-8,1 1 0,-1 1 0,1 0 0,-1 0 0,0 0 0,-1 1 0,0 1 0,11 10 0,7 6-1285,-13-13-5533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0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24575,'-1'0'0,"-1"1"0,1 0 0,0-1 0,0 1 0,0 0 0,0-1 0,0 1 0,1 0 0,-1 0 0,0 0 0,0 0 0,0 0 0,1 0 0,-1 0 0,0 0 0,1 0 0,-1 0 0,1 0 0,0 0 0,-1 1 0,0 1 0,1-1 0,0 1 0,1-1 0,-1 0 0,0 1 0,0-1 0,1 0 0,0 0 0,-1 1 0,1-1 0,2 4 0,2 2 0,0 0 0,1 0 0,-1 0 0,11 10 0,-5-7 0,1 0 0,0-1 0,0 0 0,26 15 0,-33-22 0,1 0 0,-1 0 0,1-1 0,-1 0 0,1 0 0,0 0 0,0 0 0,0-1 0,0 0 0,0-1 0,0 1 0,0-1 0,0 0 0,0-1 0,11-1 0,-15 1 0,0 0 0,0 1 0,0-1 0,-1 0 0,1 0 0,0-1 0,-1 1 0,1 0 0,-1 0 0,1-1 0,-1 1 0,1-1 0,-1 0 0,0 1 0,0-1 0,0 0 0,0 0 0,0 1 0,0-1 0,0 0 0,-1 0 0,1 0 0,-1 0 0,1 0 0,-1-3 0,1-6 0,0 0 0,-1-1 0,-2-16 0,1 6 0,1 15 0,-1 2 0,1 0 0,0 0 0,0 0 0,1 1 0,1-8 0,-2 11 0,0 1 0,0-1 0,1 0 0,-1 0 0,0 1 0,1-1 0,-1 0 0,0 1 0,1-1 0,-1 1 0,1-1 0,-1 0 0,1 1 0,0-1 0,-1 1 0,1-1 0,-1 1 0,1 0 0,0-1 0,-1 1 0,1 0 0,0-1 0,0 1 0,-1 0 0,1 0 0,0 0 0,0-1 0,-1 1 0,1 0 0,0 0 0,0 0 0,-1 0 0,1 0 0,0 1 0,0-1 0,-1 0 0,1 0 0,0 0 0,0 1 0,1 0 0,5 2 0,0 1 0,0 0 0,0 0 0,0 1 0,0-1 0,-1 2 0,0-1 0,0 1 0,5 7 0,10 8 0,25 27-1365,-36-35-5461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0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25 24575,'-6'-4'0,"0"1"0,-1-1 0,0 1 0,1 1 0,-1-1 0,0 1 0,-9-1 0,15 3 0,-1-1 0,1 1 0,-1 0 0,1 0 0,-1 0 0,1 0 0,-1 0 0,1 1 0,-1-1 0,1 0 0,0 1 0,-1-1 0,1 1 0,-1 0 0,1-1 0,0 1 0,-1 0 0,1 0 0,0 0 0,0 0 0,0 0 0,0 0 0,0 0 0,0 0 0,0 0 0,0 0 0,0 1 0,0-1 0,1 0 0,-1 1 0,0-1 0,1 0 0,-1 1 0,1-1 0,0 1 0,-1-1 0,1 1 0,0-1 0,0 1 0,0 2 0,-1 9 0,0 0 0,1 1 0,0-1 0,1 1 0,4 19 0,-4-28 0,1 0 0,-1 0 0,1 0 0,0-1 0,0 1 0,0 0 0,1-1 0,-1 0 0,1 0 0,0 1 0,1-2 0,-1 1 0,1 0 0,-1-1 0,1 1 0,0-1 0,7 4 0,15 7 0,1-2 0,31 11 0,-44-18 0,0-1 0,0-1 0,0 0 0,1-1 0,-1-1 0,21 0 0,-23-3-1365,-2-1-5461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1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24575,'17'32'0,"9"17"0,4 11 0,2 3 0,0-3-1442,1-1 1442,-2-4 0,0-3 0,-4-4 0,-3-2 416,-1-4-416,-5-5 252,-3-3-252,-3-5 0,-2-5 0,-3-7-7417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1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44 24575,'-5'-9'0,"-4"-4"0,0 3 0,-2 3 0,-1 3 0,-1 4 0,0 3 0,-1 0 0,-3 3 0,-1-1 0,-3 0 0,1-1 0,-2-2 0,-2-1 0,1 0 0,2-1 0,4 0-8191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1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24575,'17'21'0,"96"114"0,-104-126 0,0 0 0,1 0 0,14 9 0,-21-16 0,1 0 0,-1 0 0,1 0 0,-1 0 0,1-1 0,6 2 0,-8-3 0,0 0 0,-1 1 0,1-1 0,0 0 0,-1 0 0,1 0 0,0-1 0,-1 1 0,1 0 0,0-1 0,-1 1 0,1-1 0,0 1 0,-1-1 0,1 0 0,1 0 0,-1-1 0,-1 1 0,1-1 0,-1 1 0,1-1 0,-1 1 0,0-1 0,0 0 0,0 0 0,0 1 0,0-1 0,0 0 0,0 0 0,0 0 0,-1 0 0,1 0 0,-1 0 0,1-4 0,0-4 0,-1-1 0,-1-15 0,0 0 0,1 26 0,0-1 0,0 1 0,0-1 0,0 1 0,0 0 0,0-1 0,0 1 0,0-1 0,0 1 0,0-1 0,0 1 0,0-1 0,0 1 0,1 0 0,-1-1 0,0 1 0,0-1 0,0 1 0,1 0 0,-1-1 0,0 1 0,0 0 0,1-1 0,-1 1 0,0 0 0,1-1 0,-1 1 0,0 0 0,1 0 0,-1-1 0,1 1 0,-1 0 0,1 0 0,0 0 0,0 0 0,0 0 0,0 1 0,0-1 0,0 0 0,0 1 0,0-1 0,-1 1 0,1-1 0,0 1 0,0 0 0,0-1 0,1 2 0,23 28 0,-23-29 0,92 131-1365,-86-118-5461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22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106 347 24575,'52'66'0,"-17"-25"0,-99-112 0,34 39 0,-29-39 0,47 55 0,8 11 0,1 1 0,-1 0 0,1-1 0,0 0 0,0 0 0,1 0 0,-3-7 0,5 11 0,-1 1 0,1 0 0,0-1 0,0 1 0,0 0 0,0-1 0,0 1 0,0 0 0,0 0 0,0-1 0,0 1 0,0 0 0,0-1 0,0 1 0,1 0 0,-1-1 0,0 1 0,0 0 0,0 0 0,0-1 0,0 1 0,1 0 0,-1 0 0,0-1 0,0 1 0,0 0 0,1 0 0,-1 0 0,0-1 0,0 1 0,1 0 0,-1 0 0,0 0 0,0 0 0,1 0 0,-1 0 0,0-1 0,1 1 0,-1 0 0,0 0 0,0 0 0,1 0 0,-1 0 0,0 0 0,1 0 0,-1 0 0,0 0 0,1 0 0,-1 0 0,0 0 0,0 1 0,1-1 0,-1 0 0,0 0 0,1 0 0,17 7 0,-17-7 0,33 15 0,56 23 0,-75-34 0,0 1 0,1-2 0,-1 0 0,22 1 0,-17-2 0,0-2 0,0 0 0,0-1 0,0-1 0,0-1 0,21-6 0,-36 7 0,1 1 0,-1-1 0,0-1 0,0 1 0,0-1 0,0 1 0,0-2 0,0 1 0,-1 0 0,0-1 0,1 0 0,-1 0 0,-1 0 0,1 0 0,-1-1 0,1 1 0,-1-1 0,-1 0 0,1 0 0,-1 0 0,1-1 0,-2 1 0,1 0 0,0-1 0,-1 1 0,1-8 0,-1 2 0,-1 0 0,0 0 0,0 0 0,-1 0 0,0-1 0,-1 1 0,-5-16 0,6 23 0,-1 0 0,1 0 0,-1 0 0,0 1 0,0-1 0,0 1 0,-1 0 0,1-1 0,-1 1 0,-4-4 0,5 5 0,-1 1 0,1-1 0,0 1 0,-1 0 0,1 0 0,-1-1 0,1 2 0,-1-1 0,0 0 0,1 0 0,-1 1 0,0 0 0,1-1 0,-1 1 0,0 0 0,0 0 0,-3 1 0,3 0 0,-1-1 0,1 1 0,0 0 0,-1 0 0,1 0 0,0 1 0,0-1 0,0 1 0,0 0 0,0 0 0,0 0 0,0 0 0,-2 3 0,1-1 0,-1 1 0,1 0 0,1 0 0,-1 1 0,1-1 0,-5 10 0,3-1 0,0-1 0,1 1 0,1-1 0,0 1 0,-2 26 0,5-31 0,0-1 0,0 1 0,1-1 0,0 1 0,0-1 0,1 0 0,0 0 0,1 1 0,0-1 0,0-1 0,7 13 0,-3-9 0,0-1 0,1 1 0,0-2 0,0 1 0,1-1 0,1-1 0,10 9 0,7 1 0,0-1 0,1-1 0,1-2 0,1-1 0,38 12 0,85 15-1365,-139-37-5461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53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24575,'-1'2'0,"-1"0"0,1 0 0,0 0 0,0 0 0,0 0 0,0 0 0,0 0 0,0 0 0,0 0 0,1 0 0,-1 1 0,1 1 0,-2 30 0,1-26 0,2 9 0,0-1 0,1 0 0,1 0 0,5 19 0,0-2 0,1 10 0,-1-11 0,-2 0 0,3 41 0,-9-72 8,0 0 0,0 0 0,0 0 0,0 0 0,0 0 0,0 0 0,0 0-1,0 0 1,-1 0 0,1 0 0,0 0 0,-1 0 0,1 0 0,-1 2 0,0-3-56,1 0 0,0 0 0,-1 0 0,1 0 0,-1-1 1,1 1-1,-1 0 0,1 0 0,0 0 0,-1 0 0,1-1 0,-1 1 1,1 0-1,0 0 0,-1-1 0,1 1 0,0 0 0,-1 0 0,1-1 0,0 1 1,0 0-1,-1-1 0,1 1 0,0-1 0,0 1 0,0 0 0,-1-1 1,1 1-1,0-1 0,0 0 0,-5-8-6778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5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24575,'1'24'0,"1"0"0,0 0 0,8 26 0,23 68 0,-28-102 0,9 18 0,-13-31-28,-2-4 97,-2-5-1475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5:5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24575,'46'142'0,"-38"-120"0,17 44 0,16 45 0,-35-90 0,0-1 0,-2 1 0,0 0 0,-1 1 0,-1 39 0,-4-51 0,-2-15 0,-3-18 0,-36-139 0,2 7 0,38 140 0,1 1 0,-1-20 0,3 28 0,0-1 0,0 0 0,1 0 0,0 0 0,0 1 0,1-1 0,2-7 0,-1 9 0,0 0 0,0 0 0,0 0 0,1 0 0,-1 1 0,1-1 0,0 1 0,1 0 0,-1 0 0,1 1 0,0-1 0,0 1 0,0 0 0,0 0 0,0 1 0,1-1 0,7-1 0,5-1 0,-1 0 0,1 1 0,0 1 0,26 0 0,-35 2 0,1 1 0,0 1 0,-1-1 0,16 4 0,-21-3 0,0 0 0,0 1 0,0-1 0,0 1 0,-1-1 0,1 1 0,-1 0 0,1 0 0,-1 1 0,0-1 0,0 1 0,0 0 0,5 5 0,-7-7 0,0 0 0,-1 0 0,1 1 0,0-1 0,0 1 0,-1-1 0,1 1 0,-1-1 0,1 1 0,-1-1 0,1 1 0,-1-1 0,0 1 0,0-1 0,0 1 0,0 0 0,0-1 0,-1 4 0,0-2 0,0-1 0,0 1 0,0-1 0,0 1 0,-1-1 0,1 1 0,-1-1 0,1 1 0,-5 3 0,-1 0 0,0 0 0,0 0 0,-1 0 0,0-1 0,-11 6 0,-14 3 0,-1-1 0,-59 15 0,25-8 0,67-20 0,-1 1 0,0-1 0,1 1 0,-1-1 0,1 1 0,-1 0 0,1 0 0,-1 0 0,1 0 0,-1 0 0,1 0 0,0 0 0,0 1 0,-2 0 0,3-1 0,0 0 0,-1 0 0,1 0 0,0-1 0,0 1 0,0 0 0,0 0 0,0 0 0,0 0 0,0-1 0,0 1 0,0 0 0,0 0 0,0 0 0,1 0 0,-1-1 0,0 1 0,1 0 0,-1 0 0,0-1 0,1 1 0,-1 0 0,1-1 0,-1 1 0,1 0 0,-1-1 0,1 1 0,0 0 0,-1-1 0,2 1 0,7 7 0,1 0 0,-1-1 0,1 0 0,15 7 0,46 19 0,-60-28 0,336 116 0,-260-94 0,-45-10-1365,-26-8-5461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02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24575,'13'32'0,"0"0"0,13 62 0,-6-22 0,52 214 0,-77-299-455,-1 1 0,-13-22 0,9 18-6371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03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0 116 24575,'21'-11'0,"0"0"0,0 2 0,34-11 0,69-12 0,-115 30 0,25-6 0,-32 7 0,0 1 0,0-1 0,1 0 0,-1 0 0,0 0 0,0-1 0,0 1 0,0-1 0,0 1 0,3-3 0,-2-4-1365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03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24575,'13'0'0,"5"2"0,4 2 0,-1-1 0,-1-1 0,-1 0 0,-2 2 0,-1-1 0,-1 1 0,0-2 0,-1 0 0,0-1 0,-2-3 0,-4-4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03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24575,'2'25'0,"4"12"0,0 6 0,2-3 0,2-2 0,0-7 0,-1-5 0,0-2 0,0-3 0,-2-2 0,1-3 0,-1 0 0,-2-2 0,-2-2-8191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04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90 161 24575,'0'51'0,"12"78"0,-8-104 0,1 0 0,2 0 0,0 0 0,21 46 0,-17-57 0,-8-14 0,-5-9 0,-11-21 0,0 1 0,-2 0 0,-26-37 0,40 64 0,-13-20 0,1-1 0,1-1 0,-11-30 0,18 41 0,1 1 0,1-1 0,0 0 0,1 0 0,1 0 0,0 0 0,0 0 0,3-20 0,-1 28 0,0 1 0,0-1 0,0 1 0,1 0 0,0-1 0,-1 1 0,1 0 0,1 0 0,-1 1 0,1-1 0,0 0 0,-1 1 0,1-1 0,1 1 0,-1 0 0,0 0 0,1 0 0,0 1 0,0-1 0,0 1 0,0 0 0,0 0 0,7-2 0,1 0 0,0 0 0,0 1 0,0 1 0,1 0 0,-1 0 0,1 1 0,17 2 0,-15 0 0,-1 2 0,1 0 0,-1 0 0,0 1 0,0 1 0,0 0 0,0 1 0,-1 1 0,0 0 0,22 16 0,-33-21 0,0-1 0,-1 0 0,1 1 0,0-1 0,-1 1 0,1 0 0,-1-1 0,0 1 0,1 0 0,-1 0 0,0 0 0,0 0 0,0 0 0,-1 0 0,1 0 0,0 0 0,0 5 0,-1-6 0,0 1 0,0-1 0,-1 1 0,1 0 0,0-1 0,-1 1 0,1-1 0,-1 1 0,0-1 0,1 1 0,-1-1 0,0 0 0,0 1 0,0-1 0,0 0 0,0 1 0,0-1 0,0 0 0,0 0 0,-1 0 0,1 0 0,0 0 0,-1 0 0,-2 1 0,-8 3 0,0 0 0,-1-1 0,1 0 0,-21 3 0,20-4 0,-1 0 0,1 1 0,-24 10 0,35-13 0,0 0 0,0 0 0,0 0 0,1 0 0,-1 1 0,0-1 0,0 0 0,1 1 0,-1 0 0,1-1 0,-1 1 0,1 0 0,0 0 0,0 0 0,0-1 0,0 1 0,0 1 0,0-1 0,0 0 0,1 0 0,-1 0 0,1 0 0,-1 0 0,1 1 0,0-1 0,0 0 0,0 0 0,0 0 0,0 1 0,1-1 0,-1 0 0,1 0 0,1 4 0,0-1 0,0 1 0,1-1 0,0 1 0,0-1 0,0 0 0,0 0 0,1 0 0,0-1 0,0 1 0,1-1 0,6 6 0,13 7 0,1-1 0,33 15 0,55 21 0,122 27-1365,-219-74-5461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6:59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24575,'0'3'0,"0"-2"0,0 0 0,0 1 0,0-1 0,0 0 0,1 1 0,-1-1 0,0 0 0,1 0 0,-1 0 0,1 1 0,-1-1 0,1 0 0,0 0 0,0 1 0,37 60 0,3-1 0,72 82 0,2-25 0,-14-15 0,-53-55 0,-30-31 0,-1 1 0,27 35 0,-39-49 0,-3-7 0,-2-16 0,1 4 0,10-1 0,-9 14 0,-1 0 0,1 0 0,0 0 0,-1 0 0,0-1 0,0 1 0,1 0 0,0-3 0,0-5 0,0 0 0,-1-1 0,0 1 0,0-20 0,-1 23 0,-1-1 0,0 1 0,0 0 0,0 0 0,-1 0 0,0 0 0,-5-11 0,21 66 0,38 93 0,-30-84 0,-21-53 0,1 0 0,-1 1 0,0-1 0,0 1 0,0-1 0,0 1 0,-1 0 0,0-1 0,0 1 0,-1 5 0,1-9 0,-1 1 0,1-1 0,0 1 0,-1-1 0,0 1 0,1-1 0,-1 0 0,0 1 0,0-1 0,0 0 0,0 1 0,0-1 0,0 0 0,0 0 0,0 0 0,0 0 0,-1 0 0,1 0 0,0 0 0,-1 0 0,1-1 0,0 1 0,-1 0 0,1-1 0,-1 1 0,1-1 0,-1 0 0,0 1 0,1-1 0,-1 0 0,1 0 0,-4 0 0,-2-1 0,0 1 0,0-1 0,-1 0 0,1-1 0,0 0 0,-13-5 0,-40-23 0,28 13 0,-22-14-4,41 22-223,0 1 1,0 1-1,-1 0 0,0 1 0,-28-9 0,29 13-6599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5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24575,'0'-2'0,"0"0"0,1 0 0,-1 0 0,0 0 0,1 0 0,-1 0 0,1 0 0,-1 1 0,1-1 0,0 0 0,0 0 0,0 0 0,0 1 0,0-1 0,0 0 0,1 1 0,1-3 0,0 2 0,0 0 0,-1 0 0,1 0 0,0 0 0,1 1 0,-1-1 0,0 1 0,0 0 0,5-1 0,1 0 0,-1 1 0,0 0 0,0 0 0,0 1 0,0 0 0,1 0 0,13 3 0,-3 3 0,-1 0 0,25 12 0,-30-12 0,-11-5 0,0 0 0,1 0 0,-1 0 0,0 1 0,0 0 0,0-1 0,0 1 0,0 0 0,0 0 0,0 0 0,-1 0 0,1 0 0,-1 0 0,2 3 0,-1 0 0,0-1 0,-1 0 0,1 1 0,-1-1 0,-1 1 0,1-1 0,0 8 0,-1 4 0,-1 0 0,-1 0 0,-6 25 0,8-38 0,-5 14 0,0 0 0,-8 17 0,8-24 0,1 1 0,0-1 0,0 1 0,1-1 0,1 1 0,0 0 0,-1 20 0,3-29 0,1 0 0,-1 1 0,1-1 0,-1 0 0,1 0 0,0 0 0,0 0 0,0-1 0,0 1 0,0 0 0,0 0 0,0 0 0,1-1 0,-1 1 0,1-1 0,-1 1 0,1-1 0,-1 1 0,1-1 0,0 0 0,0 0 0,0 0 0,0 0 0,-1 0 0,1 0 0,3 0 0,6 2 0,1 0 0,-1 0 0,19 1 0,-15-2 0,17 4 0,15 3 0,-43-9 0,0 0 0,0 0 0,0 0 0,0 0 0,0-1 0,0 1 0,0-1 0,0 0 0,6-3 0,-9 4-105,0-1 0,0 0 0,1 1 0,-1-1 0,0 0 0,0 0 0,0 0 0,0 0 0,0 0 0,0 0 0,0 0 0,1-2 0,2-5-6721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5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13 24575,'-27'-2'0,"-11"-1"0,-2-1 0,3 2 0,6 0 0,6 3 0,7 2-8191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5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39 24575,'-22'-5'0,"-10"-2"0,-2 1 0,3 1 0,3 2 0,5 0 0,4 2 0,2-2 0,2 0 0,3 0-8191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5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45 24575,'-27'-7'0,"-11"-3"0,-2 1 0,3 1 0,6 3 0,6 2 0,4 1 0,6 1-8191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6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16 24575,'-29'-3'0,"-13"0"0,-1 0 0,4 0 0,6 2 0,7 0 0,5 0 0,3 1 0,3 0 0,3 0-8191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38 24575,'9'-6'0,"1"0"0,0 1 0,1 0 0,-1 1 0,18-4 0,-25 7 0,1 0 0,-1 1 0,1-1 0,-1 1 0,1 0 0,-1 0 0,1 0 0,-1 1 0,1-1 0,-1 1 0,1 0 0,-1 0 0,1 0 0,-1 0 0,0 1 0,0-1 0,0 1 0,0 0 0,0 0 0,0 0 0,4 4 0,3 4 0,-1 1 0,0 0 0,-1 1 0,0 0 0,0 0 0,-2 0 0,1 1 0,-2 0 0,6 16 0,-9-21 0,1 1 0,-1 0 0,0 0 0,-1 1 0,0-1 0,0 0 0,-1 0 0,-1 1 0,1-1 0,-1 0 0,-1 0 0,0 0 0,0 0 0,-1 0 0,-3 8 0,3-12 0,1 0 0,-1 0 0,-1-1 0,1 1 0,-1-1 0,1 0 0,-1 0 0,0 0 0,-1 0 0,1-1 0,0 0 0,-1 0 0,0 0 0,0 0 0,-8 2 0,9-3 0,0-1 0,-1 0 0,1 0 0,0 0 0,0-1 0,-1 1 0,1-1 0,-1 0 0,1 0 0,0-1 0,-1 1 0,1-1 0,0 0 0,0 0 0,-1-1 0,1 1 0,0-1 0,0 0 0,0 0 0,-3-3 0,0 0 0,1 0 0,0-1 0,0 0 0,1 0 0,-1 0 0,1-1 0,1 0 0,-1 0 0,1 0 0,0 0 0,1-1 0,-5-13 0,5 10 0,0 1 0,1-1 0,0 1 0,1-1 0,0 1 0,1-1 0,0 0 0,0 1 0,4-18 0,-3 21-151,1-1-1,0 1 0,1-1 0,-1 1 1,1 0-1,1-1 0,-1 2 1,7-9-1,-2 6-6674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7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24575,'-2'0'0,"-4"0"0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07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24575,'14'-4'0,"9"-4"0,1 0 0,48-7 0,-65 14 0,0 0 0,0 1 0,-1 0 0,1 0 0,0 1 0,0 0 0,-1 0 0,1 0 0,0 1 0,-1 0 0,0 0 0,1 1 0,-1 0 0,0 0 0,11 7 0,-16-9 0,1 0 0,-1 0 0,0 0 0,0 1 0,0-1 0,0 0 0,0 0 0,0 1 0,0-1 0,0 0 0,0 1 0,0-1 0,-1 1 0,1-1 0,-1 1 0,1 0 0,0 2 0,-1-3 0,0 0 0,-1 0 0,1 0 0,0 0 0,0 0 0,-1 1 0,1-1 0,-1 0 0,1 0 0,-1 0 0,1-1 0,-1 1 0,1 0 0,-1 0 0,0 0 0,0 0 0,1-1 0,-1 1 0,0 0 0,0 0 0,0-1 0,0 1 0,0-1 0,0 1 0,0-1 0,-2 1 0,-13 5 0,11-5 0,0 1 0,0 0 0,1 0 0,-1 1 0,0-1 0,-4 4 0,8-5 0,1-1 0,-1 1 0,0 0 0,1 0 0,-1-1 0,0 1 0,1 0 0,-1 0 0,1 0 0,0 0 0,-1 0 0,1-1 0,0 1 0,-1 0 0,1 0 0,0 0 0,0 0 0,0 0 0,0 0 0,0 0 0,0 0 0,0 0 0,0 0 0,0 0 0,1 0 0,-1 0 0,0 0 0,1 0 0,-1 0 0,0-1 0,1 1 0,-1 0 0,1 0 0,-1 0 0,1 0 0,0-1 0,-1 1 0,2 1 0,11 11 0,-1 0 0,2-1 0,0-1 0,0 0 0,1 0 0,22 10 0,-15-8 0,0 2 0,21 17 0,-37-27 0,7 7 0,22 23 0,-32-32 0,-1 0 0,1 1 0,-1-1 0,1 1 0,-1 0 0,0 0 0,-1 0 0,1 0 0,-1 0 0,0 0 0,0 0 0,1 8 0,-2-10 0,0-1 0,0 1 0,0-1 0,0 1 0,0 0 0,-1-1 0,1 1 0,-1-1 0,1 0 0,-1 1 0,0-1 0,1 1 0,-1-1 0,0 0 0,0 1 0,0-1 0,-1 1 0,0 0 0,-1 0 0,1 0 0,-1 0 0,0 0 0,1-1 0,-1 1 0,-6 1 0,-1 1 0,0-2 0,0 1 0,-21 1 0,-27 2 19,-41 3-1403,82-8-5442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1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15 24575,'-4'-13'0,"3"11"0,3 9 0,103 260 0,-32-90 0,-69-165 0,1 0 0,1 0 0,0 0 0,12 17 0,-17-26 0,1-1 0,0 0 0,0 1 0,1-1 0,-1 0 0,0 0 0,1 0 0,-1 0 0,1-1 0,0 1 0,-1 0 0,1-1 0,0 0 0,0 0 0,0 0 0,0 0 0,0 0 0,0-1 0,0 1 0,0-1 0,0 0 0,0 0 0,1 0 0,-1 0 0,4-2 0,-4 2 0,0-1 0,0 0 0,0 0 0,0 0 0,0-1 0,-1 1 0,1-1 0,-1 0 0,1 1 0,-1-1 0,1 0 0,-1 0 0,0-1 0,0 1 0,0 0 0,0-1 0,0 1 0,-1-1 0,3-4 0,-3 4 0,1-1 0,-1 0 0,0 0 0,0 0 0,0 0 0,-1 0 0,1 0 0,-1 0 0,0 0 0,0 0 0,0 0 0,-1 0 0,1 0 0,-2-5 0,-2-2 0,1-1 0,-9-15 0,14 34 0,0 0 0,0 0 0,0 1 0,-1-1 0,0 0 0,-1 11 0,-2 52 0,2-66 0,-1-1 0,1 0 0,-1 1 0,0-1 0,0 0 0,0 1 0,-1-1 0,1 0 0,-1 0 0,0 0 0,0 0 0,0 0 0,0-1 0,-3 4 0,4-5 0,-1 1 0,1-1 0,-1 0 0,0 0 0,1 0 0,-1 0 0,0 0 0,0 0 0,0 0 0,0 0 0,0-1 0,0 1 0,0-1 0,0 1 0,0-1 0,0 0 0,0 0 0,-1 0 0,1 0 0,0 0 0,0-1 0,0 1 0,-3-2 0,-3 0 5,0-2 0,1 1-1,-1-1 1,1-1 0,-12-8-1,-32-31-117,20 15-1167,16 16-5546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1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24575,'13'-7'0,"0"0"0,0 1 0,0 0 0,1 1 0,26-6 0,-34 10 0,0 0 0,-1 0 0,1 0 0,0 1 0,-1 0 0,1 0 0,0 1 0,0-1 0,-1 1 0,1 0 0,-1 1 0,1-1 0,-1 1 0,1 0 0,-1 1 0,0-1 0,9 7 0,-11-6 0,0-1 0,0 1 0,-1 0 0,1 0 0,-1 0 0,0 0 0,0 0 0,0 1 0,0-1 0,-1 1 0,1-1 0,-1 1 0,0-1 0,0 1 0,0 0 0,0 0 0,-1-1 0,0 1 0,1 0 0,-1 0 0,-1 0 0,0 7 0,-2 1 0,1 0 0,-2 0 0,0 0 0,0-1 0,-11 20 0,10-21 0,1-1 0,0 1 0,1 0 0,0-1 0,0 2 0,1-1 0,1 0 0,0 0 0,0 1 0,1 10 0,0-19 0,1 0 0,-1 0 0,1 0 0,-1 0 0,1 0 0,0 0 0,0 0 0,-1 0 0,2 0 0,-1 0 0,0-1 0,0 1 0,0 0 0,1-1 0,2 3 0,-1-1 0,0-1 0,1 1 0,-1-1 0,1 0 0,0 0 0,-1 0 0,8 1 0,-5-1 0,0 0 0,0-1 0,0 0 0,1 0 0,-1 0 0,0-1 0,1 0 0,-1 0 0,0-1 0,11-2 0,-3-2-1365,-2-2-5461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2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24575,'-22'0'0,"-7"2"0,-2 2 0,3-1 0,5 2 0,8 0-8191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2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0 24575,'-20'0'0,"-9"0"0,-1 0 0,1 0 0,1 0 0,3 0 0,3 0 0,0 0 0,2 0 0,1 0 0,2 0 0,4 0-8191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2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9 24575,'-25'-2'0,"-10"-2"0,-2 1 0,3 3 0,5 2 0,5 0 0,6-1-8191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3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17 24575,'3'-1'0,"0"1"0,-1-1 0,1 1 0,-1-1 0,1 1 0,0 0 0,-1 0 0,1 0 0,0 0 0,-1 1 0,1-1 0,0 1 0,-1-1 0,5 3 0,-3-1 0,0 0 0,0 0 0,0 1 0,0-1 0,-1 1 0,1 0 0,5 6 0,1 3 0,-1 0 0,0 1 0,13 27 0,-20-37 0,9 18 0,9 24 0,-18-39 0,0-1 0,0 1 0,-1-1 0,0 1 0,0 0 0,0-1 0,-1 1 0,0 0 0,0 0 0,-1 7 0,0-10 0,1-1 0,-1 0 0,0 0 0,0 0 0,0 0 0,0 0 0,0 0 0,0 0 0,0-1 0,-1 1 0,1 0 0,-1-1 0,1 1 0,-1-1 0,0 1 0,1-1 0,-1 0 0,0 1 0,0-1 0,0 0 0,0-1 0,0 1 0,0 0 0,-1 0 0,1-1 0,-3 1 0,-1 0 0,0-1 0,0 1 0,0-1 0,0-1 0,0 1 0,1-1 0,-1 0 0,-11-3 0,6 0 0,1 0 0,-1-1 0,1 0 0,0-1 0,0 0 0,0 0 0,1-1 0,0-1 0,0 1 0,-11-15 0,15 16 0,0-1 0,0 0 0,0 0 0,1 0 0,0 0 0,1-1 0,0 0 0,0 0 0,0 0 0,1 0 0,0 0 0,1 0 0,0 0 0,0-1 0,1-10 0,1 15-44,-1 0 0,1 0 0,0 0 0,0 1 0,1-1 0,-1 0 0,1 1 0,-1-1 0,1 1 0,0-1 0,1 1 0,-1 0 0,1 0 0,-1 0 0,1 0 0,0 1 0,0-1-1,0 1 1,0-1 0,1 1 0,-1 0 0,0 0 0,1 1 0,0-1 0,-1 1 0,1-1 0,0 1 0,0 1 0,0-1 0,7 0 0,2 0-6782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3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24575,'-3'0'0,"-2"0"0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4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24575,'-1'0'0,"0"1"0,1-1 0,-1 0 0,0 1 0,1-1 0,-1 0 0,1 1 0,-1-1 0,1 1 0,-1-1 0,1 0 0,-1 1 0,1 0 0,-1-1 0,1 1 0,-1-1 0,1 1 0,0-1 0,0 1 0,-1 0 0,1-1 0,0 1 0,0 0 0,0-1 0,-1 1 0,1 0 0,0 0 0,-2 23 0,1-21 0,1 2 0,0-1 0,0 1 0,1 0 0,-1 0 0,1-1 0,0 1 0,0 0 0,0-1 0,1 1 0,0-1 0,0 1 0,0-1 0,0 0 0,1 0 0,-1 0 0,1 0 0,0 0 0,1-1 0,-1 1 0,0-1 0,1 0 0,5 4 0,-2-3 0,0 0 0,1 0 0,0 0 0,-1-1 0,2 0 0,-1 0 0,0-1 0,0 0 0,1-1 0,-1 1 0,15-1 0,-15-1-71,70-3 271,-69 2-413,-1 0-1,1-1 1,-1 0-1,0 0 1,0-1-1,16-7 1,-12 3-6613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4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24575,'-3'20'0,"0"9"0,2 4 0,2-1 0,0-1 0,3-3 0,1-4 0,1-4 0,1 0 0,-2-1 0,1-2 0,0 0 0,-2-2 0,-1 0 0,-1-1 0,-1-2-8191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1 846 24575,'18'-26'0,"-7"10"0,-1 0 0,15-29 0,2-20 0,19-40 0,-36 86 0,1-1 0,1 2 0,17-22 0,62-61 0,205-178 0,-277 263 0,39-37 0,-57 52-45,0 1-1,0-1 1,-1 1-1,1-1 1,0 0-1,-1 1 1,1-1-1,-1 0 1,1 0-1,-1 0 1,1 1-1,-1-1 1,1 0-1,-1 0 1,0 0-1,0 0 1,1 0-1,-1 0 1,0 0-1,0 0 1,0 0-1,0 1 1,0-1-1,0 0 0,0 0 1,0 0-1,-1 0 1,1 0-1,-1-1 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6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24575,'9'-7'0,"1"0"0,-1 0 0,1 1 0,0 1 0,1-1 0,-1 2 0,22-7 0,-28 10 0,1 0 0,-1 0 0,1 0 0,-1 1 0,1 0 0,-1 0 0,1 0 0,-1 1 0,1-1 0,-1 1 0,1 0 0,-1 0 0,0 1 0,1-1 0,-1 1 0,0 0 0,0 0 0,0 0 0,-1 1 0,1 0 0,0-1 0,5 7 0,-5-5 0,-1 0 0,0 0 0,0 1 0,-1-1 0,1 0 0,-1 1 0,0 0 0,0-1 0,-1 1 0,1 0 0,-1 0 0,0 0 0,0 0 0,-1 0 0,1 6 0,-2 8 0,0 0 0,-6 32 0,3-29 0,-2 14 0,3-22 0,0-1 0,1 1 0,1 0 0,0 18 0,2-27 0,-1-1 0,1 1 0,0-1 0,0 0 0,1 1 0,-1-1 0,1 0 0,0 0 0,0 0 0,0 0 0,0 0 0,1-1 0,0 1 0,-1 0 0,1-1 0,1 0 0,5 5 0,-5-5 12,1 1 0,-1-1 0,1-1 0,0 1 0,0-1 0,0 0 0,0 0 0,0 0 0,8 1 0,-10-2-90,0-1 0,0 0 0,0 0-1,0 0 1,0 0 0,0 0 0,0-1 0,0 1 0,0-1-1,0 0 1,0 1 0,0-2 0,0 1 0,0 0 0,-1 0-1,1-1 1,-1 0 0,4-2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18 24575,'-15'-5'0,"-7"-2"0,-2 3 0,0 3 0,2 0 0,4 2-8191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7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31 24575,'-20'-5'0,"-8"-2"0,-3 1 0,2 1 0,3 1 0,4 2 0,4 1 0,1 1 0,2 0 0,3 0-8191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3 24575,'-25'-2'0,"-10"1"0,-2 1 0,4 3 0,3 1 0,6 0 0,6-1-8191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8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32 24575,'3'-3'0,"1"0"0,-1 0 0,1 0 0,0 0 0,-1 1 0,1-1 0,1 1 0,-1 0 0,0 0 0,0 1 0,5-2 0,-6 2 0,0 1 0,-1 0 0,1-1 0,0 1 0,-1 0 0,1 1 0,0-1 0,-1 0 0,1 1 0,0 0 0,-1-1 0,1 1 0,-1 0 0,1 0 0,-1 1 0,0-1 0,1 0 0,-1 1 0,0-1 0,3 4 0,3 3 0,1 1 0,-2 0 0,1 1 0,-1 0 0,-1 0 0,0 1 0,5 11 0,-4-7 0,-1 1 0,-1 0 0,0 0 0,4 25 0,-9-34 0,1-1 0,-1 1 0,0-1 0,0 1 0,-1 0 0,0-1 0,0 1 0,0-1 0,-1 0 0,0 1 0,0-1 0,-1 0 0,0 0 0,0 0 0,0 0 0,-1-1 0,0 1 0,-8 8 0,8-10 0,0 0 0,-1 0 0,1-1 0,-1 1 0,0-1 0,0-1 0,0 1 0,0-1 0,0 1 0,0-1 0,-1-1 0,1 1 0,-1-1 0,1 0 0,-1 0 0,0-1 0,1 0 0,-1 0 0,0 0 0,1 0 0,-1-1 0,-6-2 0,2 1 0,1-1 0,0-1 0,0 0 0,0 0 0,1 0 0,0-1 0,0-1 0,0 1 0,0-1 0,1-1 0,0 1 0,0-1 0,1 0 0,-1-1 0,2 1 0,-8-13 0,9 13 0,1 0 0,-1 0 0,1 0 0,1 0 0,-1-1 0,2 1 0,-1-1 0,1 1 0,0-1 0,0 0 0,1 1 0,0-1 0,0 0 0,1 0 0,0 1 0,0-1 0,1 1 0,0-1 0,0 1 0,7-14 0,-6 15 14,0 0-1,1 0 0,0 1 0,0 0 1,0 0-1,0 0 0,1 0 1,6-5-1,-8 8-81,-1 1 1,0-1-1,1 1 1,-1-1-1,1 1 1,0 0-1,-1 0 1,1 0-1,0 0 1,0 0-1,0 1 1,-1 0-1,1-1 1,0 1-1,0 0 1,0 0-1,0 0 1,0 1-1,0-1 1,-1 1-1,4 1 1,4 1-6759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29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12 24575,'0'-2'0,"0"-4"0,0 2 0,0 4 0,0 5 0,-2 1 0,-1 2 0,0 2 0,0 2 0,1 2 0,1 0 0,1 0 0,-1-1-8191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3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29 24575,'2'-3'0,"1"1"0,0-1 0,0 1 0,0-1 0,0 1 0,0 0 0,1 0 0,-1 0 0,1 1 0,-1-1 0,1 1 0,0 0 0,-1 0 0,1 0 0,0 1 0,4-1 0,-5 1 0,0 1 0,0-1 0,0 1 0,0-1 0,0 1 0,0 0 0,0 0 0,0 0 0,-1 1 0,1-1 0,0 1 0,-1-1 0,1 1 0,-1 0 0,0 0 0,1 0 0,-1 0 0,0 1 0,0-1 0,3 5 0,-2-2 0,0 1 0,0-1 0,0 1 0,0 0 0,-1 0 0,0 0 0,0 0 0,-1 0 0,1 0 0,-1 0 0,-1 1 0,1-1 0,-1 7 0,0-10 0,-1-1 0,1 1 0,0 0 0,-1 0 0,0 0 0,0-1 0,0 1 0,0 0 0,0-1 0,0 1 0,-1-1 0,1 0 0,-1 1 0,0-1 0,1 0 0,-1 0 0,0 0 0,-1 0 0,1 0 0,0 0 0,0-1 0,-1 1 0,1-1 0,-1 1 0,1-1 0,-1 0 0,0 0 0,1 0 0,-1-1 0,-5 2 0,1-1 0,-1 0 0,0 0 0,0-1 0,0 0 0,0 0 0,0-1 0,0 0 0,0 0 0,0-1 0,-11-4 0,16 5 0,0 0 0,0 0 0,0-1 0,0 0 0,0 1 0,1-1 0,-1 0 0,1-1 0,-1 1 0,1 0 0,0-1 0,0 1 0,0-1 0,0 1 0,1-1 0,-1 0 0,1 0 0,-1 0 0,1 0 0,0 0 0,0 0 0,0 0 0,1-1 0,-1 1 0,1 0 0,0 0 0,-1-1 0,2-2 0,-1 4 5,0 0-1,0 0 0,0 0 0,1 0 1,-1 0-1,0 0 0,1 0 0,0 1 1,-1-1-1,1 0 0,0 0 1,0 1-1,0-1 0,0 0 0,0 1 1,1-1-1,-1 1 0,0 0 0,1-1 1,-1 1-1,1 0 0,-1 0 1,1 0-1,0 0 0,-1 0 0,1 0 1,2-1-1,1 1-139,-1 0 0,1 0 0,-1 1 0,0-1 0,1 1 0,-1 0 0,1 0 0,-1 0 0,1 1 0,7 2 0,1 0-6691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30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7 24575,'1'-1'0,"0"1"0,0-1 0,0 0 0,0 1 0,0-1 0,0 1 0,0-1 0,0 1 0,0-1 0,0 1 0,1 0 0,-1 0 0,0 0 0,0-1 0,0 1 0,0 0 0,0 0 0,1 0 0,-1 1 0,0-1 0,0 0 0,0 0 0,0 1 0,0-1 0,1 0 0,-1 1 0,0-1 0,0 1 0,0 0 0,0-1 0,0 1 0,-1 0 0,1-1 0,0 1 0,1 1 0,4 4 0,0 0 0,0 0 0,7 12 0,-10-14 0,6 8 0,0 0 0,-1 1 0,0 0 0,9 23 0,-16-32 0,0-1 0,0 0 0,0 1 0,-1 0 0,1-1 0,-1 1 0,0-1 0,0 1 0,0 0 0,0-1 0,-1 5 0,0-6 0,0 0 0,0 1 0,0-1 0,0 0 0,0 0 0,0 1 0,-1-1 0,1 0 0,-1 0 0,0-1 0,1 1 0,-1 0 0,0 0 0,0-1 0,0 1 0,0-1 0,-5 2 0,2 0 0,-1 0 0,0-1 0,0 0 0,0 0 0,0-1 0,0 0 0,-1 0 0,1 0 0,0-1 0,-1 0 0,1 0 0,0 0 0,-13-3 0,12 1 0,-1 0 0,1 0 0,0-1 0,0 0 0,0-1 0,0 1 0,0-1 0,0-1 0,1 1 0,0-1 0,-6-6 0,9 8 5,1 0-1,-1 1 1,1-1 0,0 0-1,0 0 1,0-1-1,1 1 1,-1 0 0,1 0-1,0-1 1,-1 1 0,2-1-1,-1 1 1,0-1-1,1 1 1,-1-1 0,1 0-1,0 1 1,1-1-1,-1 1 1,0-1 0,1 0-1,0 1 1,0-1-1,2-4 1,-1 2-111,1 0 0,0 1 0,0-1 0,1 1 0,-1 0 0,1-1-1,0 2 1,1-1 0,-1 0 0,1 1 0,0 0 0,0 0 0,9-5 0,-1 2-6720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31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24575,'-5'0'0,"-4"0"0,0 0-8191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3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1083 0 24575,'-1'1'0,"1"0"0,0 0 0,-1 0 0,1 0 0,-1 0 0,0 0 0,1-1 0,-1 1 0,0 0 0,1 0 0,-1-1 0,0 1 0,0 0 0,1-1 0,-1 1 0,0-1 0,-2 1 0,-16 8 0,-72 17 0,16-6 0,29-8 0,-66 7 0,18-3 0,-217 38 0,138-27 0,145-23 0,0-2 0,-33-2 0,45 0 0,15 0 0,1 0 0,-1 0 0,1 0 0,-1 0 0,1 0 0,-1 0 0,1 0 0,-1 0 0,0 0 0,1 0 0,-1 0 0,1 0 0,-1 0 0,1 0 0,-1 0 0,1-1 0,-1 1 0,1 0 0,-1 0 0,1-1 0,0 1 0,-1 0 0,1 0 0,-1-1 0,1 1 0,0-1 0,-1 1 0,0-1 0,2 0 0,-1 1 0,0-1 0,1 0 0,-1 0 0,1 1 0,-1-1 0,1 1 0,-1-1 0,1 0 0,-1 1 0,1-1 0,0 1 0,-1-1 0,1 1 0,1-1 0,31-16 0,70-19 0,12-5 0,-113 41 0,-1-1 0,1 1 0,-1-1 0,1 0 0,-1 0 0,1 0 0,-1 0 0,0 0 0,0 0 0,1 0 0,-1 0 0,0 0 0,0-1 0,0 1 0,0 0 0,0-1 0,-1 1 0,1-1 0,0 1 0,-1-1 0,1 1 0,0-3 0,-1 3 0,0-1 0,-1 1 0,1 0 0,0 0 0,-1-1 0,1 1 0,-1 0 0,1 0 0,-1-1 0,0 1 0,1 0 0,-1 0 0,0 0 0,0 0 0,0 0 0,0 0 0,0 0 0,0 0 0,0 0 0,0 1 0,0-1 0,0 0 0,-1 1 0,1-1 0,0 0 0,-3 0 0,-3-1 0,0-1 0,0 1 0,0 1 0,0-1 0,0 1 0,-1 1 0,-13-1 0,17 1 0,0 1 0,-1-1 0,1 1 0,0-1 0,0 1 0,0 1 0,0-1 0,0 0 0,0 1 0,0 0 0,1 0 0,-1 0 0,1 0 0,-1 1 0,-3 3 0,2-1 0,-11 12 0,-1 0 0,-26 20 0,42-37 0,-1 1 0,1 0 0,-1 0 0,1 1 0,0-1 0,0 0 0,0 0 0,-1 1 0,1-1 0,0 0 0,0 1 0,1-1 0,-1 1 0,0-1 0,0 1 0,1 0 0,-1-1 0,0 3 0,2-2 0,-1-1 0,0 1 0,0 0 0,1-1 0,-1 1 0,1 0 0,0-1 0,-1 1 0,1 0 0,0-1 0,0 1 0,0-1 0,0 0 0,0 1 0,0-1 0,0 0 0,1 1 0,1 0 0,2 3 0,1-1 0,0 0 0,0-1 0,0 1 0,0-1 0,0 0 0,1-1 0,-1 0 0,12 3 0,1-1 0,1-1 0,22 1 0,-16-2-682,28 5-1,-41-4-6143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24575,'-1'-1'0,"1"1"0,0-1 0,0 1 0,0 0 0,0-1 0,-1 1 0,1-1 0,0 1 0,0 0 0,0-1 0,-1 1 0,1-1 0,0 1 0,-1 0 0,1 0 0,0-1 0,-1 1 0,1 0 0,-1-1 0,1 1 0,0 0 0,-1 0 0,1 0 0,-1-1 0,0 2 0,1-1 0,0 0 0,-1 1 0,1-1 0,0 0 0,0 1 0,-1-1 0,1 0 0,0 1 0,0-1 0,-1 1 0,1-1 0,0 0 0,0 1 0,0-1 0,0 1 0,0-1 0,0 1 0,0 0 0,-1 25 0,2-21 0,30 150 0,-21-113 0,27 67 0,22 26-1365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24575,'12'-12'0,"7"-5"0,4-1 0,4 3 0,2 3 0,-1 4 0,-1 0 0,-2 3 0,-4 1 0,-2 2 0,-2 1 0,-1 0 0,-4-1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3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39 24575,'-1'-2'0,"-2"-1"0,0-1 0,0 0 0,1 1 0,0-1 0,-1 0 0,1 0 0,-1-7 0,23 42 0,-8-9 0,-1 0 0,0 2 0,-2-1 0,-1 1 0,0 0 0,-2 1 0,4 28 0,5 101 0,-14-139 30,0 0 0,2 0 0,5 20 0,-6-30-136,-1 0 0,1 0 0,0 0 0,0-1 0,1 1 0,0-1-1,0 1 1,0-1 0,0 0 0,0 0 0,1 0 0,0-1 0,6 6 0,0-3-6720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4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25 24575,'0'-21'0,"0"17"0,0 14 0,0 1 0,-1 0 0,-1-1 0,1 1 0,-7 19 0,-19 40 0,5-14 0,14-33 0,1-1 0,2 1 0,0 0 0,1 0 0,2 0 0,0 25 0,2-34 0,1-1 0,0 0 0,2 1 0,-1-1 0,2 0 0,-1 0 0,2-1 0,0 1 0,0-1 0,1 0 0,15 22 0,-5-14 0,0 0 0,1-1 0,1-1 0,1-1 0,1 0 0,0-2 0,40 24 0,-55-36-88,9 5-338,0 0 1,23 9-1,-24-13-6400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4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24575,'0'-6'0,"0"0"0,1 0 0,-1 0 0,1 1 0,1-1 0,-1 0 0,4-8 0,-4 12 0,-1 1 0,1-1 0,0 1 0,0 0 0,-1 0 0,1-1 0,0 1 0,0 0 0,0 0 0,0 0 0,0 0 0,1 0 0,-1 0 0,0 0 0,0 0 0,1 0 0,-1 1 0,0-1 0,1 1 0,-1-1 0,1 1 0,-1-1 0,1 1 0,-1 0 0,1-1 0,-1 1 0,1 0 0,-1 0 0,1 0 0,-1 1 0,1-1 0,-1 0 0,1 0 0,1 2 0,3 0 0,0 0 0,-1 1 0,1 0 0,-1 0 0,0 1 0,0-1 0,-1 1 0,1 0 0,4 5 0,36 45 0,-41-49 0,0 1 0,-1 0 0,1 0 0,-1 0 0,0 0 0,-1 0 0,1 0 0,-1 1 0,-1-1 0,1 1 0,0 12 0,-1 0 0,0 0 0,-5 31 0,3-42 0,-1 1 0,0 0 0,-7 16 0,-3 14 0,12-37 0,-1 0 0,1 0 0,0 0 0,-1 0 0,1 1 0,0-1 0,0 0 0,1 0 0,-1 0 0,0 0 0,1 0 0,-1 1 0,1-1 0,0 0 0,0 0 0,0 0 0,0-1 0,1 4 0,0-3 0,0 0 0,0 0 0,0 0 0,1 0 0,-1-1 0,0 1 0,1-1 0,-1 1 0,1-1 0,-1 0 0,1 0 0,4 1 0,6 0 0,0 0 0,1 0 0,-1-1 0,23-2 0,-30 1 0,2 0-124,0-1 0,1 0 0,-1 0 0,0-1 0,0 0 0,0-1-1,0 1 1,0-1 0,-1-1 0,11-6 0,-7 3-6702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5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24575,'-29'0'0,"-13"0"0,-1 0 0,4 0 0,4 0 0,3 2 0,4 1 0,2 1 0,4-2 0,2 0 0,5-1-8191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45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24575,'22'3'0,"0"0"0,0 1 0,0 1 0,0 1 0,-1 1 0,0 1 0,-1 1 0,0 1 0,0 1 0,-1 0 0,0 1 0,-1 1 0,-1 1 0,0 1 0,25 28 0,-15-11 0,-1 1 0,-1 1 0,32 61 0,-48-76 0,0 1 0,-1 0 0,-1 0 0,0 0 0,-2 1 0,-1 0 0,0 0 0,-2 1 0,1 20 0,-4-31-72,0 0 1,-1-1-1,0 0 0,-1 1 0,0-1 0,-1 0 0,0 0 0,0 0 1,-1-1-1,0 0 0,-1 0 0,0 0 0,-1 0 0,1-1 0,-2 0 1,1-1-1,-1 1 0,-13 8 0,8-7-6754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6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0 24575,'4'2'0,"0"1"0,-1-1 0,1 0 0,0-1 0,0 1 0,0-1 0,1 0 0,-1 0 0,0 0 0,8 0 0,7 3 0,20 3 0,-118-6 0,-111-1-1365,178 0-5461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43 24575,'-12'-6'0,"0"0"0,1 0 0,-2 1 0,1 0 0,-1 1 0,1 1 0,-1 0 0,-20-2 0,22 5 0,1 1 0,0-1 0,-1 2 0,-16 3 0,-8 1 0,-54 8-1365,73-13-5461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8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24575,'1'-2'0,"1"5"0,5 13 0,8 23 0,-14-37 0,78 179 0,-57-132 0,-6-12 9,-12-24-353,2 0 1,-1-1-1,11 16 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8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 24575,'-6'-8'0,"5"12"0,5 16 0,6 2 0,21 32 0,-19-34 0,-1 0 0,9 23 0,-15-31-455,-1 0 0,5 21 0,-7-21-6371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9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 24575,'-24'0'0,"-12"0"0,0 0 0,2 0 0,5 2 0,4 1 0,5 1 0,5 0 0,4 2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7:59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46 24575,'89'-35'0,"-80"33"0,0-1 0,0 1 0,0 0 0,1 1 0,-1 0 0,0 1 0,1 0 0,9 1 0,-13 1 0,-1-1 0,0 1 0,1 0 0,-1 0 0,0 1 0,0-1 0,0 1 0,0 1 0,-1-1 0,1 0 0,-1 1 0,5 5 0,6 7 0,21 31 0,-31-41 0,0 1 0,-1 1 0,0-1 0,0 1 0,-1-1 0,0 1 0,0 0 0,-1 0 0,2 9 0,-4-13 0,1-1 0,-1 0 0,0 1 0,0-1 0,0 0 0,-1 1 0,1-1 0,-1 0 0,1 0 0,-1 1 0,0-1 0,-1 0 0,1 0 0,0 0 0,-1 0 0,0 0 0,0 0 0,0-1 0,0 1 0,0-1 0,0 1 0,-1-1 0,1 0 0,-1 1 0,-3 1 0,-1 0 0,-1 0 0,0 0 0,0-1 0,0 0 0,-1 0 0,1-1 0,-1 0 0,0-1 0,1 0 0,-1 0 0,0-1 0,0 0 0,-11-1 0,2-1 0,-1-1 0,0-1 0,1-1 0,0 0 0,-20-10 0,31 12 0,0 0 0,0-1 0,1 0 0,-1 0 0,1-1 0,0 0 0,0 0 0,1 0 0,-1 0 0,1-1 0,1 0 0,-1 0 0,1-1 0,-5-9 0,7 12 0,0 0 0,0-1 0,1 1 0,0 0 0,0-1 0,0 1 0,1-1 0,-1 1 0,1-1 0,0 1 0,0-1 0,1 1 0,-1-1 0,1 1 0,0 0 0,0-1 0,1 1 0,-1 0 0,1 0 0,0-1 0,0 1 0,0 1 0,1-1 0,-1 0 0,6-5 0,-3 3 17,0 1 0,1-1 1,0 1-1,0 0 0,0 0 0,11-6 0,-14 9-116,1 0 0,0 1 0,-1-1 0,1 1 0,0 0 0,0 0 0,0 0 0,0 1 0,0-1 0,0 1 0,0 0 0,0 0 0,0 1 0,6 0 0,2 2-6727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0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24575,'0'2'0,"0"4"0,2 0 0,1 2 0,0 2 0,0 2 0,-4-1 0,-3-3 0,-5-3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0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24575,'14'-14'0,"0"1"0,0 0 0,1 2 0,1 0 0,24-14 0,-34 22 0,0 0 0,0 1 0,0 0 0,0 0 0,1 0 0,-1 1 0,1-1 0,-1 2 0,1-1 0,0 1 0,-1 0 0,1 0 0,0 1 0,-1-1 0,1 2 0,-1-1 0,1 1 0,-1 0 0,7 3 0,-7-2 0,0 0 0,0 0 0,-1 0 0,1 1 0,-1 0 0,0 0 0,0 0 0,6 8 0,-9-10 0,-1 0 0,1 0 0,-1 0 0,0 0 0,0 1 0,0-1 0,0 0 0,0 1 0,-1-1 0,1 0 0,-1 1 0,1-1 0,-1 1 0,0-1 0,0 1 0,0-1 0,0 1 0,0-1 0,-1 0 0,1 1 0,-1-1 0,0 1 0,0-1 0,1 0 0,-3 3 0,1-1 0,0 0 0,0 0 0,1 1 0,-1-1 0,1 0 0,0 1 0,0-1 0,0 9 0,1-11 0,0 0 0,0 0 0,1 0 0,0 1 0,-1-1 0,1 0 0,0 0 0,0 0 0,0 0 0,0 0 0,0 0 0,1-1 0,-1 1 0,0 0 0,1-1 0,-1 1 0,1 0 0,0-1 0,0 0 0,2 2 0,26 15 0,-22-15 0,-1 1 0,0 1 0,0-1 0,0 1 0,-1 0 0,8 8 0,-13-12 0,0 1 0,0-1 0,0 1 0,0-1 0,0 1 0,0 0 0,-1-1 0,1 1 0,0 0 0,-1-1 0,0 1 0,1 0 0,-1 0 0,0 2 0,0-2 0,0 0 0,-1 1 0,1-1 0,-1 1 0,0-1 0,0 1 0,1-1 0,-2 0 0,1 0 0,0 0 0,0 1 0,-3 2 0,-1 0 6,1 0 0,-1 0 0,0-1 0,0 0 0,0 0 0,-1 0 0,0-1 0,1 1 0,-1-1 0,0-1 0,0 1 0,-1-1 0,1 0 0,-1 0 0,-8 0 0,-10 2-293,0-2 0,-42-2 1,47 0-315,2-1-6225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1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24575,'5'-7'0,"0"-1"0,1 1 0,-1 0 0,2 1 0,-1-1 0,14-9 0,-18 14 0,1 1 0,-1-1 0,1 1 0,0-1 0,-1 1 0,1 0 0,0 0 0,0 1 0,0-1 0,0 0 0,0 1 0,0 0 0,0 0 0,0 0 0,0 0 0,0 0 0,0 0 0,0 1 0,0 0 0,-1-1 0,1 1 0,0 0 0,0 0 0,3 2 0,0 1 0,0 0 0,-1 0 0,1 0 0,-1 0 0,0 1 0,0 0 0,0 0 0,0 1 0,-1-1 0,0 1 0,0 0 0,-1 0 0,1 0 0,-1 0 0,4 14 0,-4-7 0,1 1 0,-2-1 0,0 1 0,0 0 0,-1 0 0,-1 0 0,-2 15 0,-13 60 0,10-68 0,4-15 0,-1 0 0,1-1 0,0 1 0,1 0 0,-1 8 0,2-13 0,-1 1 0,0-1 0,0 1 0,1-1 0,-1 1 0,1-1 0,-1 1 0,1-1 0,0 0 0,0 1 0,-1-1 0,1 0 0,0 1 0,0-1 0,0 0 0,0 0 0,1 0 0,-1 0 0,0 0 0,0 0 0,0 0 0,1 0 0,-1-1 0,1 1 0,1 0 0,3 1 17,1 0 0,0 0 1,0-1-1,0 0 0,0 0 0,13-1 0,-16 0-141,1 0 0,0 0 1,-1-1-1,1 0 0,-1 0 0,1 0 1,-1 0-1,0-1 0,1 1 0,-1-1 1,6-3-1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1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0 24575,'-22'5'0,"-12"2"0,-3 1 0,2 1 0,3 0 0,4-1 0,2-2 0,2 0 0,4 0 0,2-2 0,5-1-8191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1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7 24575,'-27'-3'0,"-14"0"0,-2 2 0,4 2 0,3 3 0,5 1 0,6 1 0,2 1 0,3-2 0,2-1 0,4-1-8191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2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24575,'10'20'0,"6"8"0,4 6 0,2 0 0,0-2 0,-2-2 0,-2-1 0,-1-3 0,-1-3 0,-4-4 0,-3-2 0,-4-4-8191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3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3973 47 24575,'-3'-4'0,"0"0"0,-1 1 0,0-1 0,1 1 0,-1 0 0,0 0 0,-1 0 0,1 0 0,0 1 0,-1-1 0,1 1 0,-1 0 0,0 1 0,0-1 0,0 1 0,0 0 0,0 0 0,0 1 0,-6-1 0,-10 1 0,-1 0 0,0 2 0,-22 3 0,41-4 0,-12 1 0,-251 33 0,-2-19 0,-188-25 0,91-9 0,267 15 0,-191 17 0,41 17 0,-1-17 0,103-7 0,-2 1 0,-36-19 0,166 10 0,-257-4 0,162 7 0,86-3 0,-21 1 0,-80 9 0,21 9 0,63-15 0,-1-1 0,-54-5 0,99 3 0,-110-11-1365,88 9-5461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5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 24575,'0'-1'0,"0"1"0,0 0 0,0 0 0,0 0 0,0 0 0,0 0 0,0 0 0,-1 0 0,1 0 0,0 0 0,0 0 0,0 0 0,0 0 0,0 0 0,0 0 0,0 0 0,0 0 0,0 0 0,0 0 0,-1 0 0,1 0 0,0 0 0,0 0 0,0 0 0,0 0 0,0 0 0,0 0 0,0 0 0,0 0 0,0 0 0,0 0 0,-1 0 0,1 0 0,0 0 0,0 0 0,0 0 0,0 0 0,0 0 0,0 0 0,0 0 0,0 0 0,0 0 0,0 0 0,0 1 0,0-1 0,0 0 0,0 0 0,0 0 0,0 0 0,-1 0 0,1 0 0,0 0 0,0 0 0,0 0 0,0 0 0,0 1 0,0-1 0,0 0 0,0 0 0,0 0 0,0 0 0,0 0 0,0 0 0,0 0 0,0 0 0,1 0 0,-1 0 0,0 1 0,0-1 0,0 13 0,5 15 0,6 18 0,2-1 0,3-1 0,33 68 0,-28-78 0,-20-32 0,1 0 0,0 0 0,-1 1 0,1-1 0,0-1 0,0 1 0,1 0 0,-1-1 0,0 1 0,1-1 0,4 3 0,0-4-1365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5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0 24575,'-3'3'0,"-2"0"0,-4 0 0,0 2 0,-1 0 0,-1-1 0,-1 0 0,-2-2 0,1-1 0,-2-1 0,1 0 0,-1 0 0,-2 0 0,-1 0 0,0 0 0,4-1-8191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9 24575,'0'0'0,"0"-1"0,0 1 0,0 0 0,0-1 0,0 1 0,0 0 0,0-1 0,0 1 0,0 0 0,0-1 0,1 1 0,-1 0 0,0-1 0,0 1 0,0 0 0,0-1 0,1 1 0,-1 0 0,0 0 0,0-1 0,1 1 0,-1 0 0,0 0 0,0 0 0,1-1 0,-1 1 0,0 0 0,1 0 0,-1 0 0,0 0 0,1-1 0,12 2 0,12 9 0,-24-10 0,10 7 0,0 1 0,0 0 0,0 0 0,-1 1 0,-1 0 0,1 1 0,-1 0 0,-1 1 0,0 0 0,12 21 0,-19-30 0,0 0 0,0 0 0,0 0 0,0 0 0,0 0 0,0 1 0,-1-1 0,1 0 0,-1 1 0,1-1 0,-1 1 0,0-1 0,0 0 0,0 1 0,0-1 0,0 1 0,-1-1 0,-1 5 0,1-4 0,-1 0 0,1 0 0,-1 0 0,0 0 0,0-1 0,0 1 0,0 0 0,-1-1 0,1 0 0,-1 1 0,0-1 0,-2 2 0,-4 1 0,-1 0 0,1 0 0,-1-1 0,0 0 0,0-1 0,0 0 0,-18 3 0,20-5 0,1-1 0,-1 1 0,0-1 0,1-1 0,-1 1 0,1-1 0,-1-1 0,1 1 0,-1-1 0,1-1 0,0 1 0,0-1 0,0 0 0,0-1 0,1 0 0,-1 0 0,1 0 0,0-1 0,0 0 0,0 0 0,1 0 0,0-1 0,0 0 0,0 0 0,1 0 0,0-1 0,0 1 0,1-1 0,-5-11 0,7 14 0,-1-1 0,1 1 0,1-1 0,-1 1 0,1-1 0,-1 0 0,1 1 0,1-1 0,-1 1 0,1-1 0,-1 0 0,1 1 0,1 0 0,-1-1 0,1 1 0,3-8 0,-3 8 0,0 1 0,0 0 0,0 0 0,1 0 0,-1 0 0,1 0 0,0 1 0,0-1 0,0 1 0,0-1 0,0 1 0,1 0 0,-1 0 0,0 1 0,1-1 0,0 1 0,-1 0 0,1 0 0,0 0 0,6-1 0,-7 2-124,0 0 0,1 0 0,-1 0 0,0 0 0,1 1 0,-1-1-1,0 1 1,1 0 0,-1 0 0,6 3 0,3 2-6702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8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0,3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9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24575,'11'11'0,"-1"1"0,-1 0 0,0 0 0,12 21 0,-16-24 0,-1-1 0,0 1 0,-1 0 0,0 0 0,0 0 0,-1 1 0,0-1 0,0 14 0,-2-21 0,0 0 0,0 1 0,1-1 0,-1 0 0,0 0 0,1 1 0,-1-1 0,1 0 0,0 0 0,0 0 0,0 1 0,2 2 0,-1-3 0,-1-1 0,0 0 0,1 0 0,-1 0 0,1 0 0,-1 0 0,1 0 0,0-1 0,-1 1 0,1 0 0,0-1 0,-1 0 0,1 1 0,0-1 0,0 0 0,-1 0 0,4 0 0,9 0 0,0-2 0,0 1 0,1-2 0,-2 0 0,1-1 0,0 0 0,20-10 0,-5-3-1365,-17 7-5461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9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24575,'10'25'0,"3"10"0,2 2 0,0-1 0,-1-4 0,-2-4 0,1-6 0,-3-3 0,0-2 0,-2-3 0,0 0 0,1-1 0,-1 1 0,-1-3-8191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0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24575,'4'-4'0,"-1"1"0,1 0 0,0-1 0,0 1 0,0 1 0,1-1 0,-1 1 0,1-1 0,-1 1 0,1 0 0,0 1 0,0-1 0,-1 1 0,7-1 0,-7 2 0,1 0 0,0 0 0,-1 1 0,1-1 0,-1 1 0,1 0 0,-1 0 0,1 1 0,-1-1 0,0 1 0,1 0 0,-1 0 0,0 1 0,0-1 0,5 5 0,-3-2 0,0 0 0,-1 0 0,1 1 0,-1 0 0,0 0 0,0 0 0,-1 1 0,0-1 0,0 1 0,0 0 0,-1 0 0,0 0 0,2 9 0,-3-6 0,0 1 0,0-1 0,-1 1 0,-1-1 0,0 1 0,0 0 0,-1-1 0,0 1 0,-3 12 0,2-18 0,0 3 0,1-1 0,0 1 0,0 0 0,0-1 0,1 9 0,0-14 0,0 0 0,0 0 0,1-1 0,-1 1 0,1 0 0,-1 0 0,1-1 0,0 1 0,-1 0 0,1-1 0,0 1 0,0-1 0,0 1 0,0-1 0,1 1 0,-1-1 0,0 0 0,0 0 0,1 1 0,-1-1 0,1 0 0,-1 0 0,1 0 0,0-1 0,-1 1 0,1 0 0,2 0 0,5 2 30,0 0 0,1-1 0,13 2 0,-20-4-129,1 0 0,-1 0 0,0 0 0,0 0 0,0-1 0,0 1 0,0-1 0,1 0 0,-1 0 0,0 0 0,-1 0 0,1-1 0,0 1 0,3-3 0,5-4-6727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0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0 24575,'-19'7'0,"-10"3"0,-2 0 0,2 0 0,1-2 0,3-1 0,1-3 0,1-2 0,3 0 0,2-2 0,5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0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24575,'-25'0'0,"-10"3"0,-2 0 0,6 3 0,5-1 0,7 0-8191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0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24575,'15'17'0,"7"9"0,3 4 0,-2-1 0,-1 1 0,-2-4 0,-2-2 0,-4-4 0,-2-3 0,-4-1 0,-2-4-8191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1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24575,'37'21'0,"-1"3"0,-1 1 0,-2 1 0,49 48 0,-65-56 0,-2 1 0,0 0 0,-1 1 0,-1 1 0,0 0 0,-2 0 0,-1 1 0,0 1 0,9 35 0,-15-44 0,-1 1 0,0-1 0,-1 1 0,-1-1 0,0 1 0,-3 26 0,2-34 0,-2 0 0,1 0 0,-1-1 0,0 1 0,0 0 0,-1-1 0,0 0 0,0 0 0,0 0 0,-1 0 0,0 0 0,0 0 0,0-1 0,-1 0 0,0 0 0,-9 7 0,-3 0 19,-1-1-1,0 0 1,-1-1-1,-1-1 1,-36 11-1,-106 21-1232,152-39 952,-26 5-6564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19 24575,'-2'-2'0,"-1"0"0,0 0 0,1 1 0,-1-1 0,0 1 0,0-1 0,0 1 0,0 0 0,0 0 0,-1 0 0,1 0 0,0 1 0,0-1 0,-1 1 0,1 0 0,0 0 0,-1 0 0,1 0 0,0 1 0,0 0 0,0-1 0,-1 1 0,1 0 0,0 0 0,0 1 0,0-1 0,0 1 0,0-1 0,1 1 0,-1 0 0,0 0 0,-2 3 0,-7 8 0,0 0 0,1 1 0,1 1 0,1 0 0,0 0 0,0 0 0,2 1 0,0 1 0,1-1 0,1 1 0,0 0 0,1 0 0,-2 24 0,4-27 0,2 0 0,-1 0 0,2 0 0,0 0 0,1 0 0,0 0 0,1 0 0,0 0 0,2-1 0,-1 0 0,1 0 0,1 0 0,1 0 0,0-1 0,0 0 0,1-1 0,0 1 0,11 10 0,19 15-324,68 52-1,-89-75-391,3 3-6110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177 118 24575,'-23'-101'0,"23"100"0,-1 0 0,1-1 0,-1 1 0,1 0 0,-1 0 0,1-1 0,-1 1 0,0 0 0,1 0 0,-3-2 0,3 3 0,0 0 0,0-1 0,-1 1 0,1 0 0,0 0 0,0 0 0,0 0 0,-1 0 0,1 0 0,0 0 0,0 0 0,-1 0 0,1 0 0,0 0 0,0 0 0,0 0 0,-1 0 0,1 0 0,0 0 0,0 0 0,-1 0 0,1 0 0,0 0 0,0 0 0,0 0 0,-1 1 0,1-1 0,0 0 0,0 0 0,0 0 0,-1 0 0,1 0 0,0 1 0,0-1 0,0 0 0,-3 3 0,1 1 0,0-1 0,0 1 0,0 0 0,-1 4 0,-1 2 0,-16 31 0,-32 72 0,41-85 0,0 1 0,-6 33 0,14-47 0,0 0 0,2 1 0,-1-1 0,2 0 0,2 29 0,0-33 0,0 0 0,1 0 0,0 0 0,1 0 0,0 0 0,0-1 0,1 0 0,12 19 0,-4-13 0,0 0 0,1-1 0,0 0 0,1-1 0,1-1 0,0 0 0,25 14 0,-6-7 0,0-2 0,69 26 0,-71-35-1365,-21-7-5461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3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17 24575,'-6'-13'0,"4"9"0,4 11 0,40 95 0,-12-34 0,-12-25 0,-3-7 0,-2 0 0,16 62 0,-29-96-58,1 0-35,-1 0 0,1 0-1,-1 0 1,0 0-1,1 1 1,-1-1 0,0 0-1,0 0 1,-1 1-1,1-1 1,0 0 0,-1 0-1,-1 4 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3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 24575,'-3'0'0,"-3"2"0,-2 1 0,-4 3 0,-1 2 0,-1 0 0,-1-1 0,-2 0 0,-4 0 0,-1-2 0,2-2 0,4-1-8191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5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88 24575,'-6'-5'0,"1"-2"0,-1 1 0,-4-8 0,8 12 0,1 0 0,0 1 0,0-1 0,1 0 0,-1 1 0,0-1 0,1 0 0,-1 0 0,1 0 0,-1 0 0,1 0 0,0 1 0,0-1 0,0 0 0,0 0 0,0 0 0,0 0 0,0 0 0,1-3 0,0 4 0,0 0 0,0 0 0,0 0 0,0 0 0,0 0 0,0 0 0,0 0 0,0 0 0,0 0 0,1 0 0,-1 0 0,0 1 0,0-1 0,1 0 0,-1 1 0,1 0 0,-1-1 0,0 1 0,1 0 0,-1-1 0,1 1 0,-1 0 0,1 0 0,-1 0 0,1 0 0,-1 1 0,2-1 0,6 1 0,-1 1 0,1-1 0,8 4 0,4 2 0,-1 0 0,1 2 0,21 12 0,-33-16 0,-1 1 0,1 0 0,-1 0 0,0 0 0,-1 1 0,1 1 0,-1-1 0,11 17 0,-16-21 0,0 1 0,0-1 0,0 1 0,0 0 0,-1 0 0,1 0 0,-1 0 0,0 0 0,-1 0 0,1 0 0,-1 0 0,1 1 0,-1-1 0,0 0 0,-1 0 0,1 0 0,-1 0 0,0 0 0,0 0 0,0 0 0,0 0 0,-3 6 0,1-5 0,0 0 0,-1 0 0,0 0 0,1 0 0,-2 0 0,1-1 0,0 0 0,-1 0 0,0 0 0,0 0 0,0-1 0,0 0 0,-1 0 0,-8 3 0,1 0 0,0-2 0,0 0 0,-1-1 0,1 0 0,-1-1 0,0 0 0,-26-1 0,34-2 0,1 1 0,0 0 0,-1-1 0,1 0 0,0-1 0,0 1 0,-1-1 0,1 0 0,1 0 0,-1 0 0,0-1 0,0 0 0,1 0 0,0 0 0,-1 0 0,1-1 0,0 0 0,1 0 0,-1 0 0,1 0 0,0 0 0,0-1 0,-3-5 0,3 4 0,0 0 0,0-1 0,1 1 0,0-1 0,0 1 0,1-1 0,-1 0 0,2 0 0,-1 1 0,1-1 0,0 0 0,0 0 0,1 0 0,0 0 0,0 1 0,0-1 0,1 0 0,0 1 0,1 0 0,-1-1 0,1 1 0,0 0 0,1 0 0,4-6 0,-4 6 20,1 0 0,-1 1 0,1 0 0,0 0 0,6-5 0,-9 8-98,0 1 0,0 0 0,0 0-1,0-1 1,0 1 0,1 0 0,-1 1 0,0-1 0,0 0-1,1 1 1,-1-1 0,0 1 0,1 0 0,-1 0 0,1 0-1,-1 0 1,0 0 0,4 1 0,4 2-6748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6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24575,'0'2'0,"0"4"0,-2 0 0,-1 2 0,-3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6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60 24575,'5'-7'0,"1"0"0,0 1 0,0 0 0,0 0 0,1 1 0,13-9 0,-18 13 0,0 0 0,0 0 0,1 0 0,-1 0 0,0 0 0,0 0 0,1 1 0,-1-1 0,1 1 0,-1-1 0,0 1 0,1 0 0,-1 0 0,1 0 0,-1 0 0,1 1 0,-1-1 0,0 1 0,1-1 0,-1 1 0,0 0 0,1 0 0,-1 0 0,0 0 0,0 1 0,0-1 0,0 0 0,3 3 0,-1 1 0,1 0 0,0 0 0,-1 0 0,0 0 0,0 1 0,-1 0 0,0 0 0,0 0 0,0 0 0,-1 0 0,1 1 0,-2-1 0,1 1 0,1 8 0,-3-10 0,1-1 0,-1 1 0,0-1 0,0 1 0,-1 0 0,1-1 0,-1 1 0,0-1 0,0 1 0,-1-1 0,1 1 0,-1-1 0,0 0 0,0 0 0,-1 0 0,1 0 0,-1 0 0,0-1 0,0 1 0,0-1 0,-5 5 0,3-4 0,0-1 0,-1 0 0,1 0 0,-1 0 0,0-1 0,0 0 0,0 0 0,0 0 0,0-1 0,0 0 0,-11 1 0,-4-2 0,0 0 0,-25-3 0,41 2 0,0 0 0,0 0 0,0 0 0,0-1 0,0 0 0,0 0 0,1 0 0,-1-1 0,0 1 0,1-1 0,0 0 0,0 0 0,0-1 0,0 1 0,0-1 0,-4-6 0,5 6 0,1 1 0,0 0 0,0-1 0,0 1 0,0-1 0,1 0 0,-1 1 0,1-1 0,0 0 0,0 0 0,1 0 0,-1 0 0,1 0 0,0 0 0,0 0 0,0 0 0,0 0 0,1 0 0,-1 0 0,1 0 0,0 0 0,2-4 0,-1 5-52,0-1-1,0 1 1,0 0-1,0 1 1,0-1-1,1 0 1,-1 0-1,1 1 1,0 0-1,0-1 1,-1 1-1,2 0 1,-1 0-1,0 1 1,0-1-1,0 1 1,1 0-1,-1-1 1,1 1-1,-1 1 1,1-1-1,0 0 1,-1 1-1,1 0 0,4 0 1,5 2-6774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7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6 24575,'4'-2'0,"1"1"0,-1 0 0,1 1 0,0-1 0,-1 1 0,1 0 0,0 0 0,0 0 0,-1 1 0,1-1 0,0 1 0,-1 0 0,1 1 0,-1-1 0,1 1 0,-1 0 0,0 0 0,0 0 0,0 0 0,0 1 0,0 0 0,0 0 0,-1 0 0,4 4 0,5 5 0,-1 1 0,0 1 0,-1 0 0,0 1 0,9 19 0,-16-29 0,-1 1 0,1-1 0,-1 1 0,0 0 0,-1 0 0,1 0 0,-1 0 0,0 0 0,-1 11 0,0-15 0,0 0 0,0 0 0,0 0 0,0 0 0,-1-1 0,1 1 0,-1 0 0,1 0 0,-1 0 0,0 0 0,0-1 0,0 1 0,0 0 0,0-1 0,0 1 0,0-1 0,0 1 0,-1-1 0,1 0 0,-1 1 0,1-1 0,-1 0 0,1 0 0,-1 0 0,0 0 0,1 0 0,-1-1 0,0 1 0,0 0 0,0-1 0,0 1 0,1-1 0,-1 0 0,-3 0 0,-7 2 0,1-2 0,-1 0 0,0 0 0,1-1 0,-1 0 0,1-1 0,-1-1 0,-14-4 0,21 5 0,1 0 0,0 1 0,0-2 0,0 1 0,0 0 0,1-1 0,-1 0 0,1 0 0,-1 0 0,1 0 0,0 0 0,0-1 0,0 1 0,1-1 0,-1 0 0,1 0 0,0 0 0,0 0 0,0 0 0,1 0 0,0 0 0,-1-1 0,1 1 0,0-7 0,0-6-427,1-21-1,0 34-82,1-8-6316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7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24575,'2'-1'0,"63"-42"0,-58 40 0,0-1 0,0 1 0,1-1 0,-1 2 0,1-1 0,0 1 0,11-1 0,-16 3 0,-1 0 0,0 0 0,1 0 0,-1 0 0,0 1 0,0-1 0,1 1 0,-1-1 0,0 1 0,0 0 0,0 0 0,0 0 0,0 0 0,0 1 0,0-1 0,0 0 0,0 1 0,0-1 0,-1 1 0,1 0 0,-1-1 0,1 1 0,-1 0 0,0 0 0,0 0 0,0 0 0,2 3 0,1 6 0,0 0 0,0 0 0,-2 1 0,3 12 0,-3-16 0,-1 5 0,0 1 0,-1-1 0,0 0 0,-1 0 0,-1 0 0,0 1 0,-6 21 0,3-17 0,1 1 0,-2 34 0,6-50 0,0-1 0,0 1 0,0 0 0,1-1 0,-1 1 0,1-1 0,-1 1 0,1 0 0,0-1 0,0 1 0,0-1 0,0 0 0,0 1 0,1-1 0,-1 0 0,1 0 0,0 0 0,3 4 0,-2-4 0,1 1 0,-1-1 0,1 0 0,0 0 0,0 0 0,0-1 0,0 1 0,0-1 0,0 0 0,0 0 0,6 0 0,-6 0-76,0-1 1,1 1-1,-1-1 0,0 0 0,0-1 0,1 1 0,-1-1 0,0 1 1,0-1-1,0-1 0,0 1 0,1 0 0,-2-1 0,1 0 1,0 0-1,0 0 0,3-3 0,3-3-6750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7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25 24575,'-30'-5'0,"-11"-2"0,-2 1 0,4 1 0,6 4 0,6 2 0,4 1 0,2 2 0,3 1 0,-1 0 0,1 0 0,3 1-8191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8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34 24575,'-29'-7'0,"-15"-3"0,-3 1 0,5 3 0,7 4 0,7 2 0,8 1-8191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8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24575,'3'17'0,"0"9"0,3 4 0,-1-1 0,3 1 0,-1-4 0,-2-2 0,-1-7-8191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19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24575,'29'12'0,"1"2"0,-1 1 0,-1 1 0,-1 1 0,-1 2 0,0 1 0,-1 1 0,-1 1 0,38 45 0,-38-36 0,-1 1 0,-2 1 0,-1 1 0,22 51 0,-34-65 0,0 1 0,-2 0 0,0 1 0,-1-1 0,-2 1 0,0 0 0,-1 0 0,-1 0 0,-3 30 0,1-40 0,-1-1 0,0 0 0,-1 0 0,-1 0 0,1 0 0,-2 0 0,0-1 0,0 0 0,0 0 0,-2 0 0,1-1 0,-1 0 0,0 0 0,-1 0 0,0-1 0,0 0 0,-1-1 0,0 0 0,-1 0 0,1-1 0,-1 0 0,0-1 0,-1 0 0,-13 5 0,-37 8-1365,37-11-5461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20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24575,'1'-2'0,"1"0"0,-1 0 0,1 0 0,0 0 0,0 0 0,-1 1 0,1-1 0,0 1 0,1-1 0,-1 1 0,0-1 0,0 1 0,0 0 0,1 0 0,-1 0 0,1 1 0,-1-1 0,1 0 0,3 1 0,7-2 0,-1 1 0,22 1 0,-22 0 0,305 1 0,-294 1 0,29 4 0,18 1 0,68 2 0,-77-5 0,1-3 0,82-8 0,-58 1 0,165 4 0,-142 3 0,-92-2 0,-1-1 0,20-4 0,-3 0 0,-8 1 0,33-10 0,-39 9 0,0 1 0,0 0 0,34-2 0,23 0 0,16-1 0,-67 8 0,1-2 0,25-4 0,-18 2 0,1 2 0,55 2 0,27 0 0,-23-14 0,-65 11 0,46-10 0,3-1 0,-37 9 0,-14 1 0,41-1 0,47 4 0,97 3 0,-14 12 0,-102-8 5,81 3-1375,-160-9-5456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8:26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2163 60 24575,'3'-1'0,"19"-4"0,-21 5 0,-1 0 0,1 0 0,-1 0 0,1 0 0,-1-1 0,1 1 0,-1 0 0,1 0 0,-1 0 0,1 0 0,-1-1 0,0 1 0,1 0 0,-1 0 0,1-1 0,-1 1 0,0 0 0,1-1 0,-1 1 0,0 0 0,0-1 0,1 1 0,-1-1 0,0 1 0,0 0 0,1-1 0,-1 1 0,0-1 0,0 1 0,0-1 0,0 1 0,0-1 0,0 1 0,0-1 0,0 0 0,0 0 0,-1 1 0,1-1 0,-1 1 0,1-1 0,-1 1 0,0-1 0,1 1 0,-1-1 0,1 1 0,-1 0 0,0-1 0,0 1 0,1 0 0,-1-1 0,0 1 0,1 0 0,-2 0 0,-17-3 0,13 2 0,-259-19 0,178 16 0,-474-3 0,339 9 0,170-2 0,-281 9 0,-51-2 0,239-9 0,137 2 0,0-1 0,0 0 0,-10-3 0,8 2 0,7 2 0,9 2 0,12 2 0,323 15-181,2-20-116,-134 0 220,490 1 170,-727 1 130,-37 8 0,28-4-207,-534 24-16,393-29 0,-249-1 0,231-14 0,59 2 0,105 12 0,32 1-22,0 0 0,0 0 0,0 0 0,0 0 0,0 0 0,0 0 0,0 1 0,0-1 0,0 0 0,1 0 0,-1 0 0,0 0 0,0 0 0,0 0 0,0 0 0,0 1 0,0-1 0,0 0 0,0 0 0,0 0 0,0 0 0,0 0 0,0 0 0,0 1 0,0-1 0,0 0 0,0 0 0,0 0 0,0 0 0,0 0 0,0 0 0,0 1 0,0-1 0,-1 0 0,1 0 0,0 0-1,0 0 1,0 0 0,0 0 0,0 0 0,0 0 0,0 1 0,0-1 0,0 0 0,0 0 0,-1 0 0,1 0 0,0 0 0,0 0 0,0 0 0,0 0 0,0 0 0,0 0 0,-1 0 0,1 0 0,0 0 0,0 0 0,0 0 0,0 0 0,0 0 0,-1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19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24575,'0'0'0,"-1"-1"0,1 1 0,0 0 0,0 0 0,0 0 0,0-1 0,0 1 0,0 0 0,0 0 0,0 0 0,0 0 0,0-1 0,0 1 0,0 0 0,0 0 0,0 0 0,1-1 0,-1 1 0,0 0 0,0 0 0,0 0 0,0 0 0,0-1 0,0 1 0,0 0 0,0 0 0,1 0 0,-1 0 0,0 0 0,0-1 0,0 1 0,0 0 0,1 0 0,-1 0 0,0 0 0,0 0 0,0 0 0,0 0 0,1 0 0,-1 0 0,8 5 0,5 10 0,16 42 0,-21-40 0,1 0 0,11 17 0,-19-33 0,0 1 0,0-1 0,-1 0 0,1 0 0,0 1 0,0-1 0,1 0 0,-1 0 0,0 0 0,0 0 0,0 0 0,1 0 0,-1-1 0,0 1 0,1 0 0,-1-1 0,1 1 0,-1-1 0,1 1 0,-1-1 0,1 0 0,-1 0 0,1 1 0,-1-1 0,1 0 0,0 0 0,-1-1 0,1 1 0,-1 0 0,1 0 0,-1-1 0,1 1 0,-1-1 0,1 1 0,-1-1 0,0 0 0,1 0 0,-1 1 0,0-1 0,0 0 0,1 0 0,1-2 0,1-1 0,0 0 0,-1-1 0,1 1 0,0-1 0,-1 0 0,0 0 0,-1 0 0,1 0 0,-1 0 0,3-8 0,11-59 0,-16 71 0,0 0 0,0 1 0,0-1 0,0 1 0,0-1 0,0 1 0,0-1 0,1 1 0,-1-1 0,0 1 0,0-1 0,1 1 0,-1 0 0,0-1 0,1 1 0,-1-1 0,0 1 0,1 0 0,-1-1 0,0 1 0,1 0 0,-1-1 0,1 1 0,-1 0 0,1 0 0,-1-1 0,1 1 0,0 0 0,0 0 0,0 0 0,0 0 0,0 0 0,0 1 0,0-1 0,0 0 0,0 0 0,0 1 0,0-1 0,0 1 0,0-1 0,1 2 0,4 3 0,0 0 0,0 0 0,5 6 0,-7-7 0,-2-1 0,55 51 0,-49-47 0,1-1 0,-1 0 0,1-1 0,0 0 0,15 7 0,-23-12 0,0 1 0,0-1 0,0 0 0,0 1 0,0-1 0,0 0 0,0 0 0,0 0 0,0 0 0,0 0 0,0 0 0,0 0 0,0 0 0,0 0 0,-1 0 0,1 0 0,0-1 0,0 1 0,0 0 0,0-1 0,0 1 0,0-1 0,0 1 0,0-1 0,-1 1 0,1-1 0,0 0 0,0 1 0,-1-1 0,1 0 0,-1 0 0,1 0 0,0 1 0,-1-1 0,1 0 0,-1 0 0,0 0 0,1 0 0,-1 0 0,0 0 0,0 0 0,1 0 0,-1-1 0,1-7 0,0 1 0,0 0 0,-1 0 0,0-10 0,0 11 0,-6-24 0,5 27 0,0-1 0,0 1 0,0-1 0,1 0 0,0 1 0,0-10 0,0 14 0,0-1 0,0 1 0,0-1 0,0 1 0,1-1 0,-1 0 0,0 1 0,0-1 0,1 1 0,-1-1 0,0 1 0,1-1 0,-1 1 0,0-1 0,1 1 0,-1 0 0,1-1 0,-1 1 0,0-1 0,1 1 0,-1 0 0,1-1 0,0 1 0,-1 0 0,1-1 0,1 1 0,-1 0 0,0 0 0,1 0 0,-1 0 0,0 0 0,0 0 0,1 0 0,-1 0 0,0 1 0,1-1 0,0 1 0,5 2 0,0 0 0,-1 0 0,9 5 0,-12-6 0,63 46 0,-1-2 0,-51-39 0,-10-5 0,-1-1 0,1 1 0,0 0 0,-1 0 0,1 1 0,-1-1 0,0 1 0,5 4 0,-9-7-43,1 1 1,0-1-1,0 0 0,0 0 0,-1 0 0,1 0 0,0 1 1,0-1-1,-1 0 0,1 0 0,0 0 0,0 0 0,0 0 0,-1 0 1,1 0-1,0 0 0,-1 0 0,1 0 0,0 0 0,0 0 1,-1 0-1,1 0 0,0 0 0,0 0 0,-1 0 0,1 0 0,0 0 1,0-1-1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0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24575,'1'4'0,"-1"-1"0,1 1 0,0-1 0,0 1 0,0-1 0,1 1 0,-1-1 0,1 0 0,0 1 0,4 4 0,1 2 0,16 17 0,-17-21 0,0-1 0,0 1 0,1-2 0,0 1 0,0-1 0,0 0 0,0 0 0,11 3 0,-12-5 0,-1 0 0,0-1 0,1 1 0,-1-1 0,1-1 0,0 1 0,-1-1 0,1 0 0,-1 0 0,1-1 0,-1 0 0,1 0 0,6-2 0,-10 2 0,0 1 0,1-1 0,-1 0 0,0-1 0,0 1 0,0 0 0,0-1 0,0 1 0,-1-1 0,1 1 0,0-1 0,-1 0 0,1 0 0,-1 0 0,1 0 0,-1 0 0,0 0 0,2-4 0,-1-1 0,0 0 0,0 0 0,-1 0 0,1-12 0,-1 6 0,0 12 0,-1 1 0,0 0 0,0-1 0,0 1 0,0 0 0,0-1 0,1 1 0,-1 0 0,0-1 0,0 1 0,1 0 0,-1-1 0,0 1 0,0 0 0,1 0 0,-1-1 0,0 1 0,1 0 0,-1 0 0,0 0 0,1 0 0,-1-1 0,1 1 0,-1 0 0,0 0 0,1 0 0,-1 0 0,0 0 0,1 0 0,-1 0 0,1 0 0,-1 0 0,0 0 0,1 0 0,-1 0 0,0 0 0,1 0 0,-1 1 0,1-1 0,-1 0 0,0 0 0,1 0 0,-1 0 0,1 1 0,20 10 0,-17-9 0,84 42-1365,-76-38-5461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291 535 24575,'2'-29'0,"-1"0"0,-1 0 0,-2-1 0,-1 1 0,-6-30 0,4 41 0,0 0 0,-1 0 0,-1 0 0,0 1 0,-2 0 0,0 1 0,0 0 0,-24-29 0,-16-23 0,8 10 0,39 56 0,0 0 0,1 0 0,-1 1 0,0-1 0,0 1 0,0-1 0,0 1 0,0 0 0,0 0 0,-1 0 0,1 0 0,0 0 0,-1 0 0,1 1 0,0-1 0,-1 1 0,1-1 0,-1 1 0,1 0 0,-1 0 0,1 0 0,0 1 0,-1-1 0,1 0 0,-1 1 0,1 0 0,0-1 0,-1 1 0,1 0 0,0 0 0,0 0 0,0 1 0,0-1 0,0 0 0,0 1 0,0-1 0,0 1 0,0 0 0,1 0 0,-1 0 0,1 0 0,-1 0 0,1 0 0,0 0 0,0 0 0,0 0 0,0 0 0,-1 5 0,1-1 0,1 1 0,0-1 0,0 0 0,0 0 0,1 0 0,0 0 0,0 0 0,1 0 0,0 0 0,0-1 0,0 1 0,1 0 0,-1-1 0,7 9 0,5 7 0,1-1 0,21 22 0,-28-33 0,34 38 0,57 48 0,-77-76 0,1-2 0,1 0 0,0-1 0,51 23 0,-71-37 0,0-1 0,0 1 0,0-1 0,0 0 0,0 0 0,1 0 0,-1 0 0,0-1 0,1 0 0,-1 0 0,1 0 0,-1-1 0,7-1 0,-7 1 0,0 0 0,-1-1 0,1 0 0,-1 1 0,1-2 0,-1 1 0,0 0 0,0-1 0,0 1 0,0-1 0,0 0 0,-1 0 0,1 0 0,-1 0 0,3-5 0,0-1 0,0-1 0,-1 0 0,5-14 0,-5 12 0,9-20 0,-13 32-2,0 0-1,0-1 1,0 1 0,0 0-1,1 0 1,-1-1-1,0 1 1,0 0-1,0 0 1,0-1-1,0 1 1,1 0 0,-1 0-1,0-1 1,0 1-1,1 0 1,-1 0-1,0 0 1,0-1 0,1 1-1,-1 0 1,0 0-1,0 0 1,1 0-1,-1 0 1,0 0-1,0 0 1,1 0 0,-1-1-1,0 1 1,1 0-1,0 0 1,4 9 202,0 16-1685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1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24575,'81'172'0,"-33"-76"0,-27-55 0,33 50 0,-54-91 0,3 4 0,0 1 0,0-1 0,-1 1 0,4 9 0,-6-14 0,0 0 0,0 0 0,0 0 0,0 0 0,0 1 0,1-1 0,-1 0 0,0 0 0,0 0 0,0 1 0,0-1 0,0 0 0,0 0 0,0 0 0,0 1 0,0-1 0,0 0 0,0 0 0,0 1 0,0-1 0,0 0 0,-1 0 0,1 0 0,0 0 0,0 1 0,0-1 0,0 0 0,0 0 0,0 0 0,0 0 0,-1 1 0,1-1 0,0 0 0,0 0 0,0 0 0,0 0 0,-1 0 0,1 1 0,0-1 0,0 0 0,0 0 0,0 0 0,-1 0 0,-11-3 0,-10-10 0,7 2 0,1 0 0,1 0 0,-1-2 0,2 0 0,-15-18 0,27 30 0,-1 0 0,1 1 0,-1-1 0,0 0 0,1 0 0,-1 1 0,1-1 0,0 0 0,-1 0 0,1 0 0,0 0 0,0 0 0,-1 0 0,1 0 0,0 1 0,0-1 0,0 0 0,0 0 0,0 0 0,0 0 0,1-2 0,-1 3 0,1-1 0,-1 1 0,1-1 0,-1 0 0,1 1 0,0 0 0,-1-1 0,1 1 0,-1-1 0,1 1 0,0 0 0,0-1 0,-1 1 0,1 0 0,0 0 0,0-1 0,-1 1 0,1 0 0,0 0 0,1 0 0,5 0 0,1 0 0,-1 1 0,15 3 0,-22-4 0,166 39 0,-124-33 0,0-2 0,72-1 0,-111-3 0,0 0 0,0 0 0,1 0 0,-1 1 0,0-1 0,0 1 0,0 0 0,0 0 0,0 0 0,0 1 0,0-1 0,3 3 0,-5-3 0,0-1 0,0 1 0,0 0 0,0 0 0,-1 0 0,1 0 0,0 0 0,-1 0 0,1 0 0,-1 0 0,1 0 0,-1 0 0,1 0 0,-1 1 0,0-1 0,1 0 0,-1 0 0,0 0 0,0 0 0,0 1 0,0-1 0,0 0 0,0 0 0,0 0 0,-1 1 0,1-1 0,0 0 0,-1 0 0,1 0 0,0 0 0,-1 0 0,0 0 0,1 0 0,-1 0 0,-1 2 0,-5 6-1365,-2-2-5461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1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24575,'-2'5'0,"-2"4"0,1 3 0,1 1 0,0 0-8191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148 134 24575,'107'197'0,"-87"-158"0,-5-14 0,-2 2 0,12 34 0,-25-60 0,1 1 0,-1-1 0,1 1 0,-1-1 0,0 1 0,1 0 0,-1-1 0,0 1 0,0-1 0,0 1 0,-1 0 0,1-1 0,0 1 0,-1 2 0,0-4 0,1 1 0,-1-1 0,1 1 0,-1 0 0,1-1 0,-1 0 0,1 1 0,-1-1 0,0 1 0,1-1 0,-1 0 0,0 1 0,0-1 0,1 0 0,-1 0 0,0 1 0,1-1 0,-1 0 0,0 0 0,0 0 0,0 0 0,1 0 0,-1 0 0,0 0 0,0 0 0,1-1 0,-1 1 0,0 0 0,1 0 0,-1-1 0,0 1 0,-1-1 0,-9-4 0,0-1 0,0 0 0,0 0 0,1-1 0,0-1 0,-15-14 0,12 11 0,-11-10 0,1 0 0,0-2 0,2-1 0,-28-40 0,41 52 0,0-1 0,1 0 0,0-1 0,1 0 0,1 0 0,0 0 0,1-1 0,0 1 0,1-1 0,1 0 0,-1-26 0,3 36 0,0 0 0,1 0 0,-1 1 0,1-1 0,0 0 0,1 1 0,-1-1 0,1 1 0,0 0 0,0-1 0,0 1 0,3-4 0,-3 5 0,0 0 0,1 1 0,-1 0 0,0-1 0,1 1 0,0 0 0,-1 0 0,1 1 0,0-1 0,0 0 0,0 1 0,0 0 0,0 0 0,0 0 0,1 0 0,-1 0 0,0 1 0,4-1 0,3 0 0,0 1 0,1 1 0,-1-1 0,0 1 0,0 1 0,0 0 0,0 1 0,0 0 0,-1 0 0,1 1 0,-1 0 0,0 1 0,0 0 0,0 0 0,0 1 0,-1 0 0,10 10 0,-16-14 0,0 1 0,0-1 0,0 1 0,0-1 0,0 1 0,-1 0 0,1 0 0,-1 0 0,0-1 0,0 1 0,0 1 0,0-1 0,0 6 0,-1-7 0,0 0 0,0 0 0,0-1 0,0 1 0,0 0 0,-1 0 0,1 0 0,-1 0 0,0-1 0,1 1 0,-1 0 0,0-1 0,0 1 0,0 0 0,0-1 0,0 1 0,0-1 0,-1 1 0,1-1 0,0 0 0,-1 0 0,1 1 0,-1-1 0,-2 1 0,-3 2-227,-1-1-1,0 1 1,-1-1-1,1-1 1,-13 3-1,1-2-6598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3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206 729 24575,'-11'-96'0,"-4"2"0,-37-126 0,22 101 0,-12-41 0,41 156 0,-1 0 0,0 0 0,0 0 0,0 1 0,-1-1 0,-3-4 0,6 7 0,0 1 0,-1-1 0,1 1 0,-1-1 0,1 1 0,0-1 0,-1 1 0,1-1 0,-1 1 0,1 0 0,-1-1 0,0 1 0,1 0 0,-1-1 0,1 1 0,-1 0 0,1 0 0,-1-1 0,0 1 0,1 0 0,-1 0 0,0 0 0,1 0 0,-1 0 0,0 0 0,1 0 0,-1 0 0,0 0 0,1 0 0,-1 0 0,1 1 0,-1-1 0,0 0 0,1 0 0,-1 1 0,1-1 0,-1 0 0,0 1 0,1-1 0,-1 0 0,1 1 0,-1-1 0,1 1 0,0-1 0,-1 1 0,1-1 0,-1 1 0,1-1 0,0 1 0,0 0 0,-1 0 0,-1 3 0,1-1 0,-1 1 0,1 0 0,0 0 0,0-1 0,0 1 0,1 0 0,-1 7 0,2 35 0,0-22 0,0-7 0,0-1 0,2 0 0,-1 1 0,2-1 0,0 0 0,1 0 0,1-1 0,0 1 0,1-1 0,0-1 0,2 1 0,-1-1 0,2-1 0,0 0 0,0 0 0,18 16 0,9 5 0,1-2 0,1-1 0,1-2 0,61 32 0,-97-59 0,1 1 0,0-1 0,-1 0 0,1 0 0,0 0 0,0-1 0,0 0 0,1 0 0,-1 0 0,0-1 0,6 1 0,-9-2 0,1 1 0,-1 0 0,0-1 0,0 0 0,0 1 0,0-1 0,0 0 0,1 0 0,-2 0 0,1 0 0,0-1 0,0 1 0,0 0 0,0-1 0,-1 1 0,1-1 0,-1 0 0,1 0 0,-1 1 0,0-1 0,0 0 0,0 0 0,0 0 0,0 0 0,0 0 0,0 0 0,0-5 0,1-1 0,-1 0 0,0-1 0,-1 1 0,0-1 0,-1 1 0,1-1 0,-2 1 0,1 0 0,-1-1 0,-5-11 0,3 5 0,-4-25 0,8 39 0,0 1 0,0 0 0,0-1 0,0 1 0,0 0 0,0-1 0,-1 1 0,1-1 0,0 1 0,0 0 0,0-1 0,0 1 0,0 0 0,1-1 0,-1 1 0,0 0 0,0-1 0,0 1 0,0 0 0,0-1 0,0 1 0,1 0 0,-1-1 0,0 1 0,0 0 0,0-1 0,1 1 0,-1 0 0,0 0 0,1-1 0,8 7 0,11 21 0,-18-24 0,104 158 0,-78-120 0,-25-38 0,-1 0 0,1 0 0,0-1 0,0 1 0,0 0 0,0-1 0,0 0 0,0 0 0,1 0 0,4 2 0,-7-4 0,0 1 0,-1-1 0,1 0 0,0 0 0,0 0 0,0 0 0,0 0 0,-1 0 0,1 0 0,0 0 0,0 0 0,0 0 0,0 0 0,-1-1 0,1 1 0,0 0 0,0 0 0,-1-1 0,1 1 0,0-1 0,0 1 0,0-1 0,1-1 0,-1 1 0,0-1 0,0 1 0,0-1 0,0 1 0,0-1 0,0 1 0,0-1 0,1-3 0,0-2 0,-1 0 0,1 0 0,-1 0 0,0-8 0,-3-118 0,2 133 0,0-1 0,0 1 0,0 0 0,0-1 0,0 1 0,0 0 0,0-1 0,0 1 0,0 0 0,0-1 0,0 1 0,0 0 0,0-1 0,0 1 0,0 0 0,0-1 0,0 1 0,1 0 0,-1-1 0,0 1 0,0 0 0,0-1 0,0 1 0,1 0 0,-1 0 0,0-1 0,0 1 0,1 0 0,-1 0 0,1-1 0,6 9 0,10 22 0,-14-25 0,71 165 0,-13 6 0,-48-137 0,87 307 0,-99-343 0,1 4 0,-1-1 0,0 0 0,0 1 0,0 8 0,-1-15 0,0 1 0,0 0 0,0 0 0,0-1 0,0 1 0,0 0 0,0 0 0,0-1 0,-1 1 0,1 0 0,0 0 0,0-1 0,-1 1 0,1 0 0,0-1 0,-1 1 0,1 0 0,-1-1 0,1 1 0,-1-1 0,1 1 0,-1-1 0,1 1 0,-1-1 0,1 1 0,-1-1 0,0 1 0,1-1 0,-1 0 0,0 1 0,1-1 0,-1 0 0,0 0 0,0 0 0,1 1 0,-1-1 0,0 0 0,0 0 0,1 0 0,-1 0 0,0 0 0,0 0 0,1 0 0,-1-1 0,0 1 0,-1 0 0,-4-2 0,0-1 0,0 1 0,-1-1 0,2 0 0,-1 0 0,0-1 0,-8-6 0,-36-35 0,47 42 0,-23-23 0,-43-56 0,58 66 0,0-1 0,1 0 0,0 0 0,2-1 0,-9-23 0,16 36 24,-1 0 0,1 0 0,0-1 0,-1-10 0,2 14-111,0 0-1,0 0 1,0 0 0,1 0-1,-1 0 1,1 0 0,-1 1-1,1-1 1,0 0-1,0 0 1,0 0 0,0 1-1,0-1 1,0 0 0,0 1-1,3-3 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4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33 24575,'-4'-7'0,"3"4"0,0 0 0,-1 1 0,0-1 0,1 1 0,-1-1 0,0 1 0,0 0 0,-4-3 0,10 18 0,25 34 0,40 50 0,42 38 0,5 6 0,-114-138 0,0 0 0,0 0 0,-1-1 0,1 1 0,-1 0 0,1 1 0,-1-1 0,1 4 0,-1-6 0,-1-1 0,0 1 0,0-1 0,0 1 0,0 0 0,0-1 0,0 1 0,0-1 0,-1 1 0,1-1 0,0 1 0,0-1 0,0 1 0,0-1 0,-1 1 0,1-1 0,0 0 0,0 1 0,-1-1 0,1 1 0,0-1 0,-1 0 0,1 1 0,-1 0 0,-1-1 0,1 1 0,0-1 0,0 1 0,0-1 0,0 0 0,0 1 0,-1-1 0,1 0 0,0 0 0,0 0 0,0 0 0,-1 0 0,-1-1 0,-12-1-1365,1-1-5461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4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0 445 24575,'307'65'0,"-301"-64"0,0 0 0,1 0 0,-1 0 0,1-1 0,-1 0 0,10-2 0,-14 2 0,-1-1 0,1 1 0,-1 0 0,1-1 0,-1 1 0,1-1 0,-1 0 0,0 1 0,1-1 0,-1 0 0,0 0 0,0 0 0,1 0 0,-1 0 0,0 0 0,0 0 0,0 0 0,0-1 0,0 1 0,-1 0 0,1-1 0,0 1 0,-1 0 0,1-1 0,-1 1 0,1-1 0,-1 1 0,1-1 0,-1 1 0,0-1 0,0 1 0,0-3 0,0-2 0,-1 0 0,0 0 0,0 0 0,0 0 0,-1 0 0,0 0 0,-3-7 0,-21-39 0,22 44 0,-91-142 0,63 104 0,2-2 0,-31-67 0,123 233 0,-36-71 0,233 374 0,-246-402-1365,-4-4-5461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5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24575,'2'61'0,"2"0"0,2 0 0,3-1 0,3-1 0,3 1 0,38 100 0,-45-142 0,0-1 0,1 0 0,1 0 0,1-1 0,0 0 0,1-1 0,0-1 0,22 20 0,-24-25 0,0-1 0,1 0 0,0-1 0,0 0 0,0-1 0,1 0 0,0-1 0,1 0 0,-1-1 0,1 0 0,0-1 0,0-1 0,16 2 0,-25-4-76,0 1 1,0-1-1,0-1 0,0 1 0,0 0 0,0-1 0,0 0 0,0 0 1,-1 0-1,1-1 0,0 1 0,-1-1 0,1 1 0,-1-1 1,1-1-1,-1 1 0,4-3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5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24575,'25'-11'0,"-1"1"0,1 1 0,45-10 0,-61 17 0,0 1 0,1 0 0,-1 1 0,0 0 0,0 0 0,1 1 0,-1 0 0,0 1 0,0 0 0,0 0 0,0 1 0,0 0 0,-1 1 0,11 5 0,-12-5 0,0 0 0,0 1 0,-1 0 0,1 0 0,-1 1 0,0-1 0,0 1 0,-1 1 0,0-1 0,7 11 0,-10-12 0,0 0 0,0 0 0,0 0 0,0 0 0,-1 0 0,0 0 0,0 0 0,0 1 0,-1-1 0,0 0 0,0 1 0,0-1 0,0 0 0,-1 0 0,0 1 0,0-1 0,-3 8 0,-10 18 0,11-25 0,0 0 0,1 0 0,-1 1 0,1-1 0,-2 12 0,4-16 0,0 0 0,0 1 0,0-1 0,0 1 0,1-1 0,-1 0 0,1 1 0,-1-1 0,1 0 0,0 0 0,0 1 0,0-1 0,0 0 0,0 0 0,1 0 0,-1 0 0,1 0 0,-1 0 0,1-1 0,2 3 0,1 1 0,2 0 0,-1-1 0,0 0 0,1 0 0,0 0 0,0-1 0,0 0 0,0-1 0,0 1 0,9 1 0,-3-2 0,-1 0 0,1 0 0,-1-2 0,1 1 0,17-3 0,-28 2-80,0 0 0,0-1-1,0 1 1,0-1 0,0 0-1,0 1 1,0-1 0,0 0-1,0 0 1,-1 0 0,1 0 0,0 0-1,-1-1 1,1 1 0,-1 0-1,3-3 1,2-6-6746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5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0 24575,'-27'5'0,"-12"2"0,-1-1 0,1 1 0,5 0 0,6-2 0,7-1-8191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6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24575,'34'10'-67,"-2"2"0,1 1 0,-2 1 0,0 2 0,0 1 0,-2 1 0,0 2-1,-1 0 1,-1 2 0,-2 2 0,35 38 0,76 108 125,-109-131-22,-1 2-1,29 68 1,-48-94-3,-1 1-1,-1 0 1,0 1-1,-1-1 1,3 28-1,-7-36-93,1 0-1,-1 0 1,-1 0 0,1 0-1,-1-1 1,-1 1 0,1 0-1,-1 0 1,-1-1 0,1 1-1,-1-1 1,-1 0 0,1 0-1,-6 7 1,-2 1-6765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 24575,'-1'0'0,"1"-1"0,-1 1 0,0 0 0,1-1 0,-1 1 0,1 0 0,-1 0 0,0 0 0,1 0 0,-1-1 0,0 1 0,1 0 0,-1 0 0,0 0 0,1 0 0,-1 0 0,0 1 0,1-1 0,-1 0 0,0 0 0,1 0 0,-1 1 0,0-1 0,1 0 0,-2 1 0,1 0 0,0 0 0,0 0 0,1 0 0,-1 0 0,0 1 0,0-1 0,1 0 0,-1 0 0,1 0 0,-1 1 0,1-1 0,-1 2 0,0 3 0,0 1 0,0-1 0,1 1 0,0 8 0,2 0 0,0-1 0,0 1 0,2-1 0,0 1 0,0-1 0,10 18 0,46 79 0,0 1 0,-56-103 0,-1-5 0,-1 1 0,0-1 0,0 1 0,-1 0 0,1 0 0,-1-1 0,0 1 0,-1 0 0,1 5 0,-1-10 0,0 1 0,0-1 0,0 0 0,0 0 0,1 0 0,-1 0 0,0 0 0,0 0 0,0 0 0,0 1 0,0-1 0,0 0 0,0 0 0,0 0 0,0 0 0,0 0 0,0 0 0,0 0 0,0 1 0,0-1 0,0 0 0,0 0 0,0 0 0,0 0 0,0 0 0,-1 0 0,1 1 0,0-1 0,0 0 0,0 0 0,0 0 0,0 0 0,0 0 0,0 0 0,0 0 0,0 0 0,0 0 0,-1 0 0,1 1 0,0-1 0,0 0 0,0 0 0,0 0 0,0 0 0,0 0 0,0 0 0,-1 0 0,1 0 0,0 0 0,0 0 0,-3-8 0,-2-12 0,5 18 0,0 0 0,0 0 0,1 0 0,-1 0 0,0 0 0,1 0 0,-1 0 0,1 0 0,-1 0 0,1 1 0,0-1 0,0 0 0,0 0 0,0 1 0,0-1 0,0 1 0,1-1 0,2-2 0,-2 2 0,1 1 0,-1-1 0,1 1 0,-1-1 0,1 1 0,0 0 0,0 0 0,0 1 0,-1-1 0,1 0 0,5 0 0,0 1 0,1 0 0,-1 0 0,1 1 0,-1 0 0,0 1 0,1-1 0,15 7 0,-18-6 0,-1 1 0,1-1 0,-1 1 0,0 0 0,0 1 0,0-1 0,0 1 0,0 0 0,5 7 0,-9-10 0,0 0 0,0 1 0,0-1 0,0 1 0,0-1 0,0 1 0,-1 0 0,1-1 0,-1 1 0,1 0 0,-1-1 0,1 1 0,-1 0 0,0 0 0,0 0 0,0-1 0,0 1 0,0 0 0,0 0 0,-1-1 0,1 1 0,0 0 0,-1-1 0,1 1 0,-1 0 0,0-1 0,0 1 0,0-1 0,1 1 0,-1-1 0,-1 1 0,1-1 0,0 1 0,0-1 0,0 0 0,-3 2 0,1 0 0,-1-1 0,0 1 0,0-1 0,0 0 0,0 0 0,0 0 0,0 0 0,0-1 0,-8 2 0,-41 5 0,43-7 0,-10 2 40,0-2 0,-22-1 0,33 0-252,0-2 0,0 1 0,0-1-1,0 0 1,0 0 0,-15-8 0,15 6-6614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8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54 24575,'-4'0'0,"0"1"0,1-1 0,-1 0 0,0 1 0,0 0 0,1 0 0,-1 0 0,-4 2 0,7-2 0,0-1 0,1 0 0,-1 1 0,0-1 0,1 1 0,-1-1 0,1 1 0,-1-1 0,0 1 0,1 0 0,-1-1 0,1 1 0,0 0 0,-1-1 0,1 1 0,-1 0 0,1-1 0,0 1 0,0 0 0,-1 0 0,1 0 0,0-1 0,0 1 0,0 0 0,0 0 0,0 0 0,0-1 0,0 1 0,0 0 0,0 0 0,0-1 0,1 1 0,-1 0 0,0 0 0,0 0 0,1-1 0,-1 1 0,1 0 0,-1-1 0,0 1 0,1 0 0,-1-1 0,1 1 0,1 0 0,2 4 0,0 0 0,1-1 0,0 0 0,0 0 0,0 0 0,0 0 0,1-1 0,-1 0 0,9 3 0,7 3 0,27 7 0,-33-12 0,0-1 0,29 3 0,-38-5 0,0-1 0,0 0 0,0 0 0,0 0 0,0-1 0,0 0 0,-1 0 0,1-1 0,0 0 0,8-3 0,-12 4 0,0-1 0,0 1 0,0-1 0,0 1 0,0-1 0,-1 0 0,1 0 0,-1 0 0,1 0 0,-1 0 0,1 0 0,-1 0 0,1-4 0,0 1 0,0 0 0,-1 0 0,0 0 0,0 0 0,0 0 0,0-6 0,-1-1 0,-1 1 0,0-1 0,0 0 0,-1 1 0,-4-12 0,1 13 0,3 14 0,0 18 0,2-3 0,1-1 0,1 1 0,1-1 0,7 26 0,28 72 0,-18-59 0,-10-29 0,-1 1 0,-2 0 0,7 59 0,-14-85 0,1-1 0,-1 0 0,0 0 0,0 0 0,-1 0 0,1 0 0,0 0 0,-1 0 0,1 0 0,-1 0 0,0 0 0,1 0 0,-1-1 0,0 1 0,0 0 0,0 0 0,-1-1 0,1 1 0,0 0 0,-1-1 0,1 1 0,-1-1 0,-1 2 0,1-2 0,0 0 0,-1-1 0,1 1 0,0 0 0,0-1 0,0 1 0,-1-1 0,1 0 0,0 0 0,0 0 0,-1 0 0,1 0 0,0 0 0,0 0 0,-1-1 0,1 1 0,0-1 0,0 0 0,0 0 0,-4-1 0,-6-5 0,1 0 0,-1 0 0,1-2 0,0 1 0,1-1 0,0-1 0,1 1 0,0-2 0,0 1 0,1-1 0,0-1 0,-7-15 0,13 24-97,0 0-1,1-1 1,0 1-1,-1-1 1,1 0-1,0 1 1,1-1-1,-1 0 1,1 1-1,0-1 1,0 0-1,0 0 0,0-4 1,4-1-6729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9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30 24575,'-1'0'0,"1"0"0,-1 0 0,1-1 0,0 1 0,-1-1 0,1 1 0,-1 0 0,1-1 0,0 1 0,-1-1 0,1 1 0,0-1 0,-1 1 0,1-1 0,0 1 0,0-1 0,0 1 0,0-1 0,-1 1 0,1-1 0,0 1 0,0-1 0,0 1 0,0-1 0,0 0 0,0 1 0,0-1 0,0 1 0,1-1 0,-1 1 0,0-1 0,0 1 0,0-1 0,0 1 0,1-1 0,-1 1 0,0-1 0,1 1 0,-1-1 0,0 1 0,1-1 0,-1 1 0,0 0 0,1-1 0,-1 1 0,1 0 0,-1-1 0,1 1 0,-1 0 0,1 0 0,-1-1 0,1 1 0,-1 0 0,1 0 0,-1 0 0,1 0 0,1-1 0,3 0 0,0 0 0,1 0 0,-1 0 0,9 0 0,10 0 0,1 2 0,-1 1 0,0 0 0,0 2 0,0 1 0,0 1 0,-1 1 0,0 1 0,41 20 0,-62-27 0,1 1 0,0 0 0,-1 0 0,1 0 0,-1 0 0,0 0 0,1 0 0,-1 1 0,0-1 0,0 1 0,-1-1 0,1 1 0,0 0 0,-1 0 0,1 3 0,0-2 0,-1 1 0,0 0 0,0 0 0,-1 0 0,1-1 0,-1 1 0,0 0 0,-1 9 0,-3 4 0,0-1 0,-1 0 0,-1 0 0,-9 19 0,14-34 0,-3 7 0,0 0 0,1 0 0,0 0 0,0 1 0,1-1 0,-1 11 0,3-17 0,0 0 0,0-1 0,0 1 0,0-1 0,1 1 0,-1-1 0,1 1 0,0 0 0,0-1 0,-1 0 0,2 1 0,-1-1 0,0 0 0,0 1 0,1-1 0,-1 0 0,1 0 0,0 0 0,-1 0 0,1 0 0,0-1 0,0 1 0,0-1 0,1 1 0,-1-1 0,0 1 0,4 0 0,0 0 0,0 1 0,1-2 0,-1 1 0,1-1 0,0 0 0,-1 0 0,9-1 0,47-3 0,-58 2 14,0 1-1,-1-1 0,1 0 0,0 0 1,0 0-1,-1 0 0,1 0 1,4-3-1,-6 3-96,-1-1 1,1 1-1,-1 0 1,1 0-1,-1-1 1,0 1-1,0-1 1,1 1-1,-1-1 1,0 1-1,0-1 1,0 0-1,-1 0 1,1 0-1,0 1 1,-1-1-1,1-4 1,1-5-6744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29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16 24575,'-27'-3'0,"-14"0"0,-2 0 0,3 0 0,7 2 0,6 0 0,2 0 0,4 1 0,3 0 0,1 0 0,5 0-8191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3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 24575,'26'-10'0,"69"-22"0,-79 27 0,1 1 0,-1 1 0,32-2 0,-44 5 0,0 0 0,0 1 0,1-1 0,-1 1 0,0 0 0,0 0 0,0 0 0,0 1 0,0-1 0,-1 1 0,1 0 0,0 0 0,-1 0 0,1 1 0,-1-1 0,0 1 0,1 0 0,-2 0 0,1 0 0,0 0 0,0 1 0,-1-1 0,0 1 0,4 6 0,-4-6 0,-1 0 0,1 1 0,-1-1 0,0 0 0,0 0 0,0 1 0,0-1 0,-1 1 0,0-1 0,0 1 0,0-1 0,0 0 0,-1 1 0,0-1 0,0 0 0,0 1 0,0-1 0,-1 0 0,1 0 0,-1 0 0,0 0 0,-1 0 0,-2 5 0,0-4 0,1-1 0,1 0 0,0 0 0,1 0 0,-5 8 0,6-11 0,1-1 0,0 1 0,0-1 0,-1 1 0,1 0 0,0-1 0,0 1 0,0-1 0,0 1 0,0 0 0,0-1 0,0 1 0,0 0 0,0-1 0,0 1 0,0-1 0,0 1 0,1 0 0,-1-1 0,0 1 0,0-1 0,1 1 0,-1-1 0,0 1 0,1-1 0,-1 1 0,0-1 0,1 1 0,-1-1 0,1 1 0,-1-1 0,1 0 0,-1 1 0,1-1 0,-1 0 0,1 1 0,-1-1 0,1 0 0,0 0 0,-1 1 0,1-1 0,-1 0 0,1 0 0,0 0 0,-1 0 0,2 0 0,11 2 14,0-1-1,0-1 0,0 0 0,1-1 1,-1 0-1,22-6 0,26-2-1471,-48 9-5368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502 15 24575,'29'3'0,"-5"-2"0,-1 1 0,0 1 0,34 10 0,-132-20 0,40 1 0,-29-4 0,-117-4 0,136 16 0,-57 12 0,19-3 0,26-8-1365,41-2-5461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2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585 0 24575,'-88'14'0,"21"-5"0,-93 26 0,125-26-227,-1-2-1,1-1 1,-1-2-1,0-1 1,-36-2-1,52-2-6598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3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24575,'34'44'0,"2"-3"0,2-1 0,2-1 0,1-3 0,2-1 0,2-2 0,75 43 0,-69-50 0,46 27 0,-97-52 0,0-1 0,1 0 0,-1 0 0,1 0 0,-1 0 0,0 1 0,0-1 0,1 0 0,-1 0 0,0 1 0,1-1 0,-1 0 0,0 1 0,0-1 0,1 0 0,-1 1 0,0-1 0,0 0 0,0 1 0,0-1 0,1 0 0,-1 1 0,0-1 0,0 0 0,0 1 0,0-1 0,0 1 0,0 0 0,0-1 0,-1 1 0,1-1 0,-1 1 0,1-1 0,0 0 0,-1 1 0,1-1 0,-1 1 0,1-1 0,-1 0 0,1 0 0,-1 1 0,0-1 0,1 0 0,-1 0 0,0 1 0,-29 4 0,28-5 0,-54 6 0,-1-1 0,-62 14 0,101-15 0,1 1 0,0 0 0,0 2 0,1 0 0,0 0 0,0 2 0,-28 19 0,35-20-45,1 1 1,-1 0-1,2 1 0,-1 0 0,1 0 0,1 0 0,-8 17 1,3-7-963,6-11-5819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4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24575,'-13'43'0,"12"-33"0,1 0 0,0 0 0,1 0 0,0 0 0,1 0 0,3 13 0,23 59 0,-14-45 0,50 166 0,-55-167 0,-1 1 0,-3 0 0,3 62 0,-8-92 0,-1-5 0,1 1 0,0 0 0,0-1 0,0 1 0,1-1 0,-1 1 0,1-1 0,-1 1 0,1-1 0,0 1 0,1 2 0,0-6-30,0-5 103,1-7-1481,-2-1-5418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4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24575,'5'-3'0,"4"0"0,6 0 0,2 3 0,1 1 0,2 1 0,1 3 0,-2 0 0,2-1 0,-1-1 0,-1-1 0,-2-1 0,0 0 0,-4-1-8191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4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50 24575,'-7'-8'0,"-15"-18"0,20 25 0,1-1 0,-1 1 0,0-1 0,0 1 0,0-1 0,0 1 0,0 0 0,0 0 0,0 0 0,-4-1 0,6 2 0,0 0 0,0 0 0,0 0 0,-1 0 0,1 0 0,0 0 0,0 0 0,0 0 0,-1 0 0,1 0 0,0 0 0,0 0 0,0 0 0,0 0 0,-1 0 0,1 0 0,0 0 0,0 0 0,0 0 0,0 0 0,-1 0 0,1 0 0,0 1 0,0-1 0,0 0 0,0 0 0,0 0 0,0 0 0,-1 0 0,1 1 0,0-1 0,0 0 0,0 0 0,0 1 0,0 8 0,4 9 0,-3-17 0,38 113 0,20 69 0,-18-41 0,-33-119-1365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5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17 24575,'0'-2'0,"-1"1"0,0 0 0,0-1 0,0 1 0,-1 0 0,1 0 0,0-1 0,0 1 0,-1 0 0,1 0 0,-3-1 0,4 2 0,-1 0 0,1 0 0,0 0 0,-1 0 0,1 0 0,0 0 0,0 0 0,-1 0 0,1 0 0,0 0 0,-1 0 0,1 0 0,0 0 0,0 0 0,-1 0 0,1 0 0,0 0 0,0 1 0,-1-1 0,1 0 0,0 0 0,0 0 0,-1 0 0,1 1 0,0-1 0,0 0 0,-5 13 0,3 14 0,1 41 0,1-40 0,-3 38 0,-14 30 0,9-56 0,2-1 0,-2 51 0,8-82 0,0 1 0,0 0 0,1-1 0,0 1 0,0 0 0,1-1 0,0 1 0,0-1 0,1 0 0,1 0 0,-1 0 0,8 12 0,0-3 0,2-1 0,0 0 0,1 0 0,1-2 0,0 1 0,1-2 0,0 0 0,1-1 0,25 13 0,-35-21-170,0-1-1,1 0 0,0 0 1,0-1-1,0 0 0,0-1 1,10 2-1,-4-3-6655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5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24575,'1'-2'0,"6"-13"0,1 1 0,15-21 0,-21 32 0,0 0 0,0 1 0,1-1 0,-1 1 0,0-1 0,1 1 0,0 0 0,0 0 0,-1 0 0,1 0 0,0 1 0,1-1 0,-1 1 0,0-1 0,0 1 0,0 0 0,1 1 0,6-2 0,-7 3 0,0-1 0,0 1 0,0 0 0,0 0 0,-1 0 0,1 0 0,0 0 0,0 1 0,-1-1 0,1 1 0,0 0 0,-1-1 0,0 1 0,1 1 0,-1-1 0,0 0 0,0 0 0,0 1 0,-1-1 0,3 5 0,4 7 0,0 0 0,8 24 0,-15-35 0,6 16 0,0 1 0,8 38 0,-14-47 0,0 0 0,0 0 0,-1 0 0,0 0 0,-1 0 0,0 0 0,-3 13 0,3-20 0,0 0 0,0 0 0,0 0 0,1 0 0,0 0 0,0 1 0,0-1 0,0 0 0,1 0 0,0 0 0,1 6 0,-1-7 0,1 0 0,-1 0 0,1 0 0,0 0 0,0-1 0,0 1 0,0-1 0,0 1 0,1-1 0,-1 0 0,1 1 0,-1-1 0,1-1 0,0 1 0,3 1 0,10 6 0,1-2 0,0 0 0,0-1 0,1-1 0,0 0 0,0-2 0,0 0 0,0-1 0,1 0 0,-1-2 0,33-3 0,-43 2-273,-1 0 0,0-1 0,0 0 0,13-7 0,-10 4-6553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5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0 24575,'-27'0'0,"-11"0"0,-2 0 0,3 0 0,6 0 0,6 2 0,4 2 0,4-1 0,2-1 0,3 3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6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24575,'133'108'0,"-98"-76"0,53 64 0,-72-76 0,0 2 0,-2 0 0,-1 0 0,18 39 0,-25-44 0,0 0 0,-1 0 0,-1 0 0,0 1 0,-1-1 0,-1 1 0,0 30 0,-3-37-114,1-1 1,-2 1-1,1 0 0,-2-1 0,1 1 1,-1-1-1,-1 0 0,0 0 0,0 0 1,-1 0-1,-11 15 0,5-10-6712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59:59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0 24575,'-8'1'0,"1"0"0,0 0 0,0 0 0,1 1 0,-1 0 0,-8 4 0,6-2 0,0-1 0,-17 3 0,-1-3 0,0-2 0,-32-2 0,14 0 0,27 0-640,-35-6-1,53 6 557,-15-1-6742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0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0 24575,'-20'0'0,"-8"0"0,-3 2 0,2 2 0,4 1 0,3 1 0,3-1 0,2 1 0,2 0 0,3-2-8191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4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24575,'1'-1'0,"0"-1"0,0 0 0,0 0 0,1 1 0,-1-1 0,1 1 0,-1-1 0,1 1 0,0 0 0,-1 0 0,1 0 0,3-2 0,3-2 0,-4 1 0,1 1 0,-1-1 0,1 1 0,0 0 0,0 1 0,0-1 0,0 1 0,1 0 0,-1 0 0,1 1 0,-1 0 0,1 0 0,0 0 0,-1 0 0,1 1 0,0 0 0,-1 0 0,1 1 0,0-1 0,-1 1 0,7 2 0,18 5 0,47 6 0,-35-11 0,78-2 0,-51-3 0,-45 1 0,30-5 0,17-1 0,-21 7 0,-21 0 0,0-1 0,47-7 0,-44 4 0,0 1 0,1 2 0,34 2 0,-7 1 0,28 5 0,-2 1 0,-70-7 0,27 5 0,-34-4 0,1-1 0,-1 1 0,0-1 0,0-1 0,0 0 0,1 0 0,-1-1 0,16-3 0,-4 0 0,0 0 0,1 2 0,-1 0 0,0 2 0,28 2 0,0-1 0,157 8 0,-18 8 0,-155-14 0,0-1 0,59-5 0,-3-12 0,-14 2 0,8 0 0,-43 6 0,72-3 0,-105 10 0,51 0 0,60-8 0,-47 3 0,106 3 0,-82 4 0,442-2 0,-513-1 0,30-6 0,-29 4 0,27-1 0,-29 3 0,26-5 0,-26 2 0,27 0 0,-39 4 0,1-2 0,16-3 0,-16 3 0,0 0 0,13-1 0,180 3 0,-98 0 0,-90 1 0,32 6 0,-31-4 0,25 1 0,-18-3 0,46 7 0,-36-4 0,0-1 0,66-3 0,-37-2 0,-12 2 0,192-8 0,-197 3 0,0 2 0,78 5 0,-39 12 0,-26-7 0,-37-3 0,26 0 0,28 3 0,4 1 0,-40-9 0,61-8 0,26-6 0,-103 13 0,1 0 0,31 2 0,24-1 0,-32-6 0,-31 4 0,31-2 0,30 7 0,58-4 0,-88-4 0,-29 2 0,26 0 0,-25 3-108,-7 1-206,1-1 0,0 2-1,22 3 1,-24-1-6512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6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24575,'8'-6'0,"0"1"0,0 0 0,1 0 0,-1 1 0,1 0 0,0 1 0,0 0 0,0 0 0,0 1 0,1 0 0,-1 0 0,17 1 0,-7 0 0,-12 0 0,1 1 0,-1 0 0,1 0 0,-1 1 0,1 0 0,12 3 0,-19-3 0,1 0 0,-1 0 0,1 0 0,-1 0 0,0 1 0,0-1 0,0 0 0,1 1 0,-1-1 0,-1 0 0,1 1 0,0-1 0,0 1 0,0 0 0,-1-1 0,1 1 0,-1-1 0,1 4 0,5 35 0,-4-26 0,4 22 0,-2-17 0,1 32 0,-5-45 0,0 1 0,0 0 0,-1-1 0,0 1 0,0 0 0,-1-1 0,0 0 0,-5 11 0,-17 28 0,17-35 0,1 0 0,0 1 0,1 0 0,0 0 0,-5 20 0,9-28 0,1 0 0,0-1 0,0 1 0,0 0 0,0 0 0,0-1 0,1 1 0,-1 0 0,1-1 0,-1 1 0,1 0 0,0-1 0,0 1 0,1-1 0,-1 0 0,0 1 0,1-1 0,-1 0 0,1 0 0,0 0 0,0 0 0,0 0 0,0 0 0,0 0 0,0-1 0,0 1 0,0-1 0,1 1 0,4 1 0,1 0 0,-1 1 0,1-2 0,0 1 0,0-1 0,1 0 0,-1-1 0,0 0 0,13 0 0,0-1 0,-14 1 0,0-1 0,1 0 0,-1 0 0,1-1 0,-1 0 0,12-3 0,-18 3-85,0 1 0,0-1-1,0 1 1,0-1 0,0 0-1,0 0 1,0 1 0,0-1-1,0 0 1,0 0 0,-1 0-1,1 0 1,0 0 0,-1 0-1,1-1 1,3-7-6741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7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6 24575,'-7'0'0,"-5"0"0,-3 0 0,-2 0 0,-2 3 0,0 0 0,-1 0 0,0 0 0,0-2 0,1 0 0,-1 0 0,-2-3 0,0-1 0,1-1 0,0 2 0,1 0 0,1-2 0,4 0-8191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8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45 24575,'-27'-8'0,"-12"-1"0,-1-1 0,4 3 0,5 1 0,6 3 0,4 1 0,6 4 0,1 1 0,0 1 0,0 1 0,0 1 0,-1-2 0,1-1 0,2 0-8191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9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64 24575,'0'-2'0,"0"-1"0,1 0 0,-1 1 0,1-1 0,-1 0 0,1 1 0,0-1 0,0 1 0,0-1 0,0 1 0,1 0 0,-1-1 0,1 1 0,-1 0 0,1 0 0,0 0 0,-1 0 0,1 0 0,0 0 0,1 0 0,-1 1 0,0-1 0,0 1 0,1 0 0,-1 0 0,0-1 0,1 1 0,0 1 0,-1-1 0,1 0 0,2 0 0,1 0 0,-1 0 0,1 1 0,-1-1 0,1 1 0,0 0 0,-1 1 0,1-1 0,-1 1 0,1 0 0,-1 1 0,0-1 0,1 1 0,-1 0 0,7 3 0,-2 2 0,0 0 0,-1 1 0,0 0 0,0 0 0,0 1 0,-1 0 0,10 14 0,-7-5 0,0 0 0,0 1 0,10 27 0,-18-37 0,-1-1 0,1 1 0,-1 0 0,-1 0 0,1 9 0,-2-12 0,1-1 0,-1 1 0,-1 0 0,1 0 0,-1-1 0,0 1 0,0 0 0,-5 10 0,5-14 0,-1 1 0,0-1 0,1 1 0,-1-1 0,0 0 0,-1 0 0,1 0 0,0 0 0,0 0 0,-1-1 0,1 1 0,-1-1 0,0 1 0,1-1 0,-1 0 0,0 0 0,0 0 0,0 0 0,0-1 0,1 1 0,-1-1 0,-5 0 0,-4 1 0,0-1 0,0-1 0,0 0 0,-13-3 0,10 1 0,0-1 0,0 0 0,0-1 0,1-1 0,0 0 0,0-1 0,0-1 0,-18-13 0,24 15 0,1 0 0,0 0 0,0-1 0,0 0 0,1 0 0,0 0 0,1-1 0,0 0 0,0 0 0,0 0 0,1-1 0,1 1 0,-1-1 0,1 0 0,-2-12 0,5 19 4,-1 0-1,1-1 0,0 1 1,0 0-1,0-1 0,0 1 1,0 0-1,0 0 0,1-1 1,-1 1-1,1 0 0,-1 0 0,1-1 1,0 1-1,0 0 0,0 0 1,0 0-1,1 0 0,-1 0 1,0 0-1,1 1 0,-1-1 1,1 0-1,0 1 0,-1-1 1,1 1-1,0-1 0,0 1 1,0 0-1,0 0 0,0 0 1,0 0-1,1 0 0,-1 1 1,2-1-1,8-2-251,-1 1 1,0 0-1,1 1 1,-1 0-1,20 1 1,-19 1-6579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0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24575,'0'3'0,"-2"0"0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0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24575,'0'0'0,"-1"0"0,1 0 0,0 0 0,-1 0 0,1 0 0,0 0 0,0 0 0,-1 0 0,1 0 0,0 1 0,0-1 0,0 0 0,-1 0 0,1 0 0,0 0 0,0 1 0,0-1 0,-1 0 0,1 0 0,0 0 0,0 1 0,0-1 0,0 0 0,0 0 0,-1 0 0,1 1 0,0-1 0,0 0 0,0 0 0,0 1 0,0-1 0,0 13 0,5 11 0,4 0 0,1 1 0,0-1 0,22 35 0,-30-57 0,0 1 0,0-1 0,0 0 0,0 0 0,0 1 0,1-2 0,-1 1 0,0 0 0,1 0 0,0-1 0,-1 1 0,1-1 0,0 0 0,0 0 0,0 0 0,0 0 0,0 0 0,0-1 0,3 1 0,8 0 0,0 0 0,0-1 0,15-3 0,6 1 0,-13 1 0,36-7 0,-25 2 0,-19 4-1365,-2-2-5461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0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24575,'3'20'0,"2"8"0,4 3 0,3 0 0,-2-2 0,1-1 0,1-4 0,1 0 0,0-2 0,1-2 0,0-2 0,0-2 0,-2-1 0,0-1 0,-1 0 0,-1-2-8191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0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24575,'38'10'0,"-1"1"0,1 2 0,65 33 0,-88-38 0,-1 1 0,0 0 0,0 1 0,-1 0 0,0 1 0,-1 1 0,0 0 0,-1 1 0,0 0 0,-1 1 0,13 22 0,-9-8 0,-1 0 0,-2 0 0,9 33 0,-16-46 0,-1 1 0,0-1 0,-1 1 0,-1 0 0,0 0 0,-1 0 0,-4 27 0,2-34 10,0-1 0,0 0 0,-1 0 0,0 0 0,-1 0 0,1 0 0,-2-1 0,1 0 0,-1 0 0,0 0 0,-9 9 0,4-5-258,-1-2 1,0 0-1,-1 0 1,0-1-1,-25 13 1,18-11-6579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1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22 24575,'-1'-2'0,"0"1"0,0-1 0,0 1 0,0-1 0,0 1 0,-1 0 0,1 0 0,0-1 0,-1 1 0,1 0 0,-1 0 0,1 0 0,-1 1 0,1-1 0,-1 0 0,1 1 0,-1-1 0,0 1 0,-1-1 0,1 1 0,0 0 0,0 0 0,0 1 0,0-1 0,0 0 0,0 1 0,1 0 0,-1-1 0,0 1 0,0 0 0,1 0 0,-1 0 0,0 0 0,1 0 0,-1 0 0,1 1 0,-2 1 0,-11 10 0,1 1 0,0 0 0,1 1 0,0 1 0,-12 23 0,18-27 0,0 0 0,1 1 0,0 0 0,1 0 0,0 0 0,1 1 0,1-1 0,-1 19 0,1 6 0,6 66 0,-3-89 0,2 0 0,0 0 0,1 0 0,0-1 0,1 1 0,1-1 0,9 16 0,33 43 39,-27-42-1443,-11-16-5422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2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14 24575,'0'-1'0,"0"0"0,0 0 0,0 1 0,0-1 0,0 0 0,0 0 0,0 0 0,0 1 0,0-1 0,0 0 0,0 0 0,0 1 0,-1-1 0,1 0 0,0 1 0,-1-2 0,-5 10 0,-3 6 0,-22 17 0,23-23 0,0 0 0,1 0 0,-11 15 0,10-12 0,2 1 0,-1-1 0,2 2 0,-1-1 0,2 0 0,-1 1 0,2 0 0,0 0 0,0 0 0,1 0 0,1 1 0,0-1 0,1 0 0,0 1 0,1-1 0,4 15 0,0-4 0,2 0 0,1-1 0,1 0 0,1-1 0,1 1 0,1-2 0,0 0 0,2 0 0,0-2 0,2 1 0,0-2 0,1 0 0,28 22 0,-35-32-341,1-1 0,0-1-1,14 7 1,-13-7-6485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3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24575,'1'-3'0,"-1"1"0,1-1 0,0 0 0,0 1 0,0-1 0,0 0 0,1 1 0,-1 0 0,1-1 0,0 1 0,-1 0 0,1 0 0,0 0 0,0 0 0,0 0 0,1 0 0,-1 0 0,0 1 0,1-1 0,-1 1 0,1 0 0,4-2 0,-3 2 0,1 0 0,-1 1 0,1-1 0,-1 1 0,1 0 0,0 0 0,-1 0 0,1 1 0,-1 0 0,1 0 0,-1 0 0,1 0 0,5 3 0,-4-2 0,1 1 0,-1 0 0,0 0 0,0 0 0,0 1 0,-1 0 0,6 5 0,-8-7 0,-1 1 0,0 0 0,0 0 0,0 0 0,0 0 0,0 0 0,-1 0 0,0 0 0,1 0 0,-1 1 0,0-1 0,-1 0 0,1 1 0,0-1 0,-1 7 0,0 0 0,-1 1 0,0 0 0,-1 0 0,0-1 0,-7 19 0,5-15 0,0-1 0,-2 23 0,5-25 0,1-1 0,0 1 0,1-1 0,3 19 0,-3-24 0,0 0 0,0 0 0,1-1 0,0 1 0,0-1 0,0 0 0,0 1 0,0-1 0,1 0 0,0 0 0,0 0 0,6 5 0,-6-7 0,-1 0 0,1 0 0,1-1 0,-1 1 0,0-1 0,0 0 0,0 0 0,1 0 0,-1 0 0,1-1 0,6 1 0,42-3 0,-29 1 0,-8 1-70,-8 0-189,-1 0 0,1 0 0,-1-1 0,10-2 0,-7 0-6567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3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7 24575,'-13'-3'0,"-5"0"0,-4 2 0,1 2 0,1 0 0,1 1 0,2-1 0,1 2 0,1 1 0,-2 0 0,-1-2 0,1-2 0,0-2 0,-1-1 0,2 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4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30 24575,'-29'-5'0,"-13"-1"0,-1 0 0,2 1 0,5 1 0,6 2 0,6 1 0,5 3 0,3 1 0,1 0 0,4 0-8191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5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55 24575,'1'-3'0,"-1"0"0,1 1 0,0-1 0,0 0 0,0 1 0,1-1 0,-1 0 0,0 1 0,1 0 0,0-1 0,-1 1 0,1 0 0,0 0 0,0 0 0,1 0 0,-1 0 0,0 1 0,0-1 0,1 0 0,-1 1 0,1 0 0,0 0 0,-1 0 0,1 0 0,0 0 0,0 0 0,-1 1 0,1-1 0,0 1 0,0 0 0,0 0 0,0 0 0,-1 0 0,1 0 0,0 1 0,0-1 0,0 1 0,-1 0 0,6 2 0,9 4 0,0 1 0,-1 1 0,0 0 0,-1 1 0,1 1 0,-2 0 0,0 2 0,20 21 0,-27-27 0,0 2 0,-1-1 0,0 0 0,0 1 0,-1 0 0,-1 1 0,1-1 0,-1 1 0,-1 0 0,0-1 0,2 15 0,-4-19 0,0-1 0,-1 1 0,0 0 0,0 0 0,0 0 0,-1 0 0,1-1 0,-1 1 0,0 0 0,-1-1 0,1 1 0,-1 0 0,0-1 0,0 0 0,0 1 0,0-1 0,-1 0 0,0 0 0,0 0 0,0-1 0,0 1 0,-1-1 0,1 1 0,-1-1 0,0 0 0,-5 2 0,-1 1 0,0-1 0,0-1 0,0 0 0,0-1 0,-1 0 0,0 0 0,0-1 0,1 0 0,-15 0 0,12-2 0,0 0 0,-1-1 0,1 0 0,0-1 0,0 0 0,0-1 0,-17-6 0,21 5 0,1 1 0,-1-2 0,1 1 0,0-1 0,0 0 0,0-1 0,1 0 0,-8-8 0,11 10 0,0-1 0,0 0 0,0 0 0,1-1 0,0 1 0,0-1 0,0 1 0,1-1 0,-1 0 0,2 0 0,-1 0 0,1 0 0,-1-7 0,1 3 0,0 1 0,1-1 0,1 1 0,0 0 0,0-1 0,0 1 0,2 0 0,2-11 0,-2 13 0,-1 1 0,1 0 0,0 0 0,1 0 0,-1 0 0,1 0 0,1 1 0,-1-1 0,1 1 0,-1 0 0,12-8 0,-14 12-195,1-1 0,-1 1 0,1-1 0,-1 1 0,1 0 0,4-1 0,4 0-6631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6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 24575,'-3'-2'0,"0"1"0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6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24575,'34'-1'0,"27"1"0,-55 0 0,0 1 0,0 0 0,0 0 0,0 0 0,0 1 0,0 0 0,7 3 0,-10-3 0,0-1 0,-1 1 0,1 0 0,0 1 0,-1-1 0,0 0 0,1 1 0,-1-1 0,0 1 0,0 0 0,0 0 0,-1-1 0,1 1 0,-1 0 0,0 1 0,1-1 0,-1 0 0,-1 0 0,1 0 0,0 1 0,-1-1 0,0 0 0,1 1 0,-1-1 0,-1 0 0,1 1 0,-1 4 0,0-4 0,0-1 0,1 1 0,-1 0 0,-1 0 0,1 0 0,-1-1 0,1 1 0,-1-1 0,0 1 0,0-1 0,-1 0 0,1 0 0,-1 0 0,1 0 0,-1 0 0,0-1 0,0 1 0,0-1 0,-1 0 0,1 0 0,-1 0 0,-6 3 0,0-2 0,0-1 0,0 0 0,0-1 0,-1 0 0,1-1 0,0 0 0,-14-2 0,2-1 0,1-1 0,-30-10 0,46 12 0,1 1 0,0-1 0,0 1 0,0-1 0,0 0 0,0-1 0,1 1 0,-1-1 0,1 0 0,-6-5 0,8 7 0,-1-1 0,1 0 0,0 0 0,0 0 0,0 0 0,0 0 0,0 0 0,1 0 0,-1-1 0,1 1 0,-1 0 0,1 0 0,0-1 0,-1 1 0,1 0 0,1 0 0,-1-1 0,0 1 0,0 0 0,1 0 0,-1-1 0,2-2 0,0 2 6,-1 0 0,1 0-1,0 1 1,0-1 0,0 0-1,0 1 1,0 0 0,0-1 0,1 1-1,-1 0 1,1 0 0,-1 1-1,1-1 1,0 0 0,0 1-1,0-1 1,0 1 0,0 0 0,0 0-1,4 0 1,-1-1-155,0 1 1,0 0-1,0 0 1,1 1-1,-1-1 1,0 1-1,0 1 1,0-1-1,11 3 1,-8 1-6678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7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32 24575,'3'-4'0,"0"1"0,1 0 0,-1 0 0,1 0 0,0 1 0,0-1 0,0 1 0,0 0 0,7-2 0,-9 3 0,1 1 0,-1-1 0,1 1 0,0 0 0,-1 0 0,1 0 0,-1 0 0,1 0 0,0 0 0,-1 1 0,1 0 0,-1-1 0,1 1 0,-1 0 0,1 0 0,-1 0 0,5 3 0,3 3 0,1 0 0,-1 0 0,0 2 0,-1-1 0,0 1 0,0 0 0,-1 1 0,14 20 0,-21-26 0,1-1 0,0 1 0,-1 0 0,0-1 0,0 1 0,0 0 0,0 0 0,-1 0 0,1 0 0,-1 0 0,0 0 0,-1 0 0,1 0 0,0 0 0,-1 0 0,-2 6 0,2-8 0,0 1 0,0-1 0,0 1 0,-1-1 0,1 0 0,-1 1 0,0-1 0,1 0 0,-1 0 0,0 0 0,0 0 0,-1-1 0,1 1 0,0 0 0,-1-1 0,1 0 0,0 1 0,-1-1 0,0 0 0,1 0 0,-1-1 0,1 1 0,-1 0 0,-3-1 0,-9 2 0,1-1 0,-1-1 0,1 0 0,-1-1 0,-26-6 0,31 5 0,1-1 0,0 0 0,-1 0 0,1-1 0,1 0 0,-1-1 0,0 1 0,1-2 0,-13-10 0,18 13 11,0 0 0,1 0 0,-1 0 0,0 0 0,1-1 0,0 0-1,0 1 1,0-1 0,0 0 0,-2-6 0,4 8-82,-1 0 1,1 0-1,-1-1 0,1 1 0,0 0 1,0 0-1,0-1 0,0 1 1,0 0-1,0-1 0,1 1 0,-1 0 1,1-1-1,0 1 0,0 0 1,-1 0-1,1 0 0,1 0 0,-1 0 1,2-2-1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17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24575,'21'4'0,"0"2"0,-1 1 0,1 0 0,31 18 0,-40-18 0,1 1 0,-1 0 0,-1 1 0,0 1 0,0-1 0,-1 2 0,17 21 0,-7-4 0,-1 0 0,24 52 0,-36-64 0,-1-1 0,0 1 0,-1 0 0,-1 1 0,0-1 0,-2 1 0,2 23 0,-4-33 11,-1 1 0,0-1 0,0 0 0,0 1 0,-1-1 0,0 0-1,0 0 1,-1 0 0,0 0 0,-5 8 0,1-3-308,-1-1 0,-1 1 0,0-1 0,-14 13 0,8-9-6529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4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24575,'2'-1'0,"0"-1"0,0 1 0,0-1 0,1 1 0,-1 0 0,0 0 0,1 0 0,-1 0 0,1 1 0,-1-1 0,1 0 0,3 1 0,34-2 0,-28 2 0,20-1 0,-16 0 0,-1 1 0,1 0 0,-1 1 0,1 1 0,20 4 0,-33-5 0,0 0 0,0 0 0,1 1 0,-1-1 0,0 1 0,-1 0 0,1 0 0,0 0 0,0 0 0,-1 0 0,1 0 0,-1 1 0,0-1 0,0 1 0,3 4 0,-2-2 0,-1-1 0,0 1 0,-1 0 0,1-1 0,-1 1 0,0 0 0,0 0 0,0 0 0,-1 8 0,0 2 0,-2 1 0,0-1 0,0 0 0,-2-1 0,0 1 0,-6 15 0,7-21 0,-1-1 0,0 0 0,0 0 0,-1-1 0,-10 13 0,-33 30 0,39-41 0,6-5 0,-1-1 0,1 1 0,0 0 0,1 0 0,-1 0 0,-2 6 0,4-9 0,1 0 0,-1-1 0,1 1 0,0 0 0,-1 0 0,1 0 0,0 0 0,-1 0 0,1 0 0,0 0 0,0 0 0,0 0 0,0 0 0,0 0 0,0 0 0,0 0 0,1 0 0,-1 0 0,0 0 0,0 0 0,1 0 0,-1 0 0,0 0 0,1-1 0,-1 1 0,1 0 0,0 0 0,-1 0 0,1 0 0,-1-1 0,1 1 0,0 0 0,0-1 0,-1 1 0,3 0 0,4 3 0,1-1 0,0 0 0,0-1 0,0 0 0,0 0 0,0-1 0,12 1 0,61-2 0,-36-2 0,-32 3-86,-7-1-170,1 0 1,-1 0-1,0-1 0,10-1 0,-6-1-6570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4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24575,'0'-5'0,"3"-1"0,3-1 0,2 2 0,6 2 0,3 1 0,2 0 0,2 2 0,1 0 0,0 0 0,1 0 0,-1 1 0,-2-1 0,-1 0 0,-3 0 0,0 0 0,-4 0-8191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5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 24575,'0'0'0,"0"0"0,-1 0 0,1 0 0,0-1 0,0 1 0,0 0 0,0 0 0,0 0 0,0 0 0,0 0 0,0 0 0,0-1 0,0 1 0,0 0 0,0 0 0,-1 0 0,1 0 0,0 0 0,0 0 0,0 0 0,0 0 0,0 0 0,0 0 0,-1 0 0,1 0 0,0-1 0,0 1 0,0 0 0,0 0 0,0 0 0,-1 0 0,1 0 0,0 0 0,0 0 0,0 0 0,0 0 0,0 0 0,-1 1 0,1-1 0,0 0 0,0 0 0,0 0 0,1 7 0,7 10 0,7 10 0,-2 1 0,0 0 0,12 43 0,-21-56-227,0-1-1,-1 0 1,-1 1-1,0-1 1,0 21-1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5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15 24575,'-27'-2'0,"-14"-1"0,-2-1 0,3 2 0,7 0 0,3 1 0,5 0 0,4 1 0,3 3 0,5 0-8191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6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54 24575,'0'-2'0,"1"-1"0,0 0 0,0 0 0,0 0 0,0 1 0,0-1 0,1 1 0,-1-1 0,1 1 0,0-1 0,-1 1 0,1 0 0,0 0 0,0 0 0,1 0 0,-1 0 0,0 0 0,3-1 0,-1 1 0,-1 1 0,1 0 0,-1 0 0,1 0 0,0 0 0,-1 1 0,1-1 0,0 1 0,-1 0 0,1 0 0,0 1 0,5 0 0,6 3 0,1 0 0,-1 1 0,0 1 0,0 0 0,17 11 0,-15-9 0,-1 2 0,0 0 0,20 17 0,-31-23 0,0 0 0,-1 1 0,0-1 0,0 1 0,0 0 0,-1 0 0,0 0 0,0 1 0,0-1 0,0 1 0,-1-1 0,0 1 0,0 0 0,1 9 0,-2-11 0,-1 1 0,0-1 0,-1 1 0,1-1 0,-1 0 0,1 1 0,-1-1 0,-1 0 0,1 1 0,-1-1 0,1 0 0,-1 0 0,0 0 0,-1 0 0,1-1 0,-1 1 0,1 0 0,-1-1 0,0 0 0,-6 6 0,3-5 0,1 0 0,-1 1 0,0-2 0,0 1 0,0-1 0,0 0 0,0 0 0,-1 0 0,0-1 0,1 0 0,-1-1 0,-11 2 0,5-2 0,1-1 0,-1-1 0,1 0 0,-1-1 0,1 0 0,-1 0 0,1-2 0,0 1 0,0-2 0,0 1 0,1-2 0,-22-12 0,26 13 0,0-1 0,0 1 0,0-1 0,1 0 0,0 0 0,0-1 0,1 0 0,-1 0 0,2 0 0,-1-1 0,1 1 0,0-1 0,0 0 0,1 0 0,1-1 0,-1 1 0,1-1 0,0 1 0,0-13 0,2 19-35,-1-10 75,0 1 0,2-1 0,1-19 0,-2 29-92,1 0 1,-1 0-1,0 0 1,1 0 0,0 0-1,-1 0 1,1 0 0,0 1-1,0-1 1,0 0 0,0 0-1,0 0 1,0 1-1,0-1 1,1 1 0,-1-1-1,1 1 1,-1-1 0,1 1-1,0 0 1,-1 0 0,1 0-1,0 0 1,0 0-1,0 0 1,0 0 0,-1 1-1,4-1 1,4 0-6775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7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24575,'0'3'0,"0"2"0,0 4 0,3 3 0,0-2-8191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7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24575,'11'-8'0,"0"0"0,0 0 0,1 1 0,0 0 0,0 1 0,1 1 0,-1 0 0,1 0 0,1 1 0,21-3 0,-18 5 0,0 1 0,1 0 0,-1 2 0,0 0 0,0 0 0,0 2 0,0 0 0,18 6 0,-26-6 0,0 0 0,0 1 0,0-1 0,15 10 0,-23-12 0,1 0 0,-1 0 0,1 0 0,-1 1 0,1-1 0,-1 1 0,0-1 0,0 1 0,1-1 0,-1 1 0,0 0 0,-1-1 0,2 3 0,-2-2 0,1-1 0,-1 1 0,0-1 0,0 0 0,0 1 0,0-1 0,0 1 0,0-1 0,-1 1 0,1-1 0,0 0 0,-1 1 0,1-1 0,-1 0 0,1 1 0,-1-1 0,0 0 0,0 0 0,1 1 0,-3 0 0,0 2 0,0-1 0,0 0 0,-1 0 0,1 0 0,-1-1 0,0 1 0,0-1 0,-6 3 0,-35 13 0,44-18 0,-97 26 0,68-20 0,29-6 0,0 1 0,0-1 0,0 0 0,0 0 0,0 1 0,0-1 0,0 0 0,0 1 0,0-1 0,1 1 0,-1-1 0,0 1 0,0-1 0,0 1 0,1 0 0,-1-1 0,0 1 0,0 1 0,1-2 0,0 1 0,0-1 0,0 1 0,-1-1 0,1 1 0,0 0 0,0-1 0,1 1 0,-1-1 0,0 1 0,0-1 0,0 1 0,0-1 0,0 1 0,1-1 0,-1 1 0,0-1 0,0 1 0,1-1 0,-1 0 0,0 1 0,1-1 0,0 1 0,2 3 0,0-1 0,1 0 0,0-1 0,-1 1 0,1-1 0,5 3 0,73 31 0,-52-25 0,0 2 0,31 20 0,-55-29 0,1 0 0,0 0 0,0 1 0,7 7 0,-13-11 0,0 0 0,0 0 0,1 0 0,-1 0 0,0 1 0,-1-1 0,1 0 0,0 1 0,0-1 0,0 1 0,-1-1 0,1 1 0,-1-1 0,1 1 0,-1 0 0,0-1 0,1 1 0,-1-1 0,0 1 0,0 0 0,0-1 0,-1 3 0,1-3 0,-1 1 0,0-1 0,0 1 0,0-1 0,0 1 0,0-1 0,0 0 0,0 0 0,0 1 0,-1-1 0,1 0 0,0 0 0,-1 0 0,1 0 0,-1-1 0,1 1 0,-1 0 0,1 0 0,-1-1 0,1 1 0,-4-1 0,-4 3 0,0-1 0,-14 0 0,22-2 0,-158 11 0,64-6-1365,79-5-5461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39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24575,'20'4'0,"0"1"0,-1 0 0,1 2 0,23 11 0,-31-11 0,-1 0 0,1 0 0,-1 1 0,-1 0 0,0 1 0,0 0 0,13 16 0,0 5 0,-2 0 0,-1 1 0,-2 1 0,-1 1 0,-2 1 0,-1 0 0,-1 1 0,-2 0 0,-2 1 0,9 66 0,-17-95-54,0 1-1,0 0 0,-1 0 1,-1 0-1,1 0 1,-1 0-1,0-1 0,-1 1 1,0 0-1,0-1 1,-1 1-1,0-1 0,0 0 1,0 0-1,-1 0 0,0 0 1,-1 0-1,0-1 1,0 0-1,0 0 0,0 0 1,-1-1-1,0 0 1,-10 7-1,2-3-6771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40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21 24575,'-1'-1'0,"1"0"0,0 0 0,0-1 0,-1 1 0,1 0 0,-1 0 0,1 0 0,-1 0 0,0 0 0,1 0 0,-1 1 0,0-1 0,1 0 0,-1 0 0,0 0 0,0 1 0,0-1 0,0 0 0,0 1 0,0-1 0,0 0 0,-2 0 0,1 1 0,0 0 0,1 0 0,-1 0 0,0 1 0,0-1 0,1 0 0,-1 1 0,0-1 0,0 1 0,1 0 0,-1-1 0,0 1 0,-2 2 0,-11 7 0,0 1 0,1 1 0,1 0 0,0 1 0,0 0 0,2 1 0,-1 0 0,-16 30 0,18-27 0,1 1 0,1 0 0,0 0 0,1 1 0,1-1 0,1 2 0,1-1 0,1 0 0,0 1 0,2 0 0,0-1 0,1 1 0,3 24 0,1-22 0,1 0 0,0-1 0,2 0 0,1 0 0,0-1 0,16 28 0,-7-21 0,1 0 0,1-1 0,39 41 0,-13-21-1365,-27-28-5461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4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24575,'2'-1'0,"0"-1"0,0 1 0,0 0 0,0 0 0,0-1 0,0 2 0,0-1 0,0 0 0,0 0 0,0 1 0,0-1 0,1 1 0,-1-1 0,0 1 0,0 0 0,4 0 0,4 1 0,0 0 0,14 3 0,-6-1 0,0 0 0,-8-2 0,0 0 0,0 1 0,0 0 0,12 5 0,-20-6 0,1 0 0,-1 0 0,0 0 0,0 0 0,0 1 0,0-1 0,0 1 0,0-1 0,0 1 0,0 0 0,-1 0 0,1-1 0,-1 1 0,1 1 0,-1-1 0,0 0 0,0 0 0,0 0 0,0 1 0,0-1 0,0 0 0,0 5 0,1 6 0,-1-1 0,-1 1 0,0 0 0,-3 24 0,2-29 0,-1 0 0,1 0 0,-2 0 0,1 0 0,-1 0 0,-1-1 0,1 1 0,-8 10 0,-2-1 0,2 1 0,0-1 0,1 2 0,1 0 0,0 0 0,-6 22 0,15-40 0,0-1 0,0 1 0,-1 0 0,1 0 0,0 0 0,0 0 0,0 0 0,0 0 0,0 0 0,0 0 0,0 0 0,0 0 0,0 0 0,1 0 0,-1 0 0,0 0 0,1 0 0,-1-1 0,1 1 0,-1 0 0,0 0 0,1 0 0,0 0 0,0 0 0,0 0 0,1 0 0,-1 0 0,1 0 0,-1 0 0,1-1 0,0 1 0,-1-1 0,1 1 0,-1-1 0,1 1 0,0-1 0,3 0 0,5 0 0,0 0 0,0-1 0,17-4 0,-23 4 0,32-3 0,0 0 0,0 3 0,0 0 0,0 3 0,45 7 0,-74-8-120,-4 0 31,0-1 0,-1 1 1,1-1-1,0 0 0,0 0 0,-1 0 0,1 0 0,0 0 0,0 0 0,-1-1 0,1 1 0,0-1 0,5-2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43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24575,'27'-3'0,"14"0"0,5 0 0,-3 1 0,-4 0 0,-7 1 0,-5 0 0,-5 1 0,-7 0-8191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0:4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9 866 24575,'-8'-20'0,"7"13"0,1 0 0,0 0 0,1 0 0,-1 0 0,1 0 0,1 0 0,-1 0 0,1 0 0,0 0 0,1 1 0,0-1 0,0 1 0,0 0 0,5-8 0,3-2 0,1 1 0,0 1 0,1-1 0,16-13 0,23-16 4,3 1 1,82-49-1,129-55-147,-255 142 126,512-239-666,-396 188 740,-91 42-681,-23 10-6170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1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3 24575,'0'0'0,"0"0"0,0-1 0,0 1 0,-1 0 0,1 0 0,0 0 0,0 0 0,0 0 0,0-1 0,-1 1 0,1 0 0,0 0 0,0 0 0,0 0 0,-1 0 0,1 0 0,0 0 0,0 0 0,0 0 0,-1 0 0,1 0 0,0 0 0,0 0 0,0 0 0,-1 0 0,1 0 0,0 0 0,0 0 0,-1 0 0,1 0 0,0 0 0,0 0 0,0 0 0,-1 0 0,1 0 0,-4 8 0,1 13 0,3-21 0,0 54 0,1-42 0,-1 0 0,0 0 0,-1 1 0,0-1 0,-1 0 0,-7 23 0,2-18 0,-11 18 0,12-25 0,0 1 0,1 0 0,0 0 0,-6 23 0,10-33 0,1 1 0,0-1 0,0 1 0,-1-1 0,1 1 0,0-1 0,0 1 0,0-1 0,0 1 0,1-1 0,-1 1 0,0-1 0,1 0 0,-1 1 0,1-1 0,-1 1 0,1-1 0,-1 0 0,1 1 0,0-1 0,0 0 0,0 0 0,0 0 0,0 1 0,2 1 0,-1-2 0,0 0 0,0 0 0,1 0 0,-1-1 0,0 1 0,1 0 0,-1-1 0,0 0 0,1 1 0,-1-1 0,0 0 0,1 0 0,-1 0 0,1-1 0,-1 1 0,3-1 0,9-3 0,1 0 0,-1-2 0,17-7 0,-4 0 0,118-53 0,-119 52-1365,-16 9-5461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2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24575,'7'-4'0,"0"0"0,0 0 0,1 1 0,0 0 0,-1 0 0,1 1 0,0 0 0,0 1 0,1-1 0,-1 1 0,0 1 0,11 0 0,-8 1 0,1 0 0,-1 1 0,0 0 0,0 1 0,-1 0 0,1 0 0,-1 2 0,16 7 0,-21-10 0,-1 1 0,0 0 0,0 0 0,-1 0 0,1 1 0,0-1 0,-1 1 0,0 0 0,0-1 0,0 2 0,-1-1 0,1 0 0,-1 0 0,0 1 0,0-1 0,0 1 0,-1 0 0,0 0 0,1 6 0,-1-4 0,0 0 0,-1 0 0,0 0 0,0 0 0,-1 0 0,0 0 0,0 0 0,-1 0 0,0-1 0,0 1 0,-1 0 0,-6 11 0,-7 11 0,-40 78 0,56-106 0,-2 2 0,1 0 0,0 0 0,-1 0 0,2 0 0,-1 0 0,0 0 0,0 5 0,1-7 0,0 0 0,0 0 0,0 0 0,1 0 0,-1 0 0,0 0 0,1-1 0,-1 1 0,1 0 0,-1 0 0,1 0 0,-1-1 0,1 1 0,-1 0 0,1-1 0,0 1 0,-1 0 0,1-1 0,0 1 0,0-1 0,-1 1 0,1-1 0,0 1 0,0-1 0,0 0 0,0 1 0,0-1 0,-1 0 0,1 0 0,0 0 0,2 1 0,12 1 0,1 0 0,0-2 0,0 1 0,18-3 0,3 1 0,-5 0 0,-1-2 0,1 0 0,-1-2 0,0-1 0,43-15 0,-73 20-5,0 1 0,0 0-1,0-1 1,0 1-1,0-1 1,0 1 0,0-1-1,-1 1 1,1-1 0,0 0-1,0 1 1,0-1 0,-1 0-1,2-1 1,-2 2 12,0 0 0,0-1 0,0 1 0,0 0 1,0-1-1,1 1 0,-1 0 0,0-1 0,0 1 0,0 0 0,-1-1 1,1 1-1,0 0 0,0-1 0,0 1 0,0 0 0,0-1 0,0 1 1,0 0-1,-1-1 0,1 1 0,0 0 0,0-1 0,0 1 1,-1 0-1,1 0 0,-1-1 0,-2-1-255,0-1 1,0 1-1,0 0 1,-1 0-1,-6-2 1,-2-2-6579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24575,'27'-5'0,"14"-1"0,2-3 0,-4 1 0,-3 1 0,-5 3 0,-6-2 0,-5 1 0,-3 2 0,-4-2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3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1 333 24575,'46'-16'0,"0"-3"0,76-44 0,-115 59 0,-1-1 0,1 0 0,-1 0 0,0-1 0,0 0 0,0 0 0,-1 0 0,0-1 0,5-9 0,-8 14 0,-1 0 0,0 0 0,0 0 0,0 0 0,-1-1 0,1 1 0,0 0 0,-1-1 0,1 1 0,-1 0 0,0-1 0,0 1 0,0-1 0,0 1 0,0-1 0,-1 1 0,1 0 0,-1-1 0,1 1 0,-1 0 0,0 0 0,0-1 0,0 1 0,0 0 0,0 0 0,-1 0 0,1 0 0,-1 0 0,1 0 0,-1 1 0,0-1 0,1 0 0,-1 1 0,0-1 0,-2 0 0,-3-3 0,0 1 0,-1 0 0,1 0 0,-1 1 0,0 0 0,1 0 0,-1 1 0,-1 0 0,1 0 0,0 1 0,0 0 0,-1 0 0,1 1 0,-13 1 0,20-1 0,0 0 0,-1 0 0,1 1 0,0-1 0,0 0 0,-1 1 0,1-1 0,0 1 0,0-1 0,-1 1 0,1-1 0,0 1 0,0 0 0,0 0 0,0-1 0,0 1 0,0 0 0,0 0 0,0 0 0,0 0 0,-1 2 0,2-1 0,-1 0 0,0 0 0,1 0 0,0 0 0,-1-1 0,1 1 0,0 0 0,0 0 0,0 0 0,0 0 0,0 0 0,1 0 0,0 2 0,1 3 0,0 0 0,0-1 0,1 0 0,0 1 0,0-1 0,1 0 0,5 7 0,0-3 0,-1-1 0,2 0 0,-1 0 0,1-1 0,0 0 0,1 0 0,0-1 0,0-1 0,1 0 0,18 7 0,-12-8 0,0 1 0,0-2 0,1-1 0,0 0 0,0-1 0,29-1 0,-30-3 0,1 0 0,-2-2 0,1 0 0,0-1 0,-1 0 0,0-1 0,0-1 0,29-17 0,-44 23 0,0-1 0,1 1 0,-1 0 0,0-1 0,0 1 0,0-1 0,-1 0 0,1 0 0,0 0 0,-1 0 0,1 0 0,-1 0 0,1 0 0,-1 0 0,0 0 0,0-1 0,0 1 0,0-1 0,-1 1 0,1-1 0,0 1 0,-1-1 0,0 1 0,0-1 0,0-2 0,0 0 0,-1 0 0,0 1 0,-1-1 0,1 0 0,-1 1 0,0-1 0,0 1 0,0 0 0,-1 0 0,1 0 0,-1 0 0,-5-6 0,4 6 15,0-1 0,0-1 0,1 1 0,0 0 0,0-1 0,0 0 0,-3-9 0,6 14-53,-1-1 0,1 1 0,-1 0 0,1-1 0,0 1 0,0-1-1,0 1 1,0 0 0,0-1 0,0 1 0,0-1 0,0 1 0,1-1 0,-1 1 0,0 0 0,1-1 0,-1 1 0,1 0 0,0-1-1,-1 1 1,1 0 0,0 0 0,0 0 0,0 0 0,0 0 0,0 0 0,0 0 0,0 0 0,0 0 0,0 0 0,0 0 0,0 0-1,1 1 1,-1-1 0,0 1 0,1-1 0,-1 1 0,3-1 0,7-2-6788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4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161 102 24575,'-12'-6'0,"-5"-1"0,-31-10 0,44 16 0,0 0 0,0 0 0,-1 0 0,1 1 0,0 0 0,0 0 0,0 0 0,0 0 0,0 0 0,-1 1 0,1 0 0,0 0 0,-7 3 0,10-4 0,-1 1 0,1-1 0,0 1 0,0 0 0,0-1 0,0 1 0,0 0 0,0 0 0,0 0 0,0 0 0,1 0 0,-1 0 0,0 0 0,0 0 0,1 0 0,-1 1 0,1-1 0,-1 0 0,1 0 0,-1 2 0,1-1 0,0 0 0,0 1 0,0-1 0,0 0 0,0 0 0,0 0 0,1 0 0,-1 1 0,1-1 0,0 0 0,0 2 0,3 3 0,0 0 0,0 0 0,0 0 0,1-1 0,8 9 0,-6-8 0,1 0 0,0 0 0,0-1 0,0-1 0,1 1 0,0-1 0,0-1 0,0 0 0,15 5 0,-11-5 0,0-1 0,1 0 0,-1-1 0,1 0 0,0-2 0,20 0 0,-30 0 0,-1 0 0,1-1 0,-1 1 0,0-1 0,1 0 0,-1 0 0,0 0 0,0-1 0,0 1 0,0-1 0,0 1 0,0-1 0,0 0 0,0 0 0,-1-1 0,1 1 0,-1 0 0,1-1 0,-1 0 0,0 1 0,0-1 0,0 0 0,-1 0 0,1 0 0,-1 0 0,3-6 0,-3 4 0,0 1 0,0-1 0,-1 0 0,1 1 0,-1-1 0,0 0 0,0 1 0,-1-1 0,1 0 0,-1 1 0,0-1 0,0 1 0,-1-1 0,1 1 0,-1-1 0,0 1 0,0 0 0,-1 0 0,-2-4 0,-2 0-59,0 0 0,0 0-1,0 1 1,-1 0-1,0 0 1,-1 1 0,1 0-1,-1 0 1,0 1 0,-1 0-1,1 1 1,-1 0 0,0 1-1,0 0 1,0 0-1,-1 1 1,1 0 0,0 1-1,-1 0 1,1 1 0,-1 0-1,-19 3 1,14 0-6767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4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0 24575,'-33'3'0,"-53"5"0,75-6 0,-1 1 0,2 0 0,-1 0 0,0 1 0,-15 7 0,24-10 0,0 1 0,0-1 0,-1 0 0,1 0 0,1 1 0,-1-1 0,0 1 0,0 0 0,1 0 0,-1-1 0,0 1 0,1 0 0,0 0 0,0 1 0,-1-1 0,1 0 0,0 0 0,1 0 0,-1 1 0,0-1 0,1 0 0,-1 1 0,1-1 0,0 1 0,0-1 0,0 0 0,0 1 0,0-1 0,0 1 0,2 4 0,-1-4 0,0 0 0,0 0 0,1 0 0,0 0 0,-1 0 0,1 0 0,0-1 0,0 1 0,1 0 0,-1-1 0,0 0 0,1 1 0,-1-1 0,1 0 0,0 0 0,0-1 0,0 1 0,0-1 0,0 1 0,0-1 0,0 0 0,4 1 0,4 0 0,-1 0 0,1-1 0,0 0 0,1-1 0,-1 0 0,0-1 0,18-3 0,-24 3 0,-1 0 0,1-1 0,-1 1 0,0-1 0,1 0 0,-1 0 0,0-1 0,-1 1 0,6-5 0,-7 5 0,0 0 0,0 0 0,0 0 0,0 0 0,-1-1 0,1 1 0,-1 0 0,1-1 0,-1 0 0,0 1 0,0-1 0,0 0 0,-1 1 0,1-1 0,-1 0 0,1-4 0,-1 4 0,-1-1 0,1 1 0,-1-1 0,0 1 0,0 0 0,0 0 0,0-1 0,0 1 0,-1 0 0,1 0 0,-1 0 0,0 0 0,0 0 0,0 1 0,0-1 0,-1 1 0,1-1 0,-4-2 0,3 3 0,1 0 0,-1-1 0,0 1 0,0 1 0,0-1 0,0 0 0,0 1 0,0 0 0,0-1 0,-1 1 0,1 0 0,0 1 0,-1-1 0,1 1 0,0-1 0,-1 1 0,1 0 0,-5 1 0,6-1 0,1 1 0,0-1 0,-1 1 0,1-1 0,0 1 0,0 0 0,0-1 0,0 1 0,0 0 0,0 0 0,0 0 0,0 0 0,0 0 0,0 0 0,0 0 0,0 0 0,1 0 0,-1 1 0,0-1 0,1 0 0,-1 0 0,1 1 0,0-1 0,-1 0 0,1 1 0,0-1 0,0 0 0,0 1 0,-1-1 0,2 0 0,-1 1 0,0-1 0,0 0 0,1 2 0,0 5 0,0-1 0,1 0 0,0 1 0,5 11 0,-3-11-76,0-1 1,0 0-1,0 0 0,1-1 0,-1 1 0,2-1 0,-1 0 0,1 0 1,0-1-1,0 1 0,0-1 0,1-1 0,0 1 0,0-1 1,0 0-1,0-1 0,15 5 0,-9-4-6750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24575,'107'155'0,"70"110"0,-174-259-227,0-1-1,0 1 1,-1-1-1,1 1 1,1 10-1,-2-4-6598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12 24575,'-22'-3'0,"-12"0"0,-3 0 0,2 0 0,3 4 0,4 1 0,4 3 0,7 1-8191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6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97 24575,'20'-15'0,"53"-35"0,-65 45 0,1 0 0,0 1 0,0 0 0,0 1 0,1 0 0,15-4 0,-22 7 0,0-1 0,0 1 0,0 0 0,0 0 0,0 0 0,0 0 0,0 1 0,0-1 0,1 1 0,-1 0 0,-1 0 0,1 0 0,0 0 0,0 0 0,0 1 0,0-1 0,3 3 0,-3 0 0,1-1 0,-1 0 0,0 1 0,0-1 0,-1 1 0,1 0 0,-1 0 0,0 0 0,0 0 0,3 7 0,-1 5 0,0 0 0,-1 1 0,-1-1 0,0 0 0,-1 24 0,-3-19 0,0 0 0,-1 0 0,-1-1 0,-9 26 0,6-22 0,1 1 0,-3 29 0,9-51 0,-1-1 0,1 1 0,0-1 0,0 1 0,0-1 0,1 1 0,-1-1 0,1 1 0,-1-1 0,1 0 0,0 1 0,0-1 0,0 0 0,2 4 0,-1-4 0,0 0 0,0 0 0,0 0 0,0 0 0,0-1 0,0 1 0,1-1 0,-1 1 0,1-1 0,-1 0 0,1 0 0,4 1 0,7 2 0,0-1 0,1-1 0,25 2 0,46-5 0,-34 0 0,-34 0 60,25-2 0,-38 2-195,0 0 0,0 0 0,0 0 0,-1 0 0,1-1 0,0 0 0,-1 0 0,0 0 0,1-1 0,4-3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6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30 24575,'-30'-4'0,"-11"-3"0,-5 1 0,4 1 0,6 1 0,5 2 0,5 1 0,4 3 0,3 1 0,6 3 0,2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30 24575,'-29'-5'0,"-15"-1"0,-3 0 0,3 1 0,5 1 0,8 2 0,4 1 0,3 3 0,5 1 0,2 0 0,2 0 0,0-1 0,4 2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6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27 24575,'-29'-5'0,"-13"-1"0,-3-1 0,2 2 0,8 2 0,6 3 0,3 2 0,4 3 0,3 1 0,5-1-8191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37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30 24575,'-9'5'0,"0"0"0,1 0 0,-1 1 0,1 0 0,0 1 0,1-1 0,0 1 0,0 1 0,0 0 0,-6 9 0,10-12 0,0-1 0,1 1 0,-1 0 0,1 0 0,1 0 0,-1 0 0,0 0 0,1 0 0,0 0 0,1 1 0,-1-1 0,1 0 0,0 0 0,0 1 0,0-1 0,1 0 0,0 1 0,0-1 0,0 0 0,1 0 0,2 5 0,1-1 0,0 0 0,0 0 0,1 0 0,0-1 0,0 0 0,1 0 0,0-1 0,1 0 0,12 10 0,-9-9 0,0-1 0,0 0 0,1 0 0,0-1 0,0-1 0,25 8 0,-32-12 0,0 0 0,0 0 0,0 0 0,0-1 0,0 0 0,0 0 0,0 0 0,0 0 0,0-1 0,0 0 0,0 0 0,0 0 0,0-1 0,0 0 0,-1 0 0,1 0 0,0 0 0,-1-1 0,5-3 0,-3 2 0,-1-1 0,-1 0 0,1 0 0,-1 0 0,1 0 0,-2-1 0,1 1 0,0-1 0,-1 0 0,0 0 0,-1-1 0,1 1 0,-1 0 0,1-8 0,-1 6 7,-1-1-1,0 1 0,-1-1 0,0 1 1,0-1-1,-1 1 0,0 0 1,0-1-1,-1 1 0,0 0 1,0 0-1,-1 0 0,0 0 0,-1 0 1,0 1-1,0-1 0,0 1 1,-7-7-1,4 5-120,0 0 0,-1 1-1,-1 0 1,1 0 0,-1 1 0,0 0-1,-1 1 1,0 0 0,0 0 0,0 1-1,-1 0 1,-19-5 0,5 4-6712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1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8 117 24575,'-7'-28'0,"7"26"0,0 0 0,1 0 0,-1 0 0,1 0 0,-1 0 0,1 1 0,0-1 0,0 0 0,0 0 0,0 1 0,0-1 0,0 0 0,0 1 0,0-1 0,1 1 0,-1 0 0,0-1 0,1 1 0,-1 0 0,1 0 0,0 0 0,2-2 0,5-1 0,0 0 0,1 0 0,11-3 0,-5 2 0,2-1 0,1 1 0,0 1 0,34-4 0,58 5 0,-104 3 0,-1 0 0,1 1 0,-1 0 0,1 0 0,-1 1 0,0-1 0,1 2 0,-1-1 0,0 0 0,0 1 0,-1 0 0,10 7 0,-5-2 0,0 1 0,-1 0 0,0 0 0,0 1 0,9 16 0,-2-6 0,2 0 0,33 31 0,-49-49 0,0 0 0,1 0 0,-1 1 0,0-1 0,0 1 0,0-1 0,-1 1 0,1 0 0,-1-1 0,1 1 0,-1 0 0,0 0 0,0 0 0,0 0 0,0 0 0,-1 0 0,1 0 0,-1 1 0,0 3 0,-1-3 0,1 0 0,-1 0 0,-1 0 0,1 0 0,-1 0 0,1 0 0,-1-1 0,0 1 0,0-1 0,-1 1 0,1-1 0,-1 0 0,0 0 0,-4 4 0,-1 0 0,0 0 0,0-1 0,-1 0 0,0 0 0,0-1 0,0 0 0,-1-1 0,1 0 0,-1 0 0,-18 3 0,10-4 0,-1 0 0,1-1 0,-1-1 0,0-1 0,-22-3 0,22 0 0,1 0 0,-1-2 0,1 0 0,0-1 0,0-1 0,0-1 0,1-1 0,0 0 0,-18-14 0,28 18 0,0 0 0,1 0 0,0-1 0,0 0 0,0-1 0,1 1 0,0-1 0,0 0 0,0 0 0,1-1 0,-4-9 0,6 13 0,1 1 0,0-1 0,0 1 0,0-1 0,1 0 0,-1 0 0,1 1 0,0-1 0,0 0 0,0 0 0,0 0 0,1 1 0,0-1 0,-1 0 0,1 1 0,1-1 0,-1 0 0,0 1 0,1-1 0,0 1 0,0 0 0,0 0 0,0 0 0,0 0 0,1 0 0,-1 0 0,5-3 0,14-11 0,0 1 0,1 1 0,30-15 0,-43 25 0,0 0 0,0 1 0,1 0 0,0 1 0,0 0 0,0 1 0,0-1 0,0 2 0,0 0 0,0 0 0,0 1 0,1 0 0,-1 0 0,0 1 0,14 4 0,-4-1 0,0 1 0,-1 0 0,1 2 0,-1 1 0,-1 0 0,31 18 0,-44-22 0,0 0 0,0 1 0,0-1 0,0 1 0,-1 0 0,0 0 0,0 1 0,0-1 0,0 1 0,-1 0 0,0-1 0,0 2 0,-1-1 0,0 0 0,0 0 0,1 9 0,-2-9 0,0-1 0,-1 1 0,0-1 0,0 1 0,-1-1 0,0 1 0,0-1 0,0 1 0,0-1 0,-1 0 0,0 0 0,0 1 0,0-1 0,-1-1 0,0 1 0,1 0 0,-2-1 0,1 1 0,-8 7 0,5-6 0,-1-1 0,1 0 0,-1 0 0,0-1 0,-1 1 0,1-2 0,-1 1 0,0-1 0,1 0 0,-1-1 0,-1 1 0,1-2 0,0 1 0,0-1 0,-13 0 0,0-1 0,0-1 0,0-1 0,0-1 0,1-1 0,-22-7 0,32 8 0,-12-2 0,1-2 0,0 0 0,-40-20 0,56 24 0,1 0 0,-1 0 0,1 0 0,-1 0 0,1-1 0,0 0 0,0 0 0,1 0 0,-1 0 0,1-1 0,0 1 0,0-1 0,0 0 0,1 0 0,-1 0 0,1 0 0,0 0 0,1 0 0,0-1 0,-1 1 0,1-9 0,0 10 0,1 1 0,0-1 0,0 1 0,0-1 0,0 1 0,1-1 0,-1 1 0,1-1 0,0 1 0,0-1 0,0 1 0,1 0 0,-1-1 0,1 1 0,0 0 0,-1 0 0,1 0 0,1 0 0,-1 1 0,0-1 0,1 0 0,-1 1 0,1 0 0,0 0 0,0 0 0,0 0 0,0 0 0,0 0 0,0 1 0,1-1 0,4 0 0,6-2-55,0 1-1,0 1 0,0 0 1,0 1-1,1 0 0,21 2 1,-13 0-921,-4-1-5850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0 24575,'-9'1'0,"0"0"0,0 1 0,1 0 0,-1 0 0,1 0 0,-1 1 0,1 1 0,0-1 0,0 1 0,1 1 0,-10 6 0,-77 53-682,-171 87-1,240-140-6143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3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90 24575,'0'-3'0,"-1"0"0,1 0 0,-1-1 0,1 1 0,0 0 0,0-1 0,0 1 0,1 0 0,-1 0 0,1-1 0,0 1 0,0 0 0,0 0 0,0 0 0,4-6 0,-4 7 0,1-1 0,0 1 0,0 0 0,1 0 0,-1 0 0,0 0 0,1 0 0,-1 1 0,1-1 0,-1 1 0,1-1 0,0 1 0,0 0 0,0 0 0,0 0 0,-1 0 0,6 0 0,9-1 0,0 0 0,30 2 0,-37 1 0,-1 0 0,0 0 0,1 1 0,-1 0 0,0 1 0,14 5 0,-21-7 0,0 0 0,0 0 0,-1 1 0,1-1 0,0 1 0,-1-1 0,1 1 0,0-1 0,-1 1 0,0 0 0,1 0 0,-1-1 0,0 1 0,1 3 0,0-1 0,-1 1 0,1-1 0,-1 1 0,0-1 0,-1 1 0,1 6 0,-1 1 0,0-1 0,-1 0 0,0 0 0,-1-1 0,-4 13 0,-6 15 0,7-23 0,0 0 0,0 0 0,2 1 0,0-1 0,1 1 0,-1 17 0,4-29 6,-1 1-1,1-1 1,0 1-1,0-1 0,1 0 1,-1 1-1,1-1 1,0 0-1,0 0 1,1 0-1,-1 0 1,1-1-1,0 1 0,-1-1 1,2 1-1,-1-1 1,0 0-1,1 0 1,-1 0-1,1-1 1,7 4-1,-8-4-70,1 0 1,0 0-1,0-1 1,0 1-1,0-1 1,0 0-1,1 0 0,-1-1 1,0 1-1,0-1 1,1 0-1,-1 0 1,0 0-1,1 0 0,-1-1 1,0 0-1,0 0 1,0 0-1,0-1 1,0 1-1,0-1 1,7-4-1,2-3-6761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3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24575,'-24'5'0,"-11"2"0,-2 1 0,3 3 0,5-1 0,5 0 0,6-1-8191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 24575,'-25'-2'0,"-10"1"0,-2 1 0,1 1 0,3 2 0,6 1 0,4 2 0,4 0 0,3 2 0,1-1 0,2-2 0,2-1-8191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4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7 24575,'-27'-3'0,"-14"0"0,-2 2 0,6 4 0,6 2 0,10-1-8191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1:4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12 24575,'7'-3'0,"1"1"0,0 0 0,0 0 0,0 1 0,0 0 0,0 0 0,0 1 0,0 0 0,0 1 0,0-1 0,0 2 0,0-1 0,0 1 0,0 0 0,0 1 0,-1 0 0,1 0 0,-1 0 0,0 1 0,0 0 0,10 8 0,-6-4 0,-2 0 0,1 1 0,-1 0 0,-1 0 0,13 18 0,-19-25 0,0 1 0,-1-1 0,1 1 0,-1 0 0,0-1 0,0 1 0,0 0 0,0 0 0,0-1 0,-1 1 0,1 0 0,-1 0 0,0 0 0,0 0 0,0 0 0,0 0 0,0 0 0,-1 0 0,1 0 0,-1-1 0,0 1 0,0 0 0,0 0 0,0 0 0,0-1 0,0 1 0,-1-1 0,0 1 0,1-1 0,-4 4 0,-2 1 0,-1-1 0,0 1 0,0-1 0,0-1 0,0 1 0,-1-1 0,0-1 0,0 0 0,0 0 0,-16 3 0,9-2 0,0-2 0,-1 0 0,1-1 0,-1-1 0,-26-1 0,37-1 0,0 1 0,0-1 0,-1-1 0,1 1 0,1-1 0,-1 0 0,0 0 0,0 0 0,-5-4 0,9 4 0,-1 1 0,1-1 0,-1 0 0,1 0 0,0 0 0,0 0 0,0-1 0,0 1 0,0 0 0,0-1 0,1 1 0,-1-1 0,1 0 0,0 1 0,0-1 0,0 0 0,0 0 0,0 0 0,1 0 0,-1-4 0,0-8 40,0 0 0,3-25 0,-2 35-154,1 1 0,0-1-1,0 0 1,0 1 0,1-1 0,-1 1-1,1-1 1,0 1 0,0 0 0,1-1-1,-1 1 1,5-5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29 24575,'-15'-3'0,"-130"-19"0,122 20 0,0 1 0,0 1 0,-1 1 0,-27 5 0,41-4 0,0 0 0,1 1 0,-18 8 0,24-10 0,0 0 0,0 1 0,0 0 0,0-1 0,1 1 0,-1 0 0,0 0 0,1 1 0,0-1 0,-1 1 0,1-1 0,0 1 0,0-1 0,1 1 0,-3 3 0,4-4 0,0 0 0,-1-1 0,1 1 0,0-1 0,0 1 0,0 0 0,0-1 0,1 1 0,-1 0 0,0-1 0,1 1 0,-1-1 0,1 1 0,0-1 0,-1 1 0,1-1 0,0 1 0,0-1 0,0 1 0,0-1 0,0 0 0,0 0 0,0 0 0,0 1 0,1-1 0,1 1 0,5 4 0,0 0 0,1-1 0,10 5 0,-16-9 0,36 17 0,68 20 0,-7-4 0,-82-27 0,30 13 0,-43-18 0,-1 1 0,1 0 0,-1 0 0,1 0 0,-1 0 0,0 1 0,4 3 0,-7-6 0,0 0 0,-1 0 0,1 0 0,0 0 0,-1 0 0,1 0 0,-1 0 0,1 0 0,-1 0 0,1 0 0,-1 0 0,0 0 0,0 0 0,1 0 0,-1 0 0,0 0 0,0 0 0,0 0 0,0 0 0,0 0 0,0 1 0,-1-1 0,1 2 0,-1-1 0,0-1 0,0 1 0,0 0 0,-1-1 0,1 1 0,0-1 0,-1 1 0,1-1 0,-1 0 0,1 1 0,-1-1 0,-2 1 0,-4 3 0,-1-1 0,-1 0 0,1 0 0,-11 2 0,-2-1 0,-1-1 0,0 0 0,0-2 0,-1 0 0,1-2 0,-32-3 0,43 0-1365,3 0-5461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24575,'-1'2'0,"-1"0"0,1 0 0,0 0 0,0 0 0,0 1 0,1-1 0,-1 0 0,0 1 0,1-1 0,-1 0 0,1 1 0,0-1 0,0 1 0,0-1 0,0 0 0,0 1 0,1-1 0,-1 1 0,1-1 0,-1 0 0,1 1 0,0-1 0,0 0 0,0 0 0,0 0 0,1 0 0,-1 0 0,0 0 0,3 2 0,-1 1 0,2-1 0,-1 0 0,0 0 0,1 0 0,0-1 0,0 1 0,0-1 0,0 0 0,1-1 0,9 4 0,-5-2 0,1-1 0,0-1 0,0 0 0,0 0 0,0-1 0,0 0 0,0-1 0,15-1 0,-22 0 0,1 0 0,-1 0 0,1 0 0,-1 0 0,0-1 0,1 0 0,-1 0 0,0 0 0,0 0 0,-1 0 0,1-1 0,0 0 0,-1 0 0,1 0 0,-1 0 0,0-1 0,0 1 0,-1-1 0,1 1 0,-1-1 0,1 0 0,2-9 0,-2 4 0,0-1 0,1-14 0,-3 20 0,-1 15 0,0-1 0,2 1 0,-1-1 0,1 0 0,6 18 0,23 51 0,-21-54 0,64 126 0,-3-7 0,-68-137 0,-1-1 0,1 1 0,-1 0 0,0 0 0,1 10 0,-3-15 0,0-1 0,0 1 0,0-1 0,0 0 0,0 1 0,0-1 0,0 0 0,-1 1 0,1-1 0,0 0 0,-1 1 0,1-1 0,-1 0 0,1 1 0,-1-1 0,0 0 0,0 0 0,1 0 0,-1 0 0,0 0 0,0 0 0,0 0 0,0 0 0,0 0 0,-1 0 0,1-1 0,0 1 0,0 0 0,0-1 0,-1 1 0,1-1 0,0 1 0,-1-1 0,1 1 0,-2-1 0,-8 2 0,1-1 0,-1-1 0,1 0 0,-1 0 0,0-1 0,1 0 0,-1-1 0,1 0 0,-12-4 0,0-2 0,1 0 0,0-1 0,-24-14 0,31 14-170,-1 0-1,1-1 0,0 0 1,1-1-1,0 0 0,1-1 1,-13-16-1,17 18-6655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5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252 108 24575,'-35'-21'0,"1"1"0,0 0 0,-56-20 0,87 38 0,-1 1 0,0 0 0,0 0 0,0 0 0,0 1 0,0-1 0,0 1 0,-6 0 0,9 0 0,0 1 0,0-1 0,0 0 0,0 0 0,0 0 0,1 1 0,-1-1 0,0 1 0,0-1 0,1 0 0,-1 1 0,0-1 0,1 1 0,-1 0 0,0-1 0,1 1 0,-2 1 0,2-1 0,-1 0 0,1 0 0,-1 0 0,1 1 0,0-1 0,0 0 0,-1 0 0,1 0 0,0 1 0,0-1 0,0 0 0,1 0 0,-1 1 0,0-1 0,0 0 0,1 2 0,1 4 0,1 0 0,0 0 0,0-1 0,1 1 0,-1-1 0,1 0 0,1 0 0,-1 0 0,10 9 0,6 4 0,29 21 0,-31-26 0,51 39 0,54 46 0,-122-98 0,0 0 0,0-1 0,0 1 0,0 0 0,0 0 0,0 0 0,0 0 0,0 0 0,-1 0 0,1 1 0,0-1 0,-1 0 0,1 0 0,-1 0 0,0 1 0,1-1 0,-1 0 0,0 1 0,0-1 0,0 1 0,0-1 0,0 0 0,-1 0 0,1 0 0,-1 0 0,0 0 0,1-1 0,-1 1 0,0 0 0,1-1 0,-1 1 0,0 0 0,0-1 0,1 1 0,-1-1 0,0 1 0,0-1 0,0 1 0,0-1 0,0 0 0,0 0 0,0 1 0,0-1 0,0 0 0,0 0 0,-1 0 0,-12 2 0,1-1 0,-1-1 0,1 0 0,-1-1 0,-14-3 0,-69-17 0,59 12 0,16 5-43,17 4-77,1 0 0,0-1 0,-1 0-1,1 0 1,0 0 0,0 0 0,0 0 0,0-1-1,0 0 1,-7-4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24575,'5'30'0,"4"16"0,3 9 0,1-1 0,2-2 0,1-2 0,2-3 0,0-4 0,0-2 0,0-3 0,-2-4 0,0-2 0,-1-1 0,-1-4 0,1-5 0,-3-2 0,-1-3 0,-3-4-8191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24575,'70'15'0,"-27"-6"0,74 7 0,-103-15 0,0-1 0,0 0 0,1-1 0,-1-1 0,-1 0 0,1-1 0,0-1 0,0 0 0,18-8 0,-17 5 0,1-1 0,-1 0 0,0-1 0,13-12 0,-24 18 0,0 0 0,-1 0 0,1-1 0,-1 0 0,0 0 0,0 0 0,0 0 0,-1 0 0,1 0 0,-1-1 0,0 1 0,0-1 0,-1 1 0,1-1 0,-1 0 0,0 0 0,0 0 0,-1 0 0,1-5 0,-1 7 0,-1 0 0,1 0 0,-1 1 0,1-1 0,-1 0 0,0 1 0,0-1 0,0 0 0,0 1 0,-1-1 0,1 1 0,-1-1 0,-2-2 0,0 1 0,0 0 0,0 0 0,0 0 0,0 1 0,-1-1 0,-7-3 0,2 2 0,-1 0 0,0 0 0,-1 1 0,1 1 0,-22-4 0,30 6 0,-1 1 0,0-1 0,0 1 0,1 0 0,-1 0 0,0 1 0,1-1 0,-8 3 0,10-3 0,-1 1 0,1-1 0,0 1 0,-1 0 0,1 0 0,0 0 0,0 0 0,-1-1 0,1 2 0,0-1 0,0 0 0,0 0 0,0 0 0,0 0 0,0 1 0,1-1 0,-1 0 0,0 1 0,1-1 0,-1 1 0,1-1 0,-1 1 0,0 2 0,0 4 0,0 1 0,0 0 0,1 0 0,0-1 0,1 1 0,0 0 0,0 0 0,1-1 0,0 1 0,6 14 0,-4-12 0,1-1 0,1 0 0,0 0 0,0 0 0,1-1 0,0 0 0,16 15 0,-14-15 0,0-1 0,1 0 0,1-1 0,-1 0 0,1 0 0,0-1 0,1-1 0,-1 0 0,1 0 0,0-1 0,0-1 0,1 0 0,-1-1 0,1 0 0,-1-1 0,14 0 0,-22-1 0,0 0 0,0-1 0,-1 1 0,1-1 0,0 0 0,0 0 0,-1-1 0,1 1 0,-1-1 0,1 1 0,-1-1 0,0 0 0,0 0 0,0-1 0,4-3 0,-5 4 0,0 0 0,0-1 0,0 0 0,0 1 0,-1-1 0,0 0 0,1 0 0,-1 0 0,0 0 0,0 0 0,0 0 0,-1 0 0,1 0 0,-1 0 0,0 0 0,0 0 0,0 0 0,0 0 0,-1-5 0,-1-5 0,1 8 0,0 0 0,0 0 0,0-1 0,1 1 0,0 0 0,1-7 0,-1 11 0,0 0 0,0 1 0,0-1 0,0 1 0,1-1 0,-1 0 0,0 1 0,1-1 0,-1 1 0,0-1 0,1 1 0,-1-1 0,0 1 0,1-1 0,-1 1 0,1-1 0,-1 1 0,1 0 0,-1-1 0,1 1 0,-1 0 0,1-1 0,0 1 0,1 0 0,-1 0 0,1 0 0,0 0 0,-1 0 0,1 0 0,-1 0 0,1 0 0,-1 0 0,1 1 0,-1-1 0,1 1 0,-1-1 0,3 2 0,13 7 0,-1 1 0,-1 0 0,26 21 0,-24-16 0,39 22 0,-41-28 0,-4-3 0,0 1 0,0-1 0,1-1 0,0 0 0,0-1 0,20 5 0,-31-9 0,0 0 0,0 0 0,0 0 0,0 0 0,0 0 0,0 0 0,0 0 0,0-1 0,0 1 0,0 0 0,0 0 0,0-1 0,0 1 0,0-1 0,0 1 0,0-1 0,0 1 0,0-1 0,0 1 0,-1-1 0,1 0 0,0 1 0,0-1 0,0-1 0,0 0 0,0 0 0,0 0 0,0 0 0,0 0 0,-1-1 0,1 1 0,-1 0 0,0 0 0,1 0 0,-1 0 0,0-3 0,-1-2 0,1 0 0,-1 1 0,0-1 0,-1 1 0,0-1 0,0 1 0,-3-7 0,-14-23 0,27 45 0,1-1 0,0 0 0,0-1 0,0 0 0,1-1 0,0 1 0,18 6 0,-23-10 0,0-1 0,0 0 0,1-1 0,-1 1 0,0-1 0,1 0 0,0-1 0,-1 1 0,1-1 0,-1 0 0,1 0 0,0-1 0,-1 0 0,1 0 0,-1 0 0,1-1 0,-1 1 0,6-4 0,32-21 0,-29 16 0,-10 8 0,-1 1 0,1-1 0,0 1 0,-1 0 0,1 0 0,0 0 0,0 0 0,0 1 0,-1-1 0,1 1 0,0 0 0,0 1 0,0-1 0,0 0 0,6 3 0,4 0 0,1 1 0,22 11 0,-20-8-455,0 1 0,21 14 0,-26-13-6371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420 245 24575,'-82'-70'0,"-106"-68"0,179 132 0,0 1 0,0 0 0,0 0 0,-1 1 0,-16-5 0,24 8 0,0 1 0,0-1 0,0 1 0,-1 0 0,1 0 0,0 0 0,0 0 0,0 0 0,-1 0 0,1 0 0,0 1 0,0-1 0,0 1 0,0 0 0,0 0 0,0-1 0,0 1 0,0 1 0,0-1 0,0 0 0,0 0 0,1 1 0,-1-1 0,1 1 0,-1-1 0,1 1 0,-1 0 0,1-1 0,0 1 0,0 0 0,0 0 0,0 0 0,-1 2 0,-2 6 0,1-1 0,1 1 0,0 0 0,0 0 0,1 0 0,0-1 0,0 1 0,1 0 0,3 20 0,3 7 0,12 45 0,-17-79 0,14 48 0,2 0 0,2-1 0,44 80 0,-27-69 0,2-1 0,61 72 0,-77-106-341,2 0 0,1-2-1,38 29 1,-54-46-6485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75 24575,'-27'-10'0,"-14"-3"0,-4 1 0,-1-1 0,6 3 0,8 2 0,3 3 0,5 3 0,4 1 0,3 3 0,1 1 0,2 3 0,3 1-8191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24575,'3'8'0,"0"0"0,1-1 0,0 0 0,1 0 0,-1 0 0,1 0 0,1-1 0,-1 0 0,1 0 0,0 0 0,1 0 0,10 6 0,-10-7 0,0 0 0,1-1 0,0 0 0,0 0 0,0-1 0,1 0 0,-1-1 0,1 0 0,-1 0 0,1 0 0,15 0 0,-21-2 0,0-1 0,0 1 0,0 0 0,-1-1 0,1 0 0,0 1 0,0-1 0,0 0 0,-1-1 0,1 1 0,-1 0 0,1-1 0,-1 1 0,1-1 0,-1 0 0,0 0 0,0 0 0,0 0 0,0 0 0,0 0 0,0-1 0,0 1 0,-1-1 0,0 1 0,1-1 0,-1 1 0,0-1 0,0 0 0,1-4 0,1-4 0,-1-1 0,-1 0 0,1 0 0,-2 0 0,-1-21 0,1 33 0,0 0 0,0 0 0,0 0 0,0-1 0,0 1 0,0 0 0,0 0 0,0-1 0,0 1 0,0 0 0,0 0 0,0-1 0,0 1 0,0 0 0,0 0 0,0-1 0,0 1 0,0 0 0,0 0 0,0 0 0,0-1 0,0 1 0,0 0 0,1 0 0,-1-1 0,0 1 0,0 0 0,0 0 0,0 0 0,1 0 0,-1-1 0,0 1 0,0 0 0,0 0 0,1 0 0,7 7 0,11 23 0,-14-20 0,5 5-273,-1-1 0,2 0 0,0-1 0,18 18 0,-19-23-6553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24575,'12'17'0,"2"-1"0,0 0 0,0-1 0,1-1 0,1 0 0,29 19 0,-43-32 0,-1 0 0,0 0 0,1 0 0,-1 0 0,1-1 0,-1 1 0,1 0 0,-1-1 0,1 1 0,-1-1 0,1 0 0,-1 1 0,1-1 0,0 0 0,-1 0 0,1 0 0,-1 0 0,1 0 0,3-1 0,-4 0 0,1 0 0,-1 0 0,1 0 0,-1 0 0,1-1 0,-1 1 0,0 0 0,0-1 0,1 1 0,-1-1 0,0 1 0,0-1 0,-1 0 0,1 1 0,0-1 0,0 0 0,0-2 0,9-34 0,-8 28 0,1 0 0,0 0 0,0 0 0,8-15 0,-10 25 0,-1-1 0,1 0 0,-1 0 0,1 0 0,0 0 0,-1 0 0,1 1 0,0-1 0,-1 0 0,1 1 0,0-1 0,0 0 0,0 1 0,0-1 0,0 1 0,0 0 0,0-1 0,-1 1 0,1 0 0,0-1 0,0 1 0,1 0 0,0 0 0,0 0 0,0 0 0,0 1 0,-1-1 0,1 1 0,0-1 0,0 1 0,-1 0 0,1 0 0,0-1 0,-1 1 0,1 1 0,1 0 0,3 3 0,-1 0 0,0 1 0,0-1 0,0 1 0,5 9 0,7 15-1365,-10-17-5461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 24575,'-7'-2'0,"0"0"0,0 0 0,0 1 0,-1 0 0,1 1 0,0-1 0,0 2 0,-14 0 0,19 0 0,0-1 0,0 1 0,0 0 0,0 0 0,0-1 0,0 1 0,0 0 0,0 1 0,0-1 0,0 0 0,1 1 0,-1-1 0,0 0 0,1 1 0,-1 0 0,1-1 0,0 1 0,-1 0 0,1 0 0,0 0 0,0 0 0,0 0 0,0 0 0,1 0 0,-1 0 0,1 0 0,-1 1 0,1-1 0,0 0 0,-1 0 0,1 0 0,1 4 0,-1-1 0,1 0 0,0 0 0,0 0 0,0-1 0,1 1 0,0 0 0,0-1 0,0 1 0,0-1 0,1 0 0,-1 1 0,1-1 0,6 6 0,0 0 0,0-1 0,1 1 0,21 14 0,-24-20 0,1 1 0,0-1 0,1 0 0,-1-1 0,1 0 0,-1 0 0,1-1 0,0 0 0,0-1 0,0 1 0,0-2 0,0 1 0,0-1 0,0-1 0,0 0 0,0 0 0,0-1 0,10-3 0,-7 0-1365,-3-1-5461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24575,'-13'238'0,"14"-179"0,2 0 0,11 60 0,-4-34 0,-11-85 0,-3-7 0,-3-10 0,6 7 0,-1 1 0,2 0 0,-1 0 0,1-1 0,1 1 0,2-18 0,-2 24 0,-1 1 0,1-1 0,0 1 0,0-1 0,0 1 0,0-1 0,0 1 0,1 0 0,-1 0 0,1 0 0,0-1 0,-1 1 0,1 1 0,0-1 0,0 0 0,0 0 0,0 1 0,1-1 0,-1 1 0,0 0 0,1-1 0,-1 1 0,0 0 0,1 1 0,0-1 0,-1 0 0,1 1 0,4-1 0,10 0 0,0 1 0,0 0 0,0 1 0,0 1 0,0 1 0,0 0 0,0 1 0,-1 1 0,0 0 0,29 15 0,-43-19-36,1 1 0,-1-1 0,0 1 1,0-1-1,0 1 0,0 0 0,0 0 0,0 0 0,-1 0 0,1 0 0,-1 0 0,1 1 0,-1-1 0,0 1 0,0-1 0,0 1 0,0-1 1,0 1-1,-1-1 0,1 1 0,-1 0 0,0-1 0,1 1 0,-1 0 0,0-1 0,-1 1 0,1 0 0,0-1 0,-1 1 0,0 0 0,1-1 1,-1 1-1,0-1 0,0 1 0,0-1 0,-1 0 0,-2 5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24575,'-2'2'0,"-2"4"0,1 3 0,-2 2 0,0 0-8191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0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31 24575,'20'-10'0,"-20"10"0,0 0 0,0 0 0,1 0 0,-1 0 0,0 0 0,0 0 0,1-1 0,-1 1 0,0 0 0,0 0 0,1 0 0,-1 0 0,0 1 0,0-1 0,1 0 0,-1 0 0,0 0 0,0 0 0,1 0 0,-1 0 0,0 0 0,0 0 0,0 0 0,1 1 0,-1-1 0,0 0 0,0 0 0,1 1 0,-1-1 0,0 1 0,0 0 0,0-1 0,0 1 0,0 0 0,0-1 0,0 1 0,0-1 0,0 1 0,0 0 0,-1-1 0,1 1 0,0-1 0,0 1 0,0-1 0,-1 2 0,-6 14 0,0 0 0,-1 0 0,-17 23 0,22-35 0,0 1 0,0-1 0,0 0 0,-1-1 0,0 1 0,0 0 0,0-1 0,0 0 0,0 0 0,-1 0 0,1-1 0,-1 0 0,0 1 0,0-2 0,0 1 0,-9 2 0,9-4 0,1 0 0,0 0 0,-1-1 0,1 1 0,-1-1 0,1 0 0,0 0 0,-1 0 0,1-1 0,0 0 0,0 1 0,0-1 0,0-1 0,0 1 0,1-1 0,-8-5 0,8 5 0,-1-1 0,1 1 0,-1-1 0,1 0 0,0 0 0,1 0 0,-1 0 0,1-1 0,-1 1 0,1-1 0,1 1 0,-1-1 0,1 0 0,-2-9 0,2 10 0,1 1 0,0-1 0,0 0 0,0 0 0,0 1 0,1-1 0,0 0 0,-1 0 0,1 1 0,0-1 0,1 1 0,2-7 0,-3 8 0,1 1 0,-1-1 0,1 0 0,-1 1 0,1 0 0,0-1 0,-1 1 0,1 0 0,0 0 0,0 0 0,0 0 0,0 0 0,0 0 0,0 0 0,0 1 0,0-1 0,0 1 0,0-1 0,0 1 0,1 0 0,-1 0 0,0 0 0,4 1 0,0-1 15,0 1 0,-1 1 0,1-1 0,0 1 0,0 0 0,-1 0 0,9 5 0,0 1-758,20 16 1,-21-14-6084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24575,'19'30'0,"-1"1"0,2-1 0,43 50 0,-63-79 0,1 1 0,1-1 0,-1 0 0,0 0 0,0 0 0,0 0 0,1 0 0,-1 0 0,0 0 0,1 0 0,-1-1 0,1 1 0,-1-1 0,1 1 0,-1-1 0,1 1 0,-1-1 0,1 0 0,-1 0 0,1 0 0,2 0 0,-2 0 0,-1-1 0,1 0 0,-1 1 0,0-1 0,1 0 0,-1 0 0,0 0 0,1 0 0,-1 0 0,0 0 0,0 0 0,0-1 0,0 1 0,0 0 0,0-1 0,0 1 0,-1 0 0,1-1 0,0 1 0,0-4 0,11-34 0,-9 27 0,0 1 0,1 0 0,7-14 0,-11 24 0,1-1 0,0 1 0,0 0 0,0-1 0,0 1 0,0 0 0,1-1 0,-1 1 0,0 0 0,1 0 0,-1 0 0,0 0 0,1 0 0,-1 1 0,1-1 0,-1 0 0,1 1 0,0-1 0,-1 1 0,1-1 0,0 1 0,-1 0 0,1 0 0,0 0 0,-1 0 0,1 0 0,0 0 0,-1 0 0,1 1 0,0-1 0,-1 0 0,1 1 0,0-1 0,-1 1 0,1 0 0,1 1 0,5 2 0,-1 0 0,1 1 0,-1-1 0,0 2 0,10 9 0,-5-2-104,-1 1 0,0 0 0,-1 1 0,13 24 0,-15-24-741,-2-4-5981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24575,'0'26'0,"1"1"0,1-1 0,1 1 0,2-1 0,0 0 0,2 0 0,18 45 0,41 60 0,-2-3 0,-59-116-1365,-1-1-5461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24575,'30'15'0,"11"4"0,2 2 0,-1-2 0,-6-5 0,-7-5 0,-5-4 0,-5-2 0,-2-3 0,-3 0 0,0-1 0,-4-2 0,0-4 0,-2-2 0,-2-3 0,-3 1-8191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1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24575,'7'27'0,"3"16"0,2 6 0,1-1 0,1-3 0,1-2 0,0-7 0,0-3 0,-3-3 0,0-2 0,-1-3 0,-1-3 0,-1-3 0,-1-2 0,0-2 0,-1-1 0,-2-3-8191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24575,'-17'37'0,"2"1"0,2 1 0,1 0 0,2 1 0,2 1 0,-4 45 0,11-65 0,1 0 0,1 0 0,1 0 0,1-1 0,9 38 0,-7-42 0,1 0 0,0-1 0,1 0 0,1 0 0,0 0 0,1-1 0,1 0 0,12 13 0,-6-9 0,2-1 0,0 0 0,29 20 0,-34-28 0,1 0 0,0-1 0,1 0 0,0-1 0,0-1 0,18 5 0,0-6-1365,-20-4-5461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24575,'12'-16'0,"16"-18"0,-23 29 0,0 0 0,0 0 0,0 0 0,1 1 0,0 0 0,0 1 0,7-4 0,-12 6 0,1 0 0,-1 1 0,1-1 0,0 1 0,0 0 0,-1-1 0,1 1 0,0 0 0,-1 0 0,1 0 0,0 0 0,0 0 0,-1 0 0,1 1 0,0-1 0,-1 1 0,1-1 0,1 2 0,0-1 0,0 1 0,0-1 0,-1 1 0,0 0 0,1 0 0,-1 0 0,0 0 0,0 1 0,3 3 0,1 3 0,-1 0 0,0 0 0,-1 1 0,0-1 0,3 12 0,-1 1 0,0 0 0,-2 1 0,-1-1 0,-1 1 0,-1 0 0,-3 42 0,-4-32 0,4-26 0,1 0 0,0 0 0,0 0 0,1 1 0,0 6 0,0-11 0,1-1 0,-1 1 0,1-1 0,0 1 0,-1-1 0,1 1 0,0-1 0,1 0 0,-1 0 0,0 1 0,1-1 0,-1 0 0,1 0 0,0 0 0,0 0 0,-1-1 0,1 1 0,3 1 0,3 2-151,-1-1-1,1 0 0,1 0 0,-1-1 1,0 0-1,1 0 0,0-1 1,10 2-1,-6-3-6674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 24575,'-27'-3'0,"-12"0"0,-1 2 0,1 2 0,5 3 0,6 0 0,5 3 0,1 0 0,2 1 0,3-1 0,1-1 0,3-2-8191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2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24575,'41'20'0,"0"1"0,-2 2 0,55 42 0,-75-50 0,-1 1 0,-1 0 0,0 2 0,-1 0 0,-1 1 0,-1 0 0,-1 1 0,16 31 0,-17-24 0,0 1 0,-2 0 0,10 50 0,-16-57 0,-1 1 0,-1-1 0,0 1 0,-2-1 0,-5 41 0,4-52-195,-1 0 0,-1-1 0,0 1 0,0-1 0,-1 0 0,-7 14 0,-1-5-6631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24575,'21'-5'0,"0"0"0,-1 1 0,1 1 0,42 1 0,-57 2 0,0 1 0,1 0 0,-1 0 0,0 0 0,0 1 0,0 0 0,0 0 0,0 1 0,5 3 0,-7-3 0,0-1 0,0 1 0,0 1 0,-1-1 0,0 0 0,1 1 0,-1 0 0,-1-1 0,1 1 0,0 0 0,-1 1 0,0-1 0,2 7 0,-1-6 0,-2 0 0,1 0 0,0 0 0,-1 1 0,0-1 0,-1 0 0,1 1 0,-1-1 0,0 9 0,-1-11 0,0 0 0,1 0 0,-2 0 0,1 0 0,0 0 0,0 0 0,-1 0 0,0 0 0,0 0 0,0-1 0,0 1 0,0-1 0,0 1 0,0-1 0,-1 0 0,1 0 0,-4 2 0,-1 1 0,0-1 0,0-1 0,0 1 0,-1-1 0,1 0 0,-1 0 0,0-1 0,1 0 0,-1-1 0,0 0 0,0 0 0,0-1 0,0 1 0,-15-3 0,9 0 0,0 0 0,0-2 0,1 1 0,-1-2 0,1 0 0,0 0 0,-20-12 0,27 14 0,1-1 0,0 0 0,1 1 0,-1-1 0,1-1 0,-1 1 0,1-1 0,0 0 0,1 0 0,-1 0 0,-3-8 0,6 11 0,0 0 0,0-1 0,0 1 0,1 0 0,-1 0 0,1 0 0,-1-1 0,1 1 0,0 0 0,0-1 0,0 1 0,0 0 0,0-1 0,1 1 0,-1 0 0,1 0 0,-1 0 0,1-1 0,0 1 0,0 0 0,0 0 0,0 0 0,0 0 0,1 0 0,-1 0 0,0 0 0,1 1 0,-1-1 0,1 1 0,0-1 0,0 1 0,-1-1 0,5-1 0,1-1-124,1 0 0,0 0 0,1 1 0,-1 1 0,0-1 0,1 1-1,-1 0 1,1 1 0,0 0 0,14 1 0,-7-1-6702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42 24575,'-6'-4'0,"-5"-4"0,-1 1 0,-15-7 0,24 12 0,0 1 0,0 0 0,0 0 0,0 0 0,0 1 0,0-1 0,0 1 0,0-1 0,0 1 0,0 0 0,0 0 0,0 0 0,0 1 0,0-1 0,-6 2 0,8-1 0,-1 0 0,0 0 0,0 0 0,1 0 0,-1 0 0,1 0 0,-1 1 0,1-1 0,0 1 0,-1-1 0,1 1 0,0-1 0,0 1 0,0 0 0,0-1 0,0 1 0,0 0 0,1 0 0,-1 0 0,1 0 0,-1 3 0,-1 3 0,2 0 0,-1 0 0,1 0 0,1 8 0,2 20 0,2 0 0,2-1 0,12 40 0,45 99 0,47 59 0,-61-132 0,-42-86-1365,-1-5-5461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27 24575,'-29'-5'0,"-13"-2"0,-1 1 0,4 1 0,9 1-8191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221 416 24575,'-15'-9'0,"-5"-2"0,0 0 0,0 1 0,-1 1 0,0 1 0,-27-6 0,46 13 0,0 1 0,0 0 0,0-1 0,0 1 0,0 0 0,0 0 0,1 0 0,-1 0 0,0 1 0,0-1 0,0 1 0,0-1 0,1 1 0,-1-1 0,0 1 0,0 0 0,1 0 0,-1 0 0,1 0 0,-1 0 0,1 0 0,-1 0 0,1 1 0,-1-1 0,1 0 0,-2 3 0,2-1 0,0-1 0,0 1 0,0-1 0,0 1 0,0-1 0,0 1 0,1 0 0,0 0 0,-1-1 0,1 1 0,0 0 0,0 0 0,0-1 0,1 1 0,-1 0 0,1 0 0,1 3 0,1 5 0,1-1 0,1 1 0,0-1 0,0 0 0,1-1 0,0 1 0,1-1 0,0 0 0,0-1 0,13 12 0,-14-15 0,0 0 0,0-1 0,0 0 0,0 0 0,1 0 0,-1-1 0,1 0 0,0 0 0,0 0 0,0-1 0,1 0 0,-1-1 0,0 0 0,1 0 0,-1 0 0,14-1 0,-19 0 0,0-1 0,0 1 0,0-1 0,0 1 0,0-1 0,0 0 0,0 0 0,0 0 0,0 0 0,-1 0 0,1 0 0,0 0 0,0-1 0,-1 1 0,1-1 0,-1 1 0,1-1 0,-1 1 0,0-1 0,0 0 0,0 0 0,0 0 0,0 0 0,0 1 0,0-1 0,-1-1 0,1 1 0,0 0 0,-1 0 0,0-3 0,2-4 0,-2-1 0,1 0 0,-2 1 0,1-1 0,-4-14 0,-2-6 0,-1 0 0,-18-46 0,-32-55 0,44 102 0,-50-119 0,55 135 0,8 12 0,0 1 0,0 0 0,0 0 0,0 0 0,0 0 0,0 0 0,0 0 0,0 0 0,-1 0 0,1 0 0,0 0 0,0 0 0,0 0 0,0 0 0,0 0 0,0 0 0,0 0 0,0 0 0,0 0 0,0 0 0,-1 0 0,1 0 0,0 0 0,0 0 0,0 0 0,0 0 0,0 0 0,0 0 0,0 1 0,0-1 0,0 0 0,0 0 0,0 0 0,0 0 0,-1 0 0,1 0 0,0 0 0,0 0 0,0 0 0,0 0 0,0 0 0,0 0 0,0 0 0,0 1 0,0-1 0,0 0 0,0 0 0,0 0 0,0 0 0,0 0 0,0 0 0,0 0 0,0 0 0,0 0 0,0 0 0,0 1 0,0-1 0,0 0 0,0 0 0,0 0 0,0 0 0,0 0 0,0 0 0,0 0 0,5 29 0,13 25 0,1-1 0,43 82 0,-47-108 0,1 0 0,2 0 0,1-2 0,1 0 0,0-2 0,32 28 0,-41-42 0,0 0 0,0-1 0,1 0 0,-1-1 0,2 0 0,-1-1 0,1-1 0,0 0 0,0 0 0,1-2 0,-1 1 0,23 1 0,-33-5 0,1 0 0,0 0 0,0 0 0,-1 0 0,1-1 0,0 0 0,0 0 0,-1 0 0,1 0 0,-1 0 0,1-1 0,-1 0 0,0 1 0,1-1 0,-1-1 0,0 1 0,0 0 0,0-1 0,-1 1 0,1-1 0,-1 0 0,1 0 0,-1 0 0,0 0 0,0 0 0,0-1 0,-1 1 0,1-1 0,1-6 0,-1 3 0,0 1 0,-1-1 0,1-1 0,-2 1 0,1 0 0,-1 0 0,0 0 0,0 0 0,-1 0 0,0 0 0,-1 0 0,1 0 0,-1 0 0,0 0 0,-4-7 0,2 7 0,-1-1 0,1 1 0,-1 0 0,-1 0 0,-10-11 0,14 16 0,0 0 0,0 0 0,0 0 0,0 1 0,-1-1 0,1 0 0,-1 1 0,1 0 0,-1-1 0,1 1 0,-1 0 0,0 0 0,0 1 0,1-1 0,-1 1 0,0-1 0,0 1 0,0 0 0,0 0 0,-5 0 0,6 1 0,0-1 0,1 1 0,-1-1 0,1 1 0,-1 0 0,1 0 0,-1-1 0,1 1 0,0 0 0,-1 0 0,1 1 0,0-1 0,0 0 0,0 0 0,0 0 0,0 1 0,0-1 0,-1 2 0,1 0 0,0 0 0,0 0 0,0 0 0,0 0 0,0 0 0,1 0 0,0 0 0,-1 0 0,2 4 0,-1 2 0,1-1 0,0 0 0,1 0 0,0 0 0,1 0 0,4 11 0,-1-6 0,1-1 0,1-1 0,0 1 0,0-1 0,1-1 0,0 0 0,1 0 0,20 16 0,-15-15 0,1 0 0,1-1 0,-1-1 0,2 0 0,32 11 0,-45-18-124,1-1 0,-1 1 0,0-1 0,1 0 0,-1 0 0,1-1-1,-1 0 1,1 1 0,-1-2 0,11-1 0,-5-1-6702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 24575,'-7'-1'0,"0"1"0,0 0 0,0 0 0,1 0 0,-1 1 0,0 0 0,0 0 0,1 1 0,-8 2 0,12-3 0,-1 0 0,1 0 0,0 0 0,-1 0 0,1 1 0,0-1 0,0 1 0,0-1 0,0 1 0,0 0 0,0 0 0,1 0 0,-1 0 0,0 0 0,1 0 0,0 0 0,0 1 0,-1-1 0,1 0 0,0 1 0,1-1 0,-1 1 0,0-1 0,1 1 0,0 0 0,-1 3 0,1 0 0,1 0 0,0-1 0,0 1 0,0 0 0,0-1 0,1 1 0,0-1 0,0 0 0,1 1 0,5 8 0,-7-12 0,1 0 0,-1 0 0,1 0 0,0 0 0,0 0 0,0 0 0,0-1 0,0 1 0,0-1 0,0 1 0,4 1 0,-4-3 0,0 1 0,-1-1 0,1 1 0,0-1 0,-1 0 0,1 0 0,0 0 0,0 0 0,-1 0 0,1 0 0,0 0 0,-1-1 0,1 1 0,0-1 0,-1 1 0,1-1 0,0 1 0,2-3 0,-1 2 0,-1-1 0,1 0 0,-1 0 0,1 0 0,-1 0 0,0 0 0,0 0 0,0-1 0,0 1 0,0-1 0,0 1 0,1-5 0,1-2 0,-1 0 0,4-15 0,-6 17 0,1 0 0,0 0 0,1 0 0,0 0 0,4-9 0,-7 16 0,1 0 0,-1 0 0,0-1 0,0 1 0,0 0 0,0 0 0,0 0 0,0-1 0,1 1 0,-1 0 0,0 0 0,0 0 0,0-1 0,1 1 0,-1 0 0,0 0 0,0 0 0,0 0 0,1 0 0,-1 0 0,0 0 0,0-1 0,1 1 0,-1 0 0,0 0 0,0 0 0,1 0 0,-1 0 0,0 0 0,0 0 0,1 0 0,-1 0 0,0 0 0,0 0 0,1 0 0,-1 1 0,0-1 0,0 0 0,1 0 0,-1 0 0,0 0 0,0 0 0,0 0 0,1 1 0,-1-1 0,0 0 0,0 0 0,0 0 0,1 0 0,-1 1 0,0-1 0,0 0 0,0 0 0,0 0 0,0 1 0,0-1 0,1 0 0,-1 0 0,0 1 0,7 17 0,-7-15 0,55 231 0,-48-200 0,1 7 0,-2 0 0,-2 0 0,-1 61 0,-3-98 0,0 0 0,-1 0 0,1 0 0,-1 0 0,0-1 0,0 1 0,0 0 0,-1-1 0,1 1 0,-1-1 0,0 1 0,-2 3 0,2-5 0,1-1 0,0 0 0,0 0 0,-1 0 0,1 0 0,-1 0 0,1 0 0,-1 0 0,1-1 0,-1 1 0,1 0 0,-1-1 0,0 1 0,1-1 0,-1 0 0,0 1 0,1-1 0,-1 0 0,0 0 0,0 0 0,1 0 0,-1-1 0,0 1 0,1 0 0,-1-1 0,0 1 0,1-1 0,-1 0 0,-2-1 0,-5-2 0,-1-2 0,1 1 0,1-1 0,-1 0 0,1-1 0,0 0 0,1 0 0,-1-1 0,1 0 0,1 0 0,-7-10 0,-2-7 0,0-1 0,-19-46 0,15 23-1365,13 30-5461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55 221 24575,'3'7'0,"-2"-4"0,1 1 0,-1-1 0,0 0 0,0 1 0,0-1 0,-1 1 0,1-1 0,-1 1 0,0-1 0,0 6 0,-1-10 0,-1-1 0,1 1 0,0-1 0,-1 1 0,1-1 0,0 1 0,0-1 0,0 1 0,-1-4 0,-49-157 0,51 161 0,-1 0 0,1 0 0,0 0 0,0 1 0,0-1 0,-1 0 0,1 0 0,0 0 0,0 0 0,0 0 0,0 1 0,0-1 0,1 0 0,-1 0 0,0 0 0,1-1 0,-1 2 0,0 0 0,0 0 0,1-1 0,-1 1 0,0 0 0,1 0 0,-1 0 0,0 0 0,0 0 0,1 0 0,-1 0 0,0 0 0,1 0 0,-1 0 0,0 0 0,1 0 0,-1 0 0,0 0 0,1 0 0,-1 0 0,0 0 0,1 0 0,-1 0 0,0 0 0,0 0 0,1 0 0,-1 1 0,1-1 0,25 19 0,-22-16 0,11 8 0,0-2 0,0 1 0,1-2 0,0 0 0,0-1 0,1-1 0,-1 0 0,2-2 0,-1 1 0,0-2 0,1-1 0,0 0 0,0-1 0,-1-1 0,29-3 0,-42 3 0,1-1 0,-1 0 0,1 0 0,-1-1 0,0 1 0,1-1 0,-1 0 0,0 0 0,0-1 0,0 1 0,0-1 0,-1 0 0,1 0 0,-1 0 0,4-4 0,-5 4 0,0 0 0,0 0 0,-1 0 0,1 0 0,-1 0 0,1-1 0,-1 1 0,0 0 0,0-1 0,-1 1 0,1-1 0,-1 1 0,0-1 0,0 1 0,0-1 0,0 1 0,0-1 0,-1 1 0,0 0 0,-1-6 0,0 5 0,1 0 0,-1 0 0,0 1 0,0-1 0,-1 0 0,1 1 0,-1 0 0,0 0 0,1 0 0,-1 0 0,-1 0 0,1 0 0,0 1 0,-1-1 0,1 1 0,-1 0 0,0 0 0,0 1 0,0-1 0,0 1 0,0 0 0,0 0 0,0 0 0,0 0 0,0 1 0,-7-1 0,8 1 0,-1 0 0,0 0 0,0 0 0,0 0 0,0 1 0,0-1 0,1 1 0,-1 0 0,0 0 0,1 1 0,-1-1 0,1 1 0,-1 0 0,1 0 0,-1 0 0,1 0 0,0 0 0,0 1 0,0 0 0,1-1 0,-1 1 0,1 0 0,-1 0 0,1 0 0,0 1 0,0-1 0,0 0 0,-2 7 0,3-5 0,1 0 0,-1 0 0,1-1 0,0 1 0,0 0 0,0 0 0,1 0 0,0 0 0,0-1 0,0 1 0,0 0 0,1-1 0,0 1 0,-1-1 0,2 0 0,-1 1 0,6 6 0,-2-2 0,1 0 0,0 0 0,1-1 0,0 0 0,0-1 0,16 12 0,-7-9 0,-1 0 0,1-1 0,0 0 0,1-2 0,0 0 0,1-1 0,-1 0 0,21 2 0,-30-7 0,0 0 0,0 0 0,0-1 0,0 0 0,0-1 0,0 0 0,0 0 0,-1-1 0,1 0 0,0-1 0,-1 0 0,0 0 0,0-1 0,0 0 0,0 0 0,0-1 0,-1 0 0,0 0 0,11-10 0,-11 7 0,1 0 0,-1 0 0,0-1 0,-1 0 0,0 0 0,-1 0 0,0-1 0,0 0 0,-1 0 0,0 0 0,-1 0 0,3-12 0,-4 12 0,-1 3 0,1 0 0,-1 0 0,-1 0 0,1-1 0,-1-8 0,-1 15 0,1 0 0,0 0 0,0-1 0,0 1 0,-1 0 0,1 0 0,0 0 0,-1 0 0,1 0 0,-1 0 0,1 0 0,-1 0 0,0 0 0,1 1 0,-1-1 0,0 0 0,0 0 0,1 0 0,-1 1 0,0-1 0,0 0 0,0 1 0,0-1 0,0 1 0,0-1 0,0 1 0,0 0 0,0-1 0,0 1 0,0 0 0,0 0 0,-1 0 0,1-1 0,0 1 0,0 0 0,0 0 0,0 1 0,0-1 0,0 0 0,0 0 0,0 1 0,-2 0 0,0-1 0,0 1 0,0 0 0,0 1 0,0-1 0,0 1 0,1-1 0,-1 1 0,0 0 0,1 0 0,0 0 0,-1 0 0,1 0 0,0 1 0,0-1 0,0 0 0,0 1 0,1 0 0,-1 0 0,1-1 0,-1 1 0,1 0 0,-1 5 0,0-4 0,1 0 0,0 1 0,0-1 0,1 1 0,-1 0 0,1-1 0,0 1 0,0-1 0,1 1 0,0-1 0,-1 1 0,1-1 0,1 1 0,-1-1 0,2 5 0,1-3 0,0 0 0,0-1 0,0 1 0,1-1 0,0 0 0,0 0 0,0-1 0,0 1 0,1-1 0,0 0 0,-1-1 0,10 5 0,6 1 0,1 0 0,29 8 0,62 10-1365,-100-25-5461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86 136 24575,'-13'48'0,"3"-12"0,-8 60 0,17-83 0,0-1 0,0 1 0,2 0 0,0-1 0,0 1 0,1-1 0,1 1 0,6 20 0,-5-22 0,0-1 0,0 1 0,1-1 0,0 0 0,1-1 0,0 1 0,7 8 0,-12-17 0,-1-1 0,0 0 0,1 1 0,-1-1 0,0 0 0,1 1 0,-1-1 0,0 0 0,1 1 0,-1-1 0,1 0 0,-1 0 0,0 1 0,1-1 0,-1 0 0,1 0 0,-1 0 0,1 0 0,-1 0 0,1 0 0,-1 0 0,1 0 0,-1 0 0,1 0 0,-1 0 0,0 0 0,1 0 0,-1 0 0,1 0 0,0 0 0,-1-1 0,1 0 0,0 1 0,-1-1 0,1 0 0,-1 1 0,1-1 0,-1 0 0,1 0 0,-1 0 0,0 1 0,1-1 0,-1 0 0,0 0 0,0-1 0,1-4 0,0 0 0,-1-1 0,0-9 0,-3-13 0,-2 0 0,-12-42 0,-25-55 0,16 49 0,17 52 0,3 8 0,1 0 0,0 0 0,-4-29 0,9 45 0,0-1 0,0 1 0,0 0 0,0 0 0,0 0 0,0 0 0,0-1 0,0 1 0,0 0 0,1 0 0,-1 0 0,0 0 0,1 0 0,-1-1 0,1 1 0,-1 0 0,2-1 0,-1 1 0,0 1 0,-1 0 0,1-1 0,0 1 0,-1 0 0,1 0 0,0 0 0,-1 0 0,1 0 0,0 0 0,0 0 0,-1 0 0,1 0 0,0 0 0,-1 0 0,1 0 0,0 0 0,-1 1 0,1-1 0,0 0 0,-1 0 0,1 1 0,0-1 0,-1 0 0,1 1 0,-1-1 0,1 1 0,-1-1 0,1 1 0,0 0 0,139 121 0,36 26 0,-140-124 0,0-1 0,1-1 0,2-2 0,0-2 0,45 15 0,-80-32 0,0 0 0,-1 0 0,1-1 0,0 1 0,0-1 0,-1 0 0,1 0 0,6 0 0,-9-1 0,0 1 0,1 0 0,-1-1 0,0 1 0,0-1 0,0 1 0,0-1 0,1 1 0,-1-1 0,0 0 0,0 0 0,0 1 0,-1-1 0,1 0 0,0 0 0,0 0 0,0 0 0,-1 0 0,1 0 0,0 0 0,-1 0 0,1-1 0,-1 1 0,1 0 0,-1 0 0,0 0 0,1-1 0,-1 1 0,0-2 0,1-2 0,-1-1 0,0 1 0,-1-1 0,1 1 0,-1-1 0,0 1 0,-1-1 0,-2-8 0,-22-42 0,20 43 0,-29-55 0,-79-113 0,100 162-1365,1 5-5461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24575,'0'28'0,"1"0"0,2 0 0,1 0 0,1 0 0,12 35 0,38 93 0,-42-127 0,0-1 0,2 0 0,22 30 0,-36-57 0,-1-1 0,0 1 0,0-1 0,1 1 0,-1-1 0,1 1 0,-1-1 0,0 0 0,1 1 0,-1-1 0,1 1 0,-1-1 0,1 0 0,-1 1 0,1-1 0,-1 0 0,1 0 0,-1 0 0,1 1 0,-1-1 0,1 0 0,0 0 0,0 0 0,-1 0 0,1 0 0,-1-1 0,1 1 0,-1 0 0,1 0 0,-1-1 0,1 1 0,-1 0 0,0-1 0,1 1 0,-1-1 0,0 1 0,1-1 0,-1 1 0,0-1 0,0 1 0,1 0 0,-1-1 0,0 0 0,2-4 0,-1 0 0,0 0 0,0 1 0,-1-6 0,1-101 0,-1 5 0,0 102 0,0 0 0,1 1 0,-1 0 0,1-1 0,0 1 0,0-1 0,0 1 0,3-5 0,-3 7 0,-1 0 0,1 0 0,-1 1 0,1-1 0,0 0 0,-1 0 0,1 1 0,0-1 0,-1 1 0,1-1 0,0 1 0,0-1 0,-1 1 0,1-1 0,0 1 0,0 0 0,0-1 0,0 1 0,0 0 0,-1 0 0,1 0 0,0 0 0,0-1 0,0 1 0,0 0 0,0 1 0,0-1 0,0 0 0,0 0 0,0 0 0,-1 0 0,1 1 0,0-1 0,0 0 0,0 1 0,0-1 0,-1 1 0,2 0 0,11 8 0,-1 0 0,0 1 0,0 0 0,-1 1 0,9 12 0,6 5 0,-19-21 0,90 85 0,-83-80 0,1-1 0,0-1 0,1 0 0,0-1 0,20 9 0,-35-17 0,1-1 0,0 1 0,0 0 0,0-1 0,-1 1 0,1-1 0,0 0 0,0 1 0,0-1 0,0 0 0,0 0 0,0 0 0,0-1 0,0 1 0,0 0 0,0-1 0,-1 1 0,4-2 0,-3 1 0,-1 0 0,1-1 0,-1 1 0,0 0 0,0 0 0,0-1 0,1 1 0,-1-1 0,0 1 0,-1-1 0,1 1 0,0-1 0,0 0 0,-1 1 0,1-1 0,-1 0 0,1 0 0,-1 1 0,0-1 0,0-2 0,1-2-227,-1 0-1,0 0 1,0 0-1,-1 0 1,-1-8-1,-2 1-6598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44 24575,'-7'-5'0,"-37"-22"0,40 25 0,1 1 0,0-1 0,-1 1 0,1 0 0,-1 0 0,0 0 0,1 0 0,-1 0 0,0 1 0,-6 0 0,9 0 0,0 0 0,1 0 0,-1 0 0,1 1 0,-1-1 0,1 0 0,-1 1 0,0-1 0,1 0 0,0 1 0,-1-1 0,1 1 0,-1-1 0,1 0 0,-1 1 0,1-1 0,0 1 0,-1-1 0,1 1 0,0 0 0,-1-1 0,1 1 0,0-1 0,0 1 0,0 0 0,0-1 0,-1 1 0,1-1 0,0 1 0,0 0 0,0-1 0,0 1 0,0-1 0,1 1 0,-1 0 0,0-1 0,0 1 0,0 0 0,0-1 0,1 1 0,9 26 0,-3-15 0,0-1 0,1-1 0,1 1 0,-1-1 0,1-1 0,1 1 0,20 14 0,-25-20 0,1-1 0,-1 0 0,0 0 0,1 0 0,0-1 0,0 0 0,8 3 0,-13-5 0,0 0 0,1 1 0,-1-1 0,0 0 0,1 0 0,-1 0 0,1 0 0,-1 0 0,0 0 0,1 0 0,-1 0 0,1-1 0,-1 1 0,0 0 0,1-1 0,-1 1 0,0-1 0,0 0 0,1 1 0,-1-1 0,0 0 0,0 0 0,0 0 0,0 1 0,0-1 0,0-1 0,0 1 0,0 0 0,0 0 0,0 0 0,-1 0 0,1 0 0,0-1 0,-1 1 0,1 0 0,-1-1 0,1-1 0,0-5 0,-1 1 0,1 0 0,-1-1 0,-1 1 0,0 0 0,0-1 0,0 1 0,-1 0 0,0 0 0,0 0 0,-1 0 0,1 0 0,-7-9 0,9 16 0,0 0 0,0 0 0,0 0 0,0 0 0,0 0 0,0 1 0,0-1 0,0 0 0,0 0 0,-1 0 0,1 0 0,0 0 0,0 0 0,0 0 0,0 0 0,0 0 0,0 0 0,0 0 0,0 0 0,0 0 0,-1 0 0,1 0 0,0 0 0,0 0 0,0 0 0,0 0 0,0 0 0,0 0 0,0 0 0,0 0 0,-1 0 0,1 0 0,0 0 0,0 0 0,0 0 0,0 0 0,0 0 0,0 0 0,0 0 0,0 0 0,-1 0 0,1 0 0,0 0 0,0 0 0,0 0 0,0 0 0,0 0 0,0-1 0,0 1 0,0 0 0,0 0 0,0 0 0,0 10 0,3 1 0,-1-1 0,2 1 0,0-1 0,0 0 0,0 0 0,2-1 0,-1 1 0,1-1 0,11 13 0,3 2 0,2-1 0,24 21 0,-32-33-1365,-1-2-5461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1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63 24575,'-28'-11'0,"4"0"0,0 1 0,-1 1 0,0 2 0,-31-7 0,54 14 0,1 0 0,-1 0 0,0-1 0,1 1 0,-1 0 0,0 0 0,0 1 0,1-1 0,-1 0 0,0 1 0,1-1 0,-1 1 0,1-1 0,-1 1 0,0 0 0,1-1 0,0 1 0,-1 0 0,-2 2 0,3-2 0,0 1 0,0-1 0,0 1 0,1 0 0,-1-1 0,0 1 0,1 0 0,-1-1 0,1 1 0,-1 0 0,1 0 0,0-1 0,0 1 0,0 0 0,0 0 0,0 0 0,0-1 0,1 4 0,2 10 0,0-1 0,1 0 0,0 1 0,2-2 0,9 21 0,3-2 0,23 32 0,43 40 0,-48-63 0,-34-39 0,-1 0 0,1 0 0,-1 0 0,1 0 0,-1 0 0,0 0 0,1 1 0,-1-1 0,-1 0 0,2 4 0,-2-5 0,0-1 0,0 1 0,0-1 0,0 1 0,0-1 0,0 1 0,0 0 0,0-1 0,0 1 0,0-1 0,-1 1 0,1-1 0,0 1 0,0-1 0,-1 1 0,1-1 0,0 0 0,-1 1 0,1-1 0,-1 1 0,0 0 0,0 0 0,-1 0 0,1-1 0,0 1 0,-1 0 0,1-1 0,0 1 0,-1-1 0,1 1 0,-3-1 0,-16 3-43,0-1 0,0-1 0,-23-2 0,15 0-1150,2 1-5633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85 24575,'-5'3'0,"1"0"0,0 0 0,0 1 0,0 0 0,0-1 0,0 2 0,1-1 0,0 0 0,0 1 0,0-1 0,1 1 0,-1 0 0,1 0 0,0 0 0,-1 6 0,1-4 0,1 0 0,0 0 0,1 0 0,0 1 0,0-1 0,0 0 0,1 0 0,0 0 0,0 0 0,5 13 0,0 0 0,0-1 0,0 0 0,2-1 0,14 28 0,-22-45 0,0-1 0,0 0 0,0 1 0,0-1 0,0 0 0,1 1 0,-1-1 0,0 0 0,0 1 0,0-1 0,1 0 0,-1 0 0,0 1 0,0-1 0,1 0 0,-1 0 0,0 0 0,1 1 0,-1-1 0,0 0 0,1 0 0,-1 0 0,0 0 0,1 1 0,-1-1 0,0 0 0,1 0 0,-1 0 0,1 0 0,1-9 0,-3-17 0,-9-8 0,-2 0 0,-27-57 0,18 47 0,15 29 0,2 7 0,0-1 0,1 1 0,-1-1 0,-2-14 0,6 23 0,0 0 0,0-1 0,0 1 0,0 0 0,0-1 0,0 1 0,0 0 0,0-1 0,-1 1 0,1 0 0,0-1 0,0 1 0,0 0 0,1-1 0,-1 1 0,0 0 0,0-1 0,0 1 0,0 0 0,0-1 0,0 1 0,0 0 0,1-1 0,-1 1 0,0 0 0,0 0 0,0-1 0,1 1 0,-1 0 0,0 0 0,0-1 0,1 1 0,-1 0 0,0 0 0,0 0 0,1-1 0,0 1 0,0 0 0,0 0 0,0 1 0,0-1 0,0 0 0,0 1 0,0-1 0,0 0 0,0 1 0,0-1 0,0 1 0,1 1 0,25 21 0,50 61 0,-43-44 0,3-1 0,48 38 0,-75-69 0,1 0 0,1-1 0,14 8 0,-22-13 0,0-1 0,0 1 0,0-1 0,0 1 0,0-1 0,0 0 0,1-1 0,-1 1 0,0-1 0,0 0 0,1 0 0,-1 0 0,0 0 0,6-2 0,-9 2 0,1-1 0,-1 0 0,0 1 0,1-1 0,-1 0 0,1 0 0,-1 0 0,0 0 0,0 0 0,0 0 0,1 0 0,-1 0 0,0-1 0,0 1 0,-1 0 0,3-3 0,-2 0 0,1 1 0,-1-1 0,0 0 0,0 1 0,0-1 0,0-7 0,0 0 0,-1-1 0,-1 1 0,-3-21 0,-2-2 0,-2 0 0,-1 1 0,-2 0 0,-1 1 0,-17-32 0,16 45 120,12 19-164,1-1 1,-1 1-1,1 0 0,0-1 1,-1 1-1,1-1 0,-1 1 1,1 0-1,-1-1 0,1 1 1,-1 0-1,0 0 0,1 0 1,-1-1-1,1 1 0,-1 0 0,1 0 1,-1 0-1,0 0 0,1 0 1,-1 0-1,1 0 0,-1 0 1,0 0-1,1 0 0,-1 0 1,1 0-1,-1 1 0,0-1 1,1 0-1,-1 0 0,1 1 1,-1-1-1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24575,'38'-7'0,"-10"1"0,1 1 0,0 1 0,44 1 0,-69 3 0,-1 0 0,1 0 0,-1 1 0,1-1 0,-1 1 0,1 0 0,-1 0 0,0 1 0,0-1 0,1 1 0,-1-1 0,0 1 0,0 0 0,0 0 0,-1 0 0,4 3 0,-4-2 0,1 1 0,-1-1 0,0 0 0,0 1 0,0-1 0,-1 1 0,1-1 0,-1 1 0,0 0 0,0 0 0,0 0 0,-1 0 0,1-1 0,-1 6 0,0 18 0,-1 0 0,-7 36 0,4-30 0,2-22 0,1 0 0,0 0 0,1 0 0,1 0 0,1 12 0,-1-19 0,0 0 0,0 0 0,0 0 0,0 0 0,1 0 0,0 0 0,0-1 0,0 1 0,0 0 0,1-1 0,-1 0 0,1 0 0,0 1 0,0-2 0,0 1 0,5 4 0,2-2 0,-1 1 0,1-1 0,-1-1 0,1 1 0,1-2 0,-1 1 0,0-2 0,1 1 0,0-1 0,0-1 0,-1 0 0,14-1 0,-22 0-35,0 0 0,0 0 0,0 0 0,-1-1 0,1 1 0,0 0 0,0-1 0,0 0 0,-1 0 0,1 1 0,0-1 0,-1 0 0,1 0 0,0 0 0,-1-1 0,1 1 0,-1 0 0,0-1 0,1 1 0,-1-1 0,0 1 0,0-1 0,0 1 0,0-1 0,0 0 0,-1 1 0,1-1 0,0 0 0,-1 0 0,1 0 0,-1 0 0,0 1 0,1-1 0,-1 0 0,0 0 0,0 0 0,0 0 0,-1-4 0,-2-3-6791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0 260 24575,'96'-5'0,"-47"3"0,-1-2 0,68-14 0,-100 14 0,0 0 0,-1-2 0,0 0 0,0 0 0,18-12 0,-28 15 0,0 0 0,0 0 0,0-1 0,0 0 0,-1 0 0,0 0 0,0-1 0,0 1 0,0-1 0,-1 0 0,0 0 0,0 0 0,0 0 0,0 0 0,-1-1 0,0 0 0,2-9 0,-4 12 0,0 0 0,0 1 0,0-1 0,0 0 0,-1 1 0,0-1 0,1 0 0,-1 1 0,0-1 0,0 1 0,0-1 0,-1 1 0,1-1 0,-1 1 0,1 0 0,-1 0 0,0 0 0,1 0 0,-1 0 0,0 0 0,-1 0 0,1 1 0,-3-3 0,0 1 0,1 0 0,-1 0 0,0 1 0,0-1 0,0 1 0,0 0 0,0 1 0,-1-1 0,1 1 0,-10-1 0,12 2 0,0 0 0,1 0 0,-1 1 0,1-1 0,-1 0 0,1 1 0,-1 0 0,1 0 0,-1-1 0,1 2 0,-1-1 0,1 0 0,0 0 0,0 1 0,0-1 0,0 1 0,0 0 0,0-1 0,0 1 0,0 0 0,0 0 0,1 0 0,-1 0 0,1 1 0,-2 2 0,1 0 0,0 1 0,0 0 0,0-1 0,1 1 0,0 0 0,0 0 0,0 0 0,1 0 0,0 12 0,1-9 0,0-1 0,1 1 0,0-1 0,0 0 0,0 0 0,1 0 0,1 0 0,-1 0 0,1-1 0,1 1 0,-1-1 0,1 0 0,0-1 0,1 1 0,0-1 0,0 0 0,11 9 0,-7-8 0,0 0 0,0-1 0,1 0 0,0-1 0,0 0 0,0-1 0,1 0 0,0 0 0,0-1 0,-1-1 0,23 2 0,-10-3 0,0-1 0,1-1 0,-1 0 0,38-9 0,-54 8 0,1 0 0,-1-1 0,1 0 0,-1 0 0,0-1 0,0 0 0,0-1 0,-1 1 0,1-1 0,-1-1 0,0 0 0,-1 0 0,1 0 0,-1 0 0,9-14 0,-14 18 0,0 0 0,1-1 0,-1 1 0,0 0 0,-1-1 0,1 1 0,0-1 0,-1 1 0,1-1 0,-1 1 0,0-1 0,0 0 0,0 1 0,0-1 0,0 1 0,-1-1 0,1 1 0,-1-1 0,1 1 0,-1-1 0,0 1 0,0 0 0,0-1 0,-1 1 0,-1-3 0,-4-5 0,-1 0 0,0 0 0,-1 0 0,-10-8 0,-10-12 0,24 25 0,2 1 0,-1 0 0,1 0 0,0-1 0,0 1 0,-3-9 0,5 13 0,1-1 0,0 0 0,-1 0 0,1 0 0,0 1 0,0-1 0,0 0 0,0 0 0,0 0 0,0 0 0,0 0 0,0 1 0,0-1 0,0 0 0,1 0 0,-1 0 0,0 0 0,0 1 0,1-1 0,-1 0 0,1 0 0,-1 1 0,1-1 0,-1 0 0,1 1 0,-1-1 0,1 0 0,-1 1 0,1-1 0,0 1 0,-1-1 0,1 1 0,0-1 0,0 1 0,-1-1 0,1 1 0,0 0 0,0 0 0,0-1 0,-1 1 0,3 0 0,1-1-55,0 0 0,1 1-1,-1 0 1,0 0 0,1 0 0,-1 0-1,0 1 1,0 0 0,9 2 0,-7-2-758,8 2-6013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46 24575,'-22'2'0,"4"0"0,1 0 0,-27 6 0,41-7 0,-1 0 0,0 0 0,1 1 0,-1-1 0,1 1 0,0 0 0,-1-1 0,1 2 0,0-1 0,0 0 0,0 1 0,0-1 0,1 1 0,-1 0 0,1 0 0,-1 0 0,-2 5 0,4-7 0,1 1 0,-1 0 0,0 0 0,1 0 0,-1 0 0,1 0 0,0 0 0,0 0 0,0 0 0,0 0 0,0 0 0,0 0 0,0 0 0,1 0 0,-1 0 0,1 0 0,0 3 0,1-1 0,0-1 0,0 0 0,0 0 0,0 0 0,0 0 0,1 0 0,-1 0 0,1 0 0,3 2 0,-1-1 0,0-1 0,-1 0 0,1 0 0,1 0 0,-1 0 0,0-1 0,1 0 0,-1 0 0,1 0 0,-1-1 0,1 0 0,8 1 0,-9-2 0,-1 0 0,1-1 0,-1 1 0,1-1 0,-1 0 0,0 0 0,0-1 0,1 1 0,-1-1 0,0 0 0,0 0 0,-1-1 0,1 1 0,0-1 0,-1 0 0,1 1 0,-1-2 0,0 1 0,0 0 0,0-1 0,-1 1 0,4-6 0,-4 5 0,0 1 0,-1-1 0,0 0 0,1 0 0,-1 1 0,0-1 0,-1 0 0,1 0 0,-1 0 0,0 0 0,0 0 0,0 0 0,0 0 0,-1 0 0,1 0 0,-1 0 0,0 0 0,0 0 0,-1 0 0,1 1 0,-1-1 0,0 1 0,0-1 0,0 1 0,-3-4 0,2 3-62,-1 0 0,1 0 0,-1 0 0,0 0 0,0 1 0,0 0 0,-1-1 0,0 2 0,1-1 0,-1 0 0,0 1 0,0 0-1,0 0 1,0 1 0,0-1 0,-1 1 0,1 0 0,0 0 0,-1 1 0,1 0 0,-9 0 0,2 0-6764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30 24575,'-15'-7'0,"0"1"0,-27-7 0,38 12 0,1 0 0,-1 1 0,0-1 0,1 1 0,-1 0 0,0 0 0,0 0 0,1 0 0,-1 1 0,0-1 0,1 1 0,-1 0 0,1 0 0,-1 0 0,1 1 0,-1-1 0,1 1 0,-4 2 0,5-2 0,-1 1 0,1-1 0,1 1 0,-1-1 0,0 1 0,1 0 0,-1-1 0,1 1 0,0 0 0,0 0 0,0 0 0,0 0 0,0 0 0,1 1 0,-1-1 0,1 0 0,0 0 0,0 0 0,0 0 0,0 0 0,1 1 0,0 3 0,1 1 0,0-1 0,0 1 0,0-1 0,1 0 0,0 0 0,0 0 0,1 0 0,5 7 0,20 20 0,9 13 0,-35-43 0,0 1 0,-1-1 0,1 1 0,-1 0 0,0 0 0,0 0 0,0 0 0,1 8 0,-3-12 0,0 0 0,0 0 0,0 1 0,0-1 0,0 0 0,0 0 0,0 0 0,0 1 0,-1-1 0,1 0 0,0 0 0,-1 0 0,1 0 0,-1 0 0,1 1 0,-1-1 0,0 0 0,1 0 0,-2 1 0,0-1 0,0 1 0,1-1 0,-1 1 0,0-1 0,0 0 0,0 0 0,0 0 0,-1 0 0,-2 1 0,-5 0 0,0 0 0,0-1 0,-17 1 0,23-2 0,-115 0-14,74-1-1337,23 1-5475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4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56 24575,'-65'-19'0,"34"8"0,-1 2 0,-48-7 0,75 16 0,1 0 0,0-1 0,0 1 0,0 1 0,-1-1 0,1 1 0,0 0 0,0 0 0,0 0 0,0 0 0,0 1 0,0-1 0,0 1 0,0 0 0,1 0 0,-1 1 0,-4 3 0,6-4 0,0 0 0,0 1 0,0-1 0,0 1 0,0-1 0,1 1 0,0 0 0,-1-1 0,1 1 0,0 0 0,0 0 0,0 0 0,0 0 0,1 0 0,0 0 0,-1 0 0,1 0 0,0 0 0,0 0 0,0 0 0,1 0 0,-1 1 0,1-1 0,1 4 0,1 0 0,0-1 0,0 1 0,0-1 0,1 0 0,0 0 0,0 0 0,1-1 0,-1 1 0,7 4 0,1 2 0,1-1 0,24 15 0,-27-20 0,-1-2 0,0 1 0,1-1 0,0-1 0,0 0 0,0 0 0,0-1 0,0 0 0,1-1 0,-1 0 0,1-1 0,-1 0 0,14-2 0,-21 2 0,-1 0 0,1 0 0,-1-1 0,1 0 0,-1 1 0,1-1 0,-1 0 0,1 0 0,-1 0 0,0-1 0,0 1 0,1 0 0,-1-1 0,0 0 0,0 1 0,-1-1 0,1 0 0,2-2 0,-2 1 0,-1-1 0,1 1 0,0 0 0,-1-1 0,0 1 0,0-1 0,0 1 0,0-1 0,-1 1 0,1-1 0,-1-5 0,0-2 0,-1 1 0,0 0 0,-1 0 0,0 0 0,0 1 0,-1-1 0,0 0 0,-7-12 0,8 18 0,-1-2 0,0-1 0,-1 1 0,1 0 0,-1 0 0,0 0 0,-1 1 0,1 0 0,-6-5 0,10 9 0,-1 1 0,1 0 0,0 0 0,0 0 0,0 0 0,0 0 0,0 0 0,0 0 0,0 0 0,-1 0 0,1 0 0,0 0 0,0-1 0,0 1 0,0 0 0,0 0 0,0 0 0,-1 0 0,1 0 0,0 0 0,0 0 0,0 0 0,0 0 0,0 0 0,0 0 0,-1 0 0,1 0 0,0 1 0,0-1 0,0 0 0,0 0 0,0 0 0,0 0 0,-1 0 0,1 0 0,0 0 0,0 0 0,0 0 0,0 1 0,-1 5 0,5 8 0,3-1 0,1 0 0,0 0 0,1-1 0,0-1 0,1 1 0,0-2 0,16 14 0,-11-12 0,0 0 0,1-1 0,29 16 0,-35-22 0,-1-1 0,1 0 0,0-1 0,0 0 0,0 0 0,0-1 0,1 0 0,16 0 0,-26-2 0,1 0 0,0 0 0,0 0 0,0 0 0,-1-1 0,1 1 0,0-1 0,0 1 0,-1-1 0,1 1 0,0-1 0,-1 0 0,1 0 0,-1 0 0,1 0 0,-1 0 0,0 0 0,1 0 0,-1-1 0,2-2 0,-1 2 0,-1-1 0,1 0 0,-1 0 0,0 0 0,0 0 0,0 0 0,0 0 0,-1 0 0,1-1 0,-1-5 0,0-4 0,-1-1 0,0 1 0,-1-1 0,-6-18 0,6 25 0,1 1 0,-2-1 0,1 1 0,-1 0 0,0 0 0,0 0 0,0 0 0,-5-6 0,17 38 0,-4-14 0,1-1 0,0-1 0,0 1 0,1-1 0,1 0 0,0 0 0,0-1 0,0 0 0,1-1 0,1 0 0,-1 0 0,1-1 0,1 0 0,-1-1 0,1 0 0,15 5 0,-24-10 0,0 0 0,0 0 0,0-1 0,0 1 0,0-1 0,0 0 0,0 1 0,0-1 0,0 0 0,0 0 0,0 0 0,1-1 0,-1 1 0,0 0 0,0-1 0,0 1 0,0-1 0,0 0 0,0 0 0,-1 0 0,3-1 0,-1 0 0,-1 0 0,0 0 0,0 0 0,-1 0 0,1 0 0,0 0 0,-1-1 0,1 1 0,-1 0 0,0-1 0,1 1 0,-1-1 0,-1 0 0,1 1 0,1-6 0,0-10 0,-2 13 0,1 0 0,0 0 0,0 0 0,0 1 0,0-1 0,4-8 0,-5 12 0,1 1 0,-1-1 0,1 0 0,-1 0 0,1 1 0,0-1 0,-1 1 0,1-1 0,0 0 0,-1 1 0,1-1 0,0 1 0,0-1 0,-1 1 0,1 0 0,0-1 0,1 1 0,0 0 0,-1-1 0,1 1 0,-1 0 0,1 0 0,-1 1 0,1-1 0,0 0 0,-1 1 0,1-1 0,-1 0 0,1 1 0,-1 0 0,2 0 0,21 13-1365,-12-7-5461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401 405 24575,'-65'-31'0,"-2"3"0,-73-20 0,131 46 0,0 0 0,0 0 0,0 1 0,-17-1 0,24 2 0,-1 1 0,0-1 0,1 0 0,-1 1 0,1-1 0,-1 1 0,1 0 0,0 0 0,-1 0 0,1 0 0,0 0 0,-1 0 0,1 0 0,0 1 0,0 0 0,0-1 0,0 1 0,1 0 0,-1 0 0,0 0 0,-2 3 0,2-1 0,0 0 0,0 1 0,0-1 0,0 0 0,1 1 0,0-1 0,0 1 0,0 0 0,0-1 0,1 1 0,-1 0 0,1-1 0,1 1 0,0 4 0,0-2 0,0-1 0,1 0 0,0 0 0,0 0 0,1 0 0,0 0 0,0 0 0,0-1 0,7 9 0,-5-7 0,1-1 0,0 1 0,1-1 0,-1 0 0,1-1 0,0 1 0,1-1 0,-1-1 0,1 1 0,0-1 0,0-1 0,0 1 0,1-2 0,-1 1 0,11 1 0,-11-3 0,1 0 0,-1-1 0,0 0 0,1 0 0,-1-1 0,0 0 0,0 0 0,12-4 0,-15 3 0,-1 1 0,0-1 0,1 0 0,-1-1 0,0 1 0,0-1 0,-1 0 0,1 0 0,0 0 0,-1 0 0,0-1 0,0 1 0,0-1 0,0 0 0,-1 0 0,4-6 0,-2 0 0,0 0 0,-1-1 0,0 1 0,-1-1 0,0 1 0,0-1 0,-2 0 0,1 0 0,-1 0 0,-1 0 0,1 0 0,-6-18 0,-1-4 0,-2 1 0,-25-58 0,20 59 0,-1 1 0,-38-54 0,52 83 0,1-1 0,-1 1 0,0 0 0,0 0 0,0 0 0,0 0 0,-1-1 0,1 2 0,0-1 0,0 0 0,-3-1 0,4 2 0,-1-1 0,1 1 0,0 0 0,0 0 0,0 0 0,0 0 0,-1 0 0,1 1 0,0-1 0,0 0 0,0 0 0,0 0 0,-1 0 0,1 0 0,0 0 0,0 0 0,0 0 0,0 0 0,0 0 0,-1 0 0,1 1 0,0-1 0,0 0 0,0 0 0,0 0 0,0 0 0,0 0 0,0 0 0,-1 1 0,1-1 0,0 0 0,0 0 0,0 0 0,-1 13 0,3 3 0,1-1 0,0 0 0,11 28 0,23 45 0,-12-31 0,65 138-1365,-78-173-5461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109 262 24575,'-8'26'0,"1"1"0,-6 48 0,12-65 0,1 0 0,0 0 0,0 1 0,1-1 0,1 0 0,-1 0 0,2 0 0,-1 0 0,1 0 0,8 15 0,-6-14 0,-3-6 0,0 0 0,0 0 0,1-1 0,0 1 0,0-1 0,0 0 0,6 7 0,-8-11 0,-1 0 0,0 1 0,0-1 0,0 0 0,1 0 0,-1 1 0,0-1 0,1 0 0,-1 0 0,0 0 0,0 0 0,1 0 0,-1 1 0,0-1 0,1 0 0,-1 0 0,0 0 0,1 0 0,-1 0 0,0 0 0,1 0 0,-1 0 0,0 0 0,1 0 0,-1 0 0,0 0 0,0-1 0,1 1 0,-1 0 0,0 0 0,1 0 0,-1 0 0,5-12 0,-5-14 0,-2 9 0,-2 0 0,0 0 0,-1 1 0,-8-18 0,-33-63 0,36 77 0,-16-27 0,-9-20 0,34 66 0,0 0 0,1 0 0,-1 0 0,1 0 0,0 0 0,-1 0 0,1-1 0,0 1 0,0 0 0,0 0 0,0-2 0,0 3 0,0 0 0,0 0 0,0 0 0,0 0 0,1-1 0,-1 1 0,0 0 0,0 0 0,0 0 0,1 0 0,-1 0 0,0 0 0,0 0 0,0 0 0,1 0 0,-1 0 0,0 0 0,0 0 0,0 0 0,1 0 0,-1 0 0,0 0 0,0 0 0,0 0 0,0 1 0,1-1 0,-1 0 0,0 0 0,0 0 0,0 0 0,0 0 0,1 0 0,-1 0 0,0 1 0,0-1 0,0 0 0,0 0 0,23 21 0,-6-2 0,175 174 0,-170-175 0,1 0 0,0-1 0,27 14 0,-40-26 0,0 1 0,1-2 0,0 0 0,0 0 0,0-1 0,1 0 0,-1-1 0,1 0 0,-1-1 0,17 0 0,-25-1 0,-1 0 0,1-1 0,-1 1 0,1-1 0,-1 1 0,0-1 0,1 0 0,-1 1 0,1-1 0,-1-1 0,0 1 0,0 0 0,0 0 0,0-1 0,0 0 0,0 1 0,3-4 0,-3 2 0,0 0 0,0 0 0,0-1 0,0 1 0,-1 0 0,0-1 0,1 1 0,-1-1 0,-1 1 0,1-1 0,0-4 0,0-6 0,-1 0 0,-1-1 0,0 1 0,-1 0 0,-4-16 0,-5-9 0,-1 0 0,-1 1 0,-3 0 0,-1 2 0,-37-61 0,49 88-151,-1 0-1,0 1 0,0-1 0,-1 1 1,0 0-1,0 1 0,-1 0 1,-10-7-1,5 6-6674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7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24575,'34'2'0,"-12"-1"0,0 1 0,0 1 0,0 1 0,29 9 0,-48-12 0,0 0 0,0 1 0,0-1 0,0 1 0,0 0 0,-1-1 0,4 4 0,-5-4 0,0 0 0,0 0 0,0 0 0,0 0 0,0 0 0,-1 1 0,1-1 0,0 0 0,-1 0 0,1 0 0,-1 1 0,1-1 0,-1 0 0,0 1 0,0-1 0,1 0 0,-1 1 0,0-1 0,0 2 0,0-3 0,0 0 0,0 1 0,0-1 0,0 0 0,0 0 0,-1 1 0,1-1 0,0 0 0,0 0 0,0 1 0,0-1 0,0 0 0,0 0 0,0 1 0,-1-1 0,1 0 0,0 0 0,0 0 0,0 0 0,-1 1 0,1-1 0,0 0 0,0 0 0,0 0 0,-1 0 0,1 0 0,0 1 0,0-1 0,-1 0 0,1 0 0,0 0 0,0 0 0,-1 0 0,1 0 0,0 0 0,0 0 0,-1 0 0,1 0 0,0 0 0,0 0 0,-1 0 0,1 0 0,0 0 0,0 0 0,-1-1 0,1 1 0,-15-7 0,4 1 0,10 7 0,1-1 0,-1 0 0,1 0 0,-1 0 0,0 0 0,1 0 0,-1 1 0,1-1 0,-1 0 0,0 0 0,1 1 0,-1-1 0,1 0 0,-1 1 0,1-1 0,-1 1 0,1-1 0,-1 1 0,1-1 0,0 1 0,-1-1 0,1 1 0,0-1 0,-1 1 0,1-1 0,0 1 0,0 0 0,0-1 0,-1 1 0,1 0 0,0 0 0,-3 24 0,3-23 0,0 12 0,1-1 0,0 1 0,6 25 0,16 41 0,-20-70 0,11 29 0,-9-28 0,0 1 0,-1 0 0,4 22 0,-8-34 0,0 1 0,0 0 0,0 0 0,0-1 0,0 1 0,0 0 0,0 0 0,0 0 0,0-1 0,0 1 0,0 0 0,0 0 0,-1-1 0,1 1 0,0 0 0,-1-1 0,1 1 0,-1 1 0,0-2 0,1 1 0,0-1 0,-1 0 0,1 0 0,-1 0 0,1 0 0,0 1 0,-1-1 0,1 0 0,-1 0 0,1 0 0,-1 0 0,1 0 0,-1 0 0,1 0 0,-1 0 0,1 0 0,0 0 0,-1 0 0,1-1 0,-1 1 0,1 0 0,-1 0 0,-2-2 0,1 1 0,-1 0 0,1-1 0,-1 0 0,1 1 0,0-1 0,0 0 0,-4-4 0,-17-24 0,2-2 0,1 0 0,-25-52 0,38 67 0,1 1 0,0-1 0,1-1 0,1 1 0,0-1 0,0-17 0,3 27 0,1 1 0,0 0 0,0 0 0,0 0 0,1 0 0,0 0 0,1 0 0,0 0 0,0 0 0,0 0 0,1 0 0,0 1 0,0-1 0,0 1 0,1 0 0,0 0 0,8-9 0,-8 12 0,0-1 0,0 1 0,0 1 0,0-1 0,0 1 0,0-1 0,1 1 0,-1 1 0,1-1 0,0 0 0,-1 1 0,1 0 0,0 0 0,0 1 0,0-1 0,0 1 0,-1 0 0,1 0 0,0 1 0,0 0 0,0-1 0,0 2 0,-1-1 0,1 0 0,8 5 0,-6-3 0,1 0 0,-1 1 0,0 0 0,0 1 0,-1 0 0,1 0 0,-1 0 0,0 1 0,0-1 0,-1 2 0,0-1 0,0 0 0,0 1 0,6 14 0,-10-19 0,0 0 0,0 0 0,0 0 0,-1 1 0,1-1 0,-1 0 0,0 0 0,1 1 0,-1-1 0,0 0 0,-1 1 0,1-1 0,0 0 0,0 1 0,-1-1 0,0 0 0,-1 3 0,1-1 0,-1-1 0,0 0 0,0 0 0,0 0 0,0-1 0,-1 1 0,1 0 0,-1-1 0,1 0 0,-5 3 0,-2 1 0,0-1 0,-1 0 0,1-1 0,-1 0 0,0 0 0,-18 3 0,9-4-341,1-1 0,0-1-1,-23-1 1,27 0-6485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94 24575,'-16'-12'0,"-47"-36"0,55 43 0,0 0 0,0 0 0,-1 1 0,0 0 0,-17-5 0,25 9 0,0-1 0,0 1 0,0 0 0,0 0 0,0 0 0,0 0 0,0 0 0,-1 0 0,1 0 0,0 0 0,0 0 0,0 0 0,0 0 0,0 0 0,0 1 0,0-1 0,0 1 0,0-1 0,0 1 0,0-1 0,0 1 0,1-1 0,-1 1 0,-1 1 0,1-1 0,0 1 0,0 0 0,0-1 0,0 1 0,1 0 0,-1-1 0,1 1 0,-1 0 0,1 0 0,0-1 0,-1 1 0,1 0 0,0 2 0,1 4 0,0 1 0,0-1 0,0 0 0,1 1 0,3 8 0,-2-12 0,-1 1 0,1-1 0,0-1 0,0 1 0,0 0 0,1-1 0,0 0 0,0 1 0,0-2 0,0 1 0,1 0 0,-1-1 0,1 0 0,9 5 0,-11-6 0,0-1 0,0 0 0,0 1 0,0-1 0,0 0 0,0-1 0,0 1 0,0-1 0,0 1 0,1-1 0,-1 0 0,0 0 0,0 0 0,0 0 0,1-1 0,-1 0 0,0 1 0,0-1 0,0 0 0,0 0 0,0-1 0,0 1 0,0-1 0,-1 1 0,1-1 0,0 0 0,3-3 0,-4 3 6,0 0 0,-1 0 0,1 0 0,-1 0 0,1-1 0,-1 1 0,0 0 0,0 0 0,0-1 0,0 1 0,-1-1 0,1 1 0,0-1 0,-1 1 0,0-1 0,0 1 0,0-1 0,0 1 0,0-5 0,-1 3-130,0 0 0,0 0 1,0 0-1,-1 0 0,1 0 0,-1 1 1,0-1-1,0 0 0,0 1 0,-1 0 1,-3-5-1,-5-4-6702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190 578 24575,'3'-33'0,"4"-44"0,-3-85 0,-5 149 0,0 0 0,-2 1 0,1-1 0,-2 1 0,-7-20 0,-31-57 0,25 57 0,11 19 0,-1 0 0,-10-14 0,15 24 0,-1 0 0,1 0 0,-1 0 0,1 1 0,-1-1 0,0 1 0,0-1 0,0 1 0,0 0 0,-1 0 0,1 0 0,0 1 0,-7-3 0,9 4 0,-1 0 0,1-1 0,0 1 0,0 0 0,-1 0 0,1 0 0,0 0 0,0 0 0,-1 0 0,1 0 0,0 0 0,0 1 0,0-1 0,-1 0 0,1 1 0,0-1 0,0 1 0,0 0 0,0-1 0,0 1 0,-2 1 0,1 0 0,1 0 0,-1 0 0,1 0 0,0 0 0,0 0 0,0 0 0,0 0 0,0 0 0,0 0 0,-1 5 0,0 4 0,1 0 0,0 0 0,1 20 0,0-28 0,1 24 0,0 1 0,2-1 0,1 0 0,1 0 0,2 0 0,0-1 0,16 36 0,-15-46 0,1 0 0,1-1 0,0-1 0,1 0 0,0 0 0,1-1 0,1 0 0,0-1 0,1 0 0,0-2 0,1 1 0,0-2 0,30 15 0,-36-20 0,1 0 0,1-1 0,-1 0 0,0-1 0,1 0 0,-1 0 0,1-1 0,-1-1 0,1 0 0,0 0 0,-1-1 0,1 0 0,17-5 0,-25 5 0,0-1 0,1 1 0,-1-1 0,0 0 0,-1 0 0,1 0 0,0-1 0,-1 1 0,1 0 0,-1-1 0,0 0 0,1 0 0,-1 1 0,-1-1 0,1-1 0,0 1 0,-1 0 0,0 0 0,1 0 0,-1-1 0,0 1 0,0-7 0,1 0 0,-1 1 0,-1-1 0,1 0 0,-2 0 0,1 0 0,-1 1 0,-3-12 0,2 12 0,-1 1 0,1-1 0,-7-11 0,8 18 0,0-1 0,0 0 0,-1 1 0,0-1 0,1 1 0,-1-1 0,0 1 0,0 0 0,0 0 0,-1 0 0,1 0 0,0 0 0,-6-2 0,7 3 0,1 1 0,-1-1 0,0 1 0,0 0 0,0 0 0,0-1 0,0 1 0,0 0 0,0 0 0,0 0 0,0 0 0,0 0 0,0 0 0,0 0 0,0 0 0,0 1 0,0-1 0,0 0 0,1 0 0,-1 1 0,0-1 0,0 1 0,-1 0 0,0 0 0,1 1 0,0-1 0,0 0 0,0 1 0,0-1 0,0 1 0,0-1 0,0 1 0,1 0 0,-1-1 0,1 1 0,-1 2 0,-1 5 0,1 1 0,0-1 0,1 17 0,0-23 0,0 4 0,1 0 0,0 0 0,1 0 0,-1-1 0,2 1 0,-1-1 0,0 1 0,1-1 0,0 0 0,1 0 0,0 0 0,-1 0 0,2 0 0,-1-1 0,1 0 0,0 0 0,8 7 0,2 0 0,0-1 0,1-1 0,0 0 0,1-1 0,23 8 0,-31-13-195,1 0 0,0-2 0,0 1 0,1-1 0,-1 0 0,13 0 0,-11-2-6631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17 24575,'-4'-2'0,"0"0"0,-1-1 0,1 1 0,0 1 0,-1-1 0,1 1 0,-9-2 0,11 3 0,1-1 0,-1 1 0,0 0 0,1 1 0,-1-1 0,1 0 0,0 0 0,-1 1 0,1-1 0,-1 1 0,1-1 0,-1 1 0,1 0 0,0-1 0,-1 1 0,1 0 0,0 0 0,0 0 0,0 0 0,0 0 0,0 0 0,0 0 0,0 0 0,0 1 0,0-1 0,0 0 0,1 0 0,-2 2 0,0 3 0,0 0 0,0 0 0,1 0 0,-1 0 0,1 0 0,1 0 0,-1 0 0,1 1 0,0-1 0,1 0 0,-1 0 0,1 0 0,2 7 0,1 4 0,1-2 0,1 1 0,12 25 0,-10-26 0,2 0 0,0-1 0,0-1 0,16 16 0,16 22 0,-40-49 0,-1-1 0,1 1 0,-1 1 0,0-1 0,0 0 0,0 0 0,0 0 0,-1 0 0,1 1 0,0-1 0,-1 0 0,0 1 0,1-1 0,-1 0 0,0 1 0,0-1 0,0 1 0,-1-1 0,1 0 0,-1 1 0,0 2 0,-1-2 0,0 1 0,0 0 0,0-1 0,0 1 0,-1-1 0,1 1 0,-1-1 0,0 0 0,0 0 0,0-1 0,-6 5 0,-23 11-1365,17-12-5461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2:2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4:46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733 0 24575,'-7'1'0,"1"-1"0,-1 1 0,-8 3 0,-14 1 0,-246 0 0,164-6 0,111 1 0,-81 0 0,-85-12 0,162 12-227,1-1-1,-1 1 1,1 0-1,-1 0 1,-5 1-1,1 2-6598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4:47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14 24575,'-22'-4'0,"-1"0"0,1 1 0,-38 0 0,-68 10 0,17 0 0,-75 1 98,83-3-1561,76-3-5363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4:49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1936 60 24575,'174'-51'0,"-159"48"0,23-2 0,-93 7 0,-34 3 0,-106 4 0,1-17 0,29 1 0,-231 6 0,201 2 0,99 2 0,-121 18 0,130-7 0,-37 6 0,19-5 0,68-10 0,17-1 0,-37 1 0,34-5-114,8 0-136,-1 0 0,1 1-1,0 0 1,-22 5 0,27-3-6576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24575,'-1'-1'0,"1"1"0,0-1 0,0 1 0,0 0 0,0-1 0,-1 1 0,1-1 0,0 1 0,0 0 0,0-1 0,-1 1 0,1-1 0,0 1 0,-1 0 0,1 0 0,0-1 0,-1 1 0,1 0 0,-1-1 0,1 1 0,0 0 0,-1 0 0,1 0 0,-1-1 0,0 2 0,1-1 0,0 0 0,-1 1 0,1-1 0,0 0 0,0 1 0,-1-1 0,1 0 0,0 1 0,0-1 0,-1 1 0,1-1 0,0 0 0,0 1 0,0-1 0,0 1 0,0-1 0,0 1 0,0 0 0,-1 25 0,2-21 0,30 150 0,-21-113 0,27 67 0,22 26-1365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24575,'12'-12'0,"7"-5"0,4-1 0,4 3 0,2 3 0,-1 4 0,-1 0 0,-2 3 0,-4 1 0,-2 2 0,-2 1 0,-1 0 0,-4-1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39 24575,'-1'-2'0,"-2"-1"0,0-1 0,0 0 0,1 1 0,0-1 0,-1 0 0,1 0 0,-1-7 0,23 42 0,-8-9 0,-1 0 0,0 2 0,-2-1 0,-1 1 0,0 0 0,-2 1 0,4 28 0,5 101 0,-14-139 30,0 0 0,2 0 0,5 20 0,-6-30-136,-1 0 0,1 0 0,0 0 0,0-1 0,1 1 0,0-1-1,0 1 1,0-1 0,0 0 0,0 0 0,1 0 0,0-1 0,6 6 0,0-3-6720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25 24575,'0'-21'0,"0"17"0,0 14 0,0 1 0,-1 0 0,-1-1 0,1 1 0,-7 19 0,-19 40 0,5-14 0,14-33 0,1-1 0,2 1 0,0 0 0,1 0 0,2 0 0,0 25 0,2-34 0,1-1 0,0 0 0,2 1 0,-1-1 0,2 0 0,-1 0 0,2-1 0,0 1 0,0-1 0,1 0 0,15 22 0,-5-14 0,0 0 0,1-1 0,1-1 0,1-1 0,1 0 0,0-2 0,40 24 0,-55-36-88,9 5-338,0 0 1,23 9-1,-24-13-6400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24575,'0'-6'0,"0"0"0,1 0 0,-1 0 0,1 1 0,1-1 0,-1 0 0,4-8 0,-4 12 0,-1 1 0,1-1 0,0 1 0,0 0 0,-1 0 0,1-1 0,0 1 0,0 0 0,0 0 0,0 0 0,0 0 0,1 0 0,-1 0 0,0 0 0,0 0 0,1 0 0,-1 1 0,0-1 0,1 1 0,-1-1 0,1 1 0,-1-1 0,1 1 0,-1 0 0,1-1 0,-1 1 0,1 0 0,-1 0 0,1 0 0,-1 1 0,1-1 0,-1 0 0,1 0 0,1 2 0,3 0 0,0 0 0,-1 1 0,1 0 0,-1 0 0,0 1 0,0-1 0,-1 1 0,1 0 0,4 5 0,36 45 0,-41-49 0,0 1 0,-1 0 0,1 0 0,-1 0 0,0 0 0,-1 0 0,1 0 0,-1 1 0,-1-1 0,1 1 0,0 12 0,-1 0 0,0 0 0,-5 31 0,3-42 0,-1 1 0,0 0 0,-7 16 0,-3 14 0,12-37 0,-1 0 0,1 0 0,0 0 0,-1 0 0,1 1 0,0-1 0,0 0 0,1 0 0,-1 0 0,0 0 0,1 0 0,-1 1 0,1-1 0,0 0 0,0 0 0,0 0 0,0-1 0,1 4 0,0-3 0,0 0 0,0 0 0,0 0 0,1 0 0,-1-1 0,0 1 0,1-1 0,-1 1 0,1-1 0,-1 0 0,1 0 0,4 1 0,6 0 0,0 0 0,1 0 0,-1-1 0,23-2 0,-30 1 0,2 0-124,0-1 0,1 0 0,-1 0 0,0-1 0,0 0 0,0-1-1,0 1 1,0-1 0,-1-1 0,11-6 0,-7 3-6702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24575,'-29'0'0,"-13"0"0,-1 0 0,4 0 0,4 0 0,3 2 0,4 1 0,2 1 0,4-2 0,2 0 0,5-1-8191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24575,'22'3'0,"0"0"0,0 1 0,0 1 0,0 1 0,-1 1 0,0 1 0,-1 1 0,0 1 0,0 1 0,-1 0 0,0 1 0,-1 1 0,-1 1 0,0 1 0,25 28 0,-15-11 0,-1 1 0,-1 1 0,32 61 0,-48-76 0,0 1 0,-1 0 0,-1 0 0,0 0 0,-2 1 0,-1 0 0,0 0 0,-2 1 0,1 20 0,-4-31-72,0 0 1,-1-1-1,0 0 0,-1 1 0,0-1 0,-1 0 0,0 0 0,0 0 1,-1-1-1,0 0 0,-1 0 0,0 0 0,-1 0 0,1-1 0,-2 0 1,1-1-1,-1 1 0,-13 8 0,8-7-6754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0 24575,'4'2'0,"0"1"0,-1-1 0,1 0 0,0-1 0,0 1 0,0-1 0,1 0 0,-1 0 0,0 0 0,8 0 0,7 3 0,20 3 0,-118-6 0,-111-1-1365,178 0-5461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43 24575,'-12'-6'0,"0"0"0,1 0 0,-2 1 0,1 0 0,-1 1 0,1 1 0,-1 0 0,-20-2 0,22 5 0,1 1 0,0-1 0,-1 2 0,-16 3 0,-8 1 0,-54 8-1365,73-13-5461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24575,'1'-2'0,"1"5"0,5 13 0,8 23 0,-14-37 0,78 179 0,-57-132 0,-6-12 9,-12-24-353,2 0 1,-1-1-1,11 16 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 24575,'-6'-8'0,"5"12"0,5 16 0,6 2 0,21 32 0,-19-34 0,-1 0 0,9 23 0,-15-31-455,-1 0 0,5 21 0,-7-21-6371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 24575,'-24'0'0,"-12"0"0,0 0 0,2 0 0,5 2 0,4 1 0,5 1 0,5 0 0,4 2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46 24575,'89'-35'0,"-80"33"0,0-1 0,0 1 0,0 0 0,1 1 0,-1 0 0,0 1 0,1 0 0,9 1 0,-13 1 0,-1-1 0,0 1 0,1 0 0,-1 0 0,0 1 0,0-1 0,0 1 0,0 1 0,-1-1 0,1 0 0,-1 1 0,5 5 0,6 7 0,21 31 0,-31-41 0,0 1 0,-1 1 0,0-1 0,0 1 0,-1-1 0,0 1 0,0 0 0,-1 0 0,2 9 0,-4-13 0,1-1 0,-1 0 0,0 1 0,0-1 0,0 0 0,-1 1 0,1-1 0,-1 0 0,1 0 0,-1 1 0,0-1 0,-1 0 0,1 0 0,0 0 0,-1 0 0,0 0 0,0 0 0,0-1 0,0 1 0,0-1 0,0 1 0,-1-1 0,1 0 0,-1 1 0,-3 1 0,-1 0 0,-1 0 0,0 0 0,0-1 0,0 0 0,-1 0 0,1-1 0,-1 0 0,0-1 0,1 0 0,-1 0 0,0-1 0,0 0 0,-11-1 0,2-1 0,-1-1 0,0-1 0,1-1 0,0 0 0,-20-10 0,31 12 0,0 0 0,0-1 0,1 0 0,-1 0 0,1-1 0,0 0 0,0 0 0,1 0 0,-1 0 0,1-1 0,1 0 0,-1 0 0,1-1 0,-5-9 0,7 12 0,0 0 0,0-1 0,1 1 0,0 0 0,0-1 0,0 1 0,1-1 0,-1 1 0,1-1 0,0 1 0,0-1 0,1 1 0,-1-1 0,1 1 0,0 0 0,0-1 0,1 1 0,-1 0 0,1 0 0,0-1 0,0 1 0,0 1 0,1-1 0,-1 0 0,6-5 0,-3 3 17,0 1 0,1-1 1,0 1-1,0 0 0,0 0 0,11-6 0,-14 9-116,1 0 0,0 1 0,-1-1 0,1 1 0,0 0 0,0 0 0,0 0 0,0 1 0,0-1 0,0 1 0,0 0 0,0 0 0,0 1 0,6 0 0,2 2-6727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24575,'0'2'0,"0"4"0,2 0 0,1 2 0,0 2 0,0 2 0,-4-1 0,-3-3 0,-5-3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24575,'14'-14'0,"0"1"0,0 0 0,1 2 0,1 0 0,24-14 0,-34 22 0,0 0 0,0 1 0,0 0 0,0 0 0,1 0 0,-1 1 0,1-1 0,-1 2 0,1-1 0,0 1 0,-1 0 0,1 0 0,0 1 0,-1-1 0,1 2 0,-1-1 0,1 1 0,-1 0 0,7 3 0,-7-2 0,0 0 0,0 0 0,-1 0 0,1 1 0,-1 0 0,0 0 0,0 0 0,6 8 0,-9-10 0,-1 0 0,1 0 0,-1 0 0,0 0 0,0 1 0,0-1 0,0 0 0,0 1 0,-1-1 0,1 0 0,-1 1 0,1-1 0,-1 1 0,0-1 0,0 1 0,0-1 0,0 1 0,0-1 0,-1 0 0,1 1 0,-1-1 0,0 1 0,0-1 0,1 0 0,-3 3 0,1-1 0,0 0 0,0 0 0,1 1 0,-1-1 0,1 0 0,0 1 0,0-1 0,0 9 0,1-11 0,0 0 0,0 0 0,1 0 0,0 1 0,-1-1 0,1 0 0,0 0 0,0 0 0,0 0 0,0 0 0,0 0 0,1-1 0,-1 1 0,0 0 0,1-1 0,-1 1 0,1 0 0,0-1 0,0 0 0,2 2 0,26 15 0,-22-15 0,-1 1 0,0 1 0,0-1 0,0 1 0,-1 0 0,8 8 0,-13-12 0,0 1 0,0-1 0,0 1 0,0-1 0,0 1 0,0 0 0,-1-1 0,1 1 0,0 0 0,-1-1 0,0 1 0,1 0 0,-1 0 0,0 2 0,0-2 0,0 0 0,-1 1 0,1-1 0,-1 1 0,0-1 0,0 1 0,1-1 0,-2 0 0,1 0 0,0 0 0,0 1 0,-3 2 0,-1 0 6,1 0 0,-1 0 0,0-1 0,0 0 0,0 0 0,-1 0 0,0-1 0,1 1 0,-1-1 0,0-1 0,0 1 0,-1-1 0,1 0 0,-1 0 0,-8 0 0,-10 2-293,0-2 0,-42-2 1,47 0-315,2-1-6225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24575,'5'-7'0,"0"-1"0,1 1 0,-1 0 0,2 1 0,-1-1 0,14-9 0,-18 14 0,1 1 0,-1-1 0,1 1 0,0-1 0,-1 1 0,1 0 0,0 0 0,0 1 0,0-1 0,0 0 0,0 1 0,0 0 0,0 0 0,0 0 0,0 0 0,0 0 0,0 0 0,0 1 0,0 0 0,-1-1 0,1 1 0,0 0 0,0 0 0,3 2 0,0 1 0,0 0 0,-1 0 0,1 0 0,-1 0 0,0 1 0,0 0 0,0 0 0,0 1 0,-1-1 0,0 1 0,0 0 0,-1 0 0,1 0 0,-1 0 0,4 14 0,-4-7 0,1 1 0,-2-1 0,0 1 0,0 0 0,-1 0 0,-1 0 0,-2 15 0,-13 60 0,10-68 0,4-15 0,-1 0 0,1-1 0,0 1 0,1 0 0,-1 8 0,2-13 0,-1 1 0,0-1 0,0 1 0,1-1 0,-1 1 0,1-1 0,-1 1 0,1-1 0,0 0 0,0 1 0,-1-1 0,1 0 0,0 1 0,0-1 0,0 0 0,0 0 0,1 0 0,-1 0 0,0 0 0,0 0 0,0 0 0,1 0 0,-1-1 0,1 1 0,1 0 0,3 1 17,1 0 0,0 0 1,0-1-1,0 0 0,0 0 0,13-1 0,-16 0-141,1 0 0,0 0 1,-1-1-1,1 0 0,-1 0 0,1 0 1,-1 0-1,0-1 0,1 1 0,-1-1 1,6-3-1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0 24575,'-22'5'0,"-12"2"0,-3 1 0,2 1 0,3 0 0,4-1 0,2-2 0,2 0 0,4 0 0,2-2 0,5-1-8191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7 24575,'-27'-3'0,"-14"0"0,-2 2 0,4 2 0,3 3 0,5 1 0,6 1 0,2 1 0,3-2 0,2-1 0,4-1-8191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24575,'10'20'0,"6"8"0,4 6 0,2 0 0,0-2 0,-2-2 0,-2-1 0,-1-3 0,-1-3 0,-4-4 0,-3-2 0,-4-4-8191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3973 47 24575,'-3'-4'0,"0"0"0,-1 1 0,0-1 0,1 1 0,-1 0 0,0 0 0,-1 0 0,1 0 0,0 1 0,-1-1 0,1 1 0,-1 0 0,0 1 0,0-1 0,0 1 0,0 0 0,0 0 0,0 1 0,-6-1 0,-10 1 0,-1 0 0,0 2 0,-22 3 0,41-4 0,-12 1 0,-251 33 0,-2-19 0,-188-25 0,91-9 0,267 15 0,-191 17 0,41 17 0,-1-17 0,103-7 0,-2 1 0,-36-19 0,166 10 0,-257-4 0,162 7 0,86-3 0,-21 1 0,-80 9 0,21 9 0,63-15 0,-1-1 0,-54-5 0,99 3 0,-110-11-1365,88 9-5461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 24575,'0'-1'0,"0"1"0,0 0 0,0 0 0,0 0 0,0 0 0,0 0 0,0 0 0,-1 0 0,1 0 0,0 0 0,0 0 0,0 0 0,0 0 0,0 0 0,0 0 0,0 0 0,0 0 0,0 0 0,0 0 0,-1 0 0,1 0 0,0 0 0,0 0 0,0 0 0,0 0 0,0 0 0,0 0 0,0 0 0,0 0 0,0 0 0,0 0 0,-1 0 0,1 0 0,0 0 0,0 0 0,0 0 0,0 0 0,0 0 0,0 0 0,0 0 0,0 0 0,0 0 0,0 0 0,0 1 0,0-1 0,0 0 0,0 0 0,0 0 0,0 0 0,-1 0 0,1 0 0,0 0 0,0 0 0,0 0 0,0 0 0,0 1 0,0-1 0,0 0 0,0 0 0,0 0 0,0 0 0,0 0 0,0 0 0,0 0 0,0 0 0,1 0 0,-1 0 0,0 1 0,0-1 0,0 13 0,5 15 0,6 18 0,2-1 0,3-1 0,33 68 0,-28-78 0,-20-32 0,1 0 0,0 0 0,-1 1 0,1-1 0,0-1 0,0 1 0,1 0 0,-1-1 0,0 1 0,1-1 0,4 3 0,0-4-1365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0 24575,'-3'3'0,"-2"0"0,-4 0 0,0 2 0,-1 0 0,-1-1 0,-1 0 0,-2-2 0,1-1 0,-2-1 0,1 0 0,-1 0 0,-2 0 0,-1 0 0,0 0 0,4-1-8191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9 24575,'0'0'0,"0"-1"0,0 1 0,0 0 0,0-1 0,0 1 0,0 0 0,0-1 0,0 1 0,0 0 0,0-1 0,1 1 0,-1 0 0,0-1 0,0 1 0,0 0 0,0-1 0,1 1 0,-1 0 0,0 0 0,0-1 0,1 1 0,-1 0 0,0 0 0,0 0 0,1-1 0,-1 1 0,0 0 0,1 0 0,-1 0 0,0 0 0,1-1 0,12 2 0,12 9 0,-24-10 0,10 7 0,0 1 0,0 0 0,0 0 0,-1 1 0,-1 0 0,1 1 0,-1 0 0,-1 1 0,0 0 0,12 21 0,-19-30 0,0 0 0,0 0 0,0 0 0,0 0 0,0 0 0,0 1 0,-1-1 0,1 0 0,-1 1 0,1-1 0,-1 1 0,0-1 0,0 0 0,0 1 0,0-1 0,0 1 0,-1-1 0,-1 5 0,1-4 0,-1 0 0,1 0 0,-1 0 0,0 0 0,0-1 0,0 1 0,0 0 0,-1-1 0,1 0 0,-1 1 0,0-1 0,-2 2 0,-4 1 0,-1 0 0,1 0 0,-1-1 0,0 0 0,0-1 0,0 0 0,-18 3 0,20-5 0,1-1 0,-1 1 0,0-1 0,1-1 0,-1 1 0,1-1 0,-1-1 0,1 1 0,-1-1 0,1-1 0,0 1 0,0-1 0,0 0 0,0-1 0,1 0 0,-1 0 0,1 0 0,0-1 0,0 0 0,0 0 0,1 0 0,0-1 0,0 0 0,0 0 0,1 0 0,0-1 0,0 1 0,1-1 0,-5-11 0,7 14 0,-1-1 0,1 1 0,1-1 0,-1 1 0,1-1 0,-1 0 0,1 1 0,1-1 0,-1 1 0,1-1 0,-1 0 0,1 1 0,1 0 0,-1-1 0,1 1 0,3-8 0,-3 8 0,0 1 0,0 0 0,0 0 0,1 0 0,-1 0 0,1 0 0,0 1 0,0-1 0,0 1 0,0-1 0,0 1 0,1 0 0,-1 0 0,0 1 0,1-1 0,0 1 0,-1 0 0,1 0 0,0 0 0,6-1 0,-7 2-124,0 0 0,1 0 0,-1 0 0,0 0 0,1 1 0,-1-1-1,0 1 1,1 0 0,-1 0 0,6 3 0,3 2-6702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0,3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24575,'11'11'0,"-1"1"0,-1 0 0,0 0 0,12 21 0,-16-24 0,-1-1 0,0 1 0,-1 0 0,0 0 0,0 0 0,-1 1 0,0-1 0,0 14 0,-2-21 0,0 0 0,0 1 0,1-1 0,-1 0 0,0 0 0,1 1 0,-1-1 0,1 0 0,0 0 0,0 0 0,0 1 0,2 2 0,-1-3 0,-1-1 0,0 0 0,1 0 0,-1 0 0,1 0 0,-1 0 0,1 0 0,0-1 0,-1 1 0,1 0 0,0-1 0,-1 0 0,1 1 0,0-1 0,0 0 0,-1 0 0,4 0 0,9 0 0,0-2 0,0 1 0,1-2 0,-2 0 0,1-1 0,0 0 0,20-10 0,-5-3-1365,-17 7-5461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24575,'10'25'0,"3"10"0,2 2 0,0-1 0,-1-4 0,-2-4 0,1-6 0,-3-3 0,0-2 0,-2-3 0,0 0 0,1-1 0,-1 1 0,-1-3-8191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24575,'4'-4'0,"-1"1"0,1 0 0,0-1 0,0 1 0,0 1 0,1-1 0,-1 1 0,1-1 0,-1 1 0,1 0 0,0 1 0,0-1 0,-1 1 0,7-1 0,-7 2 0,1 0 0,0 0 0,-1 1 0,1-1 0,-1 1 0,1 0 0,-1 0 0,1 1 0,-1-1 0,0 1 0,1 0 0,-1 0 0,0 1 0,0-1 0,5 5 0,-3-2 0,0 0 0,-1 0 0,1 1 0,-1 0 0,0 0 0,0 0 0,-1 1 0,0-1 0,0 1 0,0 0 0,-1 0 0,0 0 0,2 9 0,-3-6 0,0 1 0,0-1 0,-1 1 0,-1-1 0,0 1 0,0 0 0,-1-1 0,0 1 0,-3 12 0,2-18 0,0 3 0,1-1 0,0 1 0,0 0 0,0-1 0,1 9 0,0-14 0,0 0 0,0 0 0,1-1 0,-1 1 0,1 0 0,-1 0 0,1-1 0,0 1 0,-1 0 0,1-1 0,0 1 0,0-1 0,0 1 0,0-1 0,1 1 0,-1-1 0,0 0 0,0 0 0,1 1 0,-1-1 0,1 0 0,-1 0 0,1 0 0,0-1 0,-1 1 0,1 0 0,2 0 0,5 2 30,0 0 0,1-1 0,13 2 0,-20-4-129,1 0 0,-1 0 0,0 0 0,0 0 0,0-1 0,0 1 0,0-1 0,1 0 0,-1 0 0,0 0 0,-1 0 0,1-1 0,0 1 0,3-3 0,5-4-6727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0 24575,'-19'7'0,"-10"3"0,-2 0 0,2 0 0,1-2 0,3-1 0,1-3 0,1-2 0,3 0 0,2-2 0,5 0-8191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0 24575,'-25'0'0,"-10"3"0,-2 0 0,6 3 0,5-1 0,7 0-8191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24575,'15'17'0,"7"9"0,3 4 0,-2-1 0,-1 1 0,-2-4 0,-2-2 0,-4-4 0,-2-3 0,-4-1 0,-2-4-8191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24575,'37'21'0,"-1"3"0,-1 1 0,-2 1 0,49 48 0,-65-56 0,-2 1 0,0 0 0,-1 1 0,-1 1 0,0 0 0,-2 0 0,-1 1 0,0 1 0,9 35 0,-15-44 0,-1 1 0,0-1 0,-1 1 0,-1-1 0,0 1 0,-3 26 0,2-34 0,-2 0 0,1 0 0,-1-1 0,0 1 0,0 0 0,-1-1 0,0 0 0,0 0 0,0 0 0,-1 0 0,0 0 0,0 0 0,0-1 0,-1 0 0,0 0 0,-9 7 0,-3 0 19,-1-1-1,0 0 1,-1-1-1,-1-1 1,-36 11-1,-106 21-1232,152-39 952,-26 5-6564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19 24575,'-2'-2'0,"-1"0"0,0 0 0,1 1 0,-1-1 0,0 1 0,0-1 0,0 1 0,0 0 0,0 0 0,-1 0 0,1 0 0,0 1 0,0-1 0,-1 1 0,1 0 0,0 0 0,-1 0 0,1 0 0,0 1 0,0 0 0,0-1 0,-1 1 0,1 0 0,0 0 0,0 1 0,0-1 0,0 1 0,0-1 0,1 1 0,-1 0 0,0 0 0,-2 3 0,-7 8 0,0 0 0,1 1 0,1 1 0,1 0 0,0 0 0,0 0 0,2 1 0,0 1 0,1-1 0,1 1 0,0 0 0,1 0 0,-2 24 0,4-27 0,2 0 0,-1 0 0,2 0 0,0 0 0,1 0 0,0 0 0,1 0 0,0 0 0,2-1 0,-1 0 0,1 0 0,1 0 0,1 0 0,0-1 0,0 0 0,1-1 0,0 1 0,11 10 0,19 15-324,68 52-1,-89-75-391,3 3-6110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177 118 24575,'-23'-101'0,"23"100"0,-1 0 0,1-1 0,-1 1 0,1 0 0,-1 0 0,1-1 0,-1 1 0,0 0 0,1 0 0,-3-2 0,3 3 0,0 0 0,0-1 0,-1 1 0,1 0 0,0 0 0,0 0 0,0 0 0,-1 0 0,1 0 0,0 0 0,0 0 0,-1 0 0,1 0 0,0 0 0,0 0 0,0 0 0,-1 0 0,1 0 0,0 0 0,0 0 0,-1 0 0,1 0 0,0 0 0,0 0 0,0 0 0,-1 1 0,1-1 0,0 0 0,0 0 0,0 0 0,-1 0 0,1 0 0,0 1 0,0-1 0,0 0 0,-3 3 0,1 1 0,0-1 0,0 1 0,0 0 0,-1 4 0,-1 2 0,-16 31 0,-32 72 0,41-85 0,0 1 0,-6 33 0,14-47 0,0 0 0,2 1 0,-1-1 0,2 0 0,2 29 0,0-33 0,0 0 0,1 0 0,0 0 0,1 0 0,0 0 0,0-1 0,1 0 0,12 19 0,-4-13 0,0 0 0,1-1 0,0 0 0,1-1 0,1-1 0,0 0 0,25 14 0,-6-7 0,0-2 0,69 26 0,-71-35-1365,-21-7-5461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17 24575,'-6'-13'0,"4"9"0,4 11 0,40 95 0,-12-34 0,-12-25 0,-3-7 0,-2 0 0,16 62 0,-29-96-58,1 0-35,-1 0 0,1 0-1,-1 0 1,0 0-1,1 1 1,-1-1 0,0 0-1,0 0 1,-1 1-1,1-1 1,0 0 0,-1 0-1,-1 4 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 24575,'-3'0'0,"-3"2"0,-2 1 0,-4 3 0,-1 2 0,-1 0 0,-1-1 0,-2 0 0,-4 0 0,-1-2 0,2-2 0,4-1-8191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88 24575,'-6'-5'0,"1"-2"0,-1 1 0,-4-8 0,8 12 0,1 0 0,0 1 0,0-1 0,1 0 0,-1 1 0,0-1 0,1 0 0,-1 0 0,1 0 0,-1 0 0,1 0 0,0 1 0,0-1 0,0 0 0,0 0 0,0 0 0,0 0 0,0 0 0,1-3 0,0 4 0,0 0 0,0 0 0,0 0 0,0 0 0,0 0 0,0 0 0,0 0 0,0 0 0,0 0 0,1 0 0,-1 0 0,0 1 0,0-1 0,1 0 0,-1 1 0,1 0 0,-1-1 0,0 1 0,1 0 0,-1-1 0,1 1 0,-1 0 0,1 0 0,-1 0 0,1 0 0,-1 1 0,2-1 0,6 1 0,-1 1 0,1-1 0,8 4 0,4 2 0,-1 0 0,1 2 0,21 12 0,-33-16 0,-1 1 0,1 0 0,-1 0 0,0 0 0,-1 1 0,1 1 0,-1-1 0,11 17 0,-16-21 0,0 1 0,0-1 0,0 1 0,0 0 0,-1 0 0,1 0 0,-1 0 0,0 0 0,-1 0 0,1 0 0,-1 0 0,1 1 0,-1-1 0,0 0 0,-1 0 0,1 0 0,-1 0 0,0 0 0,0 0 0,0 0 0,0 0 0,-3 6 0,1-5 0,0 0 0,-1 0 0,0 0 0,1 0 0,-2 0 0,1-1 0,0 0 0,-1 0 0,0 0 0,0 0 0,0-1 0,0 0 0,-1 0 0,-8 3 0,1 0 0,0-2 0,0 0 0,-1-1 0,1 0 0,-1-1 0,0 0 0,-26-1 0,34-2 0,1 1 0,0 0 0,-1-1 0,1 0 0,0-1 0,0 1 0,-1-1 0,1 0 0,1 0 0,-1 0 0,0-1 0,0 0 0,1 0 0,0 0 0,-1 0 0,1-1 0,0 0 0,1 0 0,-1 0 0,1 0 0,0 0 0,0-1 0,-3-5 0,3 4 0,0 0 0,0-1 0,1 1 0,0-1 0,0 1 0,1-1 0,-1 0 0,2 0 0,-1 1 0,1-1 0,0 0 0,0 0 0,1 0 0,0 0 0,0 1 0,0-1 0,1 0 0,0 1 0,1 0 0,-1-1 0,1 1 0,0 0 0,1 0 0,4-6 0,-4 6 20,1 0 0,-1 1 0,1 0 0,0 0 0,6-5 0,-9 8-98,0 1 0,0 0 0,0 0-1,0-1 1,0 1 0,1 0 0,-1 1 0,0-1 0,0 0-1,1 1 1,-1-1 0,0 1 0,1 0 0,-1 0 0,1 0-1,-1 0 1,0 0 0,4 1 0,4 2-6748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24575,'0'2'0,"0"4"0,-2 0 0,-1 2 0,-3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60 24575,'5'-7'0,"1"0"0,0 1 0,0 0 0,0 0 0,1 1 0,13-9 0,-18 13 0,0 0 0,0 0 0,1 0 0,-1 0 0,0 0 0,0 0 0,1 1 0,-1-1 0,1 1 0,-1-1 0,0 1 0,1 0 0,-1 0 0,1 0 0,-1 0 0,1 1 0,-1-1 0,0 1 0,1-1 0,-1 1 0,0 0 0,1 0 0,-1 0 0,0 0 0,0 1 0,0-1 0,0 0 0,3 3 0,-1 1 0,1 0 0,0 0 0,-1 0 0,0 0 0,0 1 0,-1 0 0,0 0 0,0 0 0,0 0 0,-1 0 0,1 1 0,-2-1 0,1 1 0,1 8 0,-3-10 0,1-1 0,-1 1 0,0-1 0,0 1 0,-1 0 0,1-1 0,-1 1 0,0-1 0,0 1 0,-1-1 0,1 1 0,-1-1 0,0 0 0,0 0 0,-1 0 0,1 0 0,-1 0 0,0-1 0,0 1 0,0-1 0,-5 5 0,3-4 0,0-1 0,-1 0 0,1 0 0,-1 0 0,0-1 0,0 0 0,0 0 0,0 0 0,0-1 0,0 0 0,-11 1 0,-4-2 0,0 0 0,-25-3 0,41 2 0,0 0 0,0 0 0,0 0 0,0-1 0,0 0 0,0 0 0,1 0 0,-1-1 0,0 1 0,1-1 0,0 0 0,0 0 0,0-1 0,0 1 0,0-1 0,-4-6 0,5 6 0,1 1 0,0 0 0,0-1 0,0 1 0,0-1 0,1 0 0,-1 1 0,1-1 0,0 0 0,0 0 0,1 0 0,-1 0 0,1 0 0,0 0 0,0 0 0,0 0 0,0 0 0,1 0 0,-1 0 0,1 0 0,0 0 0,2-4 0,-1 5-52,0-1-1,0 1 1,0 0-1,0 1 1,0-1-1,1 0 1,-1 0-1,1 1 1,0 0-1,0-1 1,-1 1-1,2 0 1,-1 0-1,0 1 1,0-1-1,0 1 1,1 0-1,-1-1 1,1 1-1,-1 1 1,1-1-1,0 0 1,-1 1-1,1 0 0,4 0 1,5 2-6774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6 24575,'4'-2'0,"1"1"0,-1 0 0,1 1 0,0-1 0,-1 1 0,1 0 0,0 0 0,0 0 0,-1 1 0,1-1 0,0 1 0,-1 0 0,1 1 0,-1-1 0,1 1 0,-1 0 0,0 0 0,0 0 0,0 0 0,0 1 0,0 0 0,0 0 0,-1 0 0,4 4 0,5 5 0,-1 1 0,0 1 0,-1 0 0,0 1 0,9 19 0,-16-29 0,-1 1 0,1-1 0,-1 1 0,0 0 0,-1 0 0,1 0 0,-1 0 0,0 0 0,-1 11 0,0-15 0,0 0 0,0 0 0,0 0 0,0 0 0,-1-1 0,1 1 0,-1 0 0,1 0 0,-1 0 0,0 0 0,0-1 0,0 1 0,0 0 0,0-1 0,0 1 0,0-1 0,0 1 0,-1-1 0,1 0 0,-1 1 0,1-1 0,-1 0 0,1 0 0,-1 0 0,0 0 0,1 0 0,-1-1 0,0 1 0,0 0 0,0-1 0,0 1 0,1-1 0,-1 0 0,-3 0 0,-7 2 0,1-2 0,-1 0 0,0 0 0,1-1 0,-1 0 0,1-1 0,-1-1 0,-14-4 0,21 5 0,1 0 0,0 1 0,0-2 0,0 1 0,0 0 0,1-1 0,-1 0 0,1 0 0,-1 0 0,1 0 0,0 0 0,0-1 0,0 1 0,1-1 0,-1 0 0,1 0 0,0 0 0,0 0 0,0 0 0,1 0 0,0 0 0,-1-1 0,1 1 0,0-7 0,0-6-427,1-21-1,0 34-82,1-8-6316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24575,'2'-1'0,"63"-42"0,-58 40 0,0-1 0,0 1 0,1-1 0,-1 2 0,1-1 0,0 1 0,11-1 0,-16 3 0,-1 0 0,0 0 0,1 0 0,-1 0 0,0 1 0,0-1 0,1 1 0,-1-1 0,0 1 0,0 0 0,0 0 0,0 0 0,0 0 0,0 1 0,0-1 0,0 0 0,0 1 0,0-1 0,-1 1 0,1 0 0,-1-1 0,1 1 0,-1 0 0,0 0 0,0 0 0,0 0 0,2 3 0,1 6 0,0 0 0,0 0 0,-2 1 0,3 12 0,-3-16 0,-1 5 0,0 1 0,-1-1 0,0 0 0,-1 0 0,-1 0 0,0 1 0,-6 21 0,3-17 0,1 1 0,-2 34 0,6-50 0,0-1 0,0 1 0,0 0 0,1-1 0,-1 1 0,1-1 0,-1 1 0,1 0 0,0-1 0,0 1 0,0-1 0,0 0 0,0 1 0,1-1 0,-1 0 0,1 0 0,0 0 0,3 4 0,-2-4 0,1 1 0,-1-1 0,1 0 0,0 0 0,0 0 0,0-1 0,0 1 0,0-1 0,0 0 0,0 0 0,6 0 0,-6 0-76,0-1 1,1 1-1,-1-1 0,0 0 0,0-1 0,1 1 0,-1-1 0,0 1 1,0-1-1,0-1 0,0 1 0,1 0 0,-2-1 0,1 0 1,0 0-1,0 0 0,3-3 0,3-3-6750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25 24575,'-30'-5'0,"-11"-2"0,-2 1 0,4 1 0,6 4 0,6 2 0,4 1 0,2 2 0,3 1 0,-1 0 0,1 0 0,3 1-8191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34 24575,'-29'-7'0,"-15"-3"0,-3 1 0,5 3 0,7 4 0,7 2 0,8 1-8191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24575,'3'17'0,"0"9"0,3 4 0,-1-1 0,3 1 0,-1-4 0,-2-2 0,-1-7-8191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24575,'29'12'0,"1"2"0,-1 1 0,-1 1 0,-1 1 0,-1 2 0,0 1 0,-1 1 0,-1 1 0,38 45 0,-38-36 0,-1 1 0,-2 1 0,-1 1 0,22 51 0,-34-65 0,0 1 0,-2 0 0,0 1 0,-1-1 0,-2 1 0,0 0 0,-1 0 0,-1 0 0,-3 30 0,1-40 0,-1-1 0,0 0 0,-1 0 0,-1 0 0,1 0 0,-2 0 0,0-1 0,0 0 0,0 0 0,-2 0 0,1-1 0,-1 0 0,0 0 0,-1 0 0,0-1 0,0 0 0,-1-1 0,0 0 0,-1 0 0,1-1 0,-1 0 0,0-1 0,-1 0 0,-13 5 0,-37 8-1365,37-11-5461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16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24575,'1'-2'0,"1"0"0,-1 0 0,1 0 0,0 0 0,0 0 0,-1 1 0,1-1 0,0 1 0,1-1 0,-1 1 0,0-1 0,0 1 0,0 0 0,1 0 0,-1 0 0,1 1 0,-1-1 0,1 0 0,3 1 0,7-2 0,-1 1 0,22 1 0,-22 0 0,305 1 0,-294 1 0,29 4 0,18 1 0,68 2 0,-77-5 0,1-3 0,82-8 0,-58 1 0,165 4 0,-142 3 0,-92-2 0,-1-1 0,20-4 0,-3 0 0,-8 1 0,33-10 0,-39 9 0,0 1 0,0 0 0,34-2 0,23 0 0,16-1 0,-67 8 0,1-2 0,25-4 0,-18 2 0,1 2 0,55 2 0,27 0 0,-23-14 0,-65 11 0,46-10 0,3-1 0,-37 9 0,-14 1 0,41-1 0,47 4 0,97 3 0,-14 12 0,-102-8 5,81 3-1375,-160-9-5456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4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46 24575,'-5'-4'0,"0"1"0,0 0 0,0 1 0,-1-1 0,1 1 0,-1 0 0,1 0 0,-1 0 0,0 1 0,-11-1 0,5 1 0,0 1 0,-1 0 0,1 0 0,-23 6 0,1-1 0,30-5-80,-1 0 0,1 0-1,0 0 1,0-1 0,0 1-1,0-1 1,0 0 0,0 0-1,0 0 1,1-1 0,-1 0 0,0 1-1,0-1 1,1 0 0,0-1-1,-5-3 1,0-1-6746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45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45 24575,'-10'-5'0,"-5"-2"0,-3 1 0,-1 1 0,0 1 0,2 2 0,0 1 0,1 1 0,1 0 0,1-3 0,-1 0 0,1 0 0,0 1 0,0 1 0,-1 0 0,3 0-8191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47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30 164 24575,'0'-12'0,"0"7"0,0 11 0,0 410 0,-15-620 0,7 136 0,2-111 0,6 166 0,2-1 0,0 0 0,0 1 0,1-1 0,7-18 0,-10 30 0,1 1 0,-1 0 0,1 0 0,-1 0 0,1 1 0,-1-1 0,1 0 0,-1 0 0,1 0 0,0 0 0,0 0 0,-1 1 0,1-1 0,0 0 0,0 1 0,0-1 0,0 0 0,0 1 0,1-1 0,-1 1 0,0-1 0,0 1 0,0 0 0,0 0 0,0 1 0,0-1 0,0 0 0,0 0 0,0 0 0,0 1 0,0-1 0,0 0 0,0 1 0,0-1 0,-1 1 0,1-1 0,1 2 0,4 3 0,-1 0 0,0 0 0,0 0 0,6 11 0,-8-12 0,12 15 0,128 171 0,13-11 0,-108-126 0,-55-58 0,-1 0 0,0 0 0,0 1 0,-17-6 0,20 8 0,-26-9-195,-1 2 0,0 1 0,0 1 0,-1 2 0,1 1 0,-42 0 0,57 4-6631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48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1595 56 24575,'-26'-5'0,"0"0"0,-45-1 0,-54 6 0,50 2 0,30-2 0,-542-16 0,301 3 0,233 12 0,-41-5-11,56 2-440,-2 2-1,-67 5 1,85 1-6375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48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24575,'7'41'0,"15"79"0,-17-96 0,2-1 0,1-1 0,12 25 0,-10-24 0,0 0 0,7 29 0,-16-50-117,-1-1 44,0-1-1,0 1 1,1-1-1,-1 1 1,0-1 0,0 1-1,0 0 1,0-1-1,0 1 1,0-1-1,0 1 1,0 0 0,0-1-1,0 1 1,0-1-1,0 2 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7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16 24575,'10'0'0,"1"0"0,-5 0 0,-4 0 0,-7 0 0,-3 0 0,-4 0 0,-2 0 0,-1-3 0,0 0 0,-1 0 0,1 0 0,-1 2 0,2 0 0,1 0-8191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8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 24575,'30'-11'0,"-27"11"0,0 0 0,0 0 0,1 1 0,-1-1 0,0 1 0,-1 0 0,1 0 0,0 0 0,0 0 0,0 1 0,0-1 0,-1 1 0,1-1 0,-1 1 0,1 0 0,-1 0 0,0 0 0,0 1 0,0-1 0,0 0 0,0 1 0,0-1 0,1 4 0,3 4 0,0 1 0,-1-1 0,-1 1 0,6 20 0,-6-18 0,-1-5 0,-1 1 0,0-1 0,0 1 0,-1 0 0,1 11 0,-2-18 0,0 0 0,-1-1 0,1 1 0,0 0 0,0-1 0,-1 1 0,1 0 0,-1-1 0,0 1 0,1 0 0,-1-1 0,0 1 0,0-1 0,0 1 0,0-1 0,0 0 0,0 1 0,0-1 0,-1 0 0,1 0 0,0 0 0,-1 0 0,1 0 0,-1 0 0,1 0 0,-1 0 0,1-1 0,-1 1 0,0 0 0,1-1 0,-1 0 0,0 1 0,-1-1 0,-7 1 0,1 0 0,0-1 0,0 0 0,-1-1 0,1 0 0,0 0 0,0-1 0,0 0 0,-13-5 0,7 1 0,1 0 0,-1-1 0,1-1 0,-22-15 0,34 20 0,-1 1 0,0 0 0,0-1 0,1 1 0,-1-1 0,1 0 0,0 0 0,0 0 0,0 0 0,0 0 0,1 0 0,-1-1 0,1 1 0,0 0 0,0-1 0,0 1 0,0-1 0,1 0 0,-1 1 0,1-1 0,0 1 0,0-1 0,0 0 0,0 1 0,1-1 0,1-5 0,0 4 0,-1 1 0,1-1 0,0 1 0,0 0 0,0 0 0,1 0 0,-1 0 0,1 0 0,0 0 0,0 1 0,1 0 0,-1-1 0,1 1 0,-1 0 0,1 1 0,0-1 0,0 1 0,0-1 0,1 1 0,4-1 0,1 0-49,0 1-1,0 1 1,0 0 0,1 0-1,-1 1 1,15 2 0,-8-2-971,-4 1-5806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8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24575,'-2'0'0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8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24575,'0'0'0,"36"97"0,-30-84 0,0 0 0,1-1 0,0 0 0,1 0 0,13 14 0,-20-25 0,1 1 0,-1-1 0,1 0 0,0 0 0,-1-1 0,1 1 0,0 0 0,0 0 0,-1-1 0,1 1 0,0-1 0,0 0 0,0 0 0,0 1 0,0-1 0,-1 0 0,1-1 0,3 1 0,36-8 0,-36 7 0,68-15-1365,-61 13-5461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9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24575,'5'29'0,"2"13"0,1 1 0,1-2 0,0-5 0,-1-6 0,-2-6 0,0-5 0,0-3 0,-2-1 0,1-2 0,0-2-8191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9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24575,'6'-2'0,"-1"0"0,0 1 0,1-1 0,-1 1 0,1 0 0,-1 1 0,1-1 0,-1 1 0,1 0 0,0 1 0,-1-1 0,1 1 0,-1 0 0,1 0 0,-1 1 0,0 0 0,6 2 0,-2 1 0,0 0 0,-1 0 0,0 1 0,0-1 0,-1 2 0,0-1 0,0 1 0,0 1 0,5 8 0,-6-10 0,-1 2 0,0-1 0,-1 0 0,1 1 0,-2 0 0,1 0 0,-1 0 0,0 0 0,-1 1 0,0-1 0,0 1 0,-1 0 0,0-1 0,0 1 0,-1 0 0,-1-1 0,1 1 0,-1 0 0,0 0 0,-1-1 0,0 1 0,-1-1 0,0 0 0,0 0 0,0 0 0,-8 11 0,11-18 0,-5 6 0,1 1 0,0 0 0,0 0 0,-5 16 0,9-23 0,-1 0 0,1 1 0,0-1 0,-1 0 0,1 1 0,0-1 0,0 0 0,0 1 0,0-1 0,0 1 0,0-1 0,0 0 0,1 1 0,-1-1 0,0 1 0,1-1 0,-1 0 0,1 0 0,0 1 0,-1-1 0,1 0 0,0 0 0,0 0 0,-1 1 0,1-1 0,0 0 0,0 0 0,0 0 0,1-1 0,-1 1 0,0 0 0,0 0 0,0-1 0,1 1 0,-1 0 0,0-1 0,0 1 0,1-1 0,2 1 0,3 0-341,0 0 0,0-1-1,13 1 1,-8-2-6485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5:59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 24575,'-25'0'0,"-10"0"0,-2 0 0,3 2 0,5 1 0,5 0 0,6 0-8191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0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24575,'-22'0'0,"-8"3"0,0 0 0,2 0 0,3 0 0,6-2-8191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0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24575,'8'17'0,"2"11"0,1 3 0,0-2 0,-2 0 0,-1-3 0,-1-3 0,-2-1 0,0-2 0,0-4-8191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0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24575,'15'-2'0,"7"-2"0,2 1 0,0-2 0,-2 0 0,1 1 0,0 1 0,0 1 0,0 1 0,1 0 0,2 1 0,1 0 0,1 1 0,-2 1 0,0 2 0,-3-1 0,-4 0-8191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1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24575,'-2'1'0,"1"1"0,0 0 0,0 0 0,0 0 0,0-1 0,0 1 0,1 0 0,-1 0 0,1 0 0,-1 0 0,1 0 0,0 0 0,0 0 0,-1 0 0,1 1 0,1-1 0,-1 2 0,8 39 0,-6-35 0,7 29 0,-1 1 0,4 73 0,-11-101-341,0-1 0,0 0-1,5 13 1,-4-12-6485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1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31 24575,'-27'-5'0,"-14"-2"0,-2 1 0,3 1 0,7 2 0,5 0 0,4 2 0,3 1 0,2 0 0,1 0 0,-1 3 0,4 0-8191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2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24575,'1'-13'0,"-1"13"0,0 0 0,0 1 0,0-1 0,0 0 0,0 0 0,0 0 0,0 0 0,0 0 0,0 0 0,0 0 0,0 0 0,0 0 0,0 0 0,0 0 0,0 0 0,0 0 0,0 0 0,0 0 0,0 0 0,0 0 0,0 0 0,0 0 0,0 0 0,0 0 0,0 0 0,0 0 0,0 0 0,0 0 0,0 0 0,0 0 0,1 0 0,-1 0 0,0 0 0,0 0 0,0 0 0,0 0 0,0 0 0,0 0 0,0 0 0,0 0 0,0 0 0,0 0 0,0 0 0,0 0 0,0-1 0,0 1 0,4 20 0,-1-7 0,55 198 0,-57-209-60,-1 0-9,1 1 1,0-1-1,-1 0 0,1 1 1,-1-1-1,1 1 0,-1-1 1,0 1-1,0-1 0,0 0 0,-1 1 1,1-1-1,-1 1 0,1-1 1,-1 0-1,0 1 0,0-1 1,-1 3-1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3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24575,'6'-6'0,"0"1"0,0 0 0,1 0 0,0 0 0,-1 1 0,2 0 0,-1 0 0,0 0 0,1 1 0,0 1 0,14-4 0,-11 4 0,0 1 0,1 0 0,-1 1 0,0 0 0,1 1 0,-1 0 0,0 1 0,12 3 0,41 14 0,112 49 0,-175-68 0,0 0 0,0 1 0,-1-1 0,1 0 0,0 1 0,0-1 0,0 1 0,0-1 0,-1 1 0,1 0 0,0-1 0,0 1 0,-1 0 0,1 0 0,-1-1 0,1 1 0,0 1 0,-4 3 0,-9-2 0,-15-3 0,18-1 0,1 1 0,-1 0 0,0 1 0,-15 2 0,23-2 0,0-1 0,-1 0 0,1 1 0,0-1 0,-1 1 0,1-1 0,0 1 0,0 0 0,0 0 0,-1-1 0,1 1 0,0 0 0,0 0 0,0 0 0,0 0 0,0 0 0,1 1 0,-1-1 0,0 0 0,0 0 0,1 0 0,-1 1 0,1-1 0,-1 0 0,1 1 0,0-1 0,-1 0 0,1 1 0,0-1 0,0 1 0,0-1 0,0 0 0,0 1 0,0 1 0,1 2 0,0-1 0,0 0 0,1 0 0,-1 0 0,1 0 0,0 0 0,0-1 0,0 1 0,0 0 0,1-1 0,2 4 0,7 6 0,18 16 0,-14-15 0,96 83 0,-110-95 0,1 0 0,0 0 0,-1 1 0,1-1 0,-1 1 0,0 0 0,0-1 0,0 1 0,0 0 0,-1 0 0,1 0 0,-1 1 0,2 4 0,-2-7 0,-1 1 0,0-1 0,0 1 0,0-1 0,0 1 0,0-1 0,0 1 0,-1-1 0,1 1 0,0-1 0,-1 0 0,1 1 0,-1-1 0,1 0 0,-1 1 0,0-1 0,0 0 0,0 0 0,1 1 0,-1-1 0,0 0 0,0 0 0,0 0 0,-1 0 0,1 0 0,0 0 0,0-1 0,0 1 0,-1 0 0,1-1 0,0 1 0,-1-1 0,-2 1 0,-7 2 0,-1 0 0,1-1 0,-1-1 0,0 0 0,1-1 0,-1 0 0,-16-2 0,-8 0 0,13 1-498,-32-6 0,51 6 129,-13-2-6457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3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1516 15 24575,'-1385'0'0,"1363"-1"54,-30-5-1,9 0-1525,30 5-5354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24575,'1'14'0,"0"0"0,1 0 0,0 0 0,1 0 0,9 23 0,32 65 0,-16-41 0,-21-39-1365,-6-11-5461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5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 24575,'-3'0'0,"-2"0"0,-4 0 0,-2 0 0,-3 0 0,0 2 0,-1 1 0,-2 3 0,-1 0 0,2-1-8191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6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24575,'6'0'0,"1"0"0,0 1 0,0 0 0,-1 0 0,1 1 0,-1-1 0,1 2 0,-1-1 0,0 0 0,1 1 0,-1 1 0,-1-1 0,1 1 0,0 0 0,8 7 0,-7-3 0,0 0 0,0 0 0,-1 1 0,0-1 0,-1 1 0,0 0 0,0 1 0,-1-1 0,5 16 0,-9-24 0,4 8 0,-2 0 0,1 1 0,-1-1 0,0 1 0,0 11 0,-2-19 0,0 0 0,0 0 0,0 0 0,0-1 0,-1 1 0,1 0 0,-1 0 0,1 0 0,-1 0 0,1-1 0,-1 1 0,0 0 0,0-1 0,0 1 0,0 0 0,0-1 0,0 1 0,0-1 0,-1 0 0,1 1 0,0-1 0,-1 0 0,1 0 0,-1 0 0,0 0 0,1 0 0,-1 0 0,0 0 0,1-1 0,-1 1 0,0 0 0,0-1 0,0 0 0,-2 1 0,-1 0 0,-1-1 0,1 1 0,0-1 0,-1 0 0,1 0 0,-1-1 0,1 0 0,0 0 0,0 0 0,-1-1 0,1 1 0,0-1 0,0 0 0,0-1 0,1 1 0,-1-1 0,0 0 0,1 0 0,0 0 0,0-1 0,0 0 0,0 0 0,0 0 0,1 0 0,0 0 0,0-1 0,0 1 0,0-1 0,1 0 0,0 0 0,0 0 0,0 0 0,0 0 0,1 0 0,0 0 0,0-1 0,0-6 0,0 4 0,1 0 0,0 0 0,1 0 0,0 0 0,0 0 0,0 0 0,1 0 0,1 1 0,-1-1 0,5-8 0,-4 7-1365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6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24575,'-2'0'0,"-2"2"0,1 4 0,1 3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7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24575,'37'4'0,"36"8"0,-60-9 0,0 0 0,-1 1 0,1 1 0,-1 0 0,0 0 0,15 11 0,-24-14 0,0 0 0,-1 0 0,1 0 0,-1 0 0,0 0 0,1 1 0,-1-1 0,0 1 0,0 0 0,-1 0 0,1-1 0,-1 1 0,1 0 0,-1 0 0,0 1 0,1 4 0,-2-6 0,1 0 0,-1 0 0,0 0 0,-1 0 0,1 0 0,0 0 0,-1 0 0,1 0 0,-1-1 0,1 1 0,-1 0 0,0 0 0,0 0 0,0-1 0,0 1 0,0 0 0,0-1 0,0 1 0,0-1 0,-1 1 0,1-1 0,-1 0 0,1 1 0,-1-1 0,0 0 0,1 0 0,-1 0 0,-2 1 0,-2 1 0,1-1 0,-1 1 0,0-1 0,0 0 0,0 0 0,0-1 0,-1 1 0,1-1 0,0-1 0,0 1 0,-1-1 0,1-1 0,0 1 0,-1-1 0,1 0 0,0 0 0,0-1 0,0 1 0,0-1 0,0-1 0,0 1 0,1-1 0,-9-5 0,14 8 0,-9-6 0,0 0 0,0 0 0,-11-11 0,19 15 0,-1 1 0,0-1 0,1 1 0,0-1 0,-1 1 0,1-1 0,0 0 0,0 0 0,0 0 0,0 0 0,0 0 0,0 0 0,1 0 0,-1 0 0,1 0 0,-1 0 0,1 0 0,0 0 0,0 0 0,0-1 0,0 1 0,0 0 0,0 0 0,2-4 0,-2 5-85,1 0 0,-1 0-1,1 0 1,0 0 0,-1 0-1,1 0 1,0 0 0,0 0-1,-1 1 1,1-1 0,0 0-1,0 1 1,0-1 0,0 0-1,2 0 1,6-3-6741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7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25 24575,'2'-2'0,"1"0"0,-1-1 0,1 1 0,0 0 0,0 0 0,0 1 0,0-1 0,0 0 0,0 1 0,0 0 0,0 0 0,0 0 0,1 0 0,-1 0 0,0 1 0,1-1 0,-1 1 0,7 0 0,-7 1 0,0 0 0,0-1 0,0 1 0,0 0 0,0 1 0,0-1 0,0 0 0,0 1 0,-1 0 0,1-1 0,0 1 0,-1 0 0,0 0 0,1 1 0,-1-1 0,0 0 0,0 1 0,0 0 0,-1-1 0,3 5 0,1 2 0,-1 1 0,1 0 0,-2 0 0,0 0 0,3 15 0,-5-19 0,0 0 0,0 0 0,-1 0 0,0-1 0,0 1 0,0 0 0,-1 0 0,0 0 0,0-1 0,-1 1 0,-2 8 0,3-12 0,0 0 0,0 0 0,-1-1 0,1 1 0,0 0 0,0-1 0,-1 1 0,1-1 0,-1 1 0,1-1 0,-1 0 0,0 1 0,0-1 0,1 0 0,-1 0 0,0 0 0,0-1 0,0 1 0,0 0 0,0-1 0,0 1 0,0-1 0,0 0 0,-1 1 0,1-1 0,0 0 0,0 0 0,0-1 0,-2 1 0,-1-1 0,-1 0 0,1-1 0,0 1 0,0-1 0,0 0 0,0 0 0,1-1 0,-1 1 0,0-1 0,-5-4 0,-1-3 20,1 1 0,0-2 0,1 1 0,0-1 0,-9-14 0,14 18-155,-1 0 0,2 0 0,-1-1 0,1 0 0,0 0 0,1 0 0,-1 0 0,2 0 0,-1 0 0,1-9 0,0 5-6691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8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24575,'16'-5'0,"2"-1"0,21-3 0,-34 8 0,0 1 0,0-1 0,-1 1 0,1 0 0,0 0 0,0 1 0,0-1 0,0 1 0,7 2 0,-10-2 0,0 0 0,0 0 0,0 1 0,0-1 0,0 0 0,0 1 0,-1-1 0,1 1 0,0 0 0,-1-1 0,0 1 0,1 0 0,-1 0 0,0 0 0,0 0 0,0 0 0,0 0 0,0 0 0,0 1 0,-1-1 0,1 0 0,-1 0 0,1 4 0,0 6 0,0 0 0,-1 0 0,-2 17 0,0-7 0,2-6 0,-2 0 0,-5 30 0,4-33 0,1 0 0,1-1 0,0 1 0,0 0 0,3 17 0,-2-28-45,0-1-1,0 0 1,1 1-1,-1-1 1,0 1-1,1-1 1,-1 0-1,1 0 1,0 1-1,-1-1 1,1 0-1,0 0 1,0 0-1,0 0 1,0 0-1,0 0 1,0 0-1,0 0 1,0 0-1,0 0 1,0 0-1,0-1 1,0 1-1,1 0 0,-1-1 1,0 1-1,1-1 1,-1 1-1,3-1 1,7 2-6781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10 24575,'-27'-3'0,"-11"0"0,0 0-8191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0 24575,'-19'0'0,"-12"0"0,-3 3 0,-1 0 0,4 0 0,2 0 0,3 1 0,4 0 0,5 0-8191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09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24575,'10'24'0,"3"14"0,2 2 0,-2-1 0,-3-1 0,0-6 0,-3-7-8191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4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24575,'0'-6'0,"2"6"0,4 14 0,5 22 0,47 162 0,4 14 0,-55-180 0,20 113 0,-28-160 0,1 0 0,1 0 0,0 0 0,3-16 0,-2 21 0,0 0 0,1 0 0,0 0 0,0 0 0,1 1 0,1-1 0,7-12 0,-9 18 0,0 1 0,0-1 0,0 1 0,1 0 0,-1 0 0,1 0 0,-1 0 0,1 1 0,0 0 0,0-1 0,0 1 0,1 1 0,-1-1 0,0 1 0,1-1 0,-1 1 0,0 0 0,1 1 0,0-1 0,-1 1 0,1 0 0,-1 0 0,1 0 0,-1 1 0,1 0 0,-1 0 0,1 0 0,-1 0 0,0 1 0,1-1 0,-1 1 0,0 0 0,0 1 0,0-1 0,-1 1 0,1-1 0,4 5 0,2 5 0,-1 1 0,0 0 0,-1 0 0,11 23 0,4 6 0,18 37-1365,-35-70-5461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4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14 24575,'-118'-13'0,"99"12"0,0 1 0,1 1 0,-1 1 0,-23 5 0,37-5 0,0-1 0,1 1 0,-1 0 0,1 0 0,0 0 0,-1 1 0,1 0 0,0 0 0,0 0 0,1 0 0,-1 0 0,1 1 0,-1-1 0,1 1 0,0 0 0,1 0 0,-1 0 0,1 1 0,-1-1 0,1 1 0,-1 4 0,2-5 0,0 0 0,0 0 0,0-1 0,0 1 0,1 0 0,0 1 0,-1-1 0,2 0 0,-1 0 0,0 0 0,1 0 0,0 0 0,0-1 0,0 1 0,0 0 0,0 0 0,1 0 0,0-1 0,0 1 0,0-1 0,0 0 0,1 1 0,-1-1 0,1 0 0,5 5 0,52 37 0,-39-31 0,36 34 0,-41-33 0,-2 0 0,0 1 0,15 24 0,-24-32 0,-1 0 0,1 1 0,-2 0 0,1 0 0,-1 0 0,0 0 0,-1 0 0,0 0 0,1 17 0,-4 63 0,2 15 0,-1-102 0,0-1 0,1 1 0,-1 0 0,1-1 0,-1 1 0,1-1 0,0 1 0,-1-1 0,1 0 0,0 1 0,0-1 0,0 0 0,0 0 0,0 1 0,1-1 0,-1 0 0,0 0 0,1 0 0,-1-1 0,0 1 0,1 0 0,-1 0 0,1-1 0,-1 1 0,1-1 0,-1 1 0,1-1 0,0 1 0,-1-1 0,1 0 0,1 0 0,8 1 0,-1-1 0,0 0 0,18-3 0,-24 3 0,1-1-97,0 1-1,1-1 1,-1 0-1,0-1 1,0 1-1,0-1 1,0 0-1,0 0 1,-1-1-1,1 1 1,0-1-1,-1 0 0,5-4 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5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24575,'39'42'0,"-24"-25"0,2 1 0,0-2 0,25 19 0,-40-33 0,0-1 0,0 0 0,0 0 0,0 0 0,0 0 0,0 0 0,0 0 0,0 0 0,0-1 0,1 1 0,-1-1 0,0 0 0,0 1 0,1-1 0,-1 0 0,0 0 0,1 0 0,3-2 0,-4 2 0,0-1 0,-1 0 0,1 0 0,-1 0 0,1 0 0,-1 0 0,1-1 0,-1 1 0,0 0 0,1-1 0,-1 1 0,0-1 0,0 1 0,0-1 0,0 1 0,-1-1 0,1 0 0,0 0 0,-1 1 0,1-1 0,-1 0 0,1 0 0,-1-3 0,1-4 0,-1 1 0,0-18 0,-1 20 0,0 0 0,1 0 0,0-1 0,1 1 0,-1 0 0,4-13 0,-4 19 0,1-1 0,-1 0 0,1 0 0,-1 0 0,0 0 0,1 0 0,0 1 0,-1-1 0,1 0 0,-1 0 0,1 1 0,0-1 0,0 0 0,-1 1 0,1-1 0,0 1 0,0-1 0,0 1 0,0 0 0,1-1 0,0 0 0,0 1 0,0 0 0,0 0 0,0-1 0,0 2 0,0-1 0,0 0 0,0 0 0,3 1 0,4 2 0,0 0 0,0 1 0,12 7 0,-16-8 0,65 37 0,-34-19 0,39 17 0,-73-37-170,0-1-1,0 1 0,0 0 1,0 0-1,0 1 0,-1-1 1,4 3-1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24575,'14'-11'0,"1"0"0,0 1 0,0 1 0,1 0 0,21-7 0,-32 14 0,-1 1 0,1 0 0,-1 0 0,1 0 0,0 0 0,-1 0 0,1 1 0,0 0 0,-1 0 0,1 1 0,0-1 0,-1 1 0,1 0 0,-1 0 0,1 0 0,-1 1 0,1 0 0,-1-1 0,0 2 0,0-1 0,0 0 0,0 1 0,0 0 0,0 0 0,4 5 0,13 13 0,-1-1 0,0 1 0,21 29 0,-34-38 0,0 0 0,-1 1 0,0-1 0,-1 1 0,-1 0 0,6 27 0,6 85 0,-11-66 0,-1-28 0,1 1 0,2-1 0,1-1 0,16 39 0,-21-61 0,0-1 0,-1 1 0,0 0 0,0 0 0,1 12 0,-3-18 0,0 0 0,0 0 0,0 0 0,0 0 0,0 0 0,0 0 0,-1 0 0,1-1 0,-1 1 0,1 0 0,-1 0 0,0 0 0,0-1 0,0 1 0,0 0 0,0-1 0,0 1 0,0-1 0,-1 1 0,1-1 0,0 1 0,-1-1 0,1 0 0,-1 0 0,0 0 0,1 0 0,-1 0 0,-3 1 0,-3 1 7,1-1 0,-1 0 1,0 0-1,0-1 0,-12 0 0,-44-2-228,32 0-966,10 1-5639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7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6 24575,'-27'0'0,"-14"0"0,-2 0 0,1 0 0,6 0 0,5 0 0,4 0 0,4 0 0,4 0 0,2 0 0,2 0 0,3-2 0,1-1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17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60 24575,'-27'-7'0,"-14"-5"0,-2-1 0,1 3 0,5 2 0,7 3 0,5 2 0,6 1 0,5 2-8191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0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42 24575,'-11'-32'0,"8"23"0,7 23 0,30 77 0,19 63 0,-46-128 0,-1 1 0,-1 0 0,3 52 0,-8-50 0,1 57 0,-2-73 0,0 0 0,-1 0 0,0 0 0,-6 17 0,6-30 0,1-7 0,0-9 0,1-64-1365,0 63-5461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24575,'118'166'0,"-89"-132"0,1 0 0,52 44 0,69 34 0,-89-70 0,-55-34 0,-13-6 0,-16-6 0,-35-14 0,-1 2 0,-1 2 0,-73-6 0,65 19-1365,52 1-5461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1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24575,'-2'0'0,"-1"2"0,0 4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24575,'107'-59'0,"-102"56"0,0 1 0,1 0 0,-1 0 0,0 0 0,1 1 0,0 0 0,-1 0 0,12-1 0,-14 2 0,1 0 0,-1 1 0,1-1 0,-1 1 0,1-1 0,-1 1 0,1 0 0,-1 0 0,0 1 0,1-1 0,-1 1 0,0 0 0,0-1 0,0 1 0,3 3 0,25 24 0,45 56 0,-70-78 0,-1 1 0,0-1 0,0 2 0,-1-1 0,0 0 0,-1 1 0,1-1 0,-2 1 0,1 0 0,1 11 0,-4-17 0,1 0 0,-1 0 0,0 0 0,0 0 0,0 0 0,-1 0 0,1 0 0,-1 0 0,1 0 0,-1 0 0,0 0 0,0 0 0,0 0 0,-1 0 0,1 0 0,-1-1 0,1 1 0,-1 0 0,0-1 0,0 0 0,0 1 0,0-1 0,-1 0 0,1 0 0,-1 0 0,1 0 0,-1-1 0,0 1 0,1-1 0,-1 0 0,0 1 0,0-1 0,-4 1 0,-2 0 0,0 0 0,0-1 0,-1 0 0,1-1 0,0 1 0,0-2 0,0 1 0,-16-4 0,11 1 0,0-1 0,0 0 0,0-1 0,-22-11 0,31 13 0,0 0 0,0-1 0,0 1 0,1-1 0,-1 0 0,1 0 0,0-1 0,0 1 0,1-1 0,-1 1 0,1-1 0,0 0 0,-3-9 0,3 7 0,0-1 0,1 1 0,0 0 0,1-1 0,-1 1 0,1-1 0,1 1 0,0-1 0,1-14 0,-1 19-151,1 1-1,-1 0 0,1 0 0,0-1 1,-1 1-1,1 0 0,0 0 1,2-4-1,4-3-6674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3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24575,'1'-1'0,"-1"-1"0,1 1 0,-1 0 0,1 0 0,-1 0 0,1 0 0,0 0 0,-1 0 0,1 0 0,1-1 0,-2 1 0,1 1 0,-1 0 0,0 0 0,0 0 0,1-1 0,-1 1 0,0 0 0,1 0 0,-1 0 0,0 0 0,1 0 0,-1 0 0,1 0 0,-1-1 0,0 1 0,1 0 0,-1 0 0,0 1 0,1-1 0,-1 0 0,0 0 0,1 0 0,0 0 0,0 1 0,1 0 0,-1 0 0,1 1 0,-1-1 0,0 0 0,0 0 0,1 1 0,-1-1 0,0 1 0,0-1 0,0 1 0,1 3 0,5 11 0,-1 1 0,7 26 0,5 14 0,-13-37 0,-4-16 0,0 0 0,0 0 0,1 0 0,-1 0 0,1-1 0,3 6 0,-5-8 0,1 0 0,0 0 0,0 0 0,0 0 0,0 0 0,0-1 0,0 1 0,0 0 0,0-1 0,0 1 0,0-1 0,0 1 0,0-1 0,1 1 0,-1-1 0,0 0 0,0 0 0,0 0 0,1 1 0,-1-1 0,0 0 0,0-1 0,1 1 0,-1 0 0,0 0 0,2-1 0,57-10 0,1 3 0,95-2 0,-128 8-1365,-18-1-5461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4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24575,'5'22'0,"2"9"0,1 6 0,1-3 0,-3-3 0,1-6 0,0-1 0,0-3 0,-1-2 0,2-4 0,-2-3 0,-1-1 0,1-1 0,0-1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5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24575,'25'4'0,"-1"2"0,0 1 0,-1 1 0,1 1 0,24 14 0,-32-14 0,1 1 0,-1 1 0,-1 0 0,0 2 0,0-1 0,-1 2 0,14 17 0,-3 1 0,-2 0 0,-1 2 0,19 40 0,-29-50 0,-2 0 0,-1 1 0,0 0 0,-2 0 0,7 47 0,-13-61 0,-1 0 0,0-1 0,0 1 0,-1-1 0,0 1 0,-1-1 0,0 1 0,-1-1 0,0 0 0,-1 0 0,1 0 0,-2-1 0,0 1 0,0-1 0,-1 0 0,0 0 0,0-1 0,-1 0 0,0 0 0,0 0 0,-1-1 0,-17 13 0,3-5-1365,2-1-5461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5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9 24575,'0'-1'0,"0"1"0,0-1 0,0 1 0,0 0 0,0-1 0,0 1 0,-1-1 0,1 1 0,0 0 0,0-1 0,-1 1 0,1 0 0,0-1 0,0 1 0,-1 0 0,1 0 0,0-1 0,-1 1 0,1 0 0,0 0 0,-1 0 0,1-1 0,0 1 0,-1 0 0,1 0 0,-1 0 0,-4 8 0,2 26 0,3-28 0,-20 109 0,12-80 0,-6 64 0,13-81 0,1 0 0,1 0 0,1 0 0,6 31 0,-6-39 0,2 0 0,-1 1 0,1-1 0,1 0 0,0-1 0,0 1 0,1-1 0,0 0 0,9 9 0,3 1-273,1 0 0,1-1 0,0-1 0,35 21 0,-32-25-6553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24575,'0'0'0,"0"0"0,0 0 0,0 0 0,0 0 0,0 0 0,0 0 0,0-1 0,0 1 0,0 0 0,0 0 0,0 0 0,0 0 0,0 0 0,0 0 0,1 0 0,-1 0 0,0 0 0,0 0 0,0 0 0,0 0 0,0 0 0,0 0 0,0-1 0,0 1 0,0 0 0,0 0 0,0 0 0,0 0 0,0 0 0,0 0 0,1 0 0,-1 0 0,0 0 0,0 0 0,0 0 0,0 0 0,0 0 0,0 0 0,0 0 0,0 0 0,0 0 0,0 0 0,0 0 0,1 0 0,-1 0 0,0 0 0,0 0 0,0 1 0,0-1 0,0 0 0,0 0 0,0 0 0,0 0 0,0 0 0,0 0 0,0 0 0,0 0 0,0 0 0,8 6 0,6 8 0,9 15 0,34 36 0,-57-65 0,1 1 0,-1-1 0,1 0 0,-1 1 0,0-1 0,1 0 0,-1 1 0,1-1 0,-1 0 0,1 1 0,-1-1 0,1 0 0,-1 0 0,1 0 0,-1 0 0,1 1 0,-1-1 0,1 0 0,0 0 0,-1 0 0,1 0 0,-1 0 0,1 0 0,-1-1 0,1 1 0,-1 0 0,1 0 0,0 0 0,1-1 0,-1 0 0,0 0 0,0 0 0,0 0 0,0 0 0,0 0 0,0 0 0,0 0 0,0-1 0,1-1 0,2-5 0,0 0 0,4-16 0,-7 21 0,5-29 0,-6 27 0,1 0 0,0 0 0,0 0 0,0 0 0,0 0 0,1 0 0,0 0 0,0 1 0,5-10 0,-6 14 0,0-1 0,0 0 0,0 0 0,0 1 0,0-1 0,0 0 0,1 1 0,-1-1 0,0 1 0,0 0 0,1-1 0,-1 1 0,0 0 0,0 0 0,1 0 0,-1 0 0,0 0 0,1 0 0,-1 0 0,0 0 0,0 0 0,1 1 0,-1-1 0,0 0 0,2 2 0,4 0 0,0 1 0,13 8 0,-17-9 0,16 10 0,0 1 0,24 23 0,8 7 0,-45-39-120,-2-2-35,-1 1-1,1 0 0,0 0 1,-1 0-1,0 0 0,0 1 1,5 6-1,-4-2-6670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9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60 24575,'-6'-5'0,"0"-1"0,-1 1 0,1 0 0,-1 0 0,0 0 0,-1 1 0,1 0 0,-1 1 0,-11-4 0,7 4 0,0 0 0,0 1 0,0 1 0,0 0 0,-22 1 0,21 0 0,8 0 0,0 0 0,0 0 0,0 1 0,0-1 0,-7 3 0,11-3 0,-1 1 0,1-1 0,0 1 0,0 0 0,0-1 0,-1 1 0,1 0 0,0 0 0,0 0 0,0 0 0,0 0 0,0 0 0,1 0 0,-1 0 0,0 0 0,0 0 0,1 0 0,-1 1 0,0-1 0,1 0 0,0 0 0,-1 1 0,1-1 0,-1 2 0,-5 32 0,-13 82 0,16-80 0,2-1 0,4 43 0,13 71 0,-7-85 0,-6-27 0,-1 0 0,-5 62 0,1-85 0,-1 0 0,0 1 0,-2-1 0,1 0 0,-2-1 0,0 1 0,-11 18 0,17-32 0,-1 0 0,0 0 0,1 0 0,-1 0 0,1 0 0,-1 0 0,1 0 0,0 0 0,0 0 0,-1 1 0,1-1 0,0 0 0,0 0 0,0 0 0,0 1 0,0-1 0,0 0 0,0 0 0,1 0 0,-1 0 0,0 1 0,1-1 0,-1 0 0,1 0 0,-1 0 0,1 0 0,-1 0 0,1 0 0,0 0 0,0 0 0,-1 0 0,1-1 0,0 1 0,0 0 0,0 0 0,0-1 0,0 1 0,0 0 0,0-1 0,2 1 0,5 3 0,-1-1 0,2-1 0,-1 0 0,15 3 0,-11-3 0,149 28 0,-144-26-1365,-5 0-5461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8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24575,'3'4'0,"0"0"0,0 0 0,0 1 0,2 5 0,15 42 0,25 101 0,-43-139-341,0-1 0,-1 1-1,0 17 1,-1-19-6485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8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0 24575,'-29'0'0,"-13"0"0,-1 0 0,4 0 0,6 0 0,7 0 0,4 0 0,5 3 0,4 0-8191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29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24575,'0'0'0,"0"0"0,0-1 0,0 1 0,0 0 0,1-1 0,-1 1 0,0 0 0,0-1 0,0 1 0,1 0 0,-1-1 0,0 1 0,0 0 0,1 0 0,-1-1 0,0 1 0,0 0 0,1 0 0,-1-1 0,0 1 0,1 0 0,-1 0 0,0 0 0,1 0 0,-1-1 0,1 1 0,-1 0 0,0 0 0,1 0 0,-1 0 0,0 0 0,1 0 0,-1 0 0,0 0 0,1 0 0,-1 0 0,1 0 0,-1 1 0,0-1 0,1 0 0,-1 0 0,0 0 0,1 0 0,-1 0 0,0 1 0,1-1 0,-1 0 0,0 0 0,0 1 0,1-1 0,-1 0 0,0 0 0,0 1 0,1-1 0,-1 1 0,15 23 0,-11-17 0,31 59 0,43 113 0,-73-166 0,0 1 0,-1 0 0,3 20 0,-7-34-4,0 1 0,1 0 0,-1 0 0,0 0 0,0 0 0,0 0 0,0 0 0,0 0 0,0-1 0,-1 1 0,1 0 0,0 0 0,0 0 0,-1 0 0,1 0 0,0-1 0,-1 1 0,1 0 0,-2 1 0,2-2 13,-1 1-1,1-1 1,-1 0 0,1 0-1,-1 1 1,1-1 0,-1 0-1,0 0 1,1 0 0,-1 0 0,1 0-1,-1 0 1,1 0 0,-1 0-1,0 0 1,1 0 0,-1 0-1,1-1 1,-1 1 0,1 0 0,-1 0-1,0-1 1,-3-1-221,0 0 0,1 0 0,-1 0-1,1-1 1,0 1 0,-6-6 0,0-2-6614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1 131 24575,'4'-13'0,"1"1"0,0 0 0,1 1 0,1-1 0,0 1 0,9-11 0,-13 18 0,0 1 0,0 0 0,0 0 0,1 0 0,-1 1 0,1-1 0,-1 1 0,1 0 0,0 0 0,0 0 0,0 0 0,1 1 0,-1-1 0,0 1 0,0 0 0,1 1 0,-1-1 0,0 1 0,1 0 0,-1 0 0,8 1 0,4 2 0,1 0 0,-2 1 0,1 1 0,0 1 0,-1 0 0,0 1 0,-1 0 0,0 1 0,22 16 0,-34-22 0,0 0 0,1 0 0,-1 1 0,0-1 0,0 0 0,0 1 0,0-1 0,-1 1 0,1-1 0,-1 1 0,0 0 0,1 0 0,-1 0 0,0 0 0,0 4 0,-1-5 0,0 0 0,0-1 0,0 1 0,0 0 0,0 0 0,-1 0 0,1 0 0,-1 0 0,1 0 0,-1 0 0,0-1 0,0 1 0,0 0 0,0-1 0,0 1 0,0 0 0,0-1 0,0 1 0,-1-1 0,1 0 0,0 1 0,-1-1 0,0 0 0,1 0 0,-3 1 0,-8 5 0,0-1 0,-1-1 0,0 0 0,-19 4 0,17-5 0,1 1 0,0 0 0,-18 9 0,31-13 0,-1-1 0,1 1 0,0-1 0,0 1 0,0 0 0,0 0 0,0-1 0,0 1 0,0 0 0,0 0 0,1 0 0,-1 0 0,0 0 0,0 0 0,1 0 0,-1 0 0,1 0 0,-1 0 0,1 0 0,-1 1 0,1-1 0,0 0 0,-1 0 0,1 0 0,0 1 0,0-1 0,0 0 0,0 0 0,0 1 0,0-1 0,0 0 0,1 0 0,-1 1 0,0-1 0,1 0 0,-1 0 0,0 0 0,1 0 0,0 0 0,-1 0 0,1 1 0,0-1 0,-1 0 0,1-1 0,1 2 0,5 6 0,0-1 0,0 0 0,1-1 0,12 9 0,-14-10 0,50 33 0,-32-23 0,-1 2 0,0 0 0,-1 1 0,27 30 0,-48-46 0,0-1 0,0 1 0,1-1 0,-1 1 0,0-1 0,0 1 0,-1 0 0,1 0 0,0-1 0,-1 1 0,1 0 0,-1 0 0,1 0 0,-1 0 0,0-1 0,0 4 0,0-3 0,0-1 0,-1 1 0,1-1 0,-1 1 0,1-1 0,-1 1 0,0-1 0,1 0 0,-1 1 0,0-1 0,0 0 0,0 0 0,0 1 0,0-1 0,-3 2 0,0 0 0,0-1 0,0 1 0,-1-1 0,1 0 0,-1 0 0,0 0 0,1 0 0,-1-1 0,0 0 0,0 0 0,-6 0 0,-67-2 71,58 0-430,1 0 0,-1 2 0,-27 3 0,33-1-6467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2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21 24575,'4'-19'0,"-4"19"0,0 0 0,0 0 0,0 0 0,0 0 0,0 0 0,0 0 0,-1-1 0,1 1 0,0 0 0,0 0 0,0 0 0,0 0 0,0 0 0,0 0 0,0 0 0,0 0 0,0 0 0,0 0 0,0 0 0,0 0 0,0-1 0,-1 1 0,1 0 0,0 0 0,0 0 0,0 0 0,0 0 0,0 0 0,0 0 0,0 0 0,0 0 0,-1 0 0,1 0 0,0 0 0,0 0 0,0 0 0,0 0 0,0 0 0,0 0 0,0 0 0,0 0 0,-1 0 0,1 0 0,0 1 0,0-1 0,-10 7 0,4 0 0,-1 0 0,1 0 0,1 1 0,0 0 0,0 0 0,0 0 0,-6 17 0,1 2 0,-7 36 0,13-48 0,0 1 0,2-1 0,0 1 0,1 0 0,0-1 0,1 1 0,1 0 0,1-1 0,0 1 0,1 0 0,1-1 0,0 0 0,1 0 0,0 0 0,10 17 0,1-5 0,0 0 0,2-2 0,30 36 0,73 59 0,-113-112-341,1-2 0,-1 1-1,12 5 1,-8-6-6485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2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92 24575,'8'-16'0,"-4"7"0,0 0 0,1 1 0,0-1 0,0 1 0,7-8 0,-11 14 0,0 1 0,1 0 0,-1-1 0,1 1 0,-1 0 0,1 0 0,-1 0 0,1 0 0,0 0 0,-1 0 0,1 0 0,0 1 0,0-1 0,-1 1 0,1-1 0,0 1 0,0 0 0,0-1 0,0 1 0,0 0 0,0 0 0,0 0 0,-1 1 0,1-1 0,0 0 0,0 1 0,0-1 0,0 1 0,-1 0 0,1 0 0,0-1 0,1 2 0,3 3 0,1-1 0,-1 1 0,-1 0 0,1 0 0,-1 0 0,0 1 0,8 11 0,27 48 0,-36-59 0,3 7 0,-1 0 0,0 0 0,6 21 0,-10-28 0,-1-1 0,0 1 0,0-1 0,0 1 0,-1 0 0,0 0 0,0-1 0,0 1 0,-1 0 0,0 0 0,-2 9 0,1-12 0,1 0 0,0-1 0,-1 1 0,0-1 0,1 0 0,-1 0 0,0 1 0,0-1 0,0 0 0,-1 0 0,1-1 0,0 1 0,-1 0 0,1-1 0,-1 0 0,0 1 0,1-1 0,-1 0 0,0 0 0,0-1 0,1 1 0,-6 0 0,0 0 0,-1 0 0,1-1 0,0 0 0,0 0 0,-1-1 0,-13-2 0,6-1 0,1 0 0,-1-1 0,1-1 0,1-1 0,-1 0 0,-15-10 0,25 14 0,0 0 0,1-1 0,-1 1 0,1-1 0,-1 0 0,1-1 0,0 1 0,1-1 0,-1 1 0,1-1 0,0 0 0,0-1 0,0 1 0,1 0 0,0-1 0,0 0 0,0 1 0,1-1 0,-2-11 0,4 12 6,-1 1 0,0-1-1,1 0 1,0 0 0,0 0-1,1 1 1,-1-1 0,1 1 0,0-1-1,0 1 1,1 0 0,-1-1-1,1 1 1,0 1 0,0-1-1,0 0 1,1 1 0,-1-1 0,1 1-1,7-5 1,-7 5-84,0 0 0,1 0 0,0 1-1,-1 0 1,1-1 0,0 1 0,0 1 0,0-1 0,1 1-1,-1 0 1,0 0 0,0 1 0,1-1 0,-1 1 0,0 0-1,1 1 1,-1-1 0,9 3 0,-4 0-6748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3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24575,'-2'2'0,"-1"4"0,0 3 0,0 2 0,1 2 0,1-1-8191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3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49 24575,'3'-5'0,"1"0"0,1 0 0,-1 1 0,1 0 0,-1 0 0,1 0 0,0 0 0,11-4 0,-14 7 0,0 0 0,0 0 0,0 0 0,1 1 0,-1-1 0,0 1 0,1 0 0,-1 0 0,1 0 0,-1 0 0,0 0 0,1 0 0,-1 0 0,0 1 0,1 0 0,-1-1 0,0 1 0,1 0 0,-1 0 0,0 0 0,0 0 0,0 0 0,0 1 0,0-1 0,3 3 0,2 4 0,0 0 0,-1 1 0,0 0 0,0 0 0,-1 0 0,0 0 0,6 17 0,1 1 0,-11-24 0,1 0 0,-1-1 0,0 1 0,0 0 0,0 0 0,-1 0 0,1 0 0,-1 0 0,0 0 0,1 0 0,-1 0 0,0 0 0,-1 0 0,1 0 0,-1 4 0,0-6 0,0 1 0,0 0 0,1-1 0,-1 1 0,0-1 0,0 1 0,0-1 0,-1 0 0,1 1 0,0-1 0,-1 0 0,1 0 0,0 1 0,-1-1 0,1-1 0,-1 1 0,0 0 0,1 0 0,-1 0 0,0-1 0,1 1 0,-1-1 0,0 1 0,0-1 0,-3 0 0,-10 1 0,0-1 0,0-1 0,1 0 0,-1-1 0,0-1 0,1 0 0,0-1 0,0-1 0,0 0 0,0-1 0,1 0 0,-19-12 0,28 15 0,0 1 0,0-1 0,0-1 0,0 1 0,0-1 0,0 1 0,1-1 0,0 0 0,0 0 0,-4-7 0,6 9 0,0 0 0,1 1 0,-1-1 0,1 0 0,-1 0 0,1 0 0,-1 0 0,1 1 0,0-1 0,0 0 0,0 0 0,0 0 0,0 0 0,1 0 0,-1 0 0,1 1 0,-1-1 0,1 0 0,-1 0 0,1 1 0,0-1 0,0 0 0,0 1 0,0-1 0,0 1 0,0-1 0,0 1 0,1-1 0,-1 1 0,0 0 0,2-2 0,1 1-76,0-1 1,0 0-1,0 1 0,1 0 0,-1 0 0,0 1 0,1-1 0,-1 1 1,1 0-1,0 0 0,-1 0 0,1 0 0,0 1 0,0 0 1,-1 0-1,1 0 0,8 2 0,0 2-6750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4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30 24575,'3'-3'0,"0"0"0,0 1 0,0-1 0,0 0 0,1 1 0,-1 0 0,1 0 0,0 0 0,0 0 0,0 1 0,0-1 0,6 0 0,-6 1 0,-1 1 0,0 0 0,0 0 0,1 0 0,-1 1 0,0-1 0,0 1 0,0 0 0,0 0 0,0 0 0,0 0 0,0 0 0,0 1 0,0-1 0,0 1 0,5 4 0,-1 0 0,0 0 0,0 1 0,-1 0 0,0 0 0,0 1 0,0 0 0,6 13 0,-8-15 0,-1 0 0,0 1 0,-1 0 0,0-1 0,0 1 0,0 0 0,-1 0 0,0 0 0,0 0 0,0 13 0,-2-18 0,1 0 0,0-1 0,0 1 0,-1 0 0,1 0 0,-1-1 0,0 1 0,1 0 0,-1-1 0,0 1 0,0-1 0,0 1 0,0-1 0,0 1 0,-1-1 0,1 0 0,0 1 0,-2 0 0,0 0 0,0 0 0,0-1 0,0 1 0,0-1 0,-1 0 0,1 0 0,0 0 0,0 0 0,-5 0 0,-1 0 0,0-1 0,0 0 0,1 0 0,-1-1 0,0 0 0,-15-4 0,15 2 0,0 0 0,1-1 0,0 0 0,0 0 0,-11-8 0,16 10 0,0-1 0,0 1 0,-1-1 0,1 0 0,1 0 0,-1 0 0,0 0 0,1 0 0,0 0 0,-1-1 0,1 1 0,1-1 0,-1 0 0,-1-5 0,2 7 5,1-1 0,0 1 0,0-1 0,0 0 0,1 1 0,-1-1 0,1 1 0,-1-1 0,1 1 0,0-1 0,0 1 0,0-1 0,0 1 0,0 0 0,0 0 0,1-1 0,-1 1 0,1 0 0,0 0 0,0 0 0,-1 1 0,1-1 0,3-1 0,-1-1-154,1 0 1,0 1-1,0 0 1,0 0-1,1 0 1,-1 1-1,1 0 1,-1 0-1,7-1 1,1 1-6678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4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24575,'147'141'0,"82"85"0,-211-206 0,0-1 0,0 1 0,16 27 0,-29-40 0,-2-1 0,1 1 0,-1 0 0,0 0 0,0 0 0,-1 0 0,0 0 0,0 1 0,0-1 0,-1 0 0,-1 1 0,1 11 0,-1-15 0,-1-1 0,1 1 0,-1-1 0,0 1 0,0-1 0,0 1 0,-1-1 0,1 0 0,-1 1 0,0-1 0,1 0 0,-1 0 0,-4 4 0,1-2 0,1-1 0,-1 0 0,1-1 0,-1 1 0,0-1 0,-1 0 0,-7 4 0,-5-1 0,1 0 0,-1-1 0,0-1 0,-23 3 0,21-4-1365,3-2-5461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5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40 24575,'0'0'0,"0"0"0,0 0 0,0 0 0,0-1 0,0 1 0,0 0 0,0 0 0,-1 0 0,1 0 0,0 0 0,0-1 0,0 1 0,0 0 0,0 0 0,0 0 0,-1 0 0,1 0 0,0 0 0,0 0 0,0 0 0,0-1 0,0 1 0,-1 0 0,1 0 0,0 0 0,0 0 0,0 0 0,0 0 0,-1 0 0,1 0 0,0 0 0,0 0 0,0 0 0,-1 0 0,1 0 0,0 0 0,0 0 0,0 0 0,0 1 0,0-1 0,-1 0 0,1 0 0,0 0 0,0 0 0,0 0 0,0 10 0,5 12 0,-1-11 0,1-1 0,0 0 0,1 0 0,0 0 0,0-1 0,1 1 0,0-2 0,1 1 0,0-1 0,0 0 0,1-1 0,14 11 0,-22-17 0,0 0 0,1-1 0,-1 1 0,0 0 0,0 0 0,1-1 0,-1 1 0,0-1 0,1 1 0,-1-1 0,0 0 0,1 0 0,-1 1 0,1-1 0,-1 0 0,0 0 0,1 0 0,-1 0 0,1-1 0,-1 1 0,0 0 0,2-1 0,-2 0 0,0 0 0,1 0 0,-1 0 0,0 0 0,0 0 0,-1-1 0,1 1 0,0 0 0,0 0 0,-1-1 0,1 1 0,0 0 0,-1-1 0,1 1 0,-1-1 0,0 1 0,0-1 0,1 1 0,-1-1 0,0-2 0,0-7 0,-1 1 0,0-1 0,0 1 0,-5-13 0,-2-26 0,8 43 0,0 1 0,0 0 0,0 0 0,0 0 0,1-1 0,2-7 0,-3 12 0,0 0 0,1 0 0,-1 1 0,0-1 0,1 0 0,-1 0 0,1 1 0,-1-1 0,1 0 0,-1 0 0,1 1 0,0-1 0,-1 1 0,1-1 0,0 1 0,0-1 0,-1 1 0,2-1 0,0 1 0,-1-1 0,0 1 0,1 0 0,-1 0 0,0 0 0,1 0 0,-1 0 0,1 0 0,-1 0 0,0 1 0,1-1 0,-1 1 0,0-1 0,0 1 0,3 0 0,7 6 0,0 0 0,0 0 0,0 1 0,15 15 0,-14-12 0,-11-10 0,17 15 0,29 32 0,-33-23 23,-9-15-1411,-1-1-5438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38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24575,'292'72'0,"-292"-72"0,1 0 0,0 0 0,0 0 0,0 0 0,0 1 0,0-1 0,0 0 0,-1 1 0,1-1 0,0 0 0,0 1 0,-1-1 0,1 1 0,0 0 0,-1-1 0,1 1 0,0-1 0,-1 1 0,1 0 0,-1-1 0,1 1 0,-1 0 0,1 0 0,-1 0 0,0-1 0,1 1 0,-1 0 0,0 0 0,0 0 0,1 0 0,-1 0 0,0-1 0,0 1 0,0 0 0,0 0 0,0 0 0,0 1 0,-2 3 0,1 0 0,-1 1 0,0-1 0,0 0 0,-4 6 0,-4 10 0,6-6 0,0 0 0,2 0 0,-1 0 0,2 0 0,0 0 0,1 1 0,0-1 0,1 0 0,1 0 0,4 17 0,7 19 0,30 77 0,-34-104 0,90 293 0,-94-295 0,-2-15 0,-1 1 0,-1-1 0,1 1 0,0 11 0,-2-16 0,-1-1 0,1 1 0,0 0 0,-1-1 0,0 1 0,1-1 0,-1 1 0,0-1 0,0 1 0,0-1 0,-1 0 0,1 0 0,0 1 0,-1-1 0,0 0 0,1 0 0,-4 2 0,-2 3 0,-1 0 0,1-1 0,-2 0 0,-9 5 0,13-8 0,0-1 0,-1 1 0,1-2 0,-1 1 0,0 0 0,1-1 0,-1 0 0,-9 0 0,-3-1-1365,3 0-5461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16 24575,'-1'-1'0,"0"-1"0,0 1 0,0-1 0,-1 1 0,1-1 0,0 1 0,-1 0 0,1 0 0,-3-2 0,4 3 0,0 0 0,0 0 0,0 0 0,0 0 0,0 0 0,-1 0 0,1 0 0,0 0 0,0 0 0,0 0 0,0 0 0,0 0 0,-1 0 0,1 0 0,0 0 0,0 0 0,0 0 0,0 0 0,0 0 0,-1 0 0,1 0 0,0 0 0,0 0 0,0 0 0,0 0 0,0 1 0,0-1 0,0 0 0,-1 0 0,1 0 0,0 0 0,0 0 0,0 0 0,0 0 0,0 0 0,0 1 0,0-1 0,0 0 0,0 0 0,0 0 0,0 13 0,4 4 0,1-1 0,0 1 0,2-1 0,0 0 0,1-1 0,0 0 0,1 0 0,0-1 0,2 0 0,16 18 0,-23-28 0,1 1 0,0-1 0,0 0 0,0 0 0,0 0 0,0-1 0,1 0 0,10 5 0,-14-7 0,-1-1 0,1 1 0,0-1 0,0 0 0,0 1 0,0-1 0,0 0 0,0 0 0,0 0 0,0 0 0,0 0 0,0-1 0,0 1 0,0-1 0,0 1 0,-1-1 0,1 0 0,0 1 0,0-1 0,-1 0 0,1 0 0,0-1 0,-1 1 0,1 0 0,-1 0 0,1-1 0,-1 1 0,0-1 0,0 1 0,1-1 0,-1 1 0,1-3 0,1-3 0,1 0 0,-1 1 0,-1-1 0,1 0 0,-1-1 0,2-9 0,3-48 0,0 2 0,-7 61 0,0 1 0,0-1 0,1 1 0,-1-1 0,1 1 0,-1 0 0,1-1 0,-1 1 0,1 0 0,0 0 0,0-1 0,0 1 0,-1 0 0,1 0 0,0 0 0,2-1 0,-2 1 0,0 1 0,-1 0 0,1 0 0,0-1 0,0 1 0,0 0 0,0 0 0,0 0 0,0 0 0,-1 0 0,1 0 0,0 0 0,0 1 0,0-1 0,0 0 0,0 0 0,-1 1 0,1-1 0,0 0 0,0 1 0,-1-1 0,1 1 0,0-1 0,0 1 0,-1 0 0,1-1 0,-1 1 0,2 0 0,23 25 0,-2 0 0,0 1 0,23 39 0,7 7 0,-42-58-1365,-2-2-5461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1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251 162 24575,'-16'-18'0,"-57"-58"0,62 66 0,-1 0 0,0 0 0,-1 1 0,-21-11 0,32 19 0,1 0 0,-1 0 0,0 0 0,0 0 0,0 0 0,0 1 0,0-1 0,0 1 0,0-1 0,0 1 0,0 0 0,0 0 0,0 0 0,0 0 0,0 0 0,0 0 0,0 1 0,0-1 0,0 1 0,0-1 0,0 1 0,0 0 0,0 0 0,1 0 0,-1 0 0,0 0 0,0 0 0,1 0 0,-1 0 0,1 1 0,-1-1 0,1 1 0,0-1 0,-1 1 0,1 0 0,0-1 0,0 1 0,0 0 0,0 0 0,1 0 0,-1 0 0,0-1 0,1 1 0,-1 3 0,-1 5 0,0 0 0,0 0 0,1 0 0,1 1 0,0-1 0,0 0 0,1 1 0,0-1 0,1 0 0,0 0 0,1 0 0,4 12 0,6 8 0,1-1 0,27 43 0,-31-57 0,-2-2 0,-1 0 0,0 1 0,0 0 0,-2 0 0,0 1 0,0 0 0,-1 0 0,-1 0 0,-1 0 0,0 0 0,-1 0 0,0 1 0,-2-1 0,1 0 0,-6 26 0,4-30 0,0 0 0,1 0 0,0 1 0,0-1 0,2 1 0,-1-1 0,1 0 0,3 13 0,-2-17 0,0-1 0,1 1 0,-1-1 0,1 0 0,0 0 0,1 0 0,0 0 0,0 0 0,0-1 0,0 1 0,1-1 0,0 0 0,0-1 0,10 8 0,0-2 0,0 0 0,28 14 0,-38-22 0,0 0 0,1 0 0,-1 0 0,1 0 0,-1-1 0,1 0 0,-1 0 0,1-1 0,0 1 0,-1-1 0,1-1 0,0 1 0,5-2 0,-8 1-72,1 0 1,-1-1-1,0 0 0,0 1 0,0-1 0,0 0 0,0-1 0,0 1 1,0 0-1,-1-1 0,1 1 0,-1-1 0,0 0 0,0 0 0,0 0 1,0 0-1,0 0 0,2-6 0,0 0-6754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1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24 24575,'0'0'0,"0"0"0,-1 0 0,1-1 0,0 1 0,0 0 0,-1 0 0,1-1 0,0 1 0,-1 0 0,1 0 0,0 0 0,-1 0 0,1-1 0,-1 1 0,1 0 0,0 0 0,-1 0 0,1 0 0,0 0 0,-1 0 0,1 0 0,-1 0 0,1 0 0,0 0 0,-1 0 0,1 0 0,-1 0 0,1 1 0,0-1 0,-1 0 0,1 0 0,0 0 0,-1 0 0,1 1 0,0 0 0,0 1 0,0-1 0,0 0 0,0 1 0,0-1 0,1 0 0,-1 1 0,0-1 0,1 0 0,0 2 0,6 15 0,1-1 0,0 0 0,1 0 0,1-1 0,1 0 0,21 25 0,-31-41 0,-1 1 0,1 0 0,-1-1 0,1 1 0,-1-1 0,1 1 0,0-1 0,-1 1 0,1-1 0,0 1 0,-1-1 0,1 1 0,0-1 0,0 0 0,-1 0 0,1 1 0,0-1 0,0 0 0,-1 0 0,1 0 0,0 0 0,0 0 0,0 0 0,0 0 0,1 0 0,-1 0 0,-1-1 0,1 0 0,0 1 0,0-1 0,0 0 0,0 0 0,-1 1 0,1-1 0,0 0 0,-1 0 0,1 0 0,0 0 0,-1 0 0,1 0 0,-1 0 0,1-1 0,1-5 0,0 1 0,-1-1 0,1 1 0,0-14 0,-2 4 0,1 1 0,1-1 0,0 1 0,8-27 0,-10 41 0,0 0 0,1 0 0,-1-1 0,1 1 0,-1 0 0,1 0 0,-1 0 0,1 0 0,0 0 0,-1 0 0,1 0 0,0 0 0,0 0 0,0 0 0,0 0 0,0 0 0,0 1 0,0-1 0,0 0 0,0 1 0,0-1 0,0 1 0,0-1 0,0 1 0,1-1 0,-1 1 0,0 0 0,0 0 0,0-1 0,1 1 0,-1 0 0,0 0 0,0 0 0,1 0 0,-1 1 0,0-1 0,0 0 0,1 0 0,-1 1 0,0-1 0,0 1 0,1 0 0,6 3 0,-1 1 0,0-1 0,0 2 0,0-1 0,6 7 0,-3-3 0,119 103 0,-120-103-1365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24575,'26'-12'0,"57"-23"0,-70 30 0,0 1 0,0 0 0,0 1 0,20-2 0,-30 5 0,0 0 0,-1 0 0,1 1 0,0-1 0,-1 1 0,1-1 0,-1 1 0,1 0 0,-1 0 0,1 0 0,-1 0 0,1 0 0,-1 0 0,0 1 0,0-1 0,0 1 0,0 0 0,0 0 0,0 0 0,2 2 0,2 4 0,1 1 0,-2 0 0,9 17 0,-5-8 0,-1-1 0,-2 0 0,0 0 0,0 0 0,4 34 0,-1-10 0,6 28 0,4 0 0,43 103 0,-50-149 0,26 38 0,-26-42 0,-11-18 0,0 0 0,0 1 0,0-1 0,-1 0 0,1 1 0,0-1 0,-1 1 0,0-1 0,1 1 0,-1-1 0,0 1 0,1-1 0,-1 1 0,0 2 0,-1-3 0,1-1 0,0 1 0,-1 0 0,1 0 0,0 0 0,-1-1 0,1 1 0,-1 0 0,0-1 0,1 1 0,-1-1 0,0 1 0,1 0 0,-1-1 0,0 1 0,1-1 0,-1 0 0,0 1 0,0-1 0,0 0 0,1 1 0,-1-1 0,0 0 0,0 0 0,0 0 0,0 1 0,1-1 0,-2 0 0,-21 2 0,-31-2 0,-17 2 0,24 4-1365,28-5-5461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3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24575,'-7'5'0,"-3"4"0,1 3 0,1 2 0,5-2 0,3 0 0,4 1 0,1-1 0,3 2 0,1-3 0,3 0 0,1 0 0,1 1 0,-2-4 0,-5-4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3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3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27 24575,'-25'-6'0,"-1"-2"0,-28-2 0,47 9 0,1 0 0,-1 1 0,0-1 0,0 2 0,0-1 0,0 1 0,1 0 0,-1 0 0,-8 4 0,12-4 0,1 0 0,0 0 0,-1 0 0,1 0 0,0 1 0,0-1 0,0 1 0,0 0 0,0 0 0,0 0 0,1 0 0,-1 0 0,0 0 0,1 0 0,-2 3 0,1 0 0,0-1 0,1 1 0,-1-1 0,1 1 0,0 0 0,1 0 0,-1 7 0,1 5 0,1 0 0,1 0 0,5 26 0,2-9 0,1 1 0,1-2 0,2 0 0,2 0 0,29 48 0,111 144 0,-83-127 0,-30-36-1365,-33-49-5461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4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31 24575,'-30'-3'0,"-14"-2"0,-4-2 0,-3 2 0,4 0 0,4 2 0,8 2 0,9 0-8191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5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146 192 24575,'0'24'0,"1"1"0,1-1 0,1 0 0,1-1 0,11 34 0,-6-33 0,15 30 0,-14-35 0,-2-1 0,12 36 0,-20-53 0,0-1 0,0 1 0,0-1 0,0 0 0,1 1 0,-1-1 0,0 1 0,0-1 0,0 1 0,0-1 0,0 1 0,0-1 0,0 1 0,0-1 0,0 1 0,0-1 0,0 1 0,-1-1 0,1 0 0,0 1 0,0-1 0,0 1 0,0-1 0,-1 1 0,1 0 0,-1-1 0,0 0 0,1 0 0,-1 0 0,1 0 0,-1 0 0,1 0 0,-1 0 0,1 0 0,-1 0 0,1-1 0,-1 1 0,1 0 0,-1 0 0,1 0 0,-1-1 0,1 1 0,0 0 0,-2-1 0,-21-18 0,23 18 0,-25-23 0,2-1 0,0-1 0,2-1 0,1 0 0,-20-39 0,31 50 0,2 1 0,-1-2 0,2 1 0,0-1 0,1 0 0,1 0 0,0 0 0,2-1 0,0 1 0,1-1 0,0 0 0,3-17 0,-2 31 0,1-1 0,0 1 0,0 0 0,0 0 0,0 0 0,1 0 0,-1 0 0,1 0 0,0 0 0,0 1 0,1-1 0,-1 1 0,1-1 0,0 1 0,5-5 0,-4 5 0,1 0 0,-1 0 0,1 1 0,0-1 0,0 1 0,0 0 0,0 0 0,0 1 0,0-1 0,1 1 0,9-1 0,15 0 0,0 1 0,49 5 0,-62-2 0,-1 0 0,0 2 0,0 0 0,0 0 0,-1 2 0,22 10 0,-33-14 0,-1 0 0,1 0 0,-1 0 0,0 0 0,0 1 0,0 0 0,0-1 0,0 1 0,0 0 0,-1 1 0,1-1 0,-1 0 0,0 1 0,0-1 0,0 1 0,-1 0 0,1 0 0,-1-1 0,2 9 0,-3-7 0,1 0 0,-1 0 0,0 0 0,-1 0 0,1 0 0,-1 0 0,0 0 0,-1 0 0,1 0 0,-1 0 0,0 0 0,0-1 0,0 1 0,0 0 0,-5 5 0,-7 7 0,0-1 0,-1-1 0,0 0 0,-1-1 0,-31 20 0,24-17 0,0 1 0,-26 26 0,48-43 0,0 0 0,0 0 0,0 0 0,0 0 0,0 0 0,0 1 0,1-1 0,-1 0 0,0 0 0,1 1 0,-1-1 0,1 0 0,0 0 0,-1 1 0,1-1 0,0 1 0,0-1 0,-1 0 0,1 1 0,0-1 0,1 1 0,-1 1 0,1-2 0,-1 1 0,1 0 0,0-1 0,0 1 0,0 0 0,0-1 0,1 1 0,-1-1 0,0 1 0,1-1 0,-1 0 0,0 0 0,1 0 0,1 2 0,7 2 0,-1 0 0,1-1 0,0 0 0,15 4 0,0-2 10,-1-1-1,0-1 1,36 0 0,76-4-198,-59-2-1028,-63 2-5610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5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45 24575,'4'2'0,"10"3"0,0 1 0,25 15 0,-36-19 0,0 0 0,1 1 0,-1 0 0,0-1 0,0 1 0,-1 0 0,1 0 0,0 1 0,-1-1 0,0 1 0,0-1 0,0 1 0,0-1 0,-1 1 0,3 8 0,-4-11 0,1 1 0,-1-1 0,0 1 0,0-1 0,0 1 0,0-1 0,0 1 0,0-1 0,0 1 0,0-1 0,-1 1 0,1-1 0,-1 1 0,1-1 0,-1 0 0,1 1 0,-1-1 0,0 0 0,-1 3 0,0-2 0,0 0 0,0-1 0,0 1 0,0-1 0,0 0 0,0 1 0,0-1 0,-1 0 0,1 0 0,0 0 0,-3 0 0,-6 2 0,0-2 0,0 1 0,-1-1 0,-12-1 0,22 0 0,-16 0 0,-1-1 0,1-1 0,0-1 0,-30-7 0,38 7 0,-1-1 0,1 0 0,0-1 0,0 0 0,0-1 0,1 1 0,-1-2 0,1 0 0,-8-7 0,15 11 0,-1 1 0,1-1 0,0 1 0,0-1 0,0 0 0,0 0 0,1 0 0,-1 0 0,1 0 0,-1 0 0,1-1 0,0 1 0,0 0 0,1-1 0,-1 1 0,1 0 0,0-7 0,0 7 0,0 1 0,1 0 0,-1 0 0,1-1 0,0 1 0,-1 0 0,1 0 0,0 0 0,1 0 0,-1 0 0,0 0 0,1 0 0,-1 0 0,1 0 0,-1 0 0,1 1 0,0-1 0,-1 1 0,1-1 0,0 1 0,0 0 0,0 0 0,0 0 0,1 0 0,-1 0 0,4-1 0,2 0-151,0 1-1,0 0 0,1 0 0,-1 1 1,0 0-1,0 0 0,1 1 1,15 3-1,-6-1-6674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6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70 24575,'-21'-12'0,"-53"-26"0,65 34 0,0 1 0,-1 0 0,1 0 0,-1 1 0,0 0 0,-10-1 0,17 3 0,0 0 0,1 0 0,-1 0 0,0 1 0,0-1 0,1 0 0,-1 1 0,0 0 0,1 0 0,-1 0 0,1 0 0,-1 0 0,1 0 0,0 1 0,-1-1 0,-2 4 0,2-2 0,0 0 0,1 0 0,-1 0 0,1 0 0,0 1 0,0-1 0,0 1 0,1-1 0,-1 1 0,-1 6 0,1-1 0,0 1 0,1 0 0,0 0 0,0 0 0,1 0 0,0-1 0,1 1 0,3 16 0,-1-17 0,0 0 0,0 0 0,0 0 0,1-1 0,1 1 0,0-1 0,0 0 0,0 0 0,1 0 0,0-1 0,1 0 0,-1 0 0,14 10 0,-5-6 0,0-1 0,1 0 0,0-1 0,1-1 0,0 0 0,20 5 0,-16-5 0,2-2 0,-1 0 0,0-2 0,1 0 0,44 1 0,-38-11-1365,-17 3-5461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7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 24575,'-5'-3'0,"3"8"0,7 9 0,12 11 0,35 37 0,-52-62 1,0 0 1,-1 0-1,1 0 0,0 0 0,0 0 0,0 0 1,0 0-1,0 0 0,0 0 0,0 0 0,0 0 1,0 0-1,0 0 0,0 0 0,0 0 0,0 0 1,0 0-1,0 0 0,0 0 0,0 0 0,-1 0 0,1 0 1,0 1-1,0-1 0,0 0 0,0 0 0,0 0 1,0 0-1,0 0 0,0 0 0,0 0 0,0 0 1,0 0-1,0 0 0,0 0 0,0 0 0,0 0 1,0 0-1,0 0 0,0 0 0,0 1 0,0-1 0,0 0 1,0 0-1,0 0 0,0 0 0,0 0 0,-6-2-1423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47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 24575,'-2'-2'0,"-1"1"0,-3 1 0,-2 1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58 24575,'-27'-9'0,"-6"-3"0,-2 2 0,1 1 0,-48-7 0,78 16 0,1-1 0,0 1 0,-1 0 0,1 0 0,0 0 0,-1 0 0,1 1 0,0 0 0,-1-1 0,1 1 0,0 0 0,0 0 0,0 1 0,0-1 0,0 1 0,0-1 0,0 1 0,0 0 0,1 0 0,-1 0 0,1 1 0,-1-1 0,1 1 0,0-1 0,0 1 0,0 0 0,0-1 0,1 1 0,-1 0 0,1 0 0,0 0 0,-1 1 0,1-1 0,1 0 0,-1 0 0,0 6 0,0-2 0,0-1 0,1 0 0,0 1 0,0-1 0,1 1 0,0-1 0,0 0 0,0 1 0,1-1 0,0 0 0,0 0 0,1 0 0,5 10 0,-3-8 0,0-1 0,1 1 0,0-1 0,0 0 0,1-1 0,0 1 0,0-1 0,16 9 0,99 60 0,-119-74 0,0 1 0,-1 0 0,1 0 0,-1 0 0,1 0 0,-1 1 0,0-1 0,4 5 0,-6-6 0,0-1 0,1 1 0,-1 0 0,0 0 0,1-1 0,-1 1 0,0 0 0,0 0 0,0 0 0,1 0 0,-1-1 0,0 1 0,0 0 0,0 0 0,0 0 0,-1 0 0,1-1 0,0 1 0,0 0 0,0 0 0,-1 0 0,1-1 0,0 1 0,-1 0 0,1 0 0,-1-1 0,1 1 0,-1 0 0,1-1 0,-1 1 0,0 0 0,1-1 0,-1 1 0,1-1 0,-1 1 0,0-1 0,0 0 0,0 1 0,-10 4 0,1 0 0,-1-1 0,0 0 0,0-1 0,0 0 0,-22 3 0,-18 4 0,24-3-1365,15-4-5461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24575,'2'-1'0,"32"-7"0,1 0 0,54-4 0,-80 11 0,1 1 0,-1 0 0,1 1 0,-1 0 0,1 0 0,-1 1 0,1 0 0,-1 1 0,0 0 0,0 0 0,0 1 0,-1 0 0,1 1 0,12 8 0,-18-10 0,1 0 0,-1 1 0,0-1 0,0 1 0,0 0 0,0 0 0,-1 0 0,1 0 0,-1 0 0,0 1 0,-1-1 0,1 1 0,-1-1 0,0 1 0,0 0 0,0-1 0,0 1 0,-1 0 0,0 0 0,0-1 0,0 1 0,-1 0 0,-1 6 0,0 1 0,-1 1 0,-1-2 0,0 1 0,-1 0 0,0-1 0,0 0 0,-14 19 0,-4-2 0,18-23 0,1 0 0,-1 0 0,1 1 0,0-1 0,0 1 0,1 0 0,0 0 0,0 0 0,0 1 0,-2 8 0,5-14 0,0 0 0,0 0 0,0 0 0,0 0 0,0 0 0,0 0 0,0 0 0,0 0 0,1 0 0,-1 0 0,0 0 0,1 0 0,-1 0 0,1-1 0,-1 1 0,1 0 0,-1 0 0,1 0 0,-1 0 0,1-1 0,0 1 0,0 0 0,-1 0 0,1-1 0,0 1 0,0-1 0,0 1 0,0-1 0,0 1 0,-1-1 0,3 1 0,3 1 0,-1 0 0,1-1 0,0 0 0,8 1 0,0 0 0,-2 0 24,0-1 0,1 1 0,-1-2 0,22-1 0,-27 0-173,0 0 1,0-1-1,1 0 1,-1 0-1,-1 0 1,1-1-1,0 0 1,0-1-1,6-4 1,1-2-6678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2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24575,'-13'0'0,"-5"0"0,-4 0 0,1 0 0,-2 2 0,1 2 0,0-1 0,0-1 0,4 0-8191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3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24575,'12'29'0,"10"18"0,2 7 0,1 3 0,0-2 0,-1-4 0,0-5 0,-2-4 0,-2-5 0,-4-6 0,-3-4 0,-3-3 0,-4-4 0,-2-5-8191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3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24575,'1'38'0,"1"1"0,3-1 0,1 0 0,1 0 0,21 59 0,-7-43-682,37 68-1,-52-109-6143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4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16 24575,'-7'-6'0,"-2"-3"0,17 14 0,8 7 0,28 20 0,61 34 0,-47-35 0,83 31 0,-127-56 0,-12-3 0,-10-2 0,-55-1 0,34 0 0,-38 3 0,57-2 0,1 1 0,-1 0 0,0 0 0,1 1 0,0 1 0,0-1 0,-16 10 0,8-2-116,7-5-92,0 1 0,0-2 0,-1 1-1,1-2 1,-22 8 0,19-10-6618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35 24575,'2'-2'0,"0"-1"0,0 0 0,1 0 0,-1 1 0,1-1 0,0 1 0,0 0 0,0 0 0,0 0 0,0 0 0,0 0 0,0 1 0,0-1 0,5 0 0,-5 1 0,-1 1 0,1 0 0,0 0 0,-1 0 0,1 0 0,0 0 0,-1 1 0,1-1 0,0 1 0,-1 0 0,1 0 0,-1-1 0,1 2 0,-1-1 0,1 0 0,-1 0 0,0 1 0,0 0 0,4 2 0,8 11 0,-1-1 0,0 2 0,-1 0 0,18 31 0,-24-38 0,3 6 0,-1 0 0,8 19 0,-14-29 0,0-1 0,0 1 0,-1-1 0,0 1 0,0 0 0,0 0 0,-1-1 0,1 1 0,-1 0 0,-1 0 0,1 0 0,-2 7 0,2-10 0,-1-1 0,0 1 0,0 0 0,0-1 0,0 1 0,0-1 0,0 1 0,0-1 0,0 1 0,-1-1 0,1 0 0,0 0 0,-1 0 0,1 0 0,-1 0 0,0 0 0,1 0 0,-1 0 0,0 0 0,1-1 0,-1 1 0,0-1 0,0 1 0,-2-1 0,-5 2 0,0-2 0,-1 1 0,-14-2 0,11 1 0,-6-1 0,0-1 0,1 0 0,-1-1 0,1-1 0,0-1 0,0 0 0,0-2 0,1 0 0,0-1 0,0 0 0,1-1 0,0-1 0,0-1 0,1 0 0,-13-14 0,25 22 0,0-1 0,0 1 0,1 0 0,-1-1 0,1 1 0,0-1 0,0 1 0,1-1 0,-1 0 0,1 0 0,0 0 0,0 0 0,0 0 0,0 0 0,1-1 0,-1 1 0,1 0 0,0 0 0,0 0 0,1 0 0,-1-1 0,1 1 0,0 0 0,0 0 0,1 0 0,-1 0 0,1 1 0,0-1 0,0 0 0,0 1 0,0-1 0,0 1 0,1-1 0,0 1 0,4-4 0,-4 4 12,0 0 0,1-1 0,-1 1 0,1 1 0,0-1 0,0 1 0,0-1 0,0 1 0,8-3 0,-5 4-260,0-1 1,0 1-1,0 0 1,0 1-1,13 0 1,-8 0-6579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5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6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8 24575,'12'-1'0,"88"-5"0,-82 6 0,1 1 0,-1 0 0,27 7 0,-41-7 0,0 0 0,0 0 0,0 1 0,0-1 0,0 1 0,0 0 0,-1 0 0,1 1 0,-1-1 0,1 1 0,-1 0 0,0 0 0,0 0 0,0 0 0,0 0 0,0 1 0,2 4 0,-3-3 0,1 0 0,-1 0 0,-1 0 0,1 0 0,-1 1 0,1-1 0,-2 1 0,1-1 0,0 1 0,-1-1 0,0 1 0,-2 9 0,2-12 0,-1 1 0,0-1 0,0 0 0,0 0 0,-1 0 0,1 0 0,-1 0 0,1-1 0,-1 1 0,0 0 0,0-1 0,0 1 0,-1-1 0,1 1 0,0-1 0,-1 0 0,0 0 0,1 0 0,-1-1 0,0 1 0,0-1 0,-4 2 0,-2 1 0,0-1 0,0-1 0,0 0 0,-1 0 0,1 0 0,-15-1 0,23-1 0,-28 1 0,-1-1 0,-35-6 0,58 5 0,-1 0 0,1 0 0,0-1 0,0 0 0,1-1 0,-1 1 0,0-1 0,1-1 0,0 1 0,0-1 0,0 0 0,0 0 0,0-1 0,1 0 0,-6-5 0,9 6 7,0 1-1,0-1 0,1 1 0,-1-1 1,1 0-1,0 0 0,0 0 1,0 0-1,0 0 0,1 0 1,0 0-1,0 0 0,0 0 0,0 0 1,0 0-1,1 0 0,0 0 1,1-6-1,-1 8-54,0-1 0,-1 1 0,1 0 0,0-1 0,0 1 1,0 0-1,0 0 0,1 0 0,-1 0 0,1 0 0,-1 0 0,1 0 0,0 0 0,0 1 0,-1-1 1,1 0-1,0 1 0,1 0 0,-1-1 0,0 1 0,0 0 0,0 0 0,1 0 0,-1 1 0,0-1 0,1 1 1,-1-1-1,1 1 0,-1 0 0,5 0 0,3 1-6778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60 24575,'0'-5'0,"0"0"0,1-1 0,0 1 0,0 0 0,0 0 0,4-8 0,-5 13 0,0-1 0,0 0 0,1 0 0,-1 0 0,0 1 0,1-1 0,-1 0 0,0 0 0,1 1 0,-1-1 0,1 0 0,-1 1 0,1-1 0,0 0 0,-1 1 0,1-1 0,0 1 0,-1-1 0,1 1 0,0 0 0,0-1 0,-1 1 0,1-1 0,0 1 0,0 0 0,0 0 0,-1 0 0,1-1 0,0 1 0,0 0 0,0 0 0,0 0 0,-1 0 0,1 0 0,0 1 0,0-1 0,0 0 0,0 0 0,-1 0 0,1 1 0,0-1 0,0 0 0,-1 1 0,1-1 0,0 1 0,0-1 0,-1 1 0,2 0 0,7 8 0,-1 0 0,0 0 0,0 1 0,-1 0 0,0 0 0,7 18 0,-6-16 0,-1 3 0,0 0 0,0 0 0,-1 0 0,6 27 0,-12-40 0,1 0 0,-1 0 0,0 0 0,1-1 0,-1 1 0,0 0 0,0 0 0,0 0 0,-1-1 0,1 1 0,0 0 0,-1 0 0,1 0 0,-1-1 0,1 1 0,-1 0 0,0-1 0,0 1 0,0-1 0,0 1 0,0-1 0,0 1 0,0-1 0,0 1 0,0-1 0,-1 0 0,1 0 0,-1 0 0,1 0 0,-1 0 0,1 0 0,-1 0 0,1 0 0,-1-1 0,0 1 0,0 0 0,1-1 0,-4 1 0,-3 0 0,0 0 0,0 0 0,-1-1 0,1 0 0,0 0 0,0-1 0,-11-2 0,3-1 0,0 0 0,0-1 0,-20-10 0,31 13 0,0-1 0,-1 0 0,1 0 0,0 0 0,0-1 0,0 0 0,1 0 0,0 0 0,-1 0 0,1-1 0,1 1 0,-6-8 0,8 8 5,-1 1 0,1-1 0,-1 0-1,1 1 1,0-1 0,0 0 0,1 0 0,-1 0-1,1 1 1,0-1 0,0 0 0,0 0 0,0 0-1,1 0 1,0 0 0,0 0 0,0 1-1,0-1 1,0 0 0,1 1 0,-1-1 0,1 1-1,0-1 1,3-3 0,-1 3-92,-1 0-1,1 0 1,0 0 0,0 0-1,0 1 1,0 0 0,1 0-1,-1 0 1,1 0-1,0 1 1,0-1 0,0 1-1,0 0 1,0 1 0,0 0-1,11-2 1,-3 2-6739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9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16 24575,'-1'-1'0,"1"1"0,0-1 0,0 0 0,-1 1 0,1-1 0,0 1 0,-1-1 0,1 0 0,-1 1 0,1-1 0,-1 1 0,1-1 0,-1 1 0,1 0 0,-1-1 0,1 1 0,-1 0 0,0-1 0,1 1 0,-1 0 0,0-1 0,1 1 0,-1 0 0,0 0 0,1 0 0,-1 0 0,-1 0 0,-21-3 0,20 3 0,-3-1 0,0 1 0,0-1 0,0 2 0,1-1 0,-1 0 0,0 1 0,0 0 0,0 1 0,1-1 0,-1 1 0,0 0 0,1 1 0,0-1 0,0 1 0,-1 0 0,2 0 0,-6 4 0,-69 55 0,78-61 0,-1-1 0,1 1 0,0 1 0,-1-1 0,1 0 0,0 0 0,0 0 0,0 1 0,0-1 0,0 0 0,0 1 0,1-1 0,-1 1 0,0-1 0,1 1 0,-1-1 0,1 1 0,0-1 0,-1 3 0,1-2 0,0-1 0,1 1 0,-1-1 0,1 1 0,-1-1 0,1 1 0,-1-1 0,1 1 0,0-1 0,-1 0 0,1 1 0,0-1 0,0 0 0,0 0 0,0 0 0,2 2 0,3 2 0,1 0 0,0 0 0,0-1 0,0 0 0,1-1 0,8 4 0,20 7 40,1-1 0,39 7 0,-61-17-226,1 0 1,-1-1-1,1-1 0,-1-1 1,1 0-1,0-1 1,29-6-1,-31 4-6640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6:59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9 24575,'-35'-3'0,"5"-1"0,0 3 0,-54 2 0,82-1 0,0 0 0,-1 1 0,1-1 0,0 1 0,0-1 0,0 1 0,-1 0 0,1 0 0,0 0 0,0 0 0,0 0 0,0 0 0,1 1 0,-1-1 0,0 1 0,0-1 0,-2 4 0,3-3 0,1-1 0,-1 1 0,0 0 0,0 0 0,1 0 0,-1 0 0,1 0 0,-1 0 0,1 0 0,0 0 0,0 0 0,0 0 0,0 0 0,0 0 0,0 0 0,1 0 0,-1 0 0,1-1 0,-1 1 0,2 3 0,1 1 0,1 1 0,-1-1 0,1 0 0,0 0 0,1-1 0,-1 1 0,1-1 0,0 0 0,1 0 0,9 6 0,4 3 0,40 19 0,-41-23 0,1-2 0,34 10 0,-42-15 0,1 0 0,0-1 0,0 0 0,0-1 0,-1-1 0,15 0 0,-24 0 0,-1-1 0,1 1 0,0 0 0,0 0 0,0-1 0,0 1 0,-1-1 0,1 0 0,0 1 0,-1-1 0,1 0 0,0 0 0,-1 0 0,1 0 0,-1-1 0,1 1 0,-1 0 0,0 0 0,2-3 0,-1 1 0,-1 1 0,0 0 0,-1 0 0,1-1 0,0 1 0,-1 0 0,1-1 0,-1 1 0,0-1 0,0 1 0,0 0 0,0-1 0,0-2 0,-2-3 0,1-1 0,-1 1 0,-1 1 0,0-1 0,0 0 0,0 1 0,-8-12 0,-41-58 0,57 84 0,6 8 0,1 1 0,1-2 0,0 0 0,25 21 0,-11-15 0,2-2 0,37 19 0,-49-29 0,0-1 0,0 0 0,1-2 0,0 0 0,32 4 0,-47-8 0,-1-1 0,0 0 0,0 0 0,1 0 0,-1 0 0,0 0 0,1 0 0,-1 0 0,0-1 0,0 0 0,1 1 0,-1-1 0,0 0 0,4-2 0,-5 2 0,0 0 0,0-1 0,1 1 0,-1 0 0,0-1 0,0 1 0,-1-1 0,1 1 0,0-1 0,0 0 0,-1 1 0,1-1 0,-1 0 0,1 0 0,-1 1 0,0-1 0,0 0 0,0 0 0,0-2 0,0-5 0,-2 0 0,1 0 0,-1 0 0,0 0 0,-1 0 0,0 1 0,0-1 0,-1 1 0,0 0 0,-1 0 0,0 0 0,0 1 0,-9-10 0,11 15 0,5 8 0,7 9 0,3 1 0,2-1 0,0 0 0,0-1 0,27 19 0,-31-25 0,1-1 0,1 0 0,-1-1 0,1 0 0,0-1 0,0 0 0,1-1 0,14 3 0,-19-5 0,1-1 0,-1 0 0,0-1 0,0 0 0,1 0 0,10-2 0,-16 2 0,-1-1 0,0 1 0,0-1 0,1 0 0,-1 0 0,0 1 0,0-1 0,0-1 0,0 1 0,0 0 0,0-1 0,0 1 0,-1-1 0,1 1 0,0-1 0,-1 0 0,1 1 0,-1-1 0,0 0 0,0 0 0,1 0 0,-1 0 0,-1 0 0,1-1 0,0 1 0,1-4 0,-1-2 0,-1-1 0,1 1 0,-2-16 0,0 17 0,1 0 0,0 0 0,0-1 0,1 1 0,1-8 0,-2 15 0,1-1 0,-1 1 0,0-1 0,0 1 0,0-1 0,1 1 0,-1-1 0,0 1 0,1 0 0,-1-1 0,0 1 0,1-1 0,-1 1 0,0 0 0,1-1 0,-1 1 0,1 0 0,-1 0 0,1-1 0,-1 1 0,1 0 0,-1 0 0,0 0 0,1 0 0,-1-1 0,1 1 0,0 0 0,-1 0 0,1 0 0,-1 0 0,1 0 0,-1 0 0,1 0 0,-1 0 0,1 1 0,-1-1 0,1 0 0,-1 0 0,1 0 0,-1 0 0,0 1 0,1-1 0,0 1 0,22 13 0,-19-11 0,69 57 40,-41-32-1445,-22-20-5421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0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0 24575,'-3'1'0,"-1"0"0,1 1 0,-1-1 0,1 1 0,-1-1 0,1 1 0,0 0 0,0 0 0,0 1 0,0-1 0,0 1 0,1-1 0,-1 1 0,1 0 0,-1 0 0,1 0 0,0 0 0,0 1 0,0-1 0,1 0 0,-1 1 0,1-1 0,0 1 0,0 0 0,0-1 0,1 1 0,-1 0 0,1-1 0,0 1 0,0 0 0,0 0 0,0 0 0,1-1 0,-1 1 0,1 0 0,0-1 0,0 1 0,2 4 0,2 4 0,1 1 0,0 0 0,1-1 0,0 0 0,10 11 0,47 51 0,-32-39 0,-31-34 0,0 0 0,0 0 0,0 0 0,0 1 0,0-1 0,-1 0 0,1 0 0,0 0 0,-1 1 0,1-1 0,-1 0 0,0 1 0,1-1 0,-1 0 0,0 1 0,1 2 0,-2-4 0,1 1 0,0 0 0,0 0 0,-1 0 0,1 0 0,0-1 0,-1 1 0,1 0 0,-1 0 0,1-1 0,-1 1 0,1 0 0,-1-1 0,0 1 0,1-1 0,-1 1 0,0 0 0,1-1 0,-3 1 0,-1 1 0,0 0 0,-1 0 0,1-1 0,-1 0 0,0 0 0,0 0 0,1-1 0,-7 1 0,-38-2-27,-93-15 0,75 7-1284,42 6-5515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1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177 612 24575,'-14'-4'0,"1"0"0,-1 1 0,0 1 0,-1 0 0,1 1 0,0 0 0,-20 2 0,32-1 0,0 0 0,0 1 0,0-1 0,0 0 0,1 1 0,-1-1 0,0 1 0,0-1 0,0 1 0,1 0 0,-1 0 0,0 0 0,1 0 0,-1 0 0,1 0 0,-1 0 0,1 1 0,-1-1 0,1 0 0,0 1 0,0-1 0,0 1 0,0-1 0,0 1 0,0 0 0,0 0 0,0-1 0,1 1 0,-1 0 0,1 0 0,-1 0 0,1 0 0,0-1 0,0 1 0,0 0 0,0 0 0,0 2 0,1 2 0,0-1 0,0 1 0,1-1 0,-1 1 0,1-1 0,1 0 0,-1 0 0,1 0 0,0 0 0,0 0 0,5 6 0,2-1 0,1 0 0,0-1 0,0 0 0,1-1 0,0 0 0,1-1 0,19 9 0,-30-15 0,1 0 0,-1 0 0,1 0 0,0 0 0,0 0 0,-1 0 0,1-1 0,0 0 0,0 1 0,0-1 0,-1 0 0,1 0 0,0-1 0,0 1 0,0 0 0,-1-1 0,1 0 0,0 0 0,-1 0 0,1 0 0,2-1 0,-3 0 0,0 1 0,0-1 0,0 1 0,0-1 0,0 0 0,-1 0 0,1 0 0,-1 0 0,1 0 0,-1-1 0,0 1 0,0 0 0,0-1 0,0 1 0,0 0 0,0-1 0,-1 1 0,1-1 0,-1 1 0,0-1 0,0 1 0,0-1 0,0-3 0,-2-8 0,0 1 0,-1 0 0,-1 0 0,0 0 0,0 0 0,-8-13 0,20 38 0,1-1 0,0-1 0,0 0 0,1 0 0,0-1 0,1 0 0,0 0 0,0-1 0,1-1 0,0 0 0,0-1 0,1 0 0,0-1 0,0 0 0,0-1 0,0 0 0,16 1 0,-25-4 0,1-1 0,-1 0 0,1 0 0,-1-1 0,0 1 0,1-1 0,-1 0 0,0 0 0,1 0 0,-1-1 0,0 1 0,0-1 0,0 0 0,0 0 0,0 0 0,-1-1 0,1 0 0,-1 1 0,1-1 0,-1 0 0,0-1 0,0 1 0,-1-1 0,1 1 0,-1-1 0,1 0 0,2-6 0,-1 0 0,1-1 0,-2 0 0,1 0 0,-1 0 0,-1 0 0,0-1 0,-1 1 0,0-1 0,-1-18 0,-4-5 0,-1-1 0,-1 1 0,-3 0 0,0 0 0,-18-40 0,-84-160 0,109 232 0,-5-12 0,-1 0 0,-1 0 0,-17-21 0,26 36 0,0-1 0,-1 1 0,1-1 0,0 1 0,0 0 0,-1-1 0,1 1 0,0 0 0,-1 0 0,1-1 0,0 1 0,-1 0 0,1-1 0,0 1 0,-1 0 0,1 0 0,0 0 0,-1 0 0,1-1 0,-1 1 0,1 0 0,0 0 0,-1 0 0,1 0 0,-1 0 0,1 0 0,0 0 0,-1 0 0,1 0 0,-1 0 0,1 0 0,-1 0 0,1 0 0,0 1 0,-1-1 0,0 1 0,0 0 0,1 0 0,-1 0 0,1 0 0,-1 0 0,1 0 0,0 0 0,-1 0 0,1 0 0,0 0 0,0 0 0,-1 2 0,1 6 0,-1-1 0,3 15 0,3 7 0,2 0 0,1 0 0,22 55 0,50 81 0,-70-147 0,17 33 60,42 58 0,-48-81-431,2-1-1,1 0 1,31 27 0,-40-42-6455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 24575,'-5'2'0,"-1"1"0,0 0 0,1 0 0,-1 0 0,1 0 0,0 1 0,0 0 0,1 0 0,-1 1 0,1-1 0,0 1 0,0 0 0,-6 9 0,4-1 0,0-1 0,1 2 0,0-1 0,1 0 0,1 1 0,0 0 0,1 0 0,0 0 0,0 16 0,2-12 0,1 0 0,1-1 0,0 1 0,1 0 0,1 0 0,11 28 0,-9-31 0,1 0 0,1 0 0,0-1 0,1 0 0,1 0 0,19 20 0,-12-17 0,1 0 0,0-2 0,1 0 0,22 13 0,-30-21-170,1-1-1,-1-1 0,1 0 1,1 0-1,-1-1 0,1 0 1,17 1-1,-18-3-6655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74 126 24575,'0'16'0,"1"-10"0,-1-1 0,0 1 0,0 0 0,-1 0 0,1-1 0,-1 1 0,-4 10 0,5-16 0,0 1 0,0-1 0,0 0 0,0 0 0,0 0 0,0 0 0,0 0 0,0 0 0,0 0 0,0 1 0,0-1 0,0 0 0,0 0 0,-1 0 0,1 0 0,0 0 0,0 0 0,0 0 0,0 0 0,0 0 0,0 0 0,0 0 0,0 0 0,-1 1 0,1-1 0,0 0 0,0 0 0,0 0 0,0 0 0,0 0 0,0 0 0,-1 0 0,1 0 0,0 0 0,0 0 0,0 0 0,0 0 0,0-1 0,0 1 0,-1 0 0,-4-5 0,-4-11 0,7 13 0,-16-25 0,13 20 0,0 0 0,0 0 0,0 0 0,-4-11 0,9 19 0,0 0 0,0 0 0,0 0 0,0-1 0,0 1 0,0 0 0,0 0 0,0 0 0,0 0 0,0 0 0,0 0 0,0 0 0,0-1 0,0 1 0,0 0 0,0 0 0,0 0 0,0 0 0,0 0 0,0 0 0,0-1 0,0 1 0,0 0 0,0 0 0,0 0 0,0 0 0,0 0 0,1 0 0,-1 0 0,0 0 0,0-1 0,0 1 0,0 0 0,0 0 0,0 0 0,0 0 0,0 0 0,0 0 0,1 0 0,5 1 0,10 7 0,-13-7 0,15 8 0,1-1 0,0 0 0,1-2 0,-1 0 0,1-1 0,0-1 0,0-1 0,30 1 0,-37-3 0,116-3 0,-114 1 0,-1-1 0,1-1 0,-1 0 0,0-1 0,0 0 0,23-11 0,-34 14 0,-1-1 0,1 1 0,-1-1 0,1 0 0,-1 0 0,0 0 0,0-1 0,0 1 0,0 0 0,0-1 0,0 1 0,-1-1 0,1 0 0,-1 1 0,0-1 0,0 0 0,0 0 0,0 0 0,0 0 0,0 0 0,-1 0 0,0 0 0,1 0 0,-1 0 0,0 0 0,-1 0 0,1 0 0,0 0 0,-1 0 0,0 0 0,0 0 0,0 0 0,0 0 0,0 0 0,0 0 0,-1 1 0,1-1 0,-1 0 0,0 1 0,0-1 0,0 1 0,-4-4 0,5 5 0,1 1 0,-1-1 0,0 1 0,1-1 0,-1 1 0,0-1 0,1 1 0,-1-1 0,0 1 0,0 0 0,1-1 0,-1 1 0,0 0 0,0 0 0,0-1 0,1 1 0,-1 0 0,0 0 0,0 0 0,0 0 0,0 0 0,1 0 0,-2 1 0,1-1 0,0 1 0,1-1 0,-1 1 0,0-1 0,1 1 0,-1 0 0,0-1 0,1 1 0,-1 0 0,1-1 0,-1 1 0,1 0 0,-1 0 0,1 0 0,0-1 0,-1 1 0,1 2 0,-1 1 0,0 1 0,0 0 0,1 0 0,-1 0 0,1 0 0,1 7 0,0-4 0,1 0 0,0-1 0,1 1 0,-1-1 0,2 0 0,-1 0 0,1 0 0,0 0 0,0-1 0,0 1 0,8 6 0,6 7 0,1-2 0,22 16 0,12 12 0,-42-38 120,-7-6-321,-6-7-1083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7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24575,'2'-2'0,"2"1"0,-1 4 0,-1 3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8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17 24575,'-8'-2'0,"-5"-2"0,0 1 0,0 0 0,0 1 0,0 1 0,-1-1 0,1 2 0,-18 1 0,30-1 0,0 0 0,0 0 0,0 1 0,0-1 0,0 0 0,0 0 0,0 1 0,0-1 0,0 0 0,0 1 0,0-1 0,0 1 0,0-1 0,0 1 0,1 0 0,-1-1 0,0 1 0,0 0 0,0 1 0,0-1 0,1-1 0,0 1 0,0 0 0,0-1 0,0 1 0,0 0 0,0-1 0,0 1 0,0 0 0,0-1 0,1 1 0,-1-1 0,0 1 0,0 0 0,1-1 0,-1 1 0,0 0 0,0-1 0,1 1 0,-1-1 0,1 2 0,3 2 0,0 0 0,1 0 0,-1 0 0,10 6 0,10 4 0,29 14 0,13 7 0,-63-33 0,0 0 0,1 0 0,-1 0 0,-1 1 0,1-1 0,0 1 0,-1 0 0,1 0 0,-1 0 0,0 0 0,0 0 0,0 0 0,0 1 0,0-1 0,-1 0 0,0 1 0,0 0 0,0-1 0,0 1 0,0 5 0,0-3 0,-2 0 0,1 0 0,-1 0 0,0 0 0,0 0 0,-1 0 0,0 0 0,0 0 0,0-1 0,0 1 0,-1-1 0,-4 6 0,-6 9 0,-2 0 0,0-2 0,-19 19 0,32-35-5,0 0 0,0 0 0,0-1 0,-1 1 0,1-1 0,0 1 0,-1-1 0,1 0 0,0 0 0,-1 0 0,0 0 0,1 0 0,-1-1 0,0 1-1,-2-1 1,0 0 28,0 0-1,1 0 0,-1-1 0,0 1 1,1-1-1,-1 0 0,1-1 0,-5-1 1,-7-4-390,2-1 0,-1-1 0,-23-17 0,38 26 350,-14-11-6809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8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24575,'10'43'0,"-1"-6"0,17 47 0,-17-59 0,1-2 0,1 1 0,1-1 0,2-1 0,0 0 0,24 28 0,-26-37 0,0-1 0,19 15 0,-27-23 0,0-1 0,0 0 0,1-1 0,-1 1 0,1-1 0,0 0 0,0 0 0,0 0 0,0 0 0,0-1 0,0 0 0,6 0 0,-8-1 0,-1 0 0,0 0 0,0 0 0,0 0 0,0-1 0,0 1 0,0-1 0,0 1 0,0-1 0,0 0 0,0 0 0,-1 0 0,1 0 0,0 0 0,0 0 0,-1 0 0,1-1 0,2-2 0,-1 0 0,0 0 0,-1 0 0,1 0 0,-1-1 0,0 1 0,3-7 0,-4 10 0,0 0 0,0 0 0,0 0 0,0 0 0,0 0 0,0 0 0,0 0 0,1 1 0,-1-1 0,0 1 0,0-1 0,1 1 0,-1-1 0,1 1 0,-1 0 0,0-1 0,1 1 0,-1 0 0,1 0 0,2 0 0,-2 0 0,1 0 0,-1 0 0,0-1 0,1 1 0,-1-1 0,1 0 0,2-1 0,4-5-1365,-2-2-5461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9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 24575,'35'62'0,"-4"2"0,-1 2 0,-4 0 0,25 100 0,-46-148 0,-1-1 0,0 1 0,13 28 0,-16-45 0,-1 1 0,1-1 0,-1 0 0,1 0 0,0 0 0,-1 0 0,1 0 0,0 0 0,0 0 0,-1 0 0,1 0 0,0 0 0,0-1 0,0 1 0,0 0 0,0-1 0,1 1 0,-1 0 0,0-1 0,0 0 0,0 1 0,0-1 0,1 1 0,0-1 0,-1 0 0,1-1 0,-1 1 0,0 0 0,0-1 0,0 1 0,1-1 0,-1 1 0,0-1 0,0 0 0,0 1 0,0-1 0,0 0 0,0 0 0,0 0 0,-1 0 0,1 0 0,0 0 0,0 0 0,-1 0 0,1 0 0,0 0 0,-1 0 0,1-2 0,1-2 0,-1 0 0,1 1 0,-1-1 0,0 0 0,-1 1 0,1-1 0,-1 0 0,0 0 0,0 0 0,-1 1 0,1-1 0,-1 0 0,0 0 0,0 1 0,-1-1 0,1 0 0,-1 1 0,-2-5 0,2 5 0,0 1 0,0-1 0,-1 0 0,1 1 0,-1-1 0,0 1 0,0 0 0,0 0 0,0 0 0,0 0 0,-1 1 0,0-1 0,1 1 0,-1 0 0,0 0 0,0 0 0,0 1 0,0-1 0,0 1 0,-5-1 0,-23 0 0,1 1 0,-39 4 0,41-1 0,-5 0-1365,5 2-5461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09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24575,'2'10'0,"4"6"0,0 2 0,3 1 0,-2-1 0,-1 0 0,-2-4-8191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0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25 24575,'-40'-7'0,"-55"-8"0,81 14 0,0 0 0,-1 1 0,1 0 0,-22 4 0,31-3 0,1 0 0,-1 1 0,0-1 0,1 1 0,-1 0 0,1 0 0,0 0 0,0 1 0,-1-1 0,2 1 0,-1 0 0,0 0 0,1 1 0,-1-1 0,1 1 0,0 0 0,0 0 0,0 0 0,-4 8 0,5-7 0,0 0 0,0 1 0,1-1 0,0 0 0,0 1 0,0-1 0,0 1 0,1 0 0,0-1 0,0 1 0,0-1 0,1 1 0,0-1 0,0 1 0,1-1 0,-1 0 0,4 7 0,0 0 0,1-1 0,0-1 0,1 1 0,1-1 0,-1-1 0,18 18 0,-13-16 0,2 1 0,-1-1 0,1-1 0,22 11 0,1-6 0,-49-13 0,-10-1 0,-7-3-455,0-1 0,-48-11 0,65 11-6371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0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24575,'2'17'0,"1"8"0,3 3 0,2-2 0,3-2 0,-1-6-8191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1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24575,'10'25'0,"3"10"0,-1-1-8191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1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11 413 24575,'0'-6'0,"0"4"0,0 1 0,1-1 0,-1 1 0,0-1 0,-1 1 0,1-1 0,0 1 0,0 0 0,-1-1 0,1 1 0,0-1 0,-2-1 0,-1 3 0,1 6 0,-1 5 0,3-3 0,0 0 0,1 0 0,0-1 0,0 1 0,1-1 0,0 1 0,0-1 0,7 14 0,-4-10 0,1 0 0,0 0 0,1 0 0,14 16 0,-19-25 0,0 0 0,-1 0 0,1 0 0,0 0 0,0 0 0,1-1 0,-1 1 0,0-1 0,0 0 0,1 0 0,-1 1 0,1-1 0,-1-1 0,1 1 0,-1 0 0,1-1 0,-1 1 0,1-1 0,0 0 0,3 0 0,-4 0 0,1-1 0,-1 0 0,0 1 0,1-1 0,-1 0 0,0 0 0,0-1 0,0 1 0,1 0 0,-1-1 0,-1 1 0,1-1 0,0 0 0,0 1 0,-1-1 0,1 0 0,-1 0 0,1 0 0,-1 0 0,0-1 0,0 1 0,1-3 0,1-2 0,0-1 0,-1 0 0,0 0 0,0 0 0,-1-1 0,1-11 0,-3-52 0,0 62 0,-3-31 0,-3 1 0,-1-1 0,-21-63 0,15 63 0,-29-62 0,31 85 0,12 17 0,0 1 0,0 0 0,-1 0 0,1-1 0,0 1 0,0 0 0,0 0 0,0-1 0,-1 1 0,1 0 0,0 0 0,0 0 0,-1-1 0,1 1 0,0 0 0,0 0 0,-1 0 0,1 0 0,0 0 0,0 0 0,-1-1 0,1 1 0,0 0 0,-1 0 0,1 0 0,0 0 0,0 0 0,-1 0 0,1 0 0,0 0 0,-1 0 0,1 0 0,0 0 0,0 1 0,-1-1 0,1 0 0,0 0 0,0 0 0,-1 0 0,1 0 0,0 0 0,0 1 0,-1-1 0,1 0 0,0 0 0,0 0 0,-1 1 0,1-1 0,0 0 0,0 0 0,0 1 0,0-1 0,0 0 0,-1 0 0,1 1 0,0-1 0,0 0 0,0 0 0,0 1 0,0-1 0,0 0 0,0 1 0,0-1 0,0 0 0,0 1 0,-1 7 0,1 1 0,0 0 0,0-1 0,0 1 0,2 0 0,-1-1 0,5 15 0,-5-17 0,7 30 0,2-1 0,1 0 0,1 0 0,3-1 0,28 51 0,-30-64 0,0-1 0,1-1 0,22 23 0,-31-37 0,0 0 0,1 0 0,0 0 0,0-1 0,0 1 0,0-2 0,1 1 0,-1-1 0,1 0 0,0 0 0,0 0 0,0-1 0,0 0 0,14 1 0,-15-3 0,-1-1 0,1 1 0,-1-1 0,1 0 0,-1-1 0,0 1 0,1-1 0,-1 0 0,0 0 0,0-1 0,0 1 0,-1-1 0,1 0 0,-1-1 0,6-4 0,-3 2 0,-1 0 0,0 0 0,0-1 0,-1 0 0,0 0 0,0 0 0,-1 0 0,1-1 0,2-8 0,-4 6 0,0 0 0,0 0 0,-1 0 0,1-17 0,-3 22 0,1 1 0,-2-1 0,1 1 0,0-1 0,-1 1 0,1-1 0,-1 1 0,-1-1 0,1 1 0,-1 0 0,1 0 0,-1 0 0,-3-5 0,5 9 0,0-1 0,-1 0 0,1 1 0,-1-1 0,1 0 0,-1 1 0,1-1 0,-1 1 0,1-1 0,-1 0 0,0 1 0,1 0 0,-1-1 0,0 1 0,1-1 0,-1 1 0,0 0 0,0-1 0,1 1 0,-1 0 0,0 0 0,0 0 0,0 0 0,1-1 0,-1 1 0,-1 0 0,1 1 0,0 0 0,0-1 0,0 1 0,0-1 0,0 1 0,0 0 0,0 0 0,1-1 0,-1 1 0,0 0 0,0 0 0,1 0 0,-1 0 0,1 0 0,-1 0 0,0 1 0,-2 5 0,1 0 0,0-1 0,0 1 0,-2 12 0,3-5 15,0-1 0,1 1 0,1-1 0,0 0 0,0 1 0,2-1 0,6 23 0,-6-27-139,0 0 0,1 0 1,0 0-1,0 0 0,1-1 0,1 0 1,-1 0-1,1-1 0,0 1 0,1-1 1,11 9-1,-6-6-6702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2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64 267 24575,'-10'22'0,"0"-2"0,0 1 0,2 0 0,0 0 0,2 1 0,-4 22 0,9-40 0,1 0 0,0 0 0,0 0 0,0-1 0,1 1 0,-1 0 0,1 0 0,0 0 0,0-1 0,0 1 0,1-1 0,-1 1 0,1-1 0,0 1 0,0-1 0,0 0 0,0 0 0,0 0 0,1 0 0,0 0 0,-1 0 0,1-1 0,0 1 0,0-1 0,0 0 0,1 0 0,-1 0 0,5 2 0,-6-3 0,1-1 0,-1 1 0,0-1 0,1 1 0,-1-1 0,0 0 0,1 0 0,-1 0 0,1 0 0,-1 0 0,0 0 0,1-1 0,-1 1 0,0-1 0,0 0 0,1 0 0,-1 0 0,0 0 0,0 0 0,0 0 0,0 0 0,0-1 0,0 1 0,0-1 0,0 1 0,-1-1 0,1 0 0,2-3 0,1-2 0,0 0 0,-1 1 0,0-2 0,0 1 0,-1 0 0,0-1 0,3-9 0,-3 3 0,0-1 0,-1 0 0,0 0 0,-1 0 0,-1 0 0,-1 1 0,0-1 0,-1 0 0,-6-24 0,-5-9 0,-31-71 0,22 65 0,18 38 0,3 13 0,1 0 0,-1 1 0,1-1 0,-1 0 0,0 1 0,0-1 0,-1 0 0,1 1 0,0-1 0,-1 1 0,-2-3 0,4 5 0,0 0 0,0 0 0,0 0 0,-1 0 0,1 0 0,0 0 0,0 0 0,0 0 0,-1 0 0,1 0 0,0 0 0,0 0 0,0 0 0,-1 1 0,1-1 0,0 0 0,0 0 0,0 0 0,0 0 0,-1 0 0,1 1 0,0-1 0,0 0 0,0 0 0,0 0 0,0 0 0,0 1 0,-1-1 0,1 0 0,0 0 0,0 0 0,0 1 0,0-1 0,0 0 0,0 0 0,0 0 0,0 1 0,0-1 0,0 0 0,0 0 0,0 0 0,0 1 0,0-1 0,0 0 0,0 0 0,0 0 0,0 1 0,1-1 0,-1 13 0,7 38 37,20 68 0,22 46-570,-31-110-373,-11-34-5920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7:12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24575,'29'4'0,"0"2"0,0 2 0,0 0 0,-1 2 0,41 20 0,-55-23 0,1 2 0,-2-1 0,1 2 0,-1 0 0,-1 0 0,0 2 0,0-1 0,-1 1 0,-1 1 0,0 0 0,13 23 0,-12-17 12,-2 2 0,0-1 0,-2 1 0,0 0 0,-1 1 0,-1-1 0,-1 1 0,-1 0 0,0 37 0,-3-43-118,-1 0 0,-1 0 0,0 1 0,-1-1 0,-1 0 0,0-1-1,-2 1 1,1-1 0,-2 0 0,0 0 0,-1-1 0,0 0 0,-17 22 0,9-18-6720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3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0 565 24575,'1'-2'0,"0"-1"0,0 1 0,0 0 0,1-1 0,-1 1 0,0 0 0,1 0 0,-1 0 0,1 0 0,0 0 0,0 1 0,3-4 0,5-5 0,0-2 0,1 1 0,1-1 0,-1 2 0,2-1 0,0 2 0,0 0 0,0 0 0,1 1 0,0 1 0,30-11 0,232-51 0,-225 58 0,6-1-10,663-131-657,266 17-1657,6 79 0,-874 46 2348,189 4 1292,-213 4 1134,-22-1-2562,-59-5-6432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4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18 24575,'2'-2'0,"1"0"0,-1 0 0,1 0 0,0 0 0,0 0 0,4-2 0,-6 4 0,-1 0 0,0 0 0,1 0 0,-1-1 0,1 1 0,-1 0 0,0 0 0,1 0 0,-1 0 0,1 0 0,-1 0 0,1-1 0,-1 1 0,1 0 0,-1 1 0,1-1 0,-1 0 0,1 0 0,-1 0 0,0 0 0,1 0 0,-1 0 0,1 0 0,-1 1 0,1-1 0,-1 0 0,0 0 0,1 1 0,-1-1 0,1 0 0,-1 1 0,0-1 0,0 0 0,1 1 0,-1-1 0,0 0 0,1 1 0,-1-1 0,0 1 0,0-1 0,0 0 0,1 1 0,-1-1 0,0 1 0,0-1 0,0 1 0,0-1 0,0 1 0,0-1 0,0 1 0,0-1 0,0 0 0,0 1 0,0-1 0,0 1 0,-1 0 0,1 3 0,-1 0 0,0 0 0,0 0 0,0 0 0,0 0 0,-1-1 0,1 1 0,-1 0 0,0-1 0,0 1 0,-1-1 0,-4 6 0,-3 1 0,0 1 0,-13 10 0,-180 133 0,190-145 0,-18 15 0,27-20 0,0 0 0,0 0 0,0 0 0,0 1 0,1-1 0,0 1 0,-4 6 0,7-11 0,0 1 0,-1 0 0,1-1 0,0 1 0,0 0 0,-1-1 0,1 1 0,0 0 0,0 0 0,0-1 0,0 1 0,0 0 0,0-1 0,0 1 0,0 0 0,0 0 0,0-1 0,0 1 0,1 0 0,-1-1 0,0 1 0,0 0 0,1-1 0,-1 1 0,1-1 0,-1 1 0,0 0 0,1-1 0,-1 1 0,1-1 0,-1 1 0,1-1 0,-1 1 0,1-1 0,0 0 0,-1 1 0,1-1 0,0 0 0,-1 1 0,1-1 0,0 0 0,-1 0 0,1 1 0,0-1 0,-1 0 0,1 0 0,0 0 0,0 0 0,5 1 0,0-1 0,-1 0 0,1 0 0,9-1 0,105-18 0,13-1 0,-103 16 0,0 3 0,41 2 0,-69-1-105,0 0 0,0 0 0,-1 0 0,1 1 0,0-1 0,0 1 0,-1-1 0,1 1 0,0 0 0,-1 0 0,1 0 0,2 1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5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24575,'2'21'0,"0"1"0,1-1 0,1 1 0,8 20 0,36 104 0,-21-66 0,-21-61 0,7 35 0,-12-48 0,0-1 0,-1 0 0,1 1 0,-1-1 0,0 1 0,-1-1 0,1 0 0,-1 1 0,0-1 0,-1 0 0,-3 9 0,5-13 4,0 0 0,-1 0-1,1 0 1,-1 0 0,1 0 0,-1-1-1,1 1 1,-1 0 0,0-1 0,1 1-1,-1 0 1,0-1 0,1 1 0,-1-1-1,0 1 1,0-1 0,0 1 0,1-1-1,-1 1 1,0-1 0,0 0 0,0 1-1,0-1 1,0 0 0,0 0 0,0 0-1,0 0 1,0 0 0,0 0 0,0 0-1,-1-1 1,0 1-82,1-1 0,-1 1 0,1-1-1,0 0 1,-1 0 0,1 1 0,0-1 0,-1 0 0,1 0-1,0-1 1,0 1 0,0 0 0,0 0 0,0 0 0,0-1-1,1 1 1,-1 0 0,-1-3 0,-2-7-6748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5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 24575,'-27'5'0,"-14"1"0,-7 1 0,2-2 0,4-2 0,4-1 0,6 0 0,6-2 0,5 0 0,4 0 0,4 0-8191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6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8 24575,'-28'-3'0,"-44"-2"0,64 6 0,0-1 0,0 1 0,1 0 0,-1 0 0,0 1 0,-12 4 0,19-6 0,0 0 0,1 0 0,-1 1 0,0-1 0,0 0 0,0 1 0,1-1 0,-1 1 0,0-1 0,1 1 0,-1-1 0,0 1 0,1-1 0,-1 1 0,0 0 0,1-1 0,-1 1 0,1 0 0,-1 0 0,1-1 0,0 1 0,-1 0 0,1 0 0,-1 1 0,2-1 0,-1 0 0,0 0 0,0 0 0,1 0 0,-1 0 0,0-1 0,1 1 0,-1 0 0,1 0 0,-1 0 0,1 0 0,-1-1 0,1 1 0,0 0 0,-1 0 0,1-1 0,1 2 0,2 1 0,0 0 0,0-1 0,1 1 0,-1-1 0,1 0 0,-1 0 0,7 2 0,0-2 0,0-1 0,0 0 0,11 0 0,-18-1 0,-1 0 0,1 0 0,-1 0 0,1-1 0,-1 1 0,0-1 0,1 0 0,-1 0 0,0 0 0,0-1 0,0 1 0,0-1 0,6-3 0,-8 4 0,0-1 0,0 0 0,0 1 0,0-1 0,0 0 0,0 0 0,0 1 0,0-1 0,-1 0 0,1 0 0,-1 0 0,0 0 0,1 0 0,-1 0 0,0 0 0,0 0 0,0 0 0,0 0 0,-1 0 0,1 0 0,0 0 0,-1 0 0,0 1 0,0-4 0,3 10 0,1-1 0,0 1 0,0-1 0,0 0 0,0 0 0,1-1 0,-1 1 0,1-1 0,0 1 0,8 4 0,1 0 0,0-1 0,21 9 0,-26-13-195,0-1 0,0 0 0,1 0 0,-1-1 0,0 0 0,16 0 0,-11-1-6631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6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24575,'2'29'0,"4"16"0,3 6 0,2-3 0,2-4 0,1-5 0,-1-4 0,-2-6 0,1-2 0,1-4 0,-3-3 0,1-3 0,0-2 0,0-3 0,0-3-8191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7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90 24575,'-25'17'0,"15"-10"0,0 0 0,-14 12 0,24-18 0,-1-1 0,1 1 0,-1-1 0,1 0 0,-1 1 0,1-1 0,-1 1 0,1-1 0,0 1 0,-1 0 0,1-1 0,0 1 0,-1-1 0,1 1 0,0 0 0,0-1 0,0 1 0,-1 0 0,1-1 0,0 1 0,0-1 0,0 1 0,0 0 0,0-1 0,0 1 0,0 0 0,1-1 0,-1 1 0,0 0 0,0 0 0,1 0 0,0 0 0,0 0 0,0 0 0,0 0 0,0 0 0,1 0 0,-1-1 0,0 1 0,0 0 0,0-1 0,1 1 0,-1-1 0,2 1 0,6 1 0,0 0 0,0-1 0,11 1 0,7-2 0,-1-2 0,0 0 0,39-10 0,-26 5 0,-7 1 0,-1-2 0,50-18 0,-79 25 0,1 0 0,-1 0 0,1 0 0,-1-1 0,0 1 0,0 0 0,0-1 0,0 0 0,0 1 0,0-1 0,0 0 0,0 0 0,-1 0 0,1 0 0,-1 0 0,0 0 0,1-1 0,-1 1 0,0 0 0,1-4 0,-2 4 0,0-1 0,0 1 0,0 0 0,0 0 0,0 0 0,0 0 0,0-1 0,-1 1 0,1 0 0,-1 0 0,0 0 0,0 0 0,0 0 0,0 0 0,0 0 0,0 0 0,0 1 0,0-1 0,-1 0 0,1 0 0,-1 1 0,1-1 0,-1 1 0,-2-2 0,0 0 0,0 1 0,0-1 0,-1 0 0,0 1 0,1 0 0,-1 0 0,0 1 0,0-1 0,0 1 0,-8-1 0,12 2 0,-1 0 0,0-1 0,1 1 0,-1 0 0,1 0 0,-1 0 0,0 0 0,1 1 0,-1-1 0,0 0 0,1 1 0,-1-1 0,1 1 0,-1-1 0,1 1 0,-1 0 0,1 0 0,-1 0 0,1 0 0,0 0 0,0 0 0,-1 0 0,1 0 0,0 0 0,0 0 0,0 1 0,0-1 0,0 0 0,0 1 0,1-1 0,-1 1 0,0-1 0,1 1 0,-1-1 0,0 3 0,1 1 0,-1 0 0,1 0 0,-1 0 0,2 1 0,-1-1 0,0 0 0,1 0 0,0 0 0,0 0 0,1 0 0,-1-1 0,1 1 0,2 5 0,0-3 0,0-1 0,0 0 0,1 0 0,0 0 0,0 0 0,0-1 0,1 0 0,7 6 0,-3-3 0,1-1 0,0-1 0,1 0 0,-1 0 0,1-1 0,0-1 0,1 0 0,-1-1 0,1 0 0,15 2 0,-20-5-88,3 2 143,0-2 0,0 1-1,16-3 1,-25 2-117,0 0 0,0-1-1,0 1 1,0-1 0,0 1-1,0-1 1,0 0 0,0 0-1,0 0 1,0 0 0,0 0-1,0 0 1,0 0-1,-1-1 1,1 1 0,-1-1-1,1 1 1,-1-1 0,1 1-1,-1-1 1,0 0 0,0 0-1,2-3 1,0-6-6764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7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3 24575,'-6'0'0,"-12"-2"0,-37 1 0,51 1 0,-1 1 0,1-1 0,0 1 0,-1 0 0,1 0 0,0 1 0,-1-1 0,1 1 0,0 0 0,0 0 0,0 0 0,0 1 0,-5 4 0,8-6 0,0 1 0,-1-1 0,1 1 0,0 0 0,0 0 0,0-1 0,1 1 0,-1 0 0,0 0 0,1 0 0,-1 0 0,1 0 0,-1 0 0,1 0 0,0 0 0,0 0 0,0 0 0,0 0 0,0 0 0,1 0 0,-1 0 0,1 0 0,-1 0 0,1 0 0,0 0 0,-1 0 0,3 3 0,3 5 0,0 1 0,0-1 0,12 14 0,-13-19 0,86 99 0,-87-101 0,0 1 0,-1-1 0,1 1 0,-1 0 0,0 0 0,0 0 0,0 0 0,3 6 0,-6-10 0,0 1 0,0-1 0,0 0 0,0 0 0,0 1 0,0-1 0,-1 0 0,1 1 0,0-1 0,0 0 0,0 0 0,0 1 0,0-1 0,0 0 0,0 0 0,-1 1 0,1-1 0,0 0 0,0 0 0,0 1 0,-1-1 0,1 0 0,0 0 0,0 0 0,0 0 0,-1 1 0,1-1 0,0 0 0,0 0 0,-1 0 0,1 0 0,0 0 0,-1 0 0,1 0 0,0 0 0,0 0 0,-1 0 0,1 0 0,-1 0 0,-14 2 0,13-2 0,-214 0 110,89-2-1585,100 2-5351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8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205 526 24575,'9'-24'0,"-1"0"0,-1-1 0,7-49 0,-13 63 0,-1 1 0,0 0 0,0 0 0,-1 0 0,-1-1 0,1 1 0,-2 0 0,1 1 0,-1-1 0,-1 0 0,0 1 0,-9-17 0,-20-21 0,-1 0 0,-70-70 0,101 114 0,1 0 0,-1 1 0,0-1 0,0 1 0,0 0 0,-4-3 0,6 5 0,1 0 0,0 0 0,-1-1 0,1 1 0,0 0 0,-1 0 0,1 0 0,-1 0 0,1 0 0,0 0 0,-1 0 0,1 0 0,-1 0 0,1 0 0,0 0 0,-1 0 0,1 0 0,0 0 0,-1 0 0,1 0 0,-1 1 0,1-1 0,0 0 0,-1 0 0,1 1 0,-1 0 0,0-1 0,1 1 0,-1 0 0,1 0 0,-1 0 0,1 0 0,0 0 0,-1 0 0,1 0 0,0 0 0,0 0 0,0 0 0,-1 0 0,1 2 0,0 10 0,1 0 0,0-1 0,0 1 0,2 0 0,-1-1 0,1 0 0,1 1 0,6 12 0,3 5 0,34 55 0,-29-56 0,1-1 0,1-1 0,2 0 0,44 41 0,-55-59 0,0 0 0,1 0 0,0-1 0,1-1 0,24 11 0,-27-15 0,-1 0 0,1 0 0,0-1 0,-1 0 0,1-1 0,0 0 0,0-1 0,0 0 0,15-1 0,-23 0-151,1 1-1,-1-1 0,1 0 0,0 1 1,-1-1-1,0 0 0,1 0 1,2-2-1,4-4-6674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8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71 24575,'-25'0'0,"9"-1"0,0 1 0,0 1 0,0 0 0,0 1 0,-26 7 0,40-9 0,1 1 0,0-1 0,-1 0 0,1 1 0,0 0 0,0-1 0,0 1 0,-1 0 0,1-1 0,0 1 0,0 0 0,0 0 0,0 0 0,0 0 0,0 0 0,1 0 0,-1 0 0,0 0 0,-1 3 0,2-3 0,0 0 0,0 0 0,0 0 0,0 1 0,0-1 0,0 0 0,0 0 0,0 0 0,1 1 0,-1-1 0,0 0 0,1 0 0,-1 0 0,1 0 0,-1 0 0,1 0 0,-1 0 0,2 1 0,1 3 0,1-1 0,0 0 0,0 0 0,0 0 0,1 0 0,0-1 0,9 6 0,1-1 0,0 0 0,1-2 0,16 5 0,-25-9 0,-1 0 0,1-1 0,0 0 0,-1 0 0,1 0 0,0-1 0,0 0 0,-1-1 0,1 1 0,10-4 0,-15 4 0,0 0 0,-1-1 0,1 0 0,0 1 0,-1-1 0,1 0 0,0 0 0,-1 0 0,1 0 0,-1 0 0,1 0 0,-1-1 0,0 1 0,1 0 0,-1-1 0,0 1 0,0-1 0,0 1 0,1-3 0,-1 1 0,-1 1 0,1 0 0,-1 0 0,1-1 0,-1 1 0,0-1 0,0 1 0,0 0 0,0-1 0,-1 1 0,1 0 0,-1-1 0,0-2 0,-2-2 0,1 1 0,-1-1 0,-1 1 0,1 0 0,-1 0 0,0 0 0,0 1 0,-1-1 0,-5-5 0,0 3 0,-1 0 0,0 1 0,0 0 0,0 0 0,-1 1 0,0 1 0,0 0 0,0 0 0,-1 1 0,0 1 0,-18-3 0,29 6-29,0 0 0,1 0 0,-1 0 0,1 0 0,-1 1 0,0-1 0,1 0 0,-1 1 0,1-1 0,-1 1 0,1-1 0,-1 1 0,1 0 0,-1 0 0,1 0-1,0 0 1,-1 0 0,1 0 0,0 0 0,0 0 0,0 0 0,0 0 0,0 1 0,0-1 0,0 0 0,0 1 0,1-1 0,-1 1 0,0-1 0,1 1 0,-1-1 0,1 1 0,0-1 0,-1 1 0,1 0 0,0-1-1,0 1 1,0-1 0,0 1 0,0 0 0,0-1 0,1 1 0,-1-1 0,0 1 0,1-1 0,1 4 0,3 8-6797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9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 24575,'14'1'0,"0"0"0,17 4 0,-15-2 0,24 2 0,-33-5 0,1-1 0,-1 1 0,0-1 0,1 0 0,-1-1 0,0 0 0,0 0 0,10-5 0,-15 7 0,0-1 0,-1 0 0,1 1 0,-1-1 0,1 0 0,-1 0 0,0 0 0,0-1 0,1 1 0,-1 0 0,0 0 0,0-1 0,0 1 0,0 0 0,0-1 0,0 1 0,-1-1 0,1 1 0,0-1 0,-1 0 0,1 1 0,-1-1 0,0 0 0,1 1 0,-1-1 0,0 0 0,0 1 0,0-1 0,0 0 0,0 0 0,-1 1 0,1-1 0,0 0 0,-1 1 0,1-1 0,-1 1 0,0-1 0,0 1 0,1-1 0,-1 1 0,0-1 0,-2-1 0,-6-9 0,7 9 0,0 1 0,0 0 0,0-1 0,0 1 0,1-1 0,-1 0 0,-2-5 0,24 16 0,36 29 0,29 18 0,-83-54-30,16 9 107,21 10 0,-34-18-226,0 0 0,0 0 0,1-1 0,-1 0 0,0 0 1,0 0-1,1 0 0,-1-1 0,10 0 0,-3-2-6677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09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 24575,'-4'-2'0,"0"1"0,1 0 0,-1 0 0,1 1 0,-1-1 0,0 1 0,1 0 0,-1 0 0,0 0 0,-5 1 0,8 0 0,-1-1 0,1 1 0,-1-1 0,1 1 0,-1 0 0,1-1 0,0 1 0,-1 0 0,1 0 0,0 0 0,0 0 0,0 0 0,0 0 0,0 1 0,0-1 0,0 0 0,0 0 0,0 1 0,0-1 0,1 1 0,-1-1 0,1 0 0,-1 1 0,1-1 0,-1 1 0,1 2 0,-1 2 0,1 0 0,0 0 0,0 0 0,1 0 0,0-1 0,0 1 0,0 0 0,0 0 0,1-1 0,0 1 0,0-1 0,1 0 0,0 1 0,0-1 0,0 0 0,0-1 0,1 1 0,5 6 0,4 2 0,0 0 0,1-1 0,0 0 0,26 15 0,-35-23 0,0-1 0,0 1 0,0 0 0,0 1 0,0-1 0,-1 1 0,0 0 0,0 0 0,0 0 0,-1 1 0,0-1 0,4 10 0,-4-7 0,0 1 0,-1 0 0,0-1 0,-1 1 0,0 0 0,0 0 0,-1 0 0,0 13 0,-2-6 0,0 1 0,-1-1 0,-7 24 0,8-32 0,-1-1 0,0 1 0,0-1 0,0 0 0,-1 0 0,-1 0 0,1-1 0,-1 1 0,-7 7 0,8-11 0,1-1 0,0 1 0,-1-1 0,0 0 0,0 0 0,1-1 0,-1 1 0,0-1 0,0 0 0,0 0 0,-1 0 0,1 0 0,0-1 0,0 0 0,0 0 0,-1 0 0,1 0 0,0 0 0,0-1 0,0 0 0,0 0 0,0 0 0,0 0 0,0-1 0,0 0 0,0 0 0,0 0 0,1 0 0,-1 0 0,1-1 0,0 1 0,0-1 0,0 0 0,0 0 0,0 0 0,0-1 0,1 1 0,-1 0 0,1-1 0,0 0 0,0 0 0,1 1 0,-1-1 0,-1-7 0,2 4 0,0 1 0,1 0 0,0-1 0,0 1 0,0-1 0,1 1 0,0-1 0,0 1 0,1 0 0,0-1 0,2-5 0,0 3 0,1 0 0,-1 1 0,1 0 0,1 0 0,0 0 0,11-12 0,-2 6 0,0 1 0,0 1 0,1 0 0,1 1 0,0 1 0,29-13 0,-9 9 0,60-15 0,-57 19 0,42-18 0,-76 26 0,-1-1 0,1 0 0,-1 0 0,0-1 0,0 1 0,0-1 0,0 0 0,-1-1 0,0 1 0,6-8 0,-9 11 0,0-1 0,0 0 0,0 1 0,0-1 0,0 0 0,0 0 0,0 0 0,-1 0 0,1 1 0,-1-1 0,1 0 0,-1 0 0,0 0 0,0 0 0,0 0 0,0 0 0,0 0 0,0 0 0,-1 0 0,1 0 0,0 0 0,-1 0 0,0 0 0,1 0 0,-1 0 0,0 1 0,0-1 0,0 0 0,0 0 0,-1 1 0,1-1 0,0 1 0,-1-1 0,1 1 0,-3-3 0,-2 1 0,1 0 0,0 0 0,-1 1 0,1-1 0,-1 1 0,0 1 0,1-1 0,-1 1 0,0 0 0,0 0 0,0 0 0,0 1 0,0 0 0,0 0 0,0 1 0,0-1 0,-9 3 0,12-1 0,1-1 0,0 0 0,0 1 0,0 0 0,0-1 0,0 1 0,0 0 0,0 0 0,0 0 0,1 0 0,-1 0 0,1 0 0,-1 1 0,1-1 0,0 0 0,0 1 0,0-1 0,0 1 0,1-1 0,-1 1 0,1-1 0,-1 1 0,1 0 0,0 4 0,0 1 0,0 0 0,0 0 0,1 0 0,0 0 0,0 0 0,6 15 0,-3-12 0,1 1 0,1-1 0,0-1 0,0 1 0,1-1 0,1 0 0,0 0 0,0-1 0,17 15 0,-17-17 0,0-1 0,0 0 0,0-1 0,1 0 0,0 0 0,0-1 0,0 0 0,1-1 0,-1 0 0,1 0 0,-1-1 0,17 2 0,-15-3 0,-1-1 0,0-1 0,1 0 0,-1 0 0,0-1 0,0 0 0,0 0 0,0-1 0,16-8 0,-20 8 0,0 0 0,0-1 0,0 0 0,-1 0 0,0 0 0,1-1 0,-1 0 0,-1 0 0,1 0 0,-1 0 0,0-1 0,0 0 0,0 0 0,-1 0 0,4-9 0,-5 7 0,1 1 0,-1-1 0,0 0 0,-1 0 0,0 0 0,0-1 0,-1-8 0,-1-4 0,-7-30 0,7 42 0,0 6 0,1-1 0,-1 1 0,1 0 0,0 0 0,0 0 0,0 0 0,0 0 0,1 0 0,0 0 0,-1 0 0,1 0 0,0 0 0,0 0 0,0 0 0,2-3 0,-1 4 0,-1 1 0,1-1 0,0 0 0,-1 1 0,1-1 0,0 1 0,0-1 0,0 1 0,0 0 0,0 0 0,0 0 0,0 0 0,0 0 0,1 0 0,-1 1 0,0-1 0,1 1 0,-1-1 0,0 1 0,3 0 0,2-1-136,0 1-1,-1 0 1,1 0-1,0 1 1,-1 0-1,1 0 1,-1 0-1,1 1 0,7 3 1,-1 2-6690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10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24575,'7'29'0,"6"18"0,4 7 0,3 3 0,2-2 0,0-2 0,2-3 0,-2-6 0,1-2 0,-1-3 0,-2-7 0,-4-3 0,-3-4 0,-1-4 0,0-6 0,-2-5-8191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10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83 24575,'-30'-14'0,"-11"-6"0,-2 1 0,4 4 0,6 5 0,6 5 0,6 5 0,4 4 0,4 4 0,2 1 0,4 1 0,2 2 0,2-2-8191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1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61 24575,'-26'-12'0,"-1"2"0,0 0 0,-32-6 0,57 16 0,0-1 0,0 1 0,0 0 0,1-1 0,-1 1 0,0 0 0,0 0 0,0 1 0,0-1 0,0 0 0,-3 1 0,5 0 0,-1-1 0,1 0 0,0 0 0,-1 0 0,1 1 0,0-1 0,-1 0 0,1 0 0,0 1 0,0-1 0,-1 0 0,1 1 0,0-1 0,0 0 0,-1 1 0,1-1 0,0 0 0,0 1 0,0-1 0,0 1 0,0-1 0,-1 1 0,1 0 0,0 0 0,1 0 0,-1 0 0,0 0 0,0 0 0,0 0 0,1-1 0,-1 1 0,0 0 0,1 0 0,-1 0 0,2 2 0,2 3 0,1 0 0,0 0 0,1-1 0,-1 1 0,1-1 0,0 0 0,0 0 0,1-1 0,11 6 0,2 0 0,1 0 0,23 6 0,-13-6 0,57 11 0,-77-20 0,-1 1 0,0-2 0,0 1 0,1-1 0,-1-1 0,0 0 0,0 0 0,1-1 0,17-5 0,-27 6 0,1 0 0,0 1 0,0-1 0,0 0 0,0 0 0,0 0 0,-1 0 0,1 0 0,0-1 0,-1 1 0,1 0 0,-1-1 0,0 1 0,1-1 0,-1 0 0,0 1 0,0-1 0,0 0 0,0 0 0,0 1 0,0-1 0,-1 0 0,1 0 0,-1 0 0,1 0 0,-1 0 0,0 0 0,0 0 0,1 0 0,-1 0 0,-1 0 0,1 0 0,0 0 0,-1-3 0,-1 0 0,1 1 0,-1 0 0,0-1 0,0 1 0,0 0 0,-1 0 0,1 0 0,-1 0 0,0 1 0,0-1 0,-1 1 0,1 0 0,-8-6 0,3 5-136,1-1-1,-1 1 1,0 1-1,0-1 1,0 1-1,-1 1 1,1 0-1,-1 0 0,-16-1 1,10 2-6690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4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52 24575,'-11'-6'0,"1"1"0,0-1 0,-1 2 0,0-1 0,0 2 0,-1 0 0,-15-3 0,24 5 0,0 1 0,0 0 0,0-1 0,0 1 0,0 0 0,0 1 0,0-1 0,0 0 0,0 1 0,0 0 0,1 0 0,-1 0 0,0 0 0,0 0 0,1 0 0,-1 1 0,0-1 0,1 1 0,-1 0 0,1 0 0,0 0 0,0 0 0,0 0 0,0 0 0,0 1 0,0-1 0,0 1 0,1-1 0,0 1 0,-1 0 0,1-1 0,0 1 0,-1 5 0,1-5 0,0 0 0,0 0 0,1 0 0,-1 0 0,1 0 0,0 0 0,0 0 0,0 0 0,0 0 0,1 0 0,-1 0 0,1 0 0,-1 0 0,1 0 0,1 3 0,0-3 0,0 0 0,0 0 0,0-1 0,0 1 0,1 0 0,-1-1 0,1 1 0,-1-1 0,1 0 0,0 0 0,0 0 0,5 3 0,6 2 0,1 0 0,-1-1 0,1-1 0,1 0 0,-1 0 0,0-2 0,1 0 0,0-1 0,0 0 0,22-2 0,-35 0 0,-1 0 0,1 0 0,-1-1 0,1 1 0,-1-1 0,0 0 0,1 0 0,-1 0 0,1 0 0,-1 0 0,0 0 0,0-1 0,0 1 0,0-1 0,0 1 0,0-1 0,0 0 0,-1 0 0,1 0 0,0 0 0,-1 0 0,0 0 0,1 0 0,-1 0 0,0-1 0,0 1 0,1-5 0,-1 4 0,-1-1 0,1 0 0,-1 0 0,1 1 0,-1-1 0,-1 0 0,1 0 0,0 0 0,-1 1 0,0-1 0,0 0 0,0 1 0,0-1 0,-1 1 0,1-1 0,-1 1 0,-4-7 0,-1 0 30,-1 0 0,0 1 0,-18-16 0,23 22-129,0 0 0,-1 1 0,1-1 0,-1 1 0,0 0 0,0 0 0,0 0 0,0 1 0,0-1 0,0 1 0,-1 0 0,1 0 0,0 1 0,-7-1 0,-2 2-6727</inkml:trace>
  <inkml:trace contextRef="#ctx0" brushRef="#br0" timeOffset="1">160 124 24575,'-5'-4'-9830,"-2"-3"11469</inkml:trace>
  <inkml:trace contextRef="#ctx0" brushRef="#br0" timeOffset="2">174 124 24575,'3'-14'-9830,"0"-6"11469</inkml:trace>
  <inkml:trace contextRef="#ctx0" brushRef="#br0" timeOffset="3">102 81 24575,'17'-17'-9830,"6"-6"11469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47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216 404 24575,'24'-3'0,"-24"3"0,0 0 0,0 0 0,0 0 0,0 0 0,0 0 0,0 0 0,0 0 0,0 0 0,0 0 0,0 0 0,0 0 0,0 0 0,0 0 0,1 0 0,-1-1 0,0 1 0,0 0 0,0 0 0,0 0 0,0 0 0,0 0 0,0 0 0,0 0 0,0 0 0,0 0 0,0 0 0,0 0 0,0 0 0,0 0 0,0 0 0,0 0 0,0 0 0,0 0 0,0 0 0,0-1 0,0 1 0,0 0 0,0 0 0,0 0 0,0 0 0,-1 0 0,1 0 0,0 0 0,0 0 0,0 0 0,0 0 0,0 0 0,0 0 0,0 0 0,0 0 0,0 0 0,0 0 0,0 0 0,0 0 0,0 0 0,0 0 0,0 0 0,0 0 0,0 0 0,0 0 0,0 0 0,0 0 0,0 0 0,-1 0 0,1 0 0,0 0 0,0 0 0,-7-3 0,-7-1 0,-19-2 0,21 4 0,1-1 0,0 2 0,-1 0 0,-22 0 0,32 1 0,-1 1 0,0-1 0,0 1 0,0 0 0,1-1 0,-1 1 0,0 0 0,1 1 0,-1-1 0,1 0 0,-1 1 0,1 0 0,0-1 0,0 1 0,-1 0 0,1 0 0,0 0 0,1 0 0,-1 1 0,0-1 0,1 0 0,-1 1 0,1-1 0,-2 6 0,1-5 0,1 0 0,0 1 0,1-1 0,-1 0 0,0 1 0,1-1 0,0 0 0,0 1 0,0-1 0,0 0 0,0 1 0,1-1 0,-1 0 0,2 5 0,-1-6 0,0-1 0,-1 1 0,1 0 0,0 0 0,1-1 0,-1 1 0,0-1 0,0 1 0,1-1 0,-1 1 0,1-1 0,-1 0 0,1 1 0,-1-1 0,1 0 0,0 0 0,0 0 0,-1-1 0,1 1 0,0 0 0,0-1 0,0 1 0,0-1 0,3 1 0,2 0 0,0-1 0,1 0 0,-1 0 0,0 0 0,0-1 0,0 0 0,-1 0 0,1-1 0,0 1 0,10-6 0,-14 6 0,0-1 0,-1 1 0,1-1 0,-1 0 0,1 1 0,-1-2 0,0 1 0,0 0 0,0 0 0,0 0 0,0-1 0,0 1 0,-1-1 0,1 0 0,-1 1 0,0-1 0,0 0 0,0 0 0,0 0 0,0 0 0,-1 0 0,1 0 0,-1 0 0,0 0 0,1 0 0,-2-6 0,0-3 0,-1 0 0,-1 0 0,0 0 0,0 0 0,-6-11 0,-28-58 0,27 61 0,-121-207 0,130 227 0,1-1 0,0 0 0,-1 1 0,1-1 0,0 0 0,-1 1 0,1-1 0,-1 1 0,1-1 0,-1 1 0,1-1 0,-1 1 0,0-1 0,1 1 0,-1-1 0,1 1 0,-2-1 0,1 1 0,1 1 0,0-1 0,0 1 0,-1-1 0,1 1 0,0-1 0,0 1 0,0-1 0,0 0 0,0 1 0,0-1 0,0 1 0,0-1 0,0 1 0,0-1 0,0 1 0,0-1 0,0 1 0,0 0 0,8 31 0,1-4 0,2-1 0,0 0 0,25 41 0,-11-29 0,47 58 0,-54-76 0,36 32 0,-44-45 0,0 0 0,0 0 0,1-1 0,0-1 0,0 0 0,13 5 0,-14-8 120,-10-3-146,0 0 0,0 0 0,0 0 0,0 0 0,0 0 0,0 0 0,1 0 0,-1 0-1,0 0 1,0 0 0,0 0 0,0 0 0,0 1 0,0-1 0,1 0 0,-1 0 0,0 0 0,0 0 0,0 0 0,0 0 0,0 0 0,0 0 0,1 0 0,-1 0 0,0 0 0,0 0 0,0-1-1,0 1 1,0 0 0,0 0 0,1 0 0,-1 0 0,0 0 0,0 0 0,0 0 0,0 0 0,0 0 0,0 0 0,0 0 0,0 0 0,1-1 0,-1 1 0,0 0 0,0 0 0,0 0 0,0 0-1,0 0 1,0 0 0,0-1 0,0 1 0,0 0 0,0 0 0,0 0 0,0 0 0,0 0 0,0-1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48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17 330 24575,'22'-9'0,"38"-20"0,-50 23 0,0 0 0,0-1 0,-1 0 0,0 0 0,13-14 0,-20 18 0,0 0 0,-1 1 0,1-1 0,0 0 0,-1 0 0,0 0 0,1 0 0,-1 0 0,-1-1 0,1 1 0,0 0 0,-1 0 0,1-1 0,-1 1 0,0 0 0,0-1 0,0 1 0,-1 0 0,1 0 0,-1-1 0,0 1 0,0 0 0,0 0 0,0 0 0,-3-4 0,-3-8 0,-1 1 0,-1 0 0,-20-24 0,17 23 0,6 7 0,-1 0 0,0 0 0,-13-11 0,19 18 0,0 0 0,-1-1 0,0 1 0,1 0 0,-1 0 0,0 0 0,1 0 0,-1 0 0,0 0 0,0 1 0,0-1 0,0 1 0,1-1 0,-1 1 0,0 0 0,0-1 0,0 1 0,0 0 0,0 0 0,0 1 0,0-1 0,0 0 0,0 1 0,0-1 0,0 1 0,-2 0 0,2 1 0,0-1 0,1 1 0,-1-1 0,1 1 0,0-1 0,-1 1 0,1 0 0,0 0 0,0 0 0,0 0 0,0-1 0,0 1 0,1 0 0,-1 1 0,1-1 0,-1 0 0,1 0 0,0 0 0,-1 0 0,1 0 0,0 0 0,1 0 0,-1 0 0,1 4 0,0 3 0,1-1 0,0 1 0,1-1 0,5 14 0,2-2 0,0 0 0,2-1 0,0 0 0,1-1 0,1 0 0,1-1 0,1-1 0,0 0 0,1-1 0,0-1 0,1 0 0,1-2 0,31 17 0,-44-26-170,1 0-1,-1-1 0,0 1 1,1-2-1,0 1 0,-1-1 1,14 2-1,-7-3-6655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48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21 24575,'-3'-1'0,"-16"-5"0,-33-5 0,48 10 0,0 1 0,0-1 0,0 1 0,0 0 0,-1 0 0,1 0 0,0 1 0,0-1 0,0 1 0,0 0 0,0 1 0,0-1 0,0 1 0,-6 2 0,9-3 0,0 1 0,0-1 0,-1 0 0,1 1 0,0-1 0,0 1 0,0-1 0,0 1 0,1-1 0,-1 1 0,0 0 0,1 0 0,-1-1 0,1 1 0,-1 0 0,1 0 0,0-1 0,0 1 0,0 0 0,0 0 0,0 0 0,0-1 0,1 1 0,-1 0 0,0 0 0,1 0 0,0-1 0,0 3 0,3 5 0,-1 0 0,2 0 0,8 14 0,0-5 0,-1 0 0,2-1 0,1 0 0,0-2 0,0 1 0,2-2 0,0 0 0,1-1 0,22 12 0,-33-22-85,0 0 0,0 0-1,0-1 1,1 0 0,-1 0-1,1-1 1,0 0 0,-1 0-1,1-1 1,0 0 0,-1 0-1,1-1 1,0 0 0,-1 0-1,9-3 1,-4 0-6741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49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70 24575,'-13'-7'0,"-23"-9"0,31 14 0,1 1 0,0 0 0,-1 0 0,1 0 0,-1 0 0,1 1 0,-1 0 0,1 0 0,-8 1 0,11-1 0,-1 0 0,1 0 0,0 1 0,0-1 0,0 0 0,0 1 0,0-1 0,0 1 0,0-1 0,0 1 0,0 0 0,0-1 0,0 1 0,0 0 0,0 0 0,0-1 0,1 1 0,-1 0 0,0 0 0,1 0 0,-1 0 0,0 2 0,0-1 0,0 0 0,1 0 0,0 0 0,-1 1 0,1-1 0,0 0 0,0 0 0,0 0 0,0 1 0,1-1 0,0 2 0,1 5 0,1 0 0,0 0 0,0 0 0,8 12 0,-2-5 0,1 0 0,0-1 0,1-1 0,16 17 0,-20-24 0,1 1 0,0-1 0,1-1 0,0 1 0,0-1 0,0-1 0,1 0 0,14 6 0,-20-10 0,0 0 0,0 1 0,0-2 0,0 1 0,0 0 0,0-1 0,1 0 0,-1 0 0,0 0 0,0 0 0,0-1 0,4 0 0,-6 0 0,0 0 0,0 1 0,-1-1 0,1 0 0,-1 0 0,1 0 0,-1 0 0,1 0 0,-1 0 0,0 0 0,1-1 0,-1 1 0,0 0 0,0-1 0,0 1 0,0-1 0,0 1 0,0-1 0,0 0 0,-1 1 0,1-1 0,0 0 0,-1 1 0,0-1 0,1 0 0,-1 0 0,0 0 0,0 1 0,0-4 0,-1-4 0,1 0 0,-2 0 0,1 0 0,-2 0 0,1 0 0,-1 0 0,0 1 0,-6-11 0,-5-7 0,-21-29 0,21 39 0,14 15 0,0 1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0 0,0 0 0,0 1 0,0-1 0,0 0 0,0 0 0,0 0 0,0 0 0,0 0 0,0 0 0,0 0 0,0 0 0,0 0 0,0 0 0,0 0 0,0 0 0,0 0 0,0 0 0,4 12 0,0-2 0,2 0 0,-1 0 0,1-1 0,1 0 0,0-1 0,0 1 0,1-1 0,12 11 0,-7-9 0,1 0 0,0-1 0,0 0 0,31 13 0,-40-20 0,-1 0 0,1-1 0,-1 1 0,1-1 0,0 0 0,0 0 0,7-1 0,-11 0 0,0 0 0,1 0 0,-1 0 0,0 0 0,0 0 0,1-1 0,-1 1 0,0-1 0,0 1 0,0-1 0,0 1 0,0-1 0,0 0 0,1 1 0,-1-1 0,-1 0 0,1 0 0,0 0 0,0 0 0,0 0 0,0 0 0,-1 0 0,1 0 0,0 0 0,-1 0 0,1 0 0,-1 0 0,1 0 0,-1-1 0,0 1 0,1 0 0,-1 0 0,0-2 0,1-5 0,0-1 0,-1 1 0,0-1 0,0 1 0,-1-1 0,-3-11 0,-16-49 0,9 34 0,9 23 0,8 16 0,8 17 0,8 14 0,-9-12 0,1-1 0,21 24 0,-30-40 0,1 0 0,0 0 0,0-1 0,0 0 0,0 0 0,1 0 0,0-1 0,0 0 0,0-1 0,0 1 0,13 3 0,-17-7 0,-1 1 0,1-1 0,-1 1 0,0-1 0,1 0 0,-1 0 0,1 0 0,-1 0 0,1-1 0,-1 1 0,0-1 0,1 1 0,-1-1 0,0 0 0,4-1 0,-3 0 0,1-1 0,-1 1 0,1-1 0,-1 1 0,0-1 0,0 0 0,0 0 0,3-5 0,3-5 0,-1-1 0,0-1 0,9-25 0,-14 34 0,32-101 0,-35 106 0,1 1 0,-1-1 0,0 0 0,0 1 0,1-1 0,-1 0 0,0 1 0,1-1 0,-1 0 0,0 1 0,1-1 0,-1 1 0,1-1 0,-1 1 0,1-1 0,-1 1 0,2-1 0,-2 1 0,1 0 0,-1 0 0,0 0 0,1 0 0,-1 0 0,0 0 0,0 0 0,1 0 0,-1 0 0,0 0 0,1 1 0,-1-1 0,0 0 0,0 0 0,1 0 0,-1 0 0,0 1 0,0-1 0,1 0 0,-1 0 0,0 1 0,0-1 0,0 0 0,1 0 0,-1 1 0,0-1 0,2 4 0,-1 0 0,1 0 0,-1 0 0,2 6 0,35 183 0,-23-123 0,-3 1 0,6 140 0,-18-207 0,0-1 0,-1 1 0,1 0 0,0-1 0,-1 1 0,0 0 0,0-1 0,0 1 0,-2 4 0,2-7 0,0 0 0,1 0 0,-1 0 0,0 0 0,0 0 0,0 0 0,0 0 0,0-1 0,0 1 0,0 0 0,0-1 0,0 1 0,-1 0 0,1-1 0,0 1 0,0-1 0,0 0 0,-1 1 0,1-1 0,0 0 0,-1 0 0,1 0 0,0 0 0,0 0 0,-1 0 0,1 0 0,0 0 0,-1 0 0,-1-1 0,-18-5 0,1-1 0,-1-1 0,1-1 0,-31-18 0,13 7 0,31 17 0,-36-22 0,40 23 0,1 1 0,-1-1 0,0 0 0,1 0 0,0-1 0,-1 1 0,1-1 0,0 1 0,0-1 0,1 1 0,-1-1 0,-1-4 0,2 6 0,1 1 0,0-1 0,0 0 0,0 0 0,-1 1 0,1-1 0,0 0 0,0 0 0,0 0 0,0 1 0,0-1 0,1 0 0,-1 0 0,0 1 0,0-1 0,0 0 0,1 0 0,-1 1 0,0-1 0,1 0 0,-1 1 0,0-1 0,2-1 0,-1 1 0,0 0 0,1 0 0,-1 0 0,1 0 0,-1 0 0,1 1 0,-1-1 0,1 0 0,-1 1 0,3-1 0,4-1 0,0 1 0,0 0 0,12 0 0,-18 1 0,14 0-115,13-1-302,0 1 1,37 5-1,-50-1-6409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3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239 443 24575,'-11'-4'0,"-35"-11"0,-81-17 0,124 31 0,0 0 0,0 1 0,0 0 0,0 0 0,0 0 0,1 0 0,-1 0 0,0 1 0,0-1 0,0 1 0,-3 1 0,5-2 0,-1 1 0,1 0 0,0 0 0,0-1 0,0 1 0,0 0 0,0 0 0,0 0 0,1 0 0,-1 0 0,0 0 0,1 1 0,-1-1 0,0 0 0,1 0 0,-1 0 0,1 1 0,0-1 0,-1 0 0,1 1 0,0-1 0,0 0 0,0 1 0,0-1 0,0 0 0,0 2 0,8 102 0,-8-103 0,0 0 0,1 0 0,-1 0 0,1 0 0,-1 0 0,1 0 0,0 0 0,-1-1 0,1 1 0,0 0 0,0 0 0,0-1 0,1 1 0,-1-1 0,0 1 0,1-1 0,-1 1 0,3 1 0,-1-1 0,0-1 0,-1 0 0,1 0 0,0 0 0,0 0 0,0 0 0,0 0 0,0-1 0,0 0 0,0 1 0,4-1 0,1-1 0,0 1 0,1-2 0,-1 1 0,0-1 0,0 0 0,0-1 0,0 0 0,8-4 0,-5 2 0,-1-1 0,0-1 0,0 1 0,-1-2 0,0 1 0,0-1 0,11-14 0,-16 18 0,0-1 0,-1-1 0,0 1 0,0 0 0,0-1 0,-1 0 0,0 1 0,0-1 0,0 0 0,-1 0 0,0 0 0,0 0 0,0 0 0,-1 0 0,0-1 0,-1-7 0,-1-3 0,-2-1 0,0 1 0,-1-1 0,-1 1 0,0 0 0,-2 1 0,1 0 0,-12-17 0,-15-18 0,-41-47 0,27 37 0,138 177 0,126 178 0,-208-283-62,9 19-1241,-13-21-5523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46 24575,'2'0'0,"1"0"0,-1 1 0,1 0 0,-1-1 0,1 1 0,-1 0 0,1 0 0,-1 0 0,0 0 0,0 1 0,0-1 0,1 1 0,-1-1 0,0 1 0,-1 0 0,1 0 0,0 0 0,0 0 0,-1 0 0,0 0 0,1 0 0,-1 0 0,0 1 0,0-1 0,1 4 0,0-2 0,0 0 0,-1 1 0,0-1 0,0 1 0,0-1 0,0 1 0,-1-1 0,0 1 0,0-1 0,0 1 0,0 0 0,-1-1 0,-2 9 0,2-11 0,1-1 0,-1 1 0,0 0 0,0 0 0,0-1 0,0 1 0,0 0 0,-1-1 0,1 1 0,0-1 0,-1 0 0,1 1 0,-1-1 0,0 0 0,1 0 0,-4 1 0,2 0 0,0-1 0,0 0 0,0-1 0,-1 1 0,1 0 0,0-1 0,-1 0 0,-6 0 0,-1-1 0,0-1 0,0 0 0,0 0 0,-18-8 0,18 6 0,0-1 0,1 0 0,-16-11 0,20 12 0,1 0 0,0 0 0,0 0 0,0-1 0,0 0 0,1 0 0,-7-10 0,9 13 0,1-1 0,0 0 0,-1 0 0,1 0 0,0 0 0,0 0 0,1 0 0,-1 0 0,1 0 0,0 0 0,-1 0 0,1-1 0,1 1 0,-1 0 0,0 0 0,1 0 0,0-4 0,0 5 0,0 0 0,0 0 0,0 0 0,0 0 0,0 0 0,1 0 0,-1 0 0,1 0 0,-1 0 0,1 0 0,-1 1 0,1-1 0,0 1 0,0-1 0,0 1 0,0 0 0,0 0 0,0 0 0,0 0 0,1 0 0,-1 0 0,4-1 0,1 1-151,0 0-1,0 1 0,-1 0 0,1 0 1,0 0-1,0 1 0,0-1 1,12 5-1,-6-2-6674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4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24575,'28'20'0,"6"2"0,-12-7 0,0-1 0,1 0 0,0-2 0,43 16 0,-62-27 0,0 0 0,-1 0 0,1-1 0,0 1 0,0-1 0,0 0 0,6 0 0,-9-1 0,0 1 0,0 0 0,0 0 0,-1 0 0,1-1 0,0 1 0,0 0 0,0-1 0,-1 1 0,1 0 0,0-1 0,0 1 0,-1-1 0,1 0 0,0 1 0,-1-1 0,1 1 0,-1-1 0,1 0 0,-1 1 0,1-1 0,-1 0 0,1 0 0,-1 0 0,0 1 0,1-1 0,-1 0 0,0 0 0,0 0 0,1 0 0,-1 1 0,0-1 0,0 0 0,0 0 0,0 0 0,0 0 0,-1 0 0,1 0 0,0-1 0,-2-5 0,0 0 0,-1 0 0,0 0 0,0 1 0,0-1 0,-1 0 0,0 1 0,-6-8 0,5 8 0,1 0 0,-1-1 0,1 0 0,1 1 0,0-1 0,0-1 0,-3-8 0,6 15 0,-1 0 0,1 1 0,0-1 0,0 0 0,0 1 0,0-1 0,0 0 0,0 1 0,0-1 0,0 0 0,0 0 0,0 1 0,0-1 0,0 0 0,0 1 0,0-1 0,1 0 0,-1 1 0,0-1 0,0 0 0,1 1 0,0-2 0,-1 2 0,1 0 0,0 0 0,-1-1 0,1 1 0,-1 0 0,1 0 0,0 0 0,-1 0 0,1 0 0,-1 0 0,1 0 0,0 1 0,-1-1 0,1 0 0,-1 0 0,1 0 0,-1 1 0,1-1 0,0 0 0,0 1 0,6 3 0,0 1 0,12 11 0,-14-13 0,26 21 0,41 25 0,-63-44 0,1 1 0,1-1 0,17 6 0,-25-10 0,-1 0 0,1 0 0,-1-1 0,1 1 0,-1-1 0,1 0 0,0 1 0,-1-1 0,1 0 0,-1 0 0,1-1 0,-1 1 0,1-1 0,0 1 0,-1-1 0,1 0 0,-1 0 0,0 0 0,1 0 0,-1 0 0,0 0 0,3-3 0,-3 2 0,0-1 0,-1 0 0,1 1 0,-1-1 0,0 0 0,1 0 0,-2 0 0,1 0 0,0 0 0,0 0 0,-1 0 0,0 0 0,1 0 0,-1 0 0,0 0 0,-2-7 0,4-20 0,-2 29 0,0 1 0,0-1 0,0 1 0,0-1 0,1 1 0,-1 0 0,0-1 0,0 1 0,0 0 0,0-1 0,1 1 0,-1-1 0,0 1 0,0 0 0,1-1 0,-1 1 0,0 0 0,1 0 0,-1-1 0,0 1 0,1 0 0,-1 0 0,0 0 0,1-1 0,-1 1 0,1 0 0,-1 0 0,0 0 0,2 0 0,-1 0 0,0 0 0,0 0 0,0 0 0,0 1 0,0-1 0,0 0 0,0 1 0,1-1 0,-1 1 0,0-1 0,1 2 0,25 21 0,-25-21 0,72 64-1365,-61-55-5461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4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24575,'27'15'0,"11"7"0,2 2 0,-6 0 0,-6-2 0,-8-4-8191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4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24575,'3'0'0,"0"2"0,0 4 0,-1 3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5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24575,'3'4'0,"28"33"0,-29-34 0,1-1 0,-1 0 0,0 0 0,1 0 0,-1 0 0,1-1 0,-1 1 0,1 0 0,0-1 0,0 0 0,0 0 0,5 1 0,-7-1 0,0-1 0,0-1 0,0 1 0,0 0 0,1 0 0,-1 0 0,0-1 0,0 1 0,0 0 0,0-1 0,0 1 0,0-1 0,0 1 0,0-1 0,0 0 0,0 1 0,0-1 0,0 0 0,-1 0 0,1 0 0,0 0 0,0 1 0,-1-1 0,1 0 0,-1 0 0,1 0 0,-1 0 0,1-1 0,0 0 0,1-6 0,1 1 0,-1-1 0,1-11 0,0 4 0,-3 13 0,0 0 0,1 0 0,0 1 0,-1-1 0,1 0 0,0 1 0,-1-1 0,1 1 0,0-1 0,0 1 0,0-1 0,1 1 0,-1-1 0,0 1 0,1 0 0,1-2 0,-2 3 0,1-1 0,-1 1 0,0-1 0,1 1 0,-1-1 0,1 1 0,-1 0 0,1-1 0,-1 1 0,1 0 0,-1 0 0,1 0 0,0 1 0,-1-1 0,3 1 0,4 1 0,0 1 0,0 1 0,0 0 0,-1 0 0,12 7 0,-7-3 0,72 48 0,-18-11 0,-36-30-1365,-18-10-5461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5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24575,'-10'8'0,"1"1"0,0 0 0,1 1 0,0 0 0,0 0 0,1 1 0,1-1 0,-8 17 0,12-21 0,-1 1 0,1-1 0,1 1 0,-1-1 0,1 1 0,0-1 0,0 12 0,1-13 0,0-1 0,1 1 0,0-1 0,0 1 0,0-1 0,0 0 0,1 0 0,-1 1 0,1-1 0,0 0 0,1 0 0,3 5 0,-5-7 0,0-1 0,1 1 0,-1-1 0,1 1 0,-1-1 0,1 1 0,0-1 0,0 0 0,-1 0 0,1 0 0,0 0 0,0 0 0,0 0 0,0 0 0,0-1 0,0 1 0,1-1 0,-1 1 0,0-1 0,0 0 0,0 0 0,0 0 0,0 0 0,1 0 0,-1-1 0,0 1 0,0-1 0,2 0 0,0 0 0,-1 0 0,0-1 0,0 0 0,0 1 0,0-1 0,0 0 0,0 0 0,-1-1 0,1 1 0,-1 0 0,1-1 0,-1 0 0,0 0 0,0 1 0,0-1 0,2-5 0,-1 1 0,-1 0 0,0-1 0,-1 1 0,0 0 0,0-1 0,0 1 0,-1-1 0,0-8 0,0-21 0,0 37 0,0-1 0,0 1 0,0 0 0,0 0 0,0-1 0,0 1 0,0 0 0,0 0 0,0 0 0,0-1 0,0 1 0,1 0 0,-1 0 0,0 0 0,0-1 0,0 1 0,0 0 0,0 0 0,0 0 0,0 0 0,0-1 0,1 1 0,-1 0 0,0 0 0,0 0 0,0 0 0,0 0 0,1-1 0,-1 1 0,0 0 0,0 0 0,0 0 0,1 0 0,5 4 0,6 15 0,-10-16 0,5 9-113,62 90-1139,-62-93-5574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24575,'0'11'0,"1"-1"0,2 14 0,-3-21 0,1-1 0,-1 1 0,1-1 0,0 1 0,-1-1 0,1 1 0,1-1 0,-1 0 0,0 1 0,0-1 0,1 0 0,0 0 0,-1 0 0,4 3 0,-4-4 0,0-1 0,0 1 0,0-1 0,0 0 0,0 1 0,0-1 0,0 0 0,0 0 0,1 0 0,-1 0 0,0 0 0,0 0 0,0 0 0,0 0 0,0 0 0,0-1 0,0 1 0,0 0 0,0-1 0,0 1 0,0 0 0,0-1 0,0 0 0,0 1 0,1-2 0,25-19 0,-19 13 0,7-5 0,-6 5 0,0 1 0,1 0 0,15-10 0,-22 16 0,0-1 0,0 1 0,1 0 0,-1 0 0,0 0 0,0 0 0,1 0 0,-1 1 0,0 0 0,1-1 0,-1 1 0,0 1 0,1-1 0,-1 0 0,0 1 0,1-1 0,3 3 0,1 0-80,0 1 0,-1 0-1,1 0 1,-1 1 0,0 0-1,0 1 1,0-1 0,-1 1-1,0 1 1,0-1 0,-1 1 0,1 0-1,-2 0 1,1 0 0,-1 1-1,4 8 1,-3-4-6746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6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24575,'2'27'0,"4"14"0,6 5 0,2 2 0,2-3 0,1-3 0,0-5 0,-1-3 0,-1-5 0,1-3 0,-4-3 0,-1 0 0,-2-3 0,-3-3-8191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8:56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66 24575,'-29'-12'0,"-16"-4"0,-3 0 0,0 3 0,4 7 0,4 4 0,5 4 0,5 3 0,8 0-8191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0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133 250 24575,'-7'-19'0,"3"13"0,2 14 0,3 4 0,1 0 0,0 1 0,1-2 0,0 1 0,8 20 0,-3-10 0,53 156 0,-57-157 0,-7-14 0,3-7 0,-1 0 0,1-1 0,-1 1 0,1 0 0,-1 0 0,1 0 0,-1 0 0,1 0 0,-1-1 0,1 1 0,0 0 0,-1 0 0,1-1 0,-1 1 0,1 0 0,0-1 0,-1 1 0,1 0 0,-1-1 0,-17-18 0,1 0 0,0-1 0,2 0 0,-19-32 0,12 13 0,-27-71 0,42 91 0,1 0 0,1-1 0,0 0 0,2 0 0,0 0 0,2 0 0,0-33 0,2 49 0,-1-1 0,0 1 0,1-1 0,0 1 0,0 0 0,0-1 0,1 1 0,0 0 0,2-5 0,-3 7 0,1 0 0,-1 0 0,1 0 0,-1 0 0,1 1 0,0-1 0,0 0 0,0 1 0,0 0 0,0-1 0,0 1 0,0 0 0,1 0 0,-1 0 0,0 0 0,1 0 0,-1 1 0,3-1 0,6-1 0,0 1 0,1 1 0,-1 0 0,0 0 0,1 1 0,-1 0 0,0 1 0,0 1 0,0 0 0,0 0 0,15 7 0,-15-5 0,0 1 0,0 0 0,-1 0 0,0 1 0,0 0 0,-1 0 0,0 1 0,0 1 0,0 0 0,11 16 0,-19-23 0,1 0 0,-1 0 0,0 0 0,1 0 0,-1 1 0,0-1 0,-1 0 0,1 1 0,0-1 0,-1 1 0,1-1 0,-1 1 0,0-1 0,0 1 0,0-1 0,0 4 0,-1-4 0,1 0 0,-1 0 0,0 0 0,0 0 0,0-1 0,0 1 0,0 0 0,0 0 0,-1-1 0,1 1 0,-1-1 0,1 1 0,-1-1 0,1 0 0,-1 0 0,0 1 0,0-1 0,1 0 0,-1 0 0,-2 0 0,-5 3 0,0-1 0,0-1 0,0 1 0,0-2 0,0 1 0,-15 0 0,-60-4 0,47 1 0,34 0-109,2 1 52,1 0 0,-1 0 0,1 0 0,-1 0 0,0 0 0,1 0 0,-1 0-1,1 0 1,-1 0 0,1 0 0,-1 0 0,1 0 0,-1 0 0,1 1 0,-1-1 0,1 0 0,-1 0-1,1 0 1,-1 1 0,1-1 0,-1 1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1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46 24575,'-17'-6'0,"-72"-21"0,76 24 0,-1 0 0,0 1 0,1 1 0,-22 0 0,31 1 0,1 0 0,0 0 0,0 1 0,0-1 0,0 1 0,0 0 0,-1 0 0,1 0 0,1 0 0,-1 0 0,0 1 0,0 0 0,0-1 0,1 1 0,-1 0 0,1 0 0,-1 0 0,-1 3 0,3-3 0,-1 0 0,1 1 0,0-1 0,0 0 0,1 0 0,-1 0 0,0 1 0,1-1 0,-1 0 0,1 1 0,0-1 0,0 0 0,0 1 0,0-1 0,0 1 0,0-1 0,1 0 0,-1 1 0,1-1 0,-1 0 0,1 0 0,0 1 0,0-1 0,2 3 0,1 2 0,1 0 0,0 0 0,0 0 0,0-1 0,1 0 0,0 0 0,0 0 0,1-1 0,-1 1 0,1-2 0,0 1 0,1-1 0,-1 0 0,1-1 0,15 6 0,-12-6 0,1 0 0,-1 0 0,1-1 0,-1-1 0,1 0 0,0 0 0,0-2 0,-1 1 0,1-1 0,22-5 0,-31 5 0,-1 0 0,0 1 0,1-1 0,-1 0 0,1 0 0,-1-1 0,0 1 0,0 0 0,0-1 0,0 1 0,0-1 0,0 0 0,0 1 0,0-1 0,-1 0 0,1 0 0,0 0 0,-1-1 0,0 1 0,0 0 0,2-5 0,-2 4 0,-1 1 0,1-1 0,-1 0 0,0 0 0,0 0 0,0 0 0,0 1 0,-1-1 0,1 0 0,-1 0 0,1 0 0,-1 1 0,0-1 0,0 0 0,-1 1 0,1-1 0,0 1 0,-1-1 0,-2-2 0,-3-3 0,0 0 0,0 0 0,-1 1 0,0 1 0,-1-1 0,0 1 0,0 1 0,0-1 0,0 2 0,-1-1 0,0 1 0,0 1 0,0-1 0,0 2 0,0 0 0,-1 0 0,1 1 0,-1 0 0,-19 1 0,26 0-195,1 1 0,0 0 0,-1 0 0,1 0 0,0 0 0,-5 3 0,-4 2-6631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1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272 734 24575,'-27'-121'0,"-48"-128"0,62 208 0,-19-69 0,17 51 0,-26-59 0,40 114 0,-1 0 0,-1 0 0,1 0 0,0 0 0,-6-6 0,8 10 0,-1-1 0,1 1 0,-1-1 0,1 1 0,-1-1 0,1 1 0,-1 0 0,1-1 0,-1 1 0,0 0 0,1-1 0,-1 1 0,0 0 0,1 0 0,-1 0 0,0-1 0,1 1 0,-2 0 0,1 1 0,0-1 0,1 0 0,-1 0 0,0 1 0,1-1 0,-1 1 0,0-1 0,1 1 0,-1-1 0,1 1 0,-1-1 0,0 1 0,1-1 0,0 1 0,-1 0 0,1-1 0,-1 1 0,1 0 0,0-1 0,-1 2 0,-4 12 0,2-1 0,-1 0 0,2 1 0,0-1 0,-1 23 0,1-7 0,-1 1 0,1-1 0,2 1 0,1-1 0,7 46 0,-5-60 0,0-1 0,1 1 0,1-1 0,0 0 0,1 0 0,0-1 0,1 1 0,1-2 0,0 1 0,19 21 0,-16-22 0,2 0 0,-1-1 0,1 0 0,1-2 0,0 1 0,1-2 0,-1 1 0,1-2 0,1 0 0,-1-1 0,1-1 0,1 0 0,-1-1 0,0-1 0,1-1 0,0 0 0,20-1 0,-30-1 0,1 0 0,0-1 0,-1 0 0,1 0 0,-1-1 0,0 0 0,0 0 0,0-1 0,0 0 0,0 0 0,0-1 0,-1 0 0,11-7 0,-14 7 0,1 1 0,0-1 0,-1 0 0,0 0 0,0 0 0,0 0 0,0 0 0,0-1 0,-1 1 0,0-1 0,0 0 0,0 0 0,-1 0 0,0 0 0,0 0 0,0 0 0,0 0 0,-1 0 0,0 0 0,0-9 0,-2 6 0,1-1 0,-1 1 0,0 0 0,-1 0 0,0 1 0,0-1 0,-1 1 0,0-1 0,0 1 0,-9-10 0,10 13 0,0 0 0,-1 0 0,1 1 0,-1 0 0,0-1 0,0 1 0,-1 1 0,-5-4 0,8 5 0,-1-1 0,0 1 0,0 0 0,0 1 0,0-1 0,0 1 0,0-1 0,0 1 0,0 0 0,0 0 0,-1 0 0,1 0 0,0 1 0,-4 0 0,4 0 0,0 0 0,0 0 0,0 0 0,0 1 0,0-1 0,1 1 0,-1 0 0,0-1 0,1 1 0,0 0 0,-1 1 0,1-1 0,0 0 0,0 1 0,-2 2 0,2-1 0,-1 0 0,1 0 0,1 1 0,-1-1 0,0 1 0,1-1 0,0 1 0,0-1 0,0 9 0,1-7 0,0 0 0,0 1 0,0-1 0,1 0 0,0 1 0,0-1 0,1 0 0,0 0 0,0 0 0,0 0 0,1 0 0,0-1 0,0 1 0,0-1 0,6 7 0,1-2 0,1 0 0,0 0 0,0-2 0,1 1 0,1-2 0,-1 1 0,16 5 0,-8-4 0,0-2 0,0 0 0,1-1 0,25 3 0,-1-5-145,1-1 0,45-4-1,-60 0-783,-17 1-5897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2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24575,'8'17'0,"4"8"0,3 5 0,1 0 0,1-3 0,0-4 0,-4-3 0,-1-2 0,0-3 0,-2-3-8191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2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24575,'10'7'0,"5"5"0,1 6 0,0 1 0,-1 4 0,0-1 0,-3-1 0,-3-4-8191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3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3 24575,'-11'-1'0,"-1"0"0,1 1 0,0 0 0,0 0 0,0 2 0,-11 2 0,20-4 0,0 0 0,-1 1 0,1 0 0,0-1 0,0 1 0,0 0 0,1 0 0,-1 0 0,0 0 0,0 0 0,0 1 0,1-1 0,-1 1 0,1-1 0,-1 1 0,1-1 0,0 1 0,-1 0 0,1 0 0,0 0 0,0-1 0,0 1 0,0 0 0,1 0 0,-1 0 0,0 0 0,1 1 0,0-1 0,-1 0 0,1 0 0,0 0 0,0 0 0,0 0 0,0 1 0,1-1 0,-1 0 0,0 0 0,2 3 0,1 5 0,0 0 0,1 0 0,0-1 0,1 1 0,0-1 0,8 11 0,2 0 0,25 28 0,-27-36 0,-10-10 0,0 0 0,-1 1 0,1-1 0,-1 1 0,0-1 0,1 1 0,-1 0 0,-1 0 0,1 0 0,2 4 0,-4-6 0,0-1 0,0 1 0,0-1 0,0 0 0,0 1 0,0-1 0,0 1 0,0-1 0,0 1 0,0-1 0,-1 1 0,1-1 0,0 1 0,0-1 0,0 0 0,-1 1 0,1-1 0,0 1 0,0-1 0,-1 0 0,1 1 0,0-1 0,-1 0 0,1 1 0,0-1 0,-1 0 0,1 1 0,-1-1 0,1 0 0,0 0 0,-1 0 0,1 1 0,-1-1 0,0 0 0,-20 5 0,16-4 0,-32 4 65,-64 1 1,4-1-1562,72-2-5330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15 24575,'-260'-15'0,"256"15"0,1 0 0,-1 0 0,1 1 0,0-1 0,-1 0 0,1 1 0,0 0 0,-1 0 0,1 0 0,0 0 0,0 1 0,-5 2 0,7-3 0,0 0 0,0 0 0,-1 1 0,1-1 0,0 0 0,1 0 0,-1 1 0,0-1 0,0 1 0,0-1 0,1 1 0,-1-1 0,1 1 0,-1 0 0,1-1 0,0 1 0,0-1 0,-1 1 0,1 0 0,0-1 0,0 1 0,1 0 0,-1-1 0,0 1 0,0-1 0,1 1 0,1 2 0,0 3 0,1-1 0,-1 0 0,2 0 0,-1 0 0,1-1 0,0 1 0,0-1 0,0 0 0,1 0 0,-1 0 0,1-1 0,8 5 0,-1 0 0,1 0 0,1-1 0,-1-1 0,18 7 0,-11-6 0,20 4 0,-35-10 0,0-1 0,1 0 0,-1 0 0,1-1 0,0 1 0,-1-1 0,1-1 0,11-1 0,-16 2 0,1 0 0,-1-1 0,1 1 0,0-1 0,-1 0 0,1 0 0,-1 1 0,1-1 0,-1 0 0,0 0 0,1 0 0,-1 0 0,0-1 0,0 1 0,0 0 0,0 0 0,0-1 0,0 1 0,2-3 0,-2 1 0,-1 1 0,1-1 0,0 0 0,-1 1 0,0-1 0,1 0 0,-1 1 0,0-1 0,0 0 0,-1 0 0,0-3 0,0-1 0,-1-1 0,-1 1 0,1 0 0,-1 0 0,0 0 0,-1 0 0,-7-11 0,3 8 0,6 6 0,-1-1 0,0 1 0,0 0 0,0 1 0,-1-1 0,1 1 0,-1-1 0,0 1 0,-6-4 0,10 7 0,0 0 0,-1 0 0,1 0 0,0 0 0,0 0 0,0 0 0,-1-1 0,1 1 0,0 0 0,0 0 0,0 0 0,-1 0 0,1 0 0,0 0 0,0 0 0,-1 0 0,1 0 0,0 0 0,0 0 0,-1 0 0,1 0 0,0 0 0,0 1 0,0-1 0,-1 0 0,1 0 0,0 0 0,0 0 0,0 0 0,-1 0 0,1 1 0,0-1 0,0 0 0,0 0 0,0 9 0,7 10 0,-1-9-170,0 0-1,0 0 0,1 0 1,1-1-1,0 0 0,0 0 1,16 13-1,-12-13-6655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24575,'19'24'0,"12"16"0,3 6 0,1 2 0,-4 1 0,-2-4 0,-3-1 0,-1-4 0,-5-3 0,-4-4 0,-1-5 0,-2-1 0,-2-4 0,-1-3 0,-3-3 0,-1-3-8191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1 24575,'-19'2'0,"-12"1"0,-6 0 0,-1 0 0,2-1 0,0 1 0,3 1 0,2-1 0,3 0 0,7-1-8191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5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 24575,'3'-10'0,"0"0"0,1 0 0,0 0 0,1 1 0,-1 0 0,10-13 0,-12 19 0,0 0 0,1 1 0,-1-1 0,0 1 0,1-1 0,0 1 0,-1 0 0,1 0 0,0 1 0,0-1 0,0 0 0,0 1 0,0 0 0,1 0 0,-1 0 0,0 0 0,0 0 0,1 1 0,-1-1 0,1 1 0,-1 0 0,0 0 0,5 1 0,3 1 0,0 0 0,-1 1 0,1 0 0,-1 1 0,0 0 0,0 1 0,10 6 0,1 2 0,38 32 0,-49-36 0,1 1 0,-1-1 0,-1 2 0,0-1 0,0 1 0,7 13 0,-13-18 0,0 0 0,0 0 0,-1 0 0,0 0 0,0 0 0,0 1 0,-1-1 0,0 1 0,0-1 0,-1 1 0,0-1 0,0 1 0,0-1 0,-1 1 0,-2 6 0,0-2 0,-1 1 0,0-2 0,-1 1 0,0 0 0,-1-1 0,-9 13 0,5-7 0,-12 24 0,19-35 0,1 0 0,0 1 0,1-1 0,-1 1 0,1-1 0,0 1 0,1 0 0,-1 10 0,2-12 0,0-1 0,-1 0 0,1 0 0,1 0 0,-1 0 0,0 0 0,1 0 0,-1-1 0,1 1 0,0 0 0,0-1 0,0 1 0,0-1 0,1 0 0,-1 1 0,1-1 0,-1 0 0,1-1 0,4 3 0,1 1 0,0 0 0,1-1 0,0 0 0,0-1 0,12 4 0,-10-5 0,7 3 0,1-1 0,30 2 0,-44-6 0,1 0 0,-1 0 0,0-1 0,1 1 0,-1-1 0,0 0 0,1-1 0,-1 1 0,0-1 0,0 0 0,0 0 0,-1-1 0,1 1 0,4-4 0,-7 4-170,0 0-1,0 1 0,0-1 1,-1 0-1,1 0 0,0 0 1,1-5-1,2-3-6655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5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16 24575,'-29'-2'0,"-13"-2"0,-1 1 0,2 1 0,5 0 0,6 1 0,4 0 0,3 1 0,1 0 0,5 0-8191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 24575,'-24'0'0,"-11"0"0,-2 0 0,3 0 0,5 0 0,5 0 0,6 0-8191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6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27 24575,'-27'-5'0,"-13"-2"0,-4 1 0,5 1 0,5 2 0,7 3 0,3 2 0,3 0 0,2 3 0,5 1-8191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6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14 24575,'7'-3'0,"-1"1"0,1 0 0,0 0 0,0 0 0,0 1 0,0 0 0,0 1 0,0-1 0,0 1 0,10 2 0,-11-1 0,-1 0 0,0 1 0,0-1 0,0 1 0,0 1 0,0-1 0,0 0 0,-1 1 0,1 0 0,-1 0 0,0 1 0,0-1 0,0 1 0,5 6 0,2 3 0,0 2 0,-1 0 0,-1 0 0,12 26 0,-16-30 0,-1-1 0,0 1 0,-1 0 0,-1-1 0,1 1 0,-2 0 0,0 1 0,0 16 0,-1-25 0,0-1 0,-1 1 0,1-1 0,-1 1 0,0-1 0,0 1 0,0-1 0,0 0 0,0 1 0,0-1 0,0 0 0,-1 0 0,1 0 0,-1 0 0,0 0 0,0 0 0,1-1 0,-1 1 0,0 0 0,-1-1 0,1 1 0,0-1 0,0 0 0,0 0 0,-1 0 0,1 0 0,-1 0 0,1-1 0,-5 2 0,-6 0 0,1-1 0,-1 0 0,0 0 0,-20-2 0,14-1 0,0 0 0,0-2 0,-37-11 0,43 11 0,0-1 0,1 0 0,0-2 0,0 1 0,0-1 0,-15-13 0,24 18-5,1 0 0,-1-1 0,1 0 0,0 1 0,-1-1 0,1 0 0,0 0 0,1 0 0,-1 0 0,1-1 0,-1 1 0,1 0 0,0-1 0,0 1 0,-1-7 0,2 5 23,0 0 0,0 0 0,0 1 1,1-1-1,0 0 0,-1 0 0,2 0 0,-1 0 1,1 1-1,3-8 0,-2 6-105,0 0-1,0 0 1,1 0 0,0 0-1,0 1 1,1-1 0,0 1-1,0 0 1,0 1-1,0-1 1,1 1 0,-1 0-1,1 1 1,0-1 0,1 1-1,8-3 1,-2 3-6739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6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24575,'-3'0'0,"0"3"0,0 3 0,0 2 0,1 4 0,1-2-8191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7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31 24575,'11'-2'0,"0"1"0,-1 0 0,1 1 0,19 1 0,-28-1 0,0 1 0,0-1 0,0 0 0,0 1 0,0 0 0,0-1 0,0 1 0,0 0 0,0 0 0,0 0 0,0 0 0,0 0 0,0 1 0,-1-1 0,1 0 0,0 1 0,-1-1 0,0 1 0,1 0 0,-1 0 0,0-1 0,0 1 0,0 0 0,0 0 0,0 0 0,0 0 0,0 0 0,-1 0 0,1 0 0,0 3 0,0 15 0,-1 1 0,-1-1 0,-3 22 0,3-40 0,1 0 0,0-1 0,-1 1 0,1-1 0,-1 1 0,0-1 0,1 1 0,-1-1 0,0 0 0,0 1 0,0-1 0,0 0 0,0 1 0,0-1 0,0 0 0,-1 0 0,1 0 0,0 0 0,-1 0 0,1 0 0,-1-1 0,1 1 0,-1 0 0,1-1 0,-1 1 0,1-1 0,-1 1 0,1-1 0,-1 0 0,0 0 0,1 0 0,-4 0 0,-2 0 0,1 0 0,-1-1 0,1 1 0,-1-1 0,1-1 0,-13-4 0,-2-2 0,0-1 0,-27-17 0,40 21 0,0 0 0,0-1 0,0 0 0,1 0 0,0-1 0,1 0 0,-1 0 0,-6-11 0,11 16 0,1 0 0,0 0 0,0 1 0,0-1 0,0 0 0,0 0 0,0-1 0,1 1 0,-1 0 0,1 0 0,-1 0 0,1 0 0,0-1 0,0 1 0,0 0 0,0 0 0,0 0 0,0-1 0,1 1 0,-1 0 0,1 0 0,0 0 0,-1 0 0,1 0 0,0 0 0,0 0 0,0 0 0,0 0 0,1 0 0,-1 1 0,1-1 0,-1 0 0,1 1 0,-1-1 0,1 1 0,0-1 0,0 1 0,-1 0 0,1 0 0,0 0 0,0 0 0,0 0 0,1 0 0,1 0 0,2 0-91,-1-1 0,0 1 0,1 1 0,-1-1 0,0 1 0,1 0 0,-1 0 0,1 0 0,-1 1 0,1 0 0,-1 0 0,0 0 0,0 1 0,9 3 0,-2 1-6735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0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 24575,'6'-1'0,"-1"-1"0,1 1 0,0 0 0,0 1 0,-1-1 0,1 1 0,0 1 0,0-1 0,0 1 0,-1 0 0,1 0 0,9 3 0,-7-1 0,0 1 0,0-1 0,0 1 0,-1 1 0,1-1 0,-1 1 0,12 12 0,-17-15 0,0 1 0,0-1 0,0 1 0,-1 0 0,1-1 0,-1 1 0,1 0 0,-1 0 0,0 0 0,-1 0 0,1 0 0,0 0 0,-1 0 0,1 4 0,-1 4 0,0-1 0,-2 20 0,2-28 0,-1 1 0,1-1 0,-1 1 0,0-1 0,1 0 0,-1 1 0,0-1 0,-1 0 0,1 0 0,0 0 0,-1 0 0,1 0 0,-1 0 0,1 0 0,-1 0 0,0 0 0,0-1 0,0 1 0,0-1 0,0 1 0,0-1 0,0 0 0,-1 0 0,1 0 0,0 0 0,-1 0 0,1-1 0,-1 1 0,-4 0 0,1-1 0,1 1 0,-1-1 0,0 0 0,0 0 0,1-1 0,-1 0 0,0 0 0,1 0 0,-1-1 0,1 0 0,-11-4 0,6 0 0,0 0 0,0 0 0,1-1 0,-1-1 0,1 0 0,-12-13 0,17 16 0,0 0 0,0-1 0,1 1 0,-1-1 0,1 1 0,0-1 0,1 0 0,0 0 0,0 0 0,0-1 0,0 1 0,1 0 0,-1-10 0,2 2-1365,0 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38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2285 140 24575,'511'-68'0,"-460"63"0,1 3 0,52 4 0,-102-2 0,-1 1 0,1-1 0,0 0 0,0 1 0,-1-1 0,1 1 0,0-1 0,-1 1 0,1 0 0,-1-1 0,3 2 0,-4-1 0,0-1 0,0 0 0,0 0 0,1 0 0,-1 1 0,0-1 0,0 0 0,0 0 0,1 1 0,-1-1 0,0 0 0,0 1 0,0-1 0,0 0 0,0 0 0,0 1 0,0-1 0,0 0 0,0 1 0,0-1 0,0 0 0,0 1 0,0-1 0,0 1 0,-8 9 0,3-7 0,0 0 0,0 0 0,-1 0 0,1-1 0,-1 1 0,0-1 0,0-1 0,-6 2 0,-7 1 0,-24 0 0,-249 0 0,167-6 0,-1286 2-561,935-20 561,465 20 0,-117-10 0,-209-44 0,231 24 561,105 30-561,0 0 0,0 0 0,0 0 0,1-1 0,-1 1 0,0 0 0,0-1 0,0 1 0,0-1 0,0 1 0,1-1 0,-1 1 0,0-1 0,0 1 0,1-1 0,-2-1 0,6 0 0,7 2 0,24 8 0,57 20 0,4 2 0,326 41-315,6-36-111,-308-27 394,579 20-675,1-25-72,-650-3 774,-36 0 12,27 0 315,0-1 0,70-11 0,-138 10 969,-111-5-1291,14 0 0,-98 0 0,-72-1 0,110 7-119,-359 3-513,-16 26 632,496-22-204,1 3-1,-103 28 0,141-28-6621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40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24575,'-1'0'0,"1"-1"0,0 1 0,0 0 0,0 0 0,0 0 0,0 0 0,0 0 0,0 0 0,0-1 0,0 1 0,0 0 0,0 0 0,0 0 0,0 0 0,0 0 0,0-1 0,0 1 0,0 0 0,0 0 0,0 0 0,1 0 0,-1 0 0,0 0 0,0-1 0,0 1 0,0 0 0,0 0 0,0 0 0,0 0 0,0 0 0,0 0 0,1 0 0,-1 0 0,0 0 0,0-1 0,0 1 0,0 0 0,0 0 0,0 0 0,1 0 0,-1 0 0,0 0 0,0 0 0,0 0 0,0 0 0,0 0 0,1 0 0,6 6 0,7 10 0,-6-3 0,-1 1 0,7 18 0,3 5 0,-14-60 0,-5-5 0,1 19 0,1 0 0,0 0 0,0 0 0,0 0 0,1 0 0,1 0 0,3-13 0,-5 20 0,1 1 0,-1 0 0,1-1 0,-1 1 0,1 0 0,0 0 0,0 0 0,0-1 0,0 1 0,0 0 0,0 0 0,0 0 0,0 1 0,0-1 0,0 0 0,0 0 0,0 1 0,1-1 0,-1 0 0,2 0 0,0 1 0,-1-1 0,0 1 0,0 0 0,1 0 0,-1 0 0,0 0 0,0 1 0,0-1 0,1 1 0,-1-1 0,4 2 0,3 3 0,1-1 0,-1 2 0,0-1 0,10 9 0,-17-13 0,13 10 0,0-1 0,1-1 0,0 0 0,1-2 0,19 8 0,-24-10-1365,-3 0-5461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26 24575,'-1'-2'0,"-2"0"0,0-1 0,0 1 0,0 0 0,0 0 0,0 0 0,-1 0 0,1 1 0,0-1 0,-1 1 0,0 0 0,1 0 0,-1 0 0,-5 0 0,9 1 0,-1 0 0,1 0 0,-1 0 0,0 0 0,1 0 0,-1 1 0,1-1 0,-1 0 0,1 0 0,0 1 0,-1-1 0,1 0 0,-1 1 0,1-1 0,0 1 0,-1-1 0,1 0 0,-1 1 0,1-1 0,0 1 0,0-1 0,-1 1 0,1-1 0,0 1 0,0-1 0,0 1 0,-1-1 0,1 1 0,0-1 0,0 1 0,0-1 0,0 1 0,0-1 0,0 1 0,0-1 0,0 1 0,1 0 0,4 24 0,-4-21 0,6 18 0,0 1 0,20 36 0,29 41 0,-14-28 0,-11-13 0,31 54 0,-56-103 0,0 0 0,-1 0 0,0 1 0,-1-1 0,0 1 0,-1 1 0,0-1 0,2 15 0,-5-25-3,0 0 0,0 0-1,0 0 1,0 0 0,0-1-1,0 1 1,0 0 0,0 0-1,0 0 1,0 0 0,-1 0-1,1 0 1,0 0 0,-1 0-1,1 0 1,-1-1 0,1 1-1,-1 0 1,1 0 0,-1-1-1,0 1 1,1 0 0,-1-1-1,-1 2 1,1-1 16,-1-1 1,1 1-1,0-1 0,-1 0 0,1 0 1,-1 1-1,1-1 0,-1 0 1,1 0-1,-1 0 0,1 0 0,-1-1 1,1 1-1,-2 0 0,-6-3-351,1 0 0,-1 0-1,-14-9 1,22 12 210,-13-8-6698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1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24575,'27'0'0,"11"0"0,2 0 0,-3 0 0,-9-3 0,-6 0 0,-6-3 0,-7-2 0,-5-3 0,-2 1-8191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1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24575,'5'27'0,"4"14"0,3 5 0,2-1 0,1-3 0,0-6 0,0-4 0,1-3 0,-1-4 0,2-1 0,1-2 0,-3-3 0,-1-1 0,-4-3 0,0-2 0,-2-2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1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0 24575,'-4'2'0,"1"0"0,0 1 0,-1 0 0,1-1 0,0 1 0,1 0 0,-1 0 0,0 0 0,1 1 0,0-1 0,-1 1 0,1-1 0,1 1 0,-1 0 0,1 0 0,-1 0 0,-1 7 0,0 3 0,1 1 0,0 0 0,1 22 0,2-3 0,1-1 0,2 1 0,1-1 0,2 0 0,1 0 0,2-1 0,1 0 0,1-1 0,2 0 0,30 48 0,-33-62 17,0 0 0,2-1 1,0-1-1,0 0 0,1-1 0,18 13 0,-24-21-123,0 0 0,1 0 0,0-1 0,0 0 0,0-1 0,1 0-1,-1 0 1,1-1 0,0 0 0,0-1 0,0 0 0,1-1 0,15 0 0,-13-1-6720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2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24575,'7'-1'0,"96"-21"0,-83 17 0,-1-1 0,-1 0 0,24-13 0,-38 17 0,1-1 0,-1 0 0,0 0 0,1 0 0,-1 0 0,-1-1 0,1 1 0,-1-1 0,1 0 0,-1 0 0,4-7 0,-6 9 0,0 0 0,0 0 0,-1 0 0,1 0 0,0 0 0,-1 0 0,0 0 0,1 0 0,-1-1 0,0 1 0,0 0 0,0 0 0,0 0 0,-1 0 0,1 0 0,0 0 0,-1 0 0,0 0 0,1 0 0,-1 0 0,0 0 0,0 0 0,0 0 0,0 0 0,0 1 0,-1-1 0,1 0 0,0 1 0,-1-1 0,-2-1 0,-3-2 0,1 0 0,-1 0 0,-1 1 0,1 0 0,0 1 0,-1 0 0,0 0 0,-13-3 0,9 3 0,1 1 0,-1 0 0,0 1 0,0 0 0,-17 1 0,25 1 0,1-1 0,-1 0 0,1 1 0,-1 0 0,1 0 0,0 0 0,-1 0 0,1 0 0,0 1 0,0-1 0,0 1 0,0 0 0,0 0 0,0 0 0,0 0 0,1 1 0,-1-1 0,1 1 0,0-1 0,0 1 0,0 0 0,0 0 0,0 0 0,0 0 0,1 0 0,0 0 0,-1 1 0,1-1 0,0 0 0,1 1 0,-1-1 0,1 1 0,-1-1 0,1 1 0,0-1 0,0 1 0,1 5 0,1-1 0,0 0 0,1-1 0,0 1 0,0-1 0,0 0 0,1 1 0,0-2 0,0 1 0,1 0 0,0-1 0,0 0 0,0 0 0,1-1 0,0 1 0,10 6 0,7 4 0,1 0 0,50 23 0,-39-23 0,1-1 0,1-2 0,0-2 0,51 10 0,-86-20-80,1-1 0,0 1-1,0-1 1,0 0 0,0 0-1,0 0 1,-1 0 0,1 0-1,0 0 1,0-1 0,0 1 0,-1-1-1,1 0 1,0 0 0,-1 0-1,6-3 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2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24575,'65'145'0,"40"83"0,-75-173 0,-30-55 0,0-2 0,-4-11 0,-8-16 0,-9-12-1365,12 23-5461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2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24575,'0'3'0,"0"2"0,0 4 0,0 5 0,-2 2 0,-2 2 0,1-3-8191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3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35 109 24575,'-3'1'0,"0"1"0,1 0 0,-1 1 0,1-1 0,0 0 0,0 1 0,0-1 0,0 1 0,0-1 0,1 1 0,-1 0 0,1 0 0,-1 0 0,1 0 0,0 0 0,0 0 0,1 0 0,-1 0 0,1 0 0,-1 0 0,1 1 0,0-1 0,0 0 0,0 0 0,1 0 0,-1 0 0,1 1 0,0-1 0,0 0 0,0 0 0,0 0 0,0 0 0,0 0 0,1-1 0,0 1 0,0 0 0,-1-1 0,1 1 0,1-1 0,-1 0 0,0 1 0,5 2 0,-1 0 0,0-1 0,0 0 0,0 0 0,1-1 0,-1 0 0,1 0 0,0-1 0,0 1 0,0-2 0,0 1 0,0-1 0,0 0 0,1 0 0,-1-1 0,0 0 0,11-1 0,-14 0 0,1 1 0,-1-1 0,1-1 0,-1 1 0,0-1 0,1 1 0,-1-1 0,0 0 0,0-1 0,0 1 0,0-1 0,-1 0 0,1 0 0,-1 0 0,0 0 0,0-1 0,0 1 0,0-1 0,0 0 0,-1 1 0,0-1 0,1-1 0,-2 1 0,1 0 0,0 0 0,1-9 0,-2 7 0,0 4 0,-1-1 0,1 1 0,0-1 0,0 1 0,-1-1 0,2 1 0,0-3 0,-1 4 0,0 0 0,0 0 0,-1 1 0,1-1 0,0 0 0,0 1 0,0-1 0,0 1 0,0-1 0,0 1 0,0-1 0,0 1 0,0 0 0,0 0 0,0-1 0,0 1 0,0 0 0,0 0 0,0 0 0,0 0 0,2 0 0,26 3 0,-19-1 0,0-1 0,0-1 0,0 0 0,18-1 0,-26 0 0,0 1 0,1-1 0,-1 1 0,0-1 0,0 0 0,0 0 0,0 0 0,0 0 0,0 0 0,0 0 0,0 0 0,0-1 0,-1 1 0,1-1 0,0 0 0,-1 1 0,1-1 0,-1 0 0,0 0 0,1 0 0,-1 0 0,0 0 0,0 0 0,-1 0 0,1 0 0,0-3 0,0 2-49,0-1 1,-1 0-1,1 0 0,-1 0 0,0 0 1,0 0-1,-1 0 0,1 0 0,-1 1 1,0-1-1,0 0 0,0 0 0,-1 1 1,1-1-1,-1 1 0,0-1 0,0 1 1,0-1-1,0 1 0,0 0 0,-1 0 1,0 0-1,1 1 0,-1-1 0,0 0 0,0 1 1,-7-4-1,-6-3-6777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3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24575,'41'45'-162,"-2"2"0,-1 2-1,55 96 1,-78-116 109,0 2 0,-2 0 0,-1 0 0,-2 1 0,-1 1 0,-1 0 0,-2 0 1,3 52-1,-8-53 340,-1 1 0,-6 52 1,4-76-367,1 1 0,-2-1 0,1 0 1,-1 0-1,0 0 0,-1-1 1,0 1-1,-1-1 0,1 0 1,-2 0-1,1 0 0,-1-1 1,-11 12-1,2-7-6747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6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39 24575,'-1'1'0,"-1"1"0,1-1 0,0 0 0,0 1 0,0-1 0,0 1 0,0 0 0,1-1 0,-1 1 0,0-1 0,1 1 0,-1 0 0,1 0 0,0-1 0,-1 1 0,1 0 0,0 0 0,0 2 0,1-1 0,-1 1 0,1-1 0,0 0 0,0 0 0,0 0 0,0 0 0,1 0 0,-1 0 0,3 4 0,0-1 0,0-1 0,1 0 0,-1 0 0,1 0 0,0-1 0,0 1 0,0-1 0,0 0 0,8 3 0,-12-6 0,1 0 0,-1-1 0,0 1 0,1 0 0,-1-1 0,1 0 0,-1 1 0,0-1 0,1 0 0,-1 0 0,1 1 0,-1-1 0,1 0 0,-1-1 0,1 1 0,-1 0 0,1 0 0,2-1 0,-3 0 0,0 0 0,0 0 0,0 1 0,0-1 0,0 0 0,0 0 0,0 0 0,0 0 0,-1 0 0,1 0 0,0-1 0,-1 1 0,1 0 0,-1 0 0,1 0 0,0-3 0,1-5 0,-1 1 0,0-1 0,0 1 0,-1-1 0,-1-9 0,1 11 0,-1-7 0,0-17 0,0 29 0,2 1 0,-1-1 0,0 1 0,0-1 0,0 1 0,1-1 0,-1 1 0,1 0 0,-1-1 0,1 1 0,-1-1 0,1 1 0,0 0 0,0 0 0,2-3 0,-2 4 0,0-1 0,0 1 0,0-1 0,1 1 0,-1 0 0,0 0 0,1-1 0,-1 1 0,0 0 0,1 0 0,-1 0 0,0 0 0,1 0 0,-1 1 0,0-1 0,0 0 0,1 1 0,-1-1 0,0 1 0,0-1 0,1 1 0,-1-1 0,2 2 0,26 18 0,-29-20 0,26 20-455,-2 1 0,40 43 0,-56-54-6371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4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51 24575,'-30'-5'0,"-14"-2"0,-4 1 0,2-2 0,6 2 0,6 0 0,6 3 0,6 0 0,5 2 0,1 1 0,3-3 0,2 0-8191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4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76 24575,'-32'-10'0,"-16"-3"0,-4-2 0,2 2 0,4 2 0,6 4 0,3 3 0,7 2 0,6 2 0,6 0-8191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5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887 72 24575,'-15'-12'0,"0"1"0,-23-12 0,30 19 0,-1 0 0,1 0 0,-1 1 0,0 0 0,0 1 0,-16-3 0,12 5 0,-1 1 0,1 0 0,0 1 0,0 0 0,-24 8 0,9-2 0,-78 14 0,-156 12 0,142-30 0,16-2 0,88 1 0,14 0 0,9 2 0,92 23 0,-27-8 0,-18-5 0,12 4 0,0 3 0,69 33 0,-130-53 0,0 1 0,0 0 0,0 0 0,-1 0 0,1 0 0,-1 1 0,6 6 0,-9-9 0,0 0 0,0 0 0,-1 0 0,1 0 0,0 1 0,-1-1 0,1 0 0,-1 1 0,1-1 0,-1 0 0,0 1 0,1-1 0,-1 0 0,0 1 0,0-1 0,0 1 0,0-1 0,0 1 0,0-1 0,0 0 0,-1 1 0,1-1 0,-1 0 0,1 1 0,-1-1 0,1 0 0,-1 1 0,1-1 0,-1 0 0,0 0 0,0 0 0,0 0 0,-1 2 0,-2 1 0,-1 0 0,1 0 0,-1 0 0,1-1 0,-1 0 0,0 0 0,-6 3 0,-41 14 0,29-12 0,-53 20 0,36-15 0,1 2 0,-58 31 0,93-44 0,0 1 0,0 0 0,0 0 0,0 0 0,0 0 0,1 1 0,0 0 0,-5 5 0,7-7 0,0-1 0,1 0 0,-1 1 0,0-1 0,1 0 0,-1 1 0,1-1 0,-1 1 0,1-1 0,0 0 0,0 1 0,0-1 0,0 1 0,0-1 0,0 1 0,0-1 0,0 1 0,0-1 0,1 1 0,-1-1 0,1 1 0,-1-1 0,1 0 0,-1 1 0,1-1 0,0 0 0,0 0 0,-1 1 0,1-1 0,0 0 0,0 0 0,2 1 0,2 2 0,0 0 0,0 0 0,1 0 0,-1-1 0,1 0 0,0 0 0,0-1 0,0 0 0,1 0 0,12 2 0,7 1 0,34 0 0,157-3 0,-137-3 0,-62 1-455,0-1 0,19-4 0,-21 2-6371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7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24575,'-19'115'0,"14"-80"0,2-5 0,0 1 0,2 0 0,5 52 0,-1-62 0,0-1 0,1 1 0,2-1 0,0-1 0,1 1 0,13 27 0,-17-41 0,1-1 0,-1 1 0,1-1 0,0 0 0,0 0 0,0 0 0,0-1 0,1 0 0,10 8 0,-13-11 0,1 1 0,-1-1 0,0 0 0,1 0 0,-1 0 0,0-1 0,1 1 0,-1 0 0,1-1 0,0 0 0,-1 1 0,1-1 0,-1 0 0,1 0 0,-1-1 0,1 1 0,-1-1 0,1 1 0,-1-1 0,1 0 0,-1 1 0,1-1 0,-1-1 0,0 1 0,0 0 0,1 0 0,1-3 0,1 0 0,1-1 0,-1 0 0,0 0 0,0 0 0,0-1 0,-1 0 0,0 0 0,0 0 0,0 0 0,-1-1 0,0 1 0,3-11 0,-6 16 0,0 1 0,0-1 0,0 0 0,0 0 0,0 1 0,1-1 0,-1 0 0,0 1 0,1-1 0,-1 0 0,0 1 0,1-1 0,-1 1 0,0-1 0,1 0 0,-1 1 0,1-1 0,-1 1 0,1 0 0,0-1 0,-1 1 0,1-1 0,-1 1 0,1 0 0,0-1 0,-1 1 0,1 0 0,0 0 0,0-1 0,1 2 0,-1-1 0,1 1 0,-1-1 0,1 1 0,-1 0 0,1 0 0,-1 0 0,0 0 0,0 0 0,1 0 0,-1 0 0,2 2 0,42 49 0,-34-39 0,0 1 0,0-2 0,1 1 0,1-2 0,0 0 0,21 14 0,-25-22-1365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7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43 24575,'-3'-4'0,"0"0"0,-1 0 0,1 0 0,-1 0 0,0 0 0,0 1 0,0 0 0,-8-4 0,11 6 0,-1 0 0,0 0 0,0 1 0,0-1 0,1 1 0,-1-1 0,0 1 0,0 0 0,0 0 0,0 0 0,0 0 0,0 0 0,0 0 0,0 0 0,0 1 0,1-1 0,-1 1 0,0-1 0,0 1 0,0 0 0,1 0 0,-1 0 0,0 0 0,1 0 0,-1 0 0,-1 2 0,-19 15 0,-21 24 0,35-34 0,0 1 0,1 1 0,0-1 0,1 1 0,-8 16 0,12-22 0,1 0 0,0-1 0,0 1 0,0 0 0,1 0 0,-1 0 0,1 0 0,0 0 0,0 0 0,0 0 0,1 0 0,-1 0 0,1 0 0,0 0 0,2 6 0,3 4 0,0 0 0,15 24 0,5 9 0,-17-21 0,-1 0 0,-1 1 0,7 52 0,-10-48 0,2 0 0,14 44 0,-19-72 0,3 10 0,1 0 0,1 0 0,11 18 0,-15-27 0,0-1 0,0 0 0,1 0 0,-1-1 0,1 1 0,0 0 0,-1-1 0,1 0 0,1 1 0,-1-1 0,0 0 0,0-1 0,1 1 0,-1-1 0,1 1 0,0-1 0,-1 0 0,5 0 0,-5 0 9,1-1 1,0 1-1,-1-1 0,1 0 0,0 0 1,0-1-1,-1 1 0,1-1 0,-1 0 0,1 0 1,0 0-1,4-2 0,-6 1-96,1 1-1,-1-1 1,0 0 0,1 0-1,-1 0 1,0 0 0,0 0-1,0 0 1,-1 0-1,1-1 1,-1 1 0,1-1-1,-1 1 1,0-1 0,1 0-1,0-3 1,0-4-6739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8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3 24575,'-2'0'0,"1"-1"0,0 1 0,-1-1 0,1 1 0,0 0 0,-1 0 0,1-1 0,-1 1 0,1 0 0,0 0 0,-1 0 0,1 1 0,-1-1 0,1 0 0,0 1 0,-1-1 0,-1 1 0,2 0 0,0-1 0,1 1 0,-1 0 0,0-1 0,0 1 0,1 0 0,-1 0 0,0 0 0,1-1 0,-1 1 0,1 0 0,-1 0 0,1 0 0,0 0 0,-1 0 0,1 0 0,0 0 0,-1 2 0,1 0 0,0 0 0,0 0 0,0 1 0,0-1 0,1 0 0,-1 0 0,1 1 0,0-1 0,0 0 0,0 0 0,0 0 0,1 0 0,2 5 0,0-2 0,1 0 0,-1 0 0,1 0 0,1-1 0,-1 0 0,1 0 0,11 7 0,-16-10 0,1-1 0,0 0 0,-1 0 0,1-1 0,0 1 0,0 0 0,0-1 0,0 1 0,0-1 0,-1 1 0,1-1 0,0 0 0,0 0 0,0 0 0,0 0 0,0 0 0,0-1 0,0 1 0,0 0 0,0-1 0,0 1 0,0-1 0,0 0 0,-1 0 0,1 0 0,0 0 0,-1 0 0,1 0 0,0 0 0,-1 0 0,1-1 0,-1 1 0,3-4 0,-3 3 0,1-1 0,-1 1 0,1-1 0,-1 0 0,0 0 0,0 0 0,0 0 0,0 0 0,-1 0 0,1 0 0,-1 0 0,0 0 0,0-5 0,0 3 0,1 1 0,-1-1 0,1 0 0,2-6 0,-3 10 0,0 0 0,0 1 0,0-1 0,0 0 0,1 1 0,-1-1 0,0 1 0,1-1 0,-1 0 0,0 1 0,1-1 0,-1 1 0,1-1 0,-1 1 0,1-1 0,-1 1 0,1 0 0,-1-1 0,1 1 0,-1-1 0,1 1 0,-1 0 0,1 0 0,0-1 0,-1 1 0,1 0 0,0 0 0,-1 0 0,1 0 0,0 0 0,-1 0 0,1 0 0,0 0 0,-1 0 0,1 0 0,0 0 0,-1 0 0,1 0 0,-1 0 0,1 1 0,0-1 0,0 1 0,4 1 0,-1 1 0,1 0 0,-1 0 0,7 6 0,-2-1 0,94 61-1365,-94-63-5461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8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24575,'8'-10'0,"0"1"0,1 0 0,0 0 0,1 1 0,16-11 0,-22 16 0,1 1 0,-1 0 0,1 0 0,0 0 0,-1 0 0,1 1 0,0-1 0,0 2 0,0-1 0,0 0 0,0 1 0,0 0 0,0 0 0,0 0 0,0 1 0,8 1 0,3 3 0,0 1 0,0 0 0,0 1 0,-1 1 0,0 0 0,-1 1 0,0 0 0,16 15 0,-24-19 0,-1 2 0,1-1 0,-1 1 0,0 0 0,-1 0 0,1 0 0,-1 1 0,-1-1 0,1 1 0,-2 0 0,1 0 0,-1 0 0,3 16 0,-2 8 0,0 0 0,-3 43 0,-1-45 0,2 14 0,1 0 0,2 1 0,19 81 0,-8-87 0,-12-33 0,0 0 0,0 1 0,-1-1 0,0 0 0,0 1 0,-1-1 0,2 13 0,-4-17 0,1-1 0,0 0 0,0 1 0,-1-1 0,1 0 0,-1 1 0,1-1 0,-1 0 0,1 0 0,-1 0 0,0 1 0,0-1 0,0 0 0,1 0 0,-1 0 0,0 0 0,0 0 0,0 0 0,-1-1 0,1 1 0,0 0 0,0 0 0,0-1 0,-1 1 0,1-1 0,0 1 0,0-1 0,-1 0 0,1 1 0,0-1 0,-2 0 0,-6 1 0,0 0 0,0 0 0,-15-2 0,13 1 0,-9-1-1365,2 0-5461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09:59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33 175 24575,'38'1'0,"-16"0"0,1-1 0,-1-1 0,1-1 0,-1-1 0,29-7 0,-49 10 0,-1 0 0,1-1 0,0 1 0,-1-1 0,1 0 0,-1 0 0,1 1 0,-1-1 0,1 0 0,-1 0 0,0 0 0,0-1 0,1 1 0,-1 0 0,0 0 0,0-1 0,0 1 0,0 0 0,0-1 0,0 1 0,-1-1 0,2-2 0,-2 3 0,0-1 0,0 0 0,0 0 0,0 0 0,0 0 0,-1 0 0,1 1 0,-1-1 0,1 0 0,-1 0 0,1 1 0,-1-1 0,0 0 0,0 1 0,0-1 0,0 0 0,0 1 0,0 0 0,0-1 0,-2-1 0,-8-8 0,-1 0 0,0 1 0,0 0 0,-1 1 0,-19-11 0,24 15 0,1 2 0,-1-1 0,0 1 0,0 0 0,-1 1 0,1 0 0,0 0 0,-1 1 0,1 0 0,-1 0 0,-13 1 0,20 0 0,0 1 0,0-1 0,0 0 0,0 1 0,0 0 0,0-1 0,0 1 0,1 0 0,-1 0 0,0 0 0,0 0 0,1 0 0,-1 0 0,1 0 0,-1 1 0,1-1 0,-2 3 0,1-2 0,0 1 0,1 0 0,0-1 0,0 1 0,0 0 0,0 0 0,0 0 0,0-1 0,1 1 0,-1 6 0,1-2 0,0 1 0,0 0 0,1-1 0,0 1 0,1-1 0,-1 1 0,1-1 0,6 12 0,-3-9 0,1 1 0,1-1 0,0 0 0,0-1 0,1 1 0,0-1 0,1-1 0,0 0 0,0 0 0,1-1 0,0 0 0,0 0 0,0-1 0,16 6 0,13 4 0,1-2 0,70 17 0,-108-31-45,1 1-43,1 0 0,0 0 0,-1 0 0,1 0 0,-1-1 0,1 1 0,0-1 0,0 0 0,-1 0 0,1-1 0,0 1 0,-1-1 0,1 0 0,5-2 0,0-2-6738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0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46 24575,'-27'-5'0,"-11"-4"0,-4-1 0,2 2 0,3 2 0,6 2 0,6 2 0,4 1 0,3 0 0,3 2 0,1-1 0,3 0-8191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0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24575,'1'52'0,"2"0"0,9 52 0,-6-75 0,1 0 0,1 0 0,1-1 0,2 0 0,14 27 0,35 61 0,-59-115 0,0 1 0,-1-1 0,1 0 0,-1 1 0,0-1 0,1 0 0,-1 0 0,0 1 0,0-1 0,0 1 0,0-1 0,0 2 0,-4 1 0,-7-7 0,-6-6 0,0-1 0,1 0 0,0-2 0,1 0 0,0 0 0,1-2 0,-22-25 0,33 34 0,-1 0 0,1 0 0,0 0 0,0 0 0,0-1 0,1 1 0,0-1 0,0 0 0,1 1 0,-1-1 0,0-12 0,1 15 0,1-1 0,0 1 0,1-1 0,-1 1 0,1-1 0,-1 1 0,1-1 0,0 1 0,0-1 0,0 1 0,1 0 0,-1 0 0,1 0 0,0 0 0,0 0 0,0 0 0,0 0 0,0 1 0,1-1 0,-1 1 0,5-4 0,3-1-227,0 1-1,0 0 1,1 1-1,0 0 1,22-6-1,-20 7-6598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0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1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30 24575,'-1'2'0,"1"0"0,-1 0 0,1 0 0,0 0 0,-1 0 0,1 0 0,0 0 0,0 0 0,0 0 0,0 0 0,1 0 0,-1 0 0,1 0 0,-1-1 0,1 1 0,-1 0 0,3 3 0,18 31 0,-18-30 0,13 16 0,1 0 0,1-2 0,35 34 0,-43-46 0,0 0 0,1-1 0,-1 0 0,16 7 0,-19-10 0,0-1 0,0-1 0,0 1 0,0-1 0,1-1 0,-1 1 0,1-1 0,10 0 0,-16-1 0,0 0 0,-1 0 0,1 0 0,0 0 0,-1 0 0,1 0 0,-1 0 0,1-1 0,0 1 0,-1-1 0,1 1 0,-1-1 0,1 0 0,-1 1 0,1-1 0,-1 0 0,0 0 0,1 0 0,-1 0 0,0 0 0,0 0 0,0-1 0,0 1 0,0 0 0,0-1 0,0 1 0,0 0 0,0-1 0,-1 1 0,1-1 0,-1 1 0,1-1 0,0-3 0,-1-2 0,1-1 0,-1 1 0,-1-1 0,0 0 0,0 1 0,-2-8 0,-1-9 0,4 23 0,-1 0 0,1 0 0,0 0 0,0 0 0,0 0 0,0 0 0,0 0 0,0 0 0,0 0 0,1 0 0,-1 0 0,0 0 0,0 0 0,1 0 0,-1 0 0,1 0 0,-1 0 0,1 0 0,-1 0 0,1 0 0,0 1 0,-1-1 0,1 0 0,0 0 0,-1 1 0,1-1 0,0 0 0,0 1 0,0-1 0,0 1 0,0-1 0,0 1 0,0 0 0,0-1 0,0 1 0,0 0 0,0-1 0,0 1 0,0 0 0,0 0 0,0 0 0,0 0 0,0 0 0,1 0 0,6 1 0,0 0 0,0 1 0,0-1 0,11 5 0,-14-4 0,-2-1 0,53 14 0,-51-14 0,0 0 0,0-1 0,1 0 0,-1 1 0,0-2 0,1 1 0,-1 0 0,9-3 0,-13 3 0,1-1 0,-1 1 0,0 0 0,0-1 0,1 1 0,-1-1 0,0 1 0,0-1 0,0 1 0,0-1 0,0 0 0,0 0 0,0 0 0,0 1 0,0-1 0,0 0 0,-1 0 0,1 0 0,0 0 0,-1 0 0,1-1 0,0 1 0,-1 0 0,1 0 0,-1 0 0,0 0 0,1-1 0,-1 1 0,0 0 0,0 0 0,0-1 0,0 1 0,0 0 0,0-2 0,-1 0 0,0 0 0,0 0 0,0 0 0,0 0 0,-1 0 0,1 0 0,-1 0 0,0 1 0,0-1 0,0 1 0,0-1 0,-4-3 0,-7-5-124,0 0 0,-1 0 0,-1 2 0,1-1 0,-2 2 0,1 0-1,-1 1 1,0 1 0,-1 0 0,-22-5 0,24 9-6702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32 24575,'-6'-3'0,"4"8"0,5 9 0,1-5 0,0-1 0,1 1 0,1-1 0,-1 0 0,1 0 0,0-1 0,1 0 0,0 0 0,0 0 0,1-1 0,-1 0 0,15 8 0,-21-13 0,0-1 0,0 1 0,0-1 0,0 1 0,0-1 0,0 1 0,1-1 0,-1 0 0,0 1 0,0-1 0,0 0 0,0 0 0,1 0 0,-1 0 0,0 0 0,0 0 0,0 0 0,0-1 0,0 1 0,1 0 0,-1-1 0,0 1 0,0 0 0,0-1 0,0 1 0,1-2 0,-1 1 0,0-1 0,0 1 0,1-1 0,-1 1 0,-1-1 0,1 0 0,0 0 0,0 1 0,-1-1 0,1 0 0,-1 0 0,1 0 0,-1 0 0,0 1 0,0-4 0,1-5 0,0 1 0,0-1 0,0 1 0,1 0 0,1 0 0,6-17 0,-7 23 0,-1 0 0,1 1 0,-1-1 0,1 1 0,0 0 0,0-1 0,0 1 0,0 0 0,0 0 0,1 0 0,-1 1 0,1-1 0,-1 0 0,1 1 0,0 0 0,-1 0 0,1 0 0,0 0 0,0 0 0,0 0 0,0 1 0,0-1 0,0 1 0,-1 0 0,1 0 0,3 0 0,5 1 12,0 0 0,-1 1 0,1 0 0,-1 1 0,0 0 0,1 1 0,-1 0 0,-1 1 0,17 9 0,-6-1-383,-1 1-1,0 1 1,21 21 0,-27-23-6455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3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132 173 24575,'0'8'0,"0"45"0,11 88 0,-9-125 0,1 0 0,1 0 0,1 0 0,0-1 0,1 0 0,1 0 0,0 0 0,1-1 0,18 25 0,-22-33 0,1 0 0,-8-11 0,-48-83 0,3-2 0,-45-118 0,93 207 0,-22-67 0,20 62 0,0-1 0,1 0 0,0-1 0,0 1 0,1 0 0,0 0 0,2-14 0,-2 19 0,0 1 0,1-1 0,-1 1 0,1-1 0,-1 0 0,1 1 0,0-1 0,-1 1 0,1-1 0,0 1 0,0 0 0,0-1 0,0 1 0,0 0 0,1 0 0,-1 0 0,0 0 0,0 0 0,2-1 0,0 1 0,-1 0 0,0 0 0,0 1 0,0-1 0,1 1 0,-1-1 0,0 1 0,0 0 0,1 0 0,-1 0 0,0 0 0,4 1 0,4 2 0,1 0 0,-1 0 0,1 1 0,14 9 0,-23-13 0,33 19 0,-1 1 0,-1 1 0,-1 2 0,-1 1 0,-1 2 0,-1 1 0,-1 1 0,46 62 0,-66-79 0,0 0 0,-1 0 0,-1 1 0,0 0 0,-1 1 0,0-1 0,0 1 0,-2 0 0,1 0 0,-2 0 0,2 19 0,-4-28 0,0 1 0,0-1 0,-1 0 0,0 0 0,1 0 0,-2 1 0,1-1 0,0 0 0,-1 0 0,1-1 0,-1 1 0,0 0 0,-1-1 0,-3 6 0,1-4 0,0 0 0,0 0 0,0-1 0,0 0 0,-1 0 0,1 0 0,-1-1 0,-9 4 0,-2 0 0,0-2 0,0 0 0,0-1 0,-1 0 0,0-2 0,-17 1 0,27-3-75,-65 2 280,64-3-419,1 0 1,-1 0-1,1 0 1,-1-1-1,1 0 1,-10-5-1,5 1-6612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3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24575,'-2'27'0,"-2"13"0,1 4 0,3-2 0,2-6 0,2-5 0,1-7 0,2-4 0,0-4 0,1-1 0,2-2 0,-1-2-8191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3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 69 24575,'-31'-12'0,"-17"-4"0,-4 0 0,2 4 0,4 3 0,6 6 0,3 3 0,2 4 0,2 2 0,1 2 0,4 0 0,4-2 0,6-2-8191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24575,'-2'27'0,"-1"12"0,2 3 0,2 0 0,3-5 0,0-6 0,3-3 0,2-5 0,0-3 0,-2-2 0,0-5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4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24575,'27'-7'0,"12"-3"0,3 1 0,-2 1 0,-6 3 0,-4 2 0,-4 1 0,-5 1 0,-2 1 0,-3 1 0,-2-1 0,0 0 0,-5 1 0,-7-1 0,-6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4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24575,'27'3'0,"12"0"0,1 0 0,-4-3 0,-5-1 0,-6-1 0,-4-3 0,-4 1 0,-1-1 0,-2 2 0,-1 1 0,0 1 0,1 0 0,-1 3 0,-1 4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4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24575,'2'57'0,"2"0"0,22 101 0,-18-126-341,2 0 0,1-1-1,18 38 1,-24-57-6485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5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706 134 24575,'-29'-20'0,"-15"-6"0,-3 1 0,3 3 0,3 4 0,1 6 0,3 5 0,0 3 0,2 6 0,-1 1 0,-4 4 0,-3 0 0,-3 1 0,-4 0 0,-1 0 0,3-1 0,10-1-8191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7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103 249 24575,'13'-8'0,"1"1"0,23-9 0,-20 9 0,20-11 0,-31 15 0,-1 0 0,-1-1 0,1 1 0,0-1 0,-1 0 0,0 0 0,8-10 0,-10 11 0,-1 1 0,1-1 0,-1 0 0,0 0 0,0 0 0,0 0 0,0 0 0,0 0 0,-1 0 0,1 0 0,-1 0 0,0 0 0,1 0 0,-2 0 0,1 0 0,0 0 0,-1 0 0,1 0 0,-1 0 0,0 0 0,0 0 0,0 0 0,0 0 0,-1 0 0,1 0 0,-1 1 0,0-1 0,1 1 0,-4-3 0,1-1 0,-1 1 0,0 0 0,-1 0 0,1 0 0,-1 1 0,0 0 0,0 0 0,0 0 0,0 1 0,-1 0 0,-11-4 0,9 4 0,-1 1 0,0 0 0,0 1 0,0 0 0,0 0 0,0 1 0,0 1 0,-13 1 0,19-1 0,1-1 0,-1 1 0,1 0 0,-1 0 0,1 1 0,-1-1 0,1 1 0,0 0 0,-1 0 0,1 0 0,0 0 0,0 0 0,1 1 0,-1-1 0,0 1 0,1 0 0,0-1 0,-1 1 0,1 1 0,0-1 0,1 0 0,-1 0 0,0 1 0,-1 6 0,1-2 0,1 0 0,0-1 0,0 1 0,0 0 0,1 0 0,1 0 0,-1 0 0,1-1 0,1 1 0,-1 0 0,1-1 0,1 1 0,-1-1 0,1 1 0,7 11 0,-4-9 0,0 0 0,1-1 0,0 1 0,0-2 0,1 1 0,0-1 0,1 0 0,0-1 0,0 0 0,12 7 0,1-2 0,1 0 0,0-2 0,0-1 0,1 0 0,0-2 0,0-1 0,1-1 0,0 0 0,0-2 0,0-1 0,38-2 0,-49-3-1365,-4 0-5461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7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24575,'29'27'0,"13"11"0,3 2 0,-2-4 0,-8-5 0,-6-5 0,-6-8 0,-4-4 0,-3-4 0,-5-5-8191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0 24575,'-27'27'0,"-12"11"0,-1 2 0,6-3 0,7-6 0,4-6 0,5-7 0,5-3 0,2-6 0,1-1 0,-1-2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8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24575,'3'15'0,"0"7"0,3 0 0,-1-1 0,3-5 0,-1-2 0,-2-3-8191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8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24575,'10'10'0,"3"3"-8191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8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25 24575,'-29'-5'0,"-73"-12"0,87 16 0,0 0 0,-1 1 0,1 0 0,-24 4 0,36-3 0,0 0 0,-1-1 0,1 1 0,0 0 0,0 1 0,-1-1 0,1 0 0,0 1 0,0 0 0,0 0 0,1 0 0,-1 0 0,0 0 0,1 0 0,-5 5 0,6-3 0,-1-1 0,0 0 0,1 1 0,-1-1 0,1 1 0,0-1 0,0 1 0,0 0 0,1-1 0,-1 1 0,1 0 0,0 0 0,0-1 0,1 6 0,0 0 0,1 0 0,0 0 0,0 0 0,1-1 0,0 1 0,0-1 0,1 1 0,0-1 0,1 0 0,0 0 0,0-1 0,1 0 0,9 10 0,8 6 0,1-1 0,40 26 0,-17-12 0,-46-36 0,-1 0 0,0 0 0,0 0 0,1 0 0,-1 1 0,0-1 0,0 0 0,1 0 0,-1 0 0,0 0 0,0 1 0,1-1 0,-1 0 0,0 0 0,0 1 0,0-1 0,0 0 0,1 0 0,-1 1 0,0-1 0,0 0 0,0 0 0,0 1 0,0-1 0,0 0 0,0 1 0,0-1 0,0 0 0,0 0 0,0 1 0,0-1 0,0 0 0,0 1 0,0-1 0,0 0 0,0 1 0,-12 2 0,-19-5 0,31 1 0,-256-37-1365,234 36-5461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8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24575,'13'32'0,"8"17"0,3 9 0,1 1 0,-2-2 0,-3-3 0,-2-4 0,-1-5 0,-4-3 0,-2-3 0,-2-4 0,-4-6 0,1-4 0,-1-5 0,-1-3 0,-2-2 0,-1-4-8191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61 24575,'-27'-10'0,"-13"-3"0,-4 1 0,2 2 0,3 3 0,6 2 0,3 3 0,4 1 0,5 3 0,3 4 0,2 1 0,1 2 0,4-1-8191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09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10 24575,'-38'-4'0,"17"1"0,-1 1 0,1 2 0,-1 0 0,-39 5 0,59-5 0,-1 0 0,0 1 0,0 0 0,1 0 0,-1 0 0,1 0 0,-1 0 0,1 0 0,0 1 0,-1-1 0,1 1 0,0 0 0,0-1 0,0 1 0,0 0 0,0 0 0,0 0 0,1 1 0,-3 3 0,3-3 0,-1 0 0,1 1 0,0 0 0,1-1 0,-1 1 0,1 0 0,-1-1 0,1 1 0,0 0 0,1-1 0,-1 1 0,0 0 0,3 6 0,0 1 0,0-1 0,1-1 0,0 1 0,0 0 0,1-1 0,1 0 0,-1 0 0,14 15 0,4 0 0,38 32 0,7 6 0,-67-61 0,-1 0 0,1-1 0,0 1 0,0 0 0,-1 0 0,1 0 0,0 0 0,-1 0 0,1 0 0,-1 0 0,1 0 0,-1 0 0,0 0 0,1 0 0,-1 0 0,0 0 0,0 0 0,0 0 0,0 2 0,0-2 0,0 0 0,-1-1 0,1 1 0,0 0 0,-1 0 0,1 0 0,-1-1 0,1 1 0,-1 0 0,1-1 0,-1 1 0,0 0 0,1-1 0,-1 1 0,0-1 0,0 1 0,1-1 0,-2 1 0,-4 2 0,1-1 0,0-1 0,0 1 0,-1-1 0,1 0 0,-7 1 0,-79 1-1365,64-3-5461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2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24575,'0'2'0,"0"4"0,0 3 0,0 2 0,0 2 0,3 2 0,0 0 0,0 0 0,2 0 0,2 0 0,1-1 0,1-1 0,-2-2 0,2-2 0,1-3 0,-4-5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3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 24575,'0'-5'0,"-2"1"0,-1 4 0,-1 3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3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209 179 24575,'-34'-38'0,"7"7"0,-1 1 0,-41-33 0,66 61 0,1 0 0,-1 0 0,1 0 0,-1 1 0,0-1 0,0 1 0,1-1 0,-1 1 0,-4-1 0,6 2 0,1 0 0,-1 0 0,0 0 0,1 0 0,-1 0 0,1 0 0,-1 0 0,1 1 0,-1-1 0,0 0 0,1 0 0,-1 0 0,1 1 0,-1-1 0,1 0 0,-1 0 0,1 1 0,-1-1 0,0 1 0,0 0 0,1 0 0,-1 0 0,0 1 0,1-1 0,-1 0 0,1 0 0,-1 0 0,1 0 0,-1 1 0,1-1 0,0 0 0,0 2 0,-1 8 0,1 0 0,0 0 0,1-1 0,0 1 0,4 16 0,18 53 0,-20-69 0,15 40 0,3 0 0,37 68 0,68 90 0,-43-76 0,-64-102 0,-10-18 0,0 1 0,-1 0 0,10 27 0,-18-41 0,0 0 0,0 0 0,0 0 0,0 0 0,0 0 0,0-1 0,-1 1 0,1 0 0,0 0 0,0 0 0,0 0 0,0 0 0,0 0 0,-1 0 0,1 0 0,0 0 0,0 0 0,0 0 0,0 0 0,0 0 0,-1 0 0,1 0 0,0 0 0,0 1 0,0-1 0,0 0 0,0 0 0,-1 0 0,1 0 0,0 0 0,0 0 0,0 0 0,0 0 0,0 0 0,0 0 0,0 1 0,-1-1 0,1 0 0,0 0 0,0 0 0,0 0 0,0 0 0,0 1 0,0-1 0,0 0 0,0 0 0,0 0 0,0 0 0,0 0 0,0 1 0,0-1 0,0 0 0,0 0 0,0 0 0,0 0 0,0 0 0,0 1 0,-11-10 0,0-4-227,1-1-1,0 0 1,1-1-1,0 0 1,-7-19-1,9 19-6598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3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15 24575,'-15'-2'0,"-7"-1"0,-2-1 0,-2 2 0,0 0 0,3 1 0,3 0 0,2 1 0,2 0 0,1 0 0,0 1 0,1-1 0,3 0-8191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4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35 24575,'-7'-5'0,"0"0"0,0 1 0,-1 0 0,0 1 0,0 0 0,0 0 0,0 0 0,-15-2 0,22 5 0,0 0 0,0 0 0,-1 0 0,1 0 0,0 0 0,0 0 0,0 1 0,0-1 0,0 0 0,0 1 0,0-1 0,0 0 0,0 1 0,0-1 0,0 1 0,0 0 0,0-1 0,0 1 0,0 0 0,-1 1 0,1 0 0,0-1 0,1 1 0,-1-1 0,0 1 0,0 0 0,1-1 0,-1 1 0,1 0 0,0 0 0,-1 0 0,1 3 0,0 4 0,1 0 0,0 1 0,4 17 0,-4-22 0,16 52 0,1-1 0,45 90 0,-40-93 0,126 223-1365,-142-265-5461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4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65 24575,'-27'-12'0,"-11"-4"0,-4 0 0,2 4 0,6 5 0,6 5 0,6 5 0,3 1 0,3 1 0,5-1-8191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 24575,'-1'1'0,"1"0"0,-1 0 0,1 0 0,-1 0 0,1 0 0,0 0 0,-1 0 0,1 0 0,0 0 0,0 1 0,0-1 0,0 0 0,0 0 0,0 0 0,0 0 0,0 0 0,1 0 0,-1 1 0,0-1 0,0 0 0,1 0 0,-1 0 0,2 1 0,13 27 0,-13-26 0,2 3 0,1 0 0,0 0 0,0-1 0,0 0 0,0 0 0,1 0 0,0 0 0,0-1 0,1 0 0,11 5 0,-18-8 0,1-1 0,0 0 0,-1 1 0,1-1 0,0 0 0,0 0 0,-1 1 0,1-1 0,0 0 0,0 0 0,-1 0 0,1 0 0,0 0 0,0 0 0,-1 0 0,1 0 0,0 0 0,0 0 0,-1-1 0,1 1 0,0 0 0,-1-1 0,1 1 0,0 0 0,0-1 0,-1 1 0,1 0 0,-1-1 0,1 1 0,-1-1 0,1 0 0,0 1 0,-1-1 0,0 1 0,1-1 0,-1 0 0,1 1 0,-1-1 0,0 0 0,1 1 0,-1-1 0,0 0 0,0 0 0,0 1 0,0-1 0,1 0 0,-1 0 0,0 1 0,0-1 0,-1-1 0,2-4 0,-1 0 0,-1 0 0,1 0 0,-1 0 0,-1-6 0,0 5 0,0 1 0,1-1 0,0 1 0,0-1 0,0-10 0,0 17 0,1-1 0,0 0 0,0 0 0,0 0 0,1 0 0,-1 1 0,0-1 0,0 0 0,0 0 0,1 0 0,-1 1 0,0-1 0,1 0 0,-1 0 0,1 1 0,-1-1 0,0 0 0,1 1 0,0-1 0,-1 1 0,1-1 0,-1 0 0,1 1 0,0-1 0,-1 1 0,1 0 0,0-1 0,0 1 0,-1 0 0,1-1 0,0 1 0,0 0 0,0 0 0,-1-1 0,1 1 0,0 0 0,0 0 0,0 0 0,0 0 0,-1 0 0,1 0 0,0 1 0,0-1 0,1 0 0,8 3 0,1 1 0,-1 0 0,0 0 0,0 1 0,16 10 0,3 2 0,-2-4 0,-6-2 0,23 14 0,-43-25-105,0 0 58,-1 1 1,0-1-1,1 0 0,-1 0 1,0 0-1,0 0 0,1 1 1,-1-1-1,0 0 0,1 0 1,-1 1-1,0-1 0,0 0 1,1 0-1,-1 1 0,0-1 1,0 0-1,0 1 0,0-1 1,1 0-1,-1 1 0,0-1 1,0 0-1,0 1 0,0-1 1,0 1-1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6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647 37 24575,'1'-1'0,"1"-1"0,0 0 0,0 0 0,-1-1 0,1 1 0,-1 0 0,1 0 0,1-6 0,-3 8 0,0 0 0,0-1 0,0 1 0,0 0 0,0-1 0,0 1 0,0-1 0,0 1 0,0 0 0,0-1 0,0 1 0,0-1 0,0 1 0,0 0 0,0-1 0,-1 1 0,1 0 0,0-1 0,0 1 0,0 0 0,0-1 0,-1 1 0,1 0 0,-1-1 0,1 0 0,-1 1 0,0 0 0,0-1 0,0 1 0,0-1 0,0 1 0,0 0 0,0 0 0,0 0 0,0 0 0,0-1 0,0 1 0,0 0 0,-1 1 0,-116 10 0,-18 0 0,3-12 0,-53 2 0,177 0 0,0 0 0,0 0 0,-10 4 0,17-5 0,0 1 0,0 0 0,0 0 0,0 0 0,0 0 0,0 0 0,0 0 0,-2 3 0,3-4 0,1 1 0,-1-1 0,1 1 0,-1 0 0,1-1 0,-1 1 0,1 0 0,0-1 0,-1 1 0,1 0 0,0-1 0,0 1 0,0 0 0,-1 0 0,1-1 0,0 1 0,0 0 0,0 0 0,0-1 0,0 1 0,0 0 0,1 0 0,-1-1 0,0 2 0,1 1 0,1-1 0,-1 0 0,0 0 0,1 0 0,-1 0 0,1 0 0,0 0 0,0 0 0,-1-1 0,1 1 0,0-1 0,1 1 0,-1-1 0,3 2 0,36 15 0,-33-15 0,230 72 0,-155-52 0,-74-20 0,-1-1 0,1 1 0,-1 1 0,0 0 0,8 5 0,-15-9 0,0 1 0,0 0 0,0 0 0,0 0 0,0 0 0,0 0 0,0 0 0,0 0 0,0 0 0,-1 0 0,1 0 0,0 0 0,-1 0 0,1 1 0,-1-1 0,1 0 0,0 2 0,-1-1 0,-1-1 0,1 0 0,0 1 0,0-1 0,-1 1 0,1-1 0,-1 0 0,1 0 0,-1 1 0,0-1 0,1 0 0,-1 0 0,0 0 0,0 0 0,0 0 0,0 0 0,0 0 0,0 0 0,0 0 0,0 0 0,-2 0 0,-12 9 0,-1 0 0,0-2 0,-1 0 0,-24 8 0,-6 3 0,-105 54 0,141-68 0,0 1 0,1 0 0,0 1 0,0 0 0,-17 16 0,27-23 0,-1 1 0,1-1 0,-1 1 0,1-1 0,-1 1 0,1 0 0,-1-1 0,1 1 0,0-1 0,-1 1 0,1 0 0,0-1 0,0 1 0,-1 0 0,1-1 0,0 1 0,0 0 0,0-1 0,0 1 0,0 0 0,0-1 0,0 1 0,0 0 0,0-1 0,0 1 0,0 0 0,0 0 0,1-1 0,-1 1 0,0-1 0,0 1 0,1 0 0,-1-1 0,1 1 0,-1 0 0,0-1 0,1 1 0,-1-1 0,1 1 0,-1-1 0,1 1 0,-1-1 0,1 0 0,0 1 0,-1-1 0,1 0 0,-1 1 0,1-1 0,0 0 0,1 1 0,3 1 0,0-1 0,0 1 0,0-1 0,0 0 0,7 0 0,70 1 0,104-10 0,-13-1 0,-138 8-69,-19 0-190,1 0-1,-1 1 1,0 1 0,18 4 0,-24-2-6567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7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24575,'1'-1'0,"-1"1"0,1 0 0,-1-1 0,1 1 0,-1 0 0,1 0 0,-1 0 0,1-1 0,-1 1 0,1 0 0,0 0 0,-1 0 0,1 0 0,-1 0 0,1 0 0,-1 0 0,1 0 0,0 0 0,-1 1 0,1-1 0,-1 0 0,1 0 0,-1 0 0,1 1 0,-1-1 0,1 0 0,-1 0 0,1 1 0,-1-1 0,1 0 0,-1 1 0,1-1 0,-1 1 0,0-1 0,1 1 0,-1-1 0,0 1 0,1-1 0,-1 1 0,0 0 0,15 24 0,-14-23 0,122 280 0,-88-197 0,-27-65 0,0 1 0,-2 1 0,0-1 0,4 39 0,-10-66 0,-1-7 0,1 1 0,0-1 0,1 1 0,0-1 0,4-14 0,-5 25 0,1-1 0,0 1 0,0-1 0,0 1 0,0 0 0,0-1 0,0 1 0,1 0 0,-1 0 0,1 0 0,-1 0 0,1 0 0,0 0 0,0 0 0,0 1 0,0-1 0,0 1 0,0-1 0,0 1 0,1 0 0,-1 0 0,0 0 0,1 0 0,-1 0 0,1 1 0,-1-1 0,1 1 0,-1-1 0,1 1 0,0 0 0,4 0 0,-2 1 0,1 0 0,-1 0 0,0 0 0,0 1 0,0 0 0,0 0 0,0 0 0,0 0 0,0 1 0,4 3 0,10 7 0,17 17 0,-19-16 0,0-1 0,-11-9 0,0 0 0,-1 1 0,1-1 0,-1 1 0,0 0 0,0 1 0,-1-1 0,6 10 0,-8-8-1365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51 24575,'-3'-2'0,"-63"-32"0,59 31 0,0 0 0,0 1 0,0 0 0,0 1 0,0-1 0,0 1 0,0 1 0,-9-1 0,14 1 0,-1 1 0,0-1 0,0 1 0,0 0 0,1-1 0,-1 1 0,0 0 0,1 1 0,-1-1 0,1 0 0,0 1 0,-1 0 0,1-1 0,0 1 0,0 0 0,0 0 0,0 0 0,0 0 0,0 1 0,1-1 0,-1 0 0,1 1 0,-1-1 0,1 1 0,0-1 0,0 1 0,0 0 0,0 0 0,1-1 0,-1 5 0,0-2 0,0 0 0,1 0 0,0 0 0,0 0 0,0 0 0,0 0 0,1 0 0,0 1 0,0-1 0,0-1 0,1 1 0,-1 0 0,1 0 0,1 0 0,-1-1 0,3 5 0,10 8 0,0 0 0,24 19 0,14 16 0,-46-44 0,-1-1 0,0 1 0,-1 1 0,0-1 0,7 17 0,-6-6 0,0 0 0,-2 1 0,0 0 0,0 21 0,0-13 0,7 32 0,-9-51 0,0-1 0,1 1 0,0-1 0,1 0 0,0 0 0,0-1 0,11 15 0,-11-18 0,0 0 0,0 0 0,1-1 0,-1 0 0,1 1 0,0-2 0,0 1 0,0 0 0,0-1 0,0 0 0,0 0 0,7 1 0,6 1 0,1-1 0,24 2 0,-40-5-227,1 0-1,-1 0 1,1 0-1,-1-1 1,6 0-1,0-2-6598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9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24575,'1'10'0,"0"1"0,0-1 0,1 0 0,0 0 0,1 0 0,0 0 0,0-1 0,1 1 0,8 13 0,-4-11 0,-1 0 0,2 0 0,0 0 0,0-1 0,1-1 0,13 12 0,-20-20 0,0 1 0,0-1 0,0 0 0,1 0 0,-1 0 0,0 0 0,1-1 0,-1 1 0,1-1 0,6 1 0,-9-2 0,0 0 0,1 0 0,-1 0 0,0 0 0,1 0 0,-1 0 0,0 0 0,1-1 0,-1 1 0,0 0 0,0-1 0,1 0 0,-1 1 0,0-1 0,0 1 0,0-1 0,1 0 0,-1 0 0,0 0 0,0 0 0,0 0 0,-1 0 0,1 0 0,0 0 0,0 0 0,0 0 0,-1 0 0,1-1 0,-1 1 0,1 0 0,-1 0 0,1-3 0,4-14 0,-1 0 0,-1 0 0,1-32 0,-1 12 0,-3 37 0,0-1 0,0 1 0,0 0 0,1-1 0,-1 1 0,0 0 0,1 0 0,-1-1 0,0 1 0,1 0 0,0 0 0,-1 0 0,1 0 0,0-1 0,-1 1 0,1 0 0,0 0 0,0 1 0,0-1 0,1-1 0,-1 1 0,0 1 0,1 0 0,-1-1 0,0 1 0,0 0 0,0 0 0,0 0 0,1 0 0,-1 0 0,0 0 0,0 0 0,0 0 0,0 0 0,1 0 0,-1 1 0,0-1 0,2 1 0,5 3 0,-1 0 0,1 1 0,-1 0 0,11 9 0,-14-10 0,106 76 0,-109-79-72,0-1 1,0 1-1,1 0 0,-1 0 0,0 0 0,0 1 0,0-1 0,0 0 1,-1 0-1,1 0 0,0 1 0,0-1 0,-1 0 0,1 1 0,-1-1 1,1 1-1,-1-1 0,1 3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19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24575,'6'-5'0,"1"0"0,0 0 0,1 0 0,-1 1 0,1 0 0,-1 1 0,1-1 0,10-1 0,-12 3 0,-1 2 0,1-1 0,0 0 0,0 1 0,0 0 0,0 1 0,0-1 0,0 1 0,0 0 0,-1 1 0,1 0 0,9 3 0,-7-2 0,1 1 0,-1 0 0,1 1 0,-1 0 0,0 0 0,-1 0 0,9 8 0,-15-10 0,0-1 0,0 0 0,-1 0 0,1 1 0,-1-1 0,1 0 0,-1 1 0,0-1 0,0 0 0,0 1 0,0-1 0,-1 0 0,1 1 0,0-1 0,-2 4 0,-1 13 0,4-10 0,1 1 0,0-1 0,0 0 0,1 0 0,0-1 0,1 1 0,-1 0 0,2-1 0,6 10 0,8 18 0,20 55 0,48 91 0,-85-179 0,-1 0 0,1 0 0,0 1 0,-1-1 0,0 1 0,0-1 0,0 1 0,0-1 0,0 7 0,-1-9 0,0 1 0,0-1 0,0 1 0,-1-1 0,1 1 0,0-1 0,-1 1 0,0-1 0,1 0 0,-1 1 0,0-1 0,0 0 0,1 1 0,-1-1 0,0 0 0,0 0 0,0 0 0,-1 0 0,1 0 0,0 0 0,0 0 0,-1 0 0,1-1 0,0 1 0,-3 1 0,-12 4 0,0-1 0,0 0 0,-22 3 0,2 0 0,2-2-1365,20-4-5461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0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27 24575,'-1'-6'0,"1"4"0,-1-1 0,0 1 0,1-1 0,-1 1 0,0-1 0,-2-3 0,8 38 0,26 58 0,3 0 0,49 87 0,-77-166 0,7 14 0,14 34 0,-24-50 0,0-1 0,-1 1 0,0 0 0,-1 0 0,1 0 0,-2-1 0,1 1 0,-2 13 0,-1-10-1365,-2-2-5461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1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24575,'22'67'0,"38"110"0,-37-119 0,31 56 0,-5-15-1365,-45-90-5461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3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26 24575,'0'-1'0,"1"-1"0,-1 1 0,1-1 0,-1 1 0,1 0 0,0-1 0,-1 1 0,1 0 0,0-1 0,0 1 0,0 0 0,0 0 0,0 0 0,0 0 0,0 0 0,0 0 0,0 0 0,1 0 0,-1 0 0,2 0 0,-3 1 0,0 0 0,0 0 0,0 0 0,0 0 0,1 0 0,-1 0 0,0 0 0,0 0 0,0 0 0,0 1 0,0-1 0,0 0 0,0 0 0,1 0 0,-1 0 0,0 0 0,0 0 0,0 1 0,0-1 0,0 0 0,0 0 0,0 0 0,0 0 0,0 0 0,0 1 0,0-1 0,0 0 0,0 0 0,0 0 0,0 0 0,0 0 0,0 1 0,0-1 0,0 0 0,0 0 0,0 0 0,0 0 0,0 0 0,0 1 0,0-1 0,0 0 0,0 0 0,0 0 0,0 0 0,-1 0 0,1 0 0,0 1 0,-4 7 0,0-1 0,-1-1 0,-1 1 0,1-1 0,-1 0 0,0-1 0,0 1 0,-1-1 0,0 0 0,-8 4 0,-6 3 0,-41 16 0,-106 41 0,166-69 0,1 1 0,-1-1 0,1 1 0,-1 0 0,1 0 0,-1 0 0,1 0 0,0 0 0,-1 0 0,1 0 0,0 0 0,0 0 0,0 1 0,0-1 0,0 0 0,0 1 0,0-1 0,1 1 0,-2 1 0,2-2 0,0 0 0,1 0 0,-1 0 0,0 0 0,0 0 0,1 0 0,-1 0 0,0 0 0,1 0 0,-1 0 0,1 0 0,-1 0 0,1 0 0,0 0 0,-1 0 0,1 0 0,0-1 0,-1 1 0,1 0 0,0-1 0,0 1 0,0 0 0,0-1 0,0 1 0,0-1 0,0 1 0,0-1 0,0 0 0,2 1 0,25 9 0,1-1 0,0-1 0,35 4 0,9 3 0,139 40 0,-209-55-151,-1 1-1,0 0 0,0-1 0,0 1 1,0 0-1,0 0 0,0 0 1,2 2-1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4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668 178 24575,'-37'-34'0,"-92"-79"0,124 110 0,0-1 0,0 0 0,0 1 0,0 0 0,-1 0 0,1 1 0,-1-1 0,-6-1 0,10 4 0,-1-1 0,1 1 0,0 0 0,-1 0 0,1 0 0,0 0 0,-1 0 0,1 1 0,0-1 0,0 0 0,-1 1 0,1 0 0,0 0 0,0 0 0,0 0 0,0 0 0,0 0 0,0 0 0,0 0 0,0 1 0,0-1 0,1 1 0,-3 2 0,-8 10 0,1 0 0,1 0 0,0 1 0,1 0 0,0 0 0,2 1 0,0 0 0,0 1 0,2 0 0,0 0 0,1 0 0,-3 27 0,5-31 0,-1 1 0,-4 15 0,5-25 0,1 1 0,-1-1 0,0 1 0,0-1 0,0 0 0,-1 0 0,0 0 0,1 0 0,-7 7 0,6-10 0,0 1 0,0 0 0,0 0 0,-1-1 0,1 0 0,0 0 0,-1 0 0,1 0 0,0 0 0,-1-1 0,1 1 0,-1-1 0,1 0 0,-1 0 0,-4-1 0,-5 0 0,1-1 0,-24-7 0,28 6 0,-1 0 0,1-1 0,0 0 0,0-1 0,0 0 0,1 0 0,-1 0 0,1-1 0,0 0 0,1-1 0,0 1 0,0-1 0,0-1 0,1 1 0,0-1 0,-7-15 0,10 16 0,0 1 0,0-1 0,1 0 0,0 0 0,1 0 0,0 0 0,0 0 0,0 0 0,1 0 0,0 0 0,2-10 0,-2 15 0,0 0 0,0 0 0,1 0 0,-1 1 0,0-1 0,1 0 0,-1 1 0,1-1 0,0 1 0,0-1 0,-1 1 0,1 0 0,0-1 0,0 1 0,0 0 0,0 0 0,0 1 0,0-1 0,1 0 0,-1 1 0,0-1 0,0 1 0,1 0 0,-1 0 0,0 0 0,0 0 0,1 0 0,-1 0 0,3 1 0,5 1 0,0 0 0,0 0 0,-1 1 0,1 0 0,10 6 0,113 65 0,-91-49 0,1-2 0,53 22 0,-82-40 0,1 1 0,28 7 0,-39-12 0,0 0 0,0 0 0,-1-1 0,1 0 0,0 0 0,0 0 0,0 0 0,0-1 0,0 1 0,0-1 0,-1 0 0,8-2 0,-9 1 0,0 1 0,0-1 0,0 1 0,0-1 0,-1 0 0,1 1 0,-1-1 0,1 0 0,-1 0 0,1 0 0,-1 0 0,0 0 0,0-1 0,0 1 0,0 0 0,-1 0 0,1-1 0,0 1 0,-1-5 0,1 2 0,0 0 0,-1 0 0,0 0 0,0 0 0,-1 0 0,1 0 0,-1 1 0,-3-10 0,2 9-195,0 1 0,0-1 0,0 1 0,-1-1 0,0 1 0,-5-6 0,-1 0-6631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9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24575,'0'16'0,"1"1"0,1-1 0,0 0 0,6 24 0,-6-33 0,0 0 0,1-1 0,0 1 0,0 0 0,1-1 0,-1 1 0,1-1 0,1 0 0,-1-1 0,1 1 0,0-1 0,8 7 0,-13-12-1,0 0-1,0 0 0,0 0 1,0 0-1,0 0 0,0 0 1,0 0-1,0 0 0,0 0 1,0 0-1,0 0 0,0-1 1,0 1-1,0 0 0,0 0 1,0 0-1,0 0 0,0 0 1,0 0-1,0 0 1,0 0-1,0 0 0,0 0 1,0 0-1,0 0 0,0 0 1,0 0-1,0 0 0,0 0 1,0 0-1,0 0 0,0 0 1,0 0-1,0 0 0,0 0 1,0 0-1,0 0 0,0 0 1,0 0-1,1 0 0,-1 0 1,0 0-1,0 0 0,-5-9 184,-8-11-1656,5 8-5352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29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10 24575,'-3'-5'0,"0"1"0,0 3 0,0 5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0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24575,'0'10'0,"0"1"0,1-1 0,1 0 0,0 0 0,0 1 0,1-1 0,0-1 0,1 1 0,6 11 0,-8-16 0,1 0 0,1 0 0,-1 0 0,1 0 0,0-1 0,0 1 0,0-1 0,0 0 0,1 0 0,0-1 0,0 1 0,0-1 0,0 0 0,0-1 0,0 1 0,1-1 0,8 3 0,-12-5 0,0 1 0,-1-1 0,1 0 0,-1 1 0,1-1 0,0 0 0,-1 0 0,1 0 0,0 0 0,0 0 0,-1 0 0,1 0 0,0-1 0,-1 1 0,1-1 0,-1 1 0,1-1 0,-1 0 0,1 1 0,-1-1 0,1 0 0,-1 0 0,1 0 0,-1 0 0,0 0 0,0 0 0,0-1 0,1 1 0,-1 0 0,0-1 0,0 1 0,-1 0 0,1-1 0,0 1 0,1-4 0,0-4 0,0 1 0,-1-1 0,1 0 0,-2 0 0,1-14 0,-1 5 0,0 17 0,0 0 0,0 0 0,0 0 0,0 0 0,0 0 0,1 1 0,-1-1 0,0 0 0,0 0 0,1 0 0,-1 0 0,1 1 0,-1-1 0,0 0 0,1 0 0,-1 1 0,1-1 0,1-1 0,-2 2 0,1 0 0,-1-1 0,1 1 0,0 0 0,-1 0 0,1 0 0,0 0 0,-1 0 0,1 0 0,-1 0 0,1 0 0,0 0 0,-1 0 0,1 0 0,0 0 0,-1 0 0,1 0 0,-1 0 0,2 1 0,3 2 0,0-1 0,0 2 0,-1-1 0,8 6 0,-6-4 0,34 24 0,65 35 0,-83-52 0,20 12-1365,-32-19-5461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24575,'13'15'0,"5"12"0,6 6 0,1 3 0,1 0 0,-2-1 0,-2-2 0,0-1 0,-1-2 0,-2-1 0,-2-2 0,-1-4 0,-3-1 0,-2-4 0,-2-3 0,-3-1 0,-3-5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31 24575,'-29'-3'0,"-15"0"0,-3-3 0,3 1 0,5 0 0,8 1 0,4 2 0,3 0 0,5 2 0,2 0 0,4 2 0,2 2 0,1-1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1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24575,'18'50'0,"44"82"0,-50-111 0,0 0 0,2-2 0,1 1 0,0-2 0,1 0 0,23 19 0,-35-34 0,-1 0 0,1-1 0,-1 0 0,1 1 0,0-1 0,-1-1 0,1 1 0,0 0 0,0-1 0,5 1 0,-8-2 0,0 0 0,1 1 0,-1-1 0,1 0 0,-1 0 0,0-1 0,1 1 0,-1 0 0,0 0 0,1-1 0,-1 1 0,0 0 0,1-1 0,-1 0 0,0 1 0,0-1 0,1 0 0,-1 1 0,0-1 0,0 0 0,0 0 0,0 0 0,0 0 0,0 0 0,0 0 0,-1 0 0,1-1 0,0 1 0,-1 0 0,1 0 0,0-1 0,-1 1 0,1-2 0,0-1 0,0 0 0,0 0 0,-1 0 0,1 0 0,-1 0 0,0 0 0,0 0 0,0 0 0,-1 0 0,0 0 0,0-4 0,-2-1 0,0 1 0,0-1 0,-7-12 0,54 67 0,-42-44 0,8 7 0,1 0 0,0-1 0,0 0 0,1-1 0,0 0 0,0-1 0,0 0 0,1-1 0,0 0 0,0-1 0,0-1 0,1 0 0,-1-1 0,1 0 0,0-1 0,-1 0 0,1-2 0,0 1 0,-1-2 0,1 1 0,0-2 0,-1 0 0,0-1 0,0 0 0,0-1 0,0 0 0,-1-1 0,19-12 0,-19 10 0,-1 0 0,-1 0 0,1-1 0,-1-1 0,16-20 0,-21 23 0,0 0 0,-1 0 0,0 0 0,0 0 0,-1-1 0,0 0 0,0 1 0,-1-1 0,0 0 0,0 0 0,0-10 0,-1 16 0,-1 1 0,0-1 0,0 1 0,0-1 0,0 0 0,0 1 0,-1-1 0,1 1 0,0-1 0,-1 1 0,1-1 0,-1 1 0,0-1 0,1 1 0,-1 0 0,0-1 0,0 1 0,0 0 0,0 0 0,0-1 0,0 1 0,0 0 0,0 0 0,0 0 0,0 0 0,-1 1 0,-1-2 0,2 1 0,-1 1 0,1 0 0,0 0 0,-1-1 0,1 1 0,-1 0 0,1 0 0,-1 0 0,1 1 0,-1-1 0,1 0 0,0 0 0,-1 1 0,1-1 0,-1 1 0,1-1 0,0 1 0,-1 0 0,1 0 0,0-1 0,0 1 0,0 0 0,0 0 0,0 0 0,0 0 0,0 0 0,0 0 0,0 1 0,-1 0 0,-2 4 0,0 1 0,1-1 0,0 1 0,0 0 0,-4 13 0,-6 38 0,11-44 0,0-1 0,0 1 0,2 0 0,-1 0 0,4 27 0,-2-36 0,0 0 0,1 0 0,-1 0 0,1-1 0,0 1 0,0 0 0,0-1 0,0 0 0,1 1 0,0-1 0,0 0 0,0 0 0,1-1 0,-1 1 0,1-1 0,0 1 0,0-1 0,0 0 0,7 4 0,-2-3 0,0 0 0,0-1 0,1 0 0,-1-1 0,1 1 0,-1-2 0,1 1 0,0-2 0,0 1 0,0-1 0,10-2 0,14-2 0,60-16 0,-89 19 0,10-3-1365,-3 2-5461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2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27 24575,'-19'-6'0,"-57"-12"0,69 17 0,-1 0 0,1 1 0,-1-1 0,1 1 0,-1 1 0,1-1 0,-15 4 0,20-3 0,0 0 0,-1 0 0,1 0 0,0 0 0,0 0 0,0 0 0,0 0 0,0 0 0,1 1 0,-1-1 0,0 1 0,0 0 0,1-1 0,-1 1 0,1 0 0,0 0 0,-3 4 0,3-2 0,-1 0 0,1 0 0,0 0 0,0 0 0,1 0 0,-1 0 0,1 0 0,0 0 0,0 6 0,1 0 0,0 0 0,1 0 0,1-1 0,-1 1 0,1-1 0,1 0 0,8 16 0,-7-16 0,1 1 0,1-2 0,0 1 0,0-1 0,0 0 0,1 0 0,0-1 0,1 0 0,0-1 0,0 0 0,0 0 0,1-1 0,-1 0 0,1 0 0,1-1 0,-1-1 0,15 4 0,-14-5 20,-1 0 0,1 0 0,0-1 0,-1-1 0,12 0 0,-16-1-169,0 1 1,1-1-1,-1-1 1,0 1-1,0-1 1,0 0-1,-1 0 1,1-1-1,10-6 1,-6 2-6678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2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72 24575,'-4'1'0,"0"1"0,0 0 0,0 0 0,0 1 0,0-1 0,1 1 0,-1 0 0,-4 5 0,7-7 0,0 0 0,0 0 0,1 0 0,-1 0 0,0 0 0,1 0 0,-1 0 0,1 0 0,0 0 0,-1 0 0,1 1 0,0-1 0,-1 0 0,1 0 0,0 0 0,0 1 0,0-1 0,0 0 0,0 0 0,1 0 0,-1 1 0,0-1 0,0 0 0,1 0 0,-1 0 0,1 0 0,-1 0 0,1 1 0,-1-1 0,1 0 0,0 0 0,-1 0 0,1-1 0,0 1 0,0 0 0,1 1 0,4 3 0,0 0 0,-1-1 0,2 0 0,-1 0 0,0-1 0,1 1 0,0-2 0,-1 1 0,12 2 0,-7-2 0,1 0 0,0-1 0,0-1 0,0 0 0,12 0 0,-19-2 0,0 1 0,-1-1 0,1 0 0,-1 0 0,1 0 0,-1 0 0,0-1 0,0 0 0,1 0 0,-1 0 0,0 0 0,-1-1 0,5-3 0,-6 5 0,0-1 0,-1 1 0,0-1 0,1 0 0,-1 1 0,0-1 0,0 0 0,0 0 0,0 0 0,0 0 0,0 0 0,0 0 0,-1 0 0,1 0 0,-1 0 0,1 0 0,-1-1 0,0 1 0,0 0 0,0 0 0,0 0 0,-1 0 0,1 0 0,0-1 0,-1 1 0,0 0 0,1 0 0,-1 0 0,-2-3 0,0-1 0,-1 0 0,0 0 0,0 1 0,0 0 0,-1 0 0,0 0 0,0 1 0,0-1 0,-1 1 0,1 0 0,-1 1 0,-7-4 0,-2 0 0,1 0 0,-1 2 0,0 0 0,-18-4 0,28 8-65,0 0 0,0 0 0,-1 1 0,1-1 0,0 1 0,0 0 0,-1 1 0,1 0 0,0-1 0,0 2 0,0-1 0,0 0 0,0 1 0,0 0 0,0 0 0,1 1 0,-1-1 0,1 1 0,-1 0 0,-5 5 0,-1 2-6761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3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24575,'2'1'0,"0"0"0,0-1 0,0 1 0,1 0 0,-1 0 0,0 1 0,0-1 0,-1 0 0,4 3 0,5 3 0,28 16 0,-21-12 0,0-1 0,1 0 0,33 12 0,-48-21 0,0 0 0,0 0 0,0-1 0,0 1 0,0-1 0,0 0 0,1 1 0,-1-1 0,5-1 0,-7 0 0,1 1 0,-1 0 0,0-1 0,0 1 0,0-1 0,0 0 0,0 1 0,0-1 0,0 0 0,0 0 0,0 0 0,0 1 0,0-1 0,0 0 0,-1 0 0,1 0 0,0 0 0,-1 0 0,1-1 0,-1 1 0,1 0 0,-1 0 0,1 0 0,-1 0 0,0-1 0,1-1 0,0-7 0,-1 0 0,0 0 0,0 0 0,-1 1 0,-2-13 0,-2-21 0,5 42 0,0 1 0,0 0 0,0 0 0,0 0 0,0 0 0,0 0 0,0-1 0,0 1 0,0 0 0,0 0 0,0 0 0,0 0 0,0 0 0,1-1 0,-1 1 0,0 0 0,0 0 0,0 0 0,0 0 0,0 0 0,0 0 0,0-1 0,0 1 0,0 0 0,0 0 0,1 0 0,-1 0 0,0 0 0,0 0 0,0 0 0,0 0 0,0 0 0,0-1 0,1 1 0,-1 0 0,0 0 0,0 0 0,0 0 0,0 0 0,0 0 0,1 0 0,-1 0 0,0 0 0,0 0 0,0 0 0,0 0 0,10 5 0,12 13 0,-18-15 0,22 20 0,74 58 0,-62-58-1365,-29-18-5461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3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24575,'0'2'0,"1"1"0,-1-1 0,1 1 0,0-1 0,0 1 0,-1-1 0,2 0 0,-1 1 0,0-1 0,0 0 0,1 0 0,-1 0 0,1 0 0,3 3 0,29 24 0,-31-26 0,9 7 0,2 0 0,-1 0 0,1-2 0,1 1 0,-1-2 0,28 10 0,-41-16 0,0-1 0,0 0 0,0 1 0,0-1 0,1 0 0,-1 0 0,0 0 0,0 0 0,0 0 0,0 0 0,1 0 0,-1 0 0,0 0 0,0-1 0,0 1 0,0 0 0,0-1 0,0 1 0,1-1 0,-1 1 0,0-1 0,0 0 0,1 0 0,-1-1 0,0 0 0,0 1 0,1-1 0,-1 0 0,-1 0 0,1 1 0,0-1 0,0 0 0,-1 0 0,1 0 0,-1 0 0,1-3 0,0-5 0,-1 1 0,0 0 0,-1-1 0,0 1 0,-2-10 0,-24-112 0,27 129-151,-1 1-1,1-1 0,-1 0 0,1 1 1,-1-1-1,0 0 0,1 1 1,-3-4-1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58 152 24575,'3'-14'0,"0"0"0,-1 0 0,0 0 0,-1 0 0,-1 0 0,0 0 0,-3-17 0,3 30 0,0 0 0,0-1 0,-1 1 0,1 0 0,-1-1 0,1 1 0,-1 0 0,1-1 0,-1 1 0,0 0 0,1 0 0,-1 0 0,0 0 0,0 0 0,-1-2 0,1 3 0,1 0 0,-1-1 0,1 1 0,-1 0 0,0 0 0,1 0 0,-1 0 0,1 0 0,-1-1 0,1 1 0,-1 0 0,0 0 0,1 0 0,-1 0 0,1 1 0,-1-1 0,0 0 0,1 0 0,-1 0 0,1 0 0,-1 1 0,1-1 0,-1 0 0,0 1 0,-1 0 0,0 1 0,0 0 0,0 0 0,0-1 0,0 1 0,0 0 0,1 1 0,-1-1 0,1 0 0,-1 0 0,1 1 0,0-1 0,-1 6 0,-3 6 0,2 1 0,0 1 0,-2 20 0,5-30 0,0 0 0,0 0 0,1 1 0,-1-1 0,1 0 0,1 0 0,-1 0 0,1 0 0,0 0 0,1 0 0,3 6 0,-2-4 0,2 0 0,-1-1 0,1 1 0,0-1 0,1 0 0,-1-1 0,2 1 0,-1-1 0,12 7 0,-14-10 0,1 0 0,-1 0 0,1 0 0,0-1 0,-1 0 0,1 0 0,0-1 0,0 0 0,1 0 0,-1 0 0,0-1 0,0 1 0,0-1 0,0-1 0,10-1 0,-9 0 0,0 0 0,0 0 0,-1-1 0,1 0 0,-1 0 0,0 0 0,0-1 0,0 0 0,0 0 0,0-1 0,5-6 0,-7 7 0,0 0 0,0-1 0,-1 0 0,1 1 0,-1-1 0,0-1 0,-1 1 0,1 0 0,-1-1 0,0 1 0,0-1 0,-1 0 0,2-10 0,-3 14 0,0-2 0,1 1 0,-1-1 0,1 1 0,0-1 0,1-4 0,-2 8 0,0-1 0,1 1 0,-1 0 0,0 0 0,0-1 0,0 1 0,0 0 0,1-1 0,-1 1 0,0 0 0,0 0 0,1-1 0,-1 1 0,0 0 0,1 0 0,-1 0 0,0-1 0,1 1 0,-1 0 0,0 0 0,1 0 0,-1 0 0,0 0 0,1 0 0,0 0 0,0 0 0,0 0 0,-1 0 0,1 1 0,0-1 0,0 1 0,-1-1 0,1 0 0,0 1 0,0-1 0,-1 1 0,1-1 0,-1 1 0,1 0 0,0 0 0,18 21 0,-15-16 0,1 0 0,0 0 0,0-1 0,0 0 0,1 0 0,0 0 0,-1 0 0,2-1 0,8 5 0,-14-9 0,0 1 0,1-1 0,-1 0 0,0 0 0,1 1 0,-1-1 0,0 0 0,1 0 0,-1 0 0,0-1 0,1 1 0,-1 0 0,0 0 0,1-1 0,-1 1 0,0-1 0,0 1 0,1-1 0,-1 1 0,0-1 0,0 0 0,0 0 0,0 1 0,0-1 0,0 0 0,0 0 0,0 0 0,0 0 0,0 0 0,0 0 0,-1-1 0,1 1 0,0-2 0,3-5 0,0 0 0,-1-1 0,5-17 0,-3 10 0,-4 14 0,-1 1 0,1-1 0,0 1 0,0-1 0,0 1 0,0-1 0,0 1 0,0 0 0,0-1 0,0 1 0,0 0 0,0 0 0,1 0 0,-1 0 0,1 0 0,-1 0 0,0 1 0,1-1 0,0 0 0,-1 1 0,1-1 0,-1 1 0,1-1 0,0 1 0,-1 0 0,1 0 0,0 0 0,-1 0 0,1 0 0,-1 0 0,1 0 0,0 0 0,-1 1 0,4 0 0,5 2 0,0 0 0,-1 1 0,1 0 0,11 6 0,-18-8 0,-3-2-10,47 27 141,-42-24-316,0 0-1,-1 1 0,1-1 0,-1 1 0,0 0 1,0 1-1,3 5 0,-1 0-6640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5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24575,'66'195'0,"-47"-148"0,1-1 0,30 46 0,-34-66 0,-7-13 0,-1 0 0,0 1 0,9 23 0,-17-37 0,0 0 0,0 1 0,0-1 0,1 0 0,-1 1 0,0-1 0,0 0 0,0 1 0,0-1 0,0 1 0,0-1 0,0 0 0,0 1 0,0-1 0,0 1 0,0-1 0,0 0 0,0 1 0,0-1 0,0 1 0,0-1 0,0 0 0,0 1 0,-1-1 0,1 0 0,0 1 0,0-1 0,0 0 0,-1 1 0,0-1 0,1 0 0,-1 1 0,0-1 0,1 0 0,-1 0 0,0 0 0,1 0 0,-1-1 0,0 1 0,1 0 0,-1 0 0,1 0 0,-1 0 0,0-1 0,0 0 0,-23-13 0,-53-46 0,63 48 0,1-1 0,0 0 0,-13-18 0,25 30 0,0 0 0,0 0 0,1-1 0,-1 1 0,0 0 0,1 0 0,-1-1 0,1 1 0,-1-1 0,1 1 0,-1 0 0,1-1 0,0-1 0,0 2 0,0 1 0,0-1 0,1 1 0,-1-1 0,0 1 0,0 0 0,1-1 0,-1 1 0,0-1 0,1 1 0,-1 0 0,0-1 0,1 1 0,-1 0 0,1-1 0,-1 1 0,0 0 0,1 0 0,-1-1 0,1 1 0,-1 0 0,1 0 0,-1 0 0,1 0 0,-1 0 0,1-1 0,-1 1 0,1 0 0,-1 0 0,1 0 0,-1 0 0,1 1 0,-1-1 0,1 0 0,-1 0 0,1 0 0,-1 0 0,1 1 0,10 1 0,0 1 0,20 8 0,3 1 0,22 4 0,1-2 0,79 8 0,-116-21 0,0-2 0,-1 0 0,1-2 0,0 0 0,27-8 0,-34 8 0,-11 2 0,0 1 0,-1-1 0,1 1 0,0 0 0,0 0 0,-1 0 0,1 0 0,0 0 0,0 0 0,-1 0 0,1 1 0,0-1 0,0 1 0,-1-1 0,1 1 0,0-1 0,-1 1 0,1 0 0,-1 0 0,2 1 0,1 1 0,-1 1 0,0-1 0,0 1 0,-1-1 0,1 1 0,3 7 0,11 22-1365,-13-23-5461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5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24575,'10'7'0,"6"8"0,-1 3 0,-1 2 0,-2-1 0,-3-3-8191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5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 24575,'12'11'0,"51"49"0,-55-52 0,0 1 0,-1 0 0,-1 1 0,1 0 0,6 13 0,-12-21 0,0 1 0,0-1 0,-1 1 0,1 0 0,0 0 0,-1-1 0,0 1 0,1 0 0,-1 0 0,0-1 0,0 1 0,-1 0 0,1 0 0,-1-1 0,1 1 0,-1 0 0,0-1 0,0 1 0,0 0 0,0-1 0,-1 0 0,1 1 0,0-1 0,-1 0 0,0 1 0,0-1 0,0 0 0,0 0 0,0 0 0,0-1 0,0 1 0,0-1 0,-4 3 0,1-1 0,1-1 0,-1 1 0,0-1 0,0 0 0,0 0 0,0-1 0,-1 1 0,1-1 0,0 0 0,0-1 0,-1 1 0,1-1 0,-1 0 0,1-1 0,0 1 0,-9-2 0,7-1 0,0 1 0,0-1 0,0 0 0,0 0 0,0-1 0,1 0 0,-1 0 0,1-1 0,0 0 0,1 0 0,-1 0 0,1-1 0,0 1 0,0-1 0,1-1 0,0 1 0,0-1 0,0 1 0,1-1 0,-4-10 0,5 10 24,0-1 0,0 1 0,1-1 0,-2-14 0,3 19-111,0 0-1,1 0 1,-1 0 0,0 0-1,1 1 1,0-1 0,-1 0-1,1 1 1,0-1-1,0 0 1,1 1 0,-1-1-1,0 1 1,1 0 0,0-1-1,3-2 1,3-3-6739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24575,'22'3'0,"10"1"0,0 1 0,57 18 0,-66-13 0,-1 1 0,0 1 0,24 18 0,12 6 0,-53-33 0,-1-1 0,0 1 0,1-1 0,-1 0 0,0 0 0,1 0 0,6 1 0,-10-3 0,0 0 0,0 0 0,0 0 0,0 0 0,0 0 0,0 0 0,0-1 0,0 1 0,0 0 0,1 0 0,-1-1 0,-1 1 0,1-1 0,0 1 0,0-1 0,0 1 0,0-1 0,0 0 0,0 1 0,-1-1 0,1 0 0,0 0 0,0 1 0,-1-1 0,1 0 0,-1 0 0,1 0 0,-1 0 0,1 0 0,-1 0 0,1 0 0,-1 0 0,0 0 0,1-2 0,0-5 0,0 1 0,0-1 0,0 0 0,-1 0 0,-1-13 0,0 14 0,1 1 0,0-1 0,0 0 0,0 0 0,1 0 0,0 1 0,4-14 0,-5 19 0,0 0 0,1 0 0,-1 1 0,1-1 0,-1 0 0,1 0 0,-1 0 0,1 0 0,0 0 0,-1 0 0,1 1 0,0-1 0,0 0 0,0 1 0,0-1 0,-1 0 0,1 1 0,0-1 0,0 1 0,0 0 0,0-1 0,0 1 0,2-1 0,-1 1 0,0 0 0,0 0 0,0 0 0,1 1 0,-1-1 0,0 0 0,0 1 0,0 0 0,0-1 0,0 1 0,2 1 0,4 2 0,0 1 0,0 0 0,-1 1 0,10 8 0,37 30 43,-36-31-512,-1 1-1,28 30 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6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124 542 24575,'-5'0'0,"-49"-4"0,49 4 0,-1 1 0,1-1 0,-1 1 0,1 0 0,0 0 0,-1 1 0,-6 2 0,11-3 0,0-1 0,0 0 0,1 1 0,-1-1 0,0 1 0,0-1 0,0 1 0,1-1 0,-1 1 0,0 0 0,1-1 0,-1 1 0,0 0 0,1-1 0,-1 1 0,1 0 0,-1 0 0,1 0 0,0-1 0,-1 1 0,1 0 0,0 0 0,0 0 0,-1 0 0,1 1 0,0 0 0,0-1 0,1 1 0,-1 0 0,1-1 0,-1 1 0,1 0 0,-1-1 0,1 1 0,0 0 0,0-1 0,0 1 0,1 1 0,3 3 0,1 1 0,-1-2 0,1 1 0,11 7 0,-9-7 0,0 0 0,1-1 0,0 0 0,0 0 0,0-1 0,1-1 0,-1 1 0,14 2 0,-19-6 0,-1 1 0,1-1 0,-1 0 0,0 1 0,1-2 0,-1 1 0,0 0 0,1-1 0,-1 1 0,0-1 0,1 0 0,-1 0 0,0 0 0,0-1 0,0 1 0,0-1 0,0 1 0,0-1 0,0 0 0,-1 0 0,1-1 0,-1 1 0,1 0 0,-1-1 0,0 0 0,0 1 0,0-1 0,2-4 0,-1 1 0,-1 0 0,0-1 0,0 1 0,0 0 0,-1-1 0,0 1 0,0-1 0,-1 1 0,0-11 0,0 12 0,0 0 0,0 0 0,-1 0 0,0 1 0,0-1 0,0 0 0,-1 1 0,1-1 0,-1 1 0,0-1 0,-1 1 0,1 0 0,-5-6 0,6 9 0,1 0 0,-1 0 0,0 0 0,0 0 0,0 0 0,0 1 0,0-1 0,-1 0 0,1 1 0,0-1 0,0 1 0,0-1 0,-3 0 0,4 1 0,-1 0 0,1 0 0,-1 0 0,0 0 0,1 0 0,-1 0 0,1 0 0,-1 1 0,1-1 0,-1 0 0,1 0 0,-1 0 0,1 1 0,-1-1 0,1 0 0,-1 0 0,1 1 0,-1-1 0,1 0 0,0 1 0,-1-1 0,0 1 0,1 1 0,-1-1 0,0 0 0,1 1 0,-1-1 0,1 0 0,0 1 0,-1-1 0,1 1 0,0-1 0,0 1 0,0-1 0,0 1 0,0-1 0,0 1 0,0-1 0,0 0 0,1 1 0,-1-1 0,1 1 0,-1-1 0,1 0 0,1 3 0,3 5 0,0-1 0,1 0 0,0 0 0,0 0 0,1-1 0,0 0 0,0 0 0,1 0 0,0-1 0,0 0 0,0-1 0,1 0 0,0 0 0,0-1 0,0 0 0,1-1 0,9 3 0,-16-5 0,0-1 0,-1 1 0,1-1 0,0 0 0,0 0 0,0 0 0,0 0 0,-1-1 0,1 1 0,0-1 0,0 1 0,-1-1 0,1 0 0,0 0 0,-1 0 0,1-1 0,-1 1 0,1 0 0,-1-1 0,0 0 0,0 1 0,0-1 0,0 0 0,0 0 0,0 0 0,0-1 0,0 1 0,-1 0 0,1-1 0,-1 1 0,0-1 0,0 1 0,2-6 0,-1-1 0,1 0 0,-2-1 0,1 1 0,-1-1 0,-1 1 0,1-1 0,-2 0 0,-2-16 0,-3-6 0,-1 0 0,-2 0 0,-16-36 0,-47-90 0,51 114 0,14 28 0,-1 1 0,0 0 0,0 1 0,-2 0 0,-16-20 0,25 34 0,1-1 0,-1 1 0,1-1 0,-1 1 0,1 0 0,-1-1 0,1 1 0,-1 0 0,1-1 0,-1 1 0,1 0 0,-1-1 0,0 1 0,1 0 0,-1 0 0,1 0 0,-1 0 0,0-1 0,-1 1 0,2 1 0,0-1 0,-1 0 0,1 0 0,0 0 0,-1 1 0,1-1 0,0 0 0,-1 0 0,1 1 0,0-1 0,-1 0 0,1 1 0,0-1 0,0 0 0,0 1 0,-1-1 0,1 0 0,0 1 0,0-1 0,0 1 0,0-1 0,-1 1 0,1 2 0,0 0 0,-1-1 0,1 1 0,0 0 0,0 0 0,0 0 0,1 4 0,4 11 0,0 0 0,2 0 0,0-1 0,16 30 0,45 61 0,-38-69-341,0-2 0,3-1-1,41 35 1,-51-51-6485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8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27 24575,'-218'-25'0,"210"24"0,-1 1 0,1 0 0,-1 1 0,1 0 0,-1 0 0,-11 4 0,17-4 0,1 0 0,0 0 0,0-1 0,0 1 0,0 1 0,0-1 0,0 0 0,0 0 0,0 1 0,0-1 0,1 1 0,-1 0 0,1-1 0,-1 1 0,1 0 0,0 0 0,-1 0 0,1 0 0,0 0 0,0 0 0,0 0 0,1 0 0,-1 1 0,0-1 0,1 0 0,0 0 0,-1 1 0,1 2 0,0 1 0,1-1 0,0 1 0,0-1 0,0 1 0,1-1 0,0 0 0,0 1 0,0-1 0,1 0 0,0 0 0,-1-1 0,2 1 0,-1 0 0,5 4 0,3 3 0,0-1 0,2 1 0,20 14 0,159 89 0,-113-71 0,-77-43 0,-1 0 0,1 0 0,-1 0 0,0 0 0,1 0 0,-1 1 0,0-1 0,1 0 0,-1 1 0,2 2 0,-3-4 0,0 0 0,0 0 0,0 1 0,0-1 0,0 0 0,0 0 0,0 0 0,0 1 0,0-1 0,0 0 0,0 0 0,0 1 0,0-1 0,0 0 0,0 0 0,0 0 0,0 1 0,0-1 0,0 0 0,0 0 0,0 0 0,0 1 0,-1-1 0,1 0 0,0 0 0,0 0 0,0 1 0,0-1 0,0 0 0,-1 0 0,1 0 0,-13 3 0,-5-4 0,-30-5 0,-7-1 0,33 7 0,-14 0 0,34 0 0,0-1 0,-1 1 0,1 0 0,0-1 0,-1 0 0,1 1 0,0-1 0,0 0 0,-1 0 0,-3-3 0,6 4 0,0 0 0,0 0 0,0 0 0,0 0 0,0 0 0,0-1 0,0 1 0,0 0 0,0 0 0,0 0 0,0 0 0,1 0 0,-1-1 0,0 1 0,0 0 0,0 0 0,0 0 0,0 0 0,0 0 0,0 0 0,0-1 0,0 1 0,0 0 0,1 0 0,-1 0 0,0 0 0,0 0 0,0 0 0,0 0 0,0 0 0,0 0 0,1 0 0,-1 0 0,0-1 0,0 1 0,0 0 0,0 0 0,0 0 0,1 0 0,-1 0 0,0 0 0,0 0 0,0 0 0,0 0 0,0 0 0,1 0 0,-1 1 0,0-1 0,0 0 0,10-2 0,13 0 0,0-2 0,0-1 0,-1 0 0,26-11 0,83-42 0,-118 52 0,-1-1 0,-1 0 0,14-11 0,-22 16 0,0-1 0,0 1 0,-1-1 0,1 0 0,-1 1 0,1-1 0,-1 0 0,0 0 0,-1-1 0,1 1 0,0 0 0,-1-1 0,0 1 0,0-1 0,0 1 0,0-1 0,0-4 0,-1 6 0,0 1 0,0-1 0,0 0 0,-1 0 0,1 0 0,-1 1 0,1-1 0,-1 0 0,0 1 0,0-1 0,0 0 0,0 1 0,0-1 0,0 1 0,0-1 0,0 1 0,0 0 0,-1 0 0,1-1 0,0 1 0,-1 0 0,1 0 0,-1 0 0,0 0 0,1 1 0,-1-1 0,0 0 0,1 1 0,-1-1 0,0 1 0,-3-1 0,3 0 0,0 1 0,0 0 0,1 0 0,-1 0 0,0 0 0,0 0 0,1 0 0,-1 0 0,0 0 0,0 1 0,0-1 0,1 1 0,-1-1 0,0 1 0,1 0 0,-1 0 0,1-1 0,-1 1 0,1 0 0,-1 1 0,1-1 0,-1 0 0,1 0 0,0 0 0,0 1 0,0-1 0,0 1 0,0-1 0,0 1 0,0-1 0,0 1 0,-1 2 0,1 0 0,1 0 0,-1 0 0,0 0 0,1 0 0,0 0 0,0 0 0,0 0 0,0-1 0,1 1 0,0 0 0,0 0 0,2 7 0,-1-5 0,1-1 0,0 1 0,0-1 0,1 1 0,0-1 0,0 0 0,5 6 0,5 1 0,1 1 0,0-2 0,0 0 0,22 12 0,-28-19 0,0 0 0,-1 0 0,1 0 0,1-1 0,-1-1 0,0 1 0,1-1 0,-1-1 0,13 1 0,-18-2 0,0 0 0,0 0 0,0 0 0,0-1 0,0 1 0,0-1 0,0 0 0,0 0 0,0-1 0,-1 1 0,1-1 0,-1 1 0,1-1 0,-1-1 0,1 1 0,-1 0 0,0-1 0,0 1 0,0-1 0,0 0 0,-1 0 0,1 0 0,-1 0 0,4-6 0,-2-1 0,0 1 0,0-1 0,-1 0 0,0-1 0,2-17 0,-5 22 0,1 0 0,-1 1 0,0-1 0,0 0 0,0 0 0,-1 1 0,0-1 0,0 0 0,-1 1 0,1-1 0,-1 1 0,-3-6 0,9 17 0,-1-1 0,2 0 0,-1 1 0,1-2 0,-1 1 0,1 0 0,0-1 0,1 0 0,-1 0 0,1-1 0,0 1 0,0-1 0,0-1 0,0 1 0,1-1 0,9 3 0,14 1 0,1-2 0,-1 0 0,51-2 0,-68-1 0,-1 0 0,1 1 0,-1 0 0,19 7 0,-18-6 0,0 1 0,1-1 0,24 1 0,-10-4-1365,-15 0-5461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0:38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24575,'-8'7'0,"1"0"0,-1 0 0,1 0 0,1 1 0,-1 0 0,1 1 0,-7 12 0,11-17 0,1 0 0,-1 1 0,1-1 0,0 0 0,0 1 0,0-1 0,0 1 0,1-1 0,0 1 0,0-1 0,0 1 0,0 0 0,1-1 0,0 1 0,0-1 0,0 1 0,0-1 0,4 8 0,1 0 0,1-1 0,0 0 0,1 0 0,0-1 0,15 15 0,-21-23 0,-1-1 0,0 0 0,0 0 0,0 0 0,-1 0 0,1 0 0,0 0 0,0 0 0,-1 0 0,1 0 0,-1 0 0,1 0 0,-1 1 0,0-1 0,1 0 0,-1 0 0,0 3 0,0-4 0,0 0 0,0 1 0,0-1 0,0 0 0,0 1 0,0-1 0,-1 0 0,1 0 0,0 1 0,0-1 0,0 0 0,0 0 0,-1 1 0,1-1 0,0 0 0,0 0 0,-1 0 0,1 0 0,0 1 0,0-1 0,-1 0 0,1 0 0,0 0 0,-1 0 0,-13 0 0,-24-9 0,25 6 0,1 0 0,-1 0 0,-13 0 0,25 3 0,1 0 0,0 0 0,0 0 0,0 0 0,0 0 0,-1 0 0,1 0 0,0 0 0,0 0 0,0 0 0,0 0 0,-1 0 0,1 0 0,0 0 0,0 0 0,0 0 0,0 0 0,-1 0 0,1 0 0,0 0 0,0 0 0,0 0 0,0 0 0,-1 0 0,1 0 0,0 0 0,0 0 0,0 1 0,0-1 0,0 0 0,0 0 0,-1 0 0,1 0 0,0 0 0,0 0 0,0 1 0,0-1 0,0 0 0,0 0 0,0 0 0,0 0 0,0 1 0,0-1 0,0 0 0,0 0 0,0 1 0,6 7 0,15 6 0,-6-8 0,-1-1 0,1-1 0,-1 0 0,1-1 0,0 0 0,1-2 0,-1 1 0,0-2 0,0 0 0,1-1 0,18-3 0,-4-2 0,-1 0 0,0-2 0,0-1 0,48-23 0,-72 29 0,1 0 0,0 0 0,-1-1 0,0 0 0,0 0 0,0 0 0,0 0 0,-1-1 0,0 0 0,0 0 0,0 0 0,5-10 0,-7 11 0,0 0 0,0 1 0,-1-1 0,0 0 0,0 0 0,0 0 0,0 0 0,-1-1 0,1 1 0,-1 0 0,0 0 0,0 0 0,-1 0 0,1 0 0,-1-1 0,0 1 0,0 0 0,0 0 0,-1 1 0,-3-8 0,2 5 0,-1 2 0,0-1 0,0 0 0,0 1 0,0 0 0,-1 0 0,1 0 0,-1 0 0,0 1 0,-1-1 0,1 1 0,0 1 0,-1-1 0,0 1 0,1 0 0,-1 0 0,0 1 0,0 0 0,-9-1 0,12 2 0,1 0 0,0 0 0,0 1 0,0-1 0,0 1 0,-1-1 0,1 1 0,0 0 0,0 0 0,0 0 0,1 0 0,-1 0 0,0 0 0,0 1 0,0-1 0,1 1 0,-1-1 0,1 1 0,-1-1 0,1 1 0,0 0 0,0 0 0,0 0 0,-1 0 0,2 0 0,-1 0 0,0 0 0,0 0 0,1 0 0,-1 0 0,1 0 0,-1 3 0,1 2 0,-1-1 0,1 1 0,0 0 0,0-1 0,1 1 0,0-1 0,0 1 0,1-1 0,3 11 0,0-6 9,1 0 1,0 0-1,1-1 0,0 1 0,1-2 1,0 1-1,0-1 0,1 0 0,0-1 0,1 0 1,0 0-1,17 10 0,-7-7-257,1 0 1,-1-1-1,2-2 1,-1 0-1,45 10 1,-48-15-6579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18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1 24575,'-1'0'0,"-45"-1"0,-85 12 0,117-9 0,1 1 0,0 0 0,0 1 0,0 0 0,0 1 0,0 1 0,1 0 0,0 1 0,0 0 0,-19 16 0,29-21 0,0-1 0,0 1 0,0 0 0,0 0 0,0 0 0,1 0 0,-1 1 0,0-1 0,1 0 0,0 1 0,0-1 0,0 1 0,0 0 0,0-1 0,0 1 0,1 0 0,-1-1 0,1 1 0,-1 0 0,1 0 0,0-1 0,0 1 0,1 0 0,-1 0 0,1-1 0,-1 1 0,1 0 0,0-1 0,0 1 0,0-1 0,0 1 0,0-1 0,0 1 0,3 2 0,3 5 0,1-1 0,0 0 0,0 0 0,1-1 0,0 0 0,16 10 0,11 7 0,2-1 0,1-2 0,1-2 0,51 19 0,-86-37 0,18 7 0,-22-9 0,0 0 0,-1 1 0,1-1 0,0 1 0,0-1 0,0 1 0,0-1 0,-1 1 0,1 0 0,0-1 0,-1 1 0,1 0 0,0 0 0,-1 0 0,1-1 0,-1 1 0,1 0 0,0 1 0,-1-1 0,-1-1 0,1 1 0,0-1 0,0 1 0,0-1 0,0 1 0,-1-1 0,1 1 0,0-1 0,0 0 0,-1 1 0,1-1 0,0 1 0,-1-1 0,1 0 0,0 1 0,-1-1 0,1 0 0,-1 1 0,1-1 0,0 0 0,-1 0 0,1 1 0,-1-1 0,0 0 0,-13 5 0,13-5 0,-15 4 0,-1-1 0,0 0 0,0-2 0,0 0 0,-21-2 0,-87-13 0,116 13 0,5 0 0,-24-4 0,26 5 0,1 0 0,0-1 0,0 1 0,-1-1 0,1 1 0,0-1 0,0 1 0,-1-1 0,1 0 0,0 0 0,0 1 0,0-1 0,0 0 0,0 0 0,0 0 0,-1-2 0,2 2-19,0 0 0,0 0 0,0 0 0,0 0 0,0 1 0,1-1 0,-1 0 0,0 0 0,1 0 0,-1 0 0,0 1 0,1-1 0,-1 0 0,1 0 0,-1 1 0,1-1 0,-1 0 0,1 1 0,0-1 0,-1 0 0,1 1 0,0-1 0,1 0 0,1-2-890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19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17 24575,'-34'-17'0,"57"27"0,47 13 0,-40-15 0,1-1 0,-1-2 0,1-1 0,48 0 0,-78-4 0,0 0 0,-1 0 0,1 0 0,0 0 0,-1 0 0,1 0 0,-1 0 0,1 0 0,0 0 0,-1 0 0,1 0 0,0 0 0,-1 1 0,1-1 0,-1 0 0,1 0 0,0 1 0,-1-1 0,1 0 0,-1 1 0,1-1 0,-1 0 0,1 1 0,-1-1 0,1 1 0,-1-1 0,0 1 0,1-1 0,-1 1 0,1 1 0,-1 0 0,0-1 0,0 1 0,-1-1 0,1 1 0,0 0 0,-1-1 0,1 1 0,-1 2 0,-1 1 0,-2 11 0,1 1 0,0 1 0,1-1 0,1 0 0,1 1 0,0-1 0,2 0 0,0 1 0,0-1 0,2 0 0,0 0 0,1-1 0,0 1 0,2-1 0,0 0 0,16 25 0,-3-8 0,-10-20 0,-2 1 0,0 0 0,8 18 0,-16-31-3,1 0 0,-1-1 0,0 1 0,0 0 0,1 0 0,-1 0 0,0 0 0,0-1 0,0 1 0,0 0 0,0 0 1,0 0-1,0 0 0,0-1 0,0 1 0,0 0 0,0 0 0,0 0 0,-1 0 0,1-1 0,0 1 0,-1 0 0,1 0 0,-1-1 0,1 1 0,-1 1 0,0-1 16,-1-1 1,1 1-1,0 0 0,0-1 1,-1 1-1,1-1 0,0 1 1,-1-1-1,1 0 0,0 0 1,-1 0-1,1 1 0,-1-1 1,-1-1-1,-4 1-310,-1-1 0,1 0 0,0-1 0,-14-4 0,6-1-6529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19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454 72 24575,'-36'-15'0,"0"2"0,-2 1 0,1 1 0,-68-8 0,100 18 0,-1 1 0,0 0 0,0 0 0,1 0 0,-1 1 0,-9 2 0,14-3 0,-1 0 0,1 1 0,0-1 0,0 1 0,0-1 0,0 1 0,0-1 0,0 1 0,0 0 0,0-1 0,0 1 0,0 0 0,1 0 0,-1 0 0,0 0 0,0 0 0,1 0 0,-1 0 0,1 0 0,-1 0 0,1 0 0,-1 0 0,1 0 0,-1 0 0,1 0 0,0 0 0,0 0 0,0 1 0,0-1 0,-1 0 0,2 0 0,-1 0 0,0 1 0,0-1 0,0 0 0,0 0 0,1 0 0,0 2 0,1 3 0,1 1 0,0-1 0,0 0 0,0 0 0,1 0 0,0 0 0,0-1 0,0 0 0,1 1 0,6 4 0,9 7 0,28 19 0,-42-31 0,157 91 0,-100-62 0,-60-32 0,5 3 0,0 0 0,10 7 0,-16-11 0,-1 0 0,0 0 0,0 0 0,1 0 0,-1 0 0,0 1 0,0-1 0,0 0 0,-1 0 0,1 1 0,0-1 0,0 1 0,-1-1 0,1 0 0,0 1 0,-1-1 0,0 1 0,1-1 0,-1 1 0,0 0 0,0 2 0,0-3 0,-1 0 0,1 0 0,-1 0 0,1 0 0,-1 0 0,0 0 0,0 0 0,1 0 0,-1 0 0,0 0 0,0-1 0,0 1 0,0 0 0,0-1 0,0 1 0,0-1 0,0 1 0,0-1 0,0 1 0,0-1 0,0 0 0,-1 1 0,-1-1 0,-31 4 0,29-4 0,-65 3 0,0-2 0,1-4 0,-74-13 0,140 16-37,-59-13 199,56 11-328,1 0 1,-1 0-1,1 0 1,0-1-1,-1 1 1,1-1-1,0 0 0,-6-6 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1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24575,'1'53'0,"14"102"0,-8-120 0,1 0 0,2 0 0,25 59 0,52 66 0,-47-91 0,-32-51 120,-8-18-149,0 0 0,0 1 0,0-1 0,0 0-1,0 1 1,0-1 0,0 0 0,0 1 0,0-1 0,0 0 0,0 1 0,0-1-1,0 0 1,0 0 0,0 1 0,-1-1 0,1 0 0,0 1 0,0-1 0,0 0 0,0 0-1,-1 1 1,1-1 0,0 0 0,0 0 0,0 1 0,-1-1 0,1 0 0,0 0-1,0 0 1,-1 1 0,1-1 0,0 0 0,-1 0 0,1 0 0,0 0 0,-1 0-1,1 0 1,0 0 0,0 0 0,-1 1 0,1-1 0,0 0 0,-1 0 0,1 0 0,0-1-1,-1 1 1,1 0 0,0 0 0,-1 0 0,-8-2-6797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0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 24575,'225'-1'0,"-41"2"0,-168-2 0,1 0 0,22-6 0,-35 6 0,0 0 0,-1 0 0,1 0 0,0 0 0,-1 0 0,1-1 0,-1 0 0,0 0 0,1 0 0,-1 0 0,0 0 0,0-1 0,0 1 0,-1-1 0,1 0 0,3-4 0,-5 5 0,-1-1 0,1 1 0,0-1 0,-1 1 0,1-1 0,-1 1 0,0-1 0,0 1 0,0-1 0,0 1 0,0 0 0,0-1 0,-1 1 0,1-1 0,-1 1 0,0-1 0,0 1 0,0 0 0,0-1 0,0 1 0,0 0 0,-1 0 0,1 0 0,-1 0 0,-1-2 0,-2-2 0,0 0 0,-1 0 0,0 1 0,0 0 0,0 0 0,-12-7 0,12 8 0,-1 1 0,1 0 0,-1 1 0,0 0 0,0 0 0,0 0 0,0 1 0,0 0 0,-1 0 0,-11 1 0,17 0 0,-1 0 0,1 0 0,0 1 0,-1-1 0,1 1 0,-1-1 0,1 1 0,0 0 0,0 0 0,-1 0 0,1 0 0,0 0 0,0 1 0,0-1 0,0 0 0,0 1 0,0 0 0,1-1 0,-1 1 0,1 0 0,-1 0 0,1 0 0,-1 0 0,1 0 0,0 0 0,0 1 0,0-1 0,0 0 0,1 0 0,-1 1 0,0-1 0,1 1 0,0-1 0,-1 5 0,1-1 0,0-1 0,1 1 0,-1-1 0,1 1 0,0 0 0,0-1 0,1 1 0,0-1 0,0 0 0,0 0 0,5 8 0,-2-5 0,0-1 0,0 0 0,1 0 0,0 0 0,1-1 0,11 10 0,-2-5 0,0-1 0,1-1 0,0 0 0,0-1 0,0 0 0,25 5 0,-35-11 0,7 3 0,0-2 0,1 1 0,-1-2 0,17 1 0,-27-3 0,0 0 0,-1 0 0,1 0 0,0-1 0,-1 0 0,1 0 0,0 0 0,-1 0 0,5-2 0,-6 1 0,0 1 0,0 0 0,0-1 0,0 1 0,0-1 0,-1 1 0,1-1 0,-1 0 0,1 0 0,-1 0 0,1 0 0,-1 0 0,0 0 0,0 0 0,0 0 0,0-3 0,2-2 0,-3 4 0,1 0 0,0 1 0,0-1 0,0 0 0,0 1 0,1-1 0,-1 1 0,3-4 0,-3 5 0,0 1 0,0-1 0,0 0 0,0 1 0,0-1 0,0 1 0,0 0 0,0-1 0,0 1 0,0 0 0,0-1 0,1 1 0,-1 0 0,0 0 0,0 0 0,0 0 0,0 0 0,0 0 0,1 1 0,-1-1 0,0 0 0,0 1 0,0-1 0,0 0 0,2 2 0,53 24 0,2 0 0,-52-23 0,1-1 0,-1 0 0,1-1 0,-1 0 0,1 0 0,0 0 0,7-1 0,-13 0 0,0 0 0,1 0 0,-1 0 0,1-1 0,-1 1 0,0 0 0,1-1 0,-1 1 0,0-1 0,0 1 0,1-1 0,-1 0 0,0 0 0,0 1 0,0-1 0,0 0 0,0 0 0,1-1 0,0-1 0,1-1 0,-2 1 0,1 0 0,0-1 0,1-3 0,-3 5 0,1-1 0,0 1 0,0 0 0,0-1 0,0 1 0,1 0 0,-1 0 0,1 0 0,-1 0 0,1 0 0,0 0 0,-1 1 0,1-1 0,0 0 0,2 0 0,5-2 0,0 0 0,0 1 0,0 1 0,1-1 0,-1 2 0,17-2 0,59 3 0,-38 1 0,-35 0 0,0 0 0,23 6 0,-7-1 0,-6 0-1365,-13-3-5461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1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24575,'15'20'0,"7"8"0,0 3 0,-2-5 0,-3-3 0,-3-7 0,-4-5-8191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1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24575,'14'5'0,"8"4"0,0 5 0,-1 6 0,-2 3 0,-2 2 0,-3-3 0,-5-3-8191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1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39 24575,'-23'-10'0,"-32"-10"0,48 18 0,0 0 0,0 0 0,0 1 0,0 0 0,0 1 0,0-1 0,-1 1 0,1 1 0,-11 1 0,17-2 0,-1 1 0,0-1 0,1 1 0,-1 0 0,0 0 0,1-1 0,-1 1 0,1 0 0,0 0 0,-1 0 0,1 1 0,0-1 0,-1 0 0,1 0 0,0 1 0,0-1 0,0 1 0,0-1 0,0 1 0,1-1 0,-1 1 0,0-1 0,1 1 0,-1 0 0,1-1 0,-1 1 0,1 0 0,0 0 0,0-1 0,0 1 0,0 0 0,0 0 0,0-1 0,1 3 0,0 5 0,1 0 0,0 1 0,0-1 0,8 17 0,2-1 0,1 0 0,1-1 0,0 0 0,2-1 0,1-1 0,25 26 0,-41-47 0,0-1 0,-1 1 0,1 0 0,0-1 0,-1 1 0,1 0 0,-1-1 0,1 1 0,-1 0 0,1 0 0,-1 0 0,1 0 0,-1-1 0,0 1 0,0 0 0,1 0 0,-1 0 0,0 0 0,0 0 0,0 0 0,0 0 0,0 0 0,0 1 0,-1-1 0,1 0 0,-1 0 0,1-1 0,-1 1 0,0 0 0,1 0 0,-1-1 0,0 1 0,0 0 0,0-1 0,1 1 0,-1-1 0,0 1 0,0-1 0,0 0 0,0 1 0,0-1 0,-1 0 0,-5 2 0,1-1 0,-1 0 0,1-1 0,-1 1 0,-9-2 0,-29-5 0,-58-15 0,26 5 0,-8 0-1365,53 10-5461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218 250 24575,'63'235'0,"-63"-233"0,1-1 0,-1 0 0,0 0 0,0 0 0,1 0 0,-1 0 0,0 1 0,0-1 0,0 0 0,0 0 0,-1 2 0,1-3 0,0 0 0,0 0 0,0 0 0,0 1 0,-1-1 0,1 0 0,0 0 0,0 0 0,0 0 0,0 0 0,-1 0 0,1 0 0,0 0 0,0 0 0,0 0 0,0 0 0,-1 0 0,1 0 0,0 0 0,0 0 0,0 0 0,0 0 0,-1 0 0,1 0 0,0 0 0,0 0 0,0 0 0,0 0 0,-1 0 0,1 0 0,0 0 0,0 0 0,0 0 0,0 0 0,-1 0 0,1-1 0,0 1 0,0 0 0,0 0 0,-3-3 0,0 1 0,0-1 0,0 0 0,1 0 0,-3-4 0,-29-41 0,-32-46 0,-71-134 0,134 221 0,-1 1 0,2-1 0,-1 0 0,1 0 0,0 0 0,-1-9 0,3 15 0,-1-1 0,1 0 0,0 1 0,0-1 0,0 0 0,1 1 0,-1-1 0,0 0 0,1 1 0,-1-1 0,0 0 0,1 1 0,0-1 0,-1 1 0,1-1 0,0 1 0,0-1 0,0 1 0,0 0 0,0-1 0,0 1 0,1 0 0,-1 0 0,0 0 0,1 0 0,-1 0 0,0 0 0,1 0 0,-1 0 0,1 1 0,-1-1 0,3 0 0,5-1 0,-1 0 0,1 0 0,0 1 0,0 0 0,18 1 0,46 7 0,-58-5 0,14 1 0,1 1 0,-2 2 0,1 1 0,28 11 0,-56-18 0,0 0 0,0 1 0,0-1 0,0 1 0,0-1 0,0 0 0,0 1 0,0 0 0,-1-1 0,1 1 0,0-1 0,0 1 0,-1 0 0,1 0 0,0-1 0,-1 1 0,1 0 0,-1 0 0,1 0 0,-1 0 0,1 0 0,-1 0 0,0 0 0,1 1 0,-1 0 0,0-1 0,-1 0 0,1 1 0,-1-1 0,1 1 0,-1-1 0,1 0 0,-1 0 0,0 1 0,1-1 0,-1 0 0,0 0 0,0 0 0,0 0 0,0 0 0,0 0 0,-2 1 0,-24 19 0,18-15 0,0 1 0,0 1 0,0-1 0,1 1 0,-10 13 0,16-19 0,1 0 0,0 1 0,-1-1 0,1 0 0,0 0 0,0 1 0,1-1 0,-1 1 0,0-1 0,1 1 0,0-1 0,-1 1 0,1-1 0,0 1 0,0-1 0,0 1 0,1-1 0,-1 1 0,1-1 0,-1 1 0,1-1 0,0 0 0,0 1 0,0-1 0,0 0 0,0 1 0,0-1 0,1 0 0,3 4 0,6 7 0,1 0 0,1 0 0,0-1 0,28 20 0,66 33 0,-5-3 0,-100-61 0,1 1 0,0 0 0,-1 1 0,0-1 0,1 0 0,-1 1 0,0-1 0,2 4 0,-4-5 0,1 0 0,-1-1 0,0 1 0,1 0 0,-1 0 0,0 0 0,0-1 0,0 1 0,1 0 0,-1 0 0,0 0 0,0 0 0,0-1 0,0 1 0,-1 0 0,1 0 0,0 0 0,0 0 0,0-1 0,-1 1 0,1 0 0,0 0 0,-1 0 0,1-1 0,-1 1 0,1 0 0,-1-1 0,1 1 0,-1 0 0,1-1 0,-1 1 0,0-1 0,1 1 0,-1-1 0,0 1 0,-1 0 0,-3 2 0,-1 0 0,0 0 0,0-1 0,0 1 0,-1-2 0,1 1 0,-1 0 0,-11 0 0,-56 0 0,55-2 0,-141-2-1365,148 2-5461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24575,'3'24'0,"2"14"0,4 4 0,0 1 0,1-5 0,1-4 0,1-5 0,2-3 0,-1-3 0,2-3 0,-3-3 0,-3-4-8191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3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147 276 24575,'7'41'0,"2"0"0,2-1 0,26 65 0,-38-105 0,1 0 0,0 0 0,0 0 0,0 0 0,0 0 0,0 0 0,0 0 0,0 0 0,0 0 0,0 0 0,0 0 0,0 0 0,0 0 0,0 0 0,0 0 0,0 0 0,0 0 0,0 0 0,0 0 0,-8-10 0,-8-18 0,-124-240 0,129 248 0,-12-34 0,20 46 0,1 0 0,0 1 0,0-1 0,1 0 0,0 0 0,1 0 0,0 0 0,0-9 0,1 15 0,-1 0 0,1 0 0,-1 0 0,1 0 0,0 0 0,0 1 0,0-1 0,0 0 0,0 0 0,0 1 0,0-1 0,1 1 0,-1-1 0,1 1 0,-1-1 0,1 1 0,-1 0 0,1 0 0,0 0 0,0 0 0,-1 0 0,1 0 0,0 0 0,0 1 0,0-1 0,0 0 0,0 1 0,2 0 0,8-2 0,0 0 0,0 1 0,19 1 0,-20 1 0,10-1 0,0 1 0,0 2 0,-1 0 0,1 1 0,-1 1 0,0 0 0,26 12 0,-45-16 0,0-1 0,0 0 0,0 1 0,0-1 0,0 0 0,0 1 0,0-1 0,0 1 0,-1 0 0,1-1 0,0 1 0,0 0 0,-1-1 0,1 1 0,0 0 0,-1 0 0,1 0 0,0 0 0,-1-1 0,0 1 0,1 0 0,-1 0 0,1 0 0,-1 0 0,0 0 0,0 0 0,1 2 0,-2-1 0,1-1 0,-1 0 0,1 0 0,-1 1 0,0-1 0,1 0 0,-1 0 0,0 0 0,0 0 0,0 1 0,0-2 0,0 1 0,0 0 0,0 0 0,0 0 0,-1 0 0,1-1 0,0 1 0,0 0 0,-2 0 0,-15 6 0,-32 10 0,1-1 0,47-15 0,1-1 0,-1 1 0,1-1 0,0 1 0,-1-1 0,1 1 0,-1 0 0,1 0 0,0 0 0,0-1 0,0 1 0,-1 0 0,1 1 0,0-1 0,0 0 0,0 0 0,1 0 0,-1 1 0,0-1 0,0 0 0,1 1 0,-1-1 0,0 0 0,1 1 0,0-1 0,-1 1 0,1-1 0,0 1 0,0-1 0,0 1 0,0-1 0,0 1 0,0 0 0,0-1 0,0 1 0,1-1 0,-1 1 0,0-1 0,1 0 0,1 3 0,1 3 0,1-1 0,-1 0 0,1-1 0,1 1 0,-1-1 0,1 1 0,9 6 0,131 96 0,7 6 0,-146-109 0,0 1 0,0 0 0,0 0 0,8 14 0,-13-18 0,0-1 0,0 1 0,0 0 0,0 0 0,-1 0 0,1 0 0,-1 0 0,1 0 0,-1 0 0,0-1 0,0 5 0,0-5 0,0 0 0,0 1 0,-1-1 0,1 0 0,0 0 0,-1 0 0,1 0 0,-1 0 0,0 1 0,1-1 0,-1 0 0,0 0 0,0 0 0,1-1 0,-1 1 0,0 0 0,0 0 0,0 0 0,0-1 0,-2 2 0,-4 2 0,-1-1 0,1 1 0,-1-1 0,0-1 0,0 0 0,0 0 0,0 0 0,-9 0 0,-69 0 0,64-2 0,13 0-69,-172 8-1227,161-6-5530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4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47 24575,'-80'11'0,"73"-9"0,-1-1 0,1 2 0,0-1 0,-1 1 0,1 0 0,0 1 0,1 0 0,-9 5 0,13-7 0,0 0 0,-1 0 0,1 0 0,0 0 0,0 1 0,0-1 0,1 1 0,-1-1 0,1 1 0,-1-1 0,1 1 0,0 0 0,0 0 0,0 0 0,0 0 0,0 3 0,1-2 0,-1 1 0,1-1 0,1 0 0,-1 1 0,1-1 0,-1 0 0,1 0 0,1 1 0,-1-1 0,2 4 0,3 4 0,0-1 0,1 0 0,0 0 0,1-1 0,0 0 0,15 14 0,-12-13 0,1-1 0,1 0 0,0-1 0,0 0 0,0-1 0,18 7 0,-23-11 0,1-1 0,-1 0 0,1 0 0,-1-1 0,1 0 0,0-1 0,0 0 0,0 0 0,0-1 0,0 0 0,-1 0 0,14-3 0,-19 2 0,0 0 0,0 0 0,1 0 0,-1 0 0,0-1 0,0 1 0,-1-1 0,1 0 0,0 0 0,0 0 0,-1 0 0,0 0 0,1 0 0,-1-1 0,3-3 0,-3 1 0,1 1 0,-1 0 0,0-1 0,0 0 0,0 1 0,-1-1 0,0 0 0,0 0 0,1-7 0,-2 2 0,0-1 0,0 1 0,-1 0 0,0 0 0,-1 0 0,0 0 0,0 1 0,-1-1 0,-7-15 0,4 13-68,0 1 0,-1 0-1,0 1 1,-1 0 0,0 0 0,-1 1-1,0-1 1,0 2 0,-1 0 0,0 0-1,0 0 1,-1 1 0,0 1 0,0 0-1,-1 1 1,1 0 0,-1 0-1,0 1 1,-19-3 0,9 4-6758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4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 24575,'-42'0'0,"1"3"0,-69 11 0,106-13 0,0 0 0,0 0 0,0 0 0,0 0 0,1 1 0,-1 0 0,1-1 0,-1 1 0,1 1 0,-1-1 0,-4 5 0,7-5 0,0-1 0,0 0 0,0 1 0,0-1 0,0 1 0,0 0 0,1-1 0,-1 1 0,1 0 0,-1-1 0,1 1 0,-1 0 0,1 0 0,0-1 0,0 1 0,0 0 0,0 0 0,0-1 0,1 1 0,-1 0 0,0-1 0,1 1 0,-1 0 0,1-1 0,0 1 0,0 0 0,-1-1 0,3 3 0,3 6 0,1-1 0,-1 0 0,2 0 0,-1-1 0,17 14 0,48 33 0,-61-47 0,-4-3 0,7 4 0,-1 0 0,-1 1 0,0 1 0,21 23 0,-32-33 0,0 0 0,-1 0 0,1 0 0,0 0 0,0 0 0,-1 0 0,1 1 0,-1-1 0,1 0 0,-1 0 0,0 1 0,1-1 0,-1 0 0,0 1 0,0-1 0,0 3 0,0-3 0,0 0 0,-1 0 0,1 0 0,-1-1 0,1 1 0,0 0 0,-1 0 0,0 0 0,1 0 0,-1-1 0,1 1 0,-1 0 0,0 0 0,0-1 0,1 1 0,-1-1 0,-1 2 0,-2 0 0,0-1 0,-1 1 0,1 0 0,0-1 0,0 0 0,-1 0 0,1-1 0,-8 1 0,-17-1 0,-1-2 0,1-1 0,0-1 0,0-1 0,0-2 0,1-1 0,-45-19 0,63 23 24,-1-1 0,1-1 0,-1 0 0,-17-14 0,23 15-173,0 0 1,0 0-1,0 0 1,0-1-1,1 1 1,0-1-1,0 0 1,0 0-1,-3-9 1,3 3-6678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5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24575,'5'32'0,"4"15"0,3 5 0,-1 1 0,3-4 0,2-3 0,0-4 0,0-2 0,2-3 0,1-2 0,-1-4 0,-1 0 0,-1-5 0,-3-5-8191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5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331 118 24575,'-32'-14'0,"-13"-8"0,-4 0 0,5 1 0,6 5 0,8 4 0,6 5 0,5 3 0,3 5 0,5 5 0,1 1 0,3 2 0,2 2 0,4-1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5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39 24575,'-6'-3'0,"-4"-3"0,0 1 0,0 1 0,-1-1 0,1 1 0,-1 1 0,0 0 0,-22-3 0,32 6 0,0 0 0,-1 0 0,1 0 0,0 0 0,0 1 0,-1-1 0,1 0 0,0 0 0,0 1 0,-1-1 0,1 1 0,0-1 0,0 1 0,0-1 0,0 1 0,0 0 0,0-1 0,-2 3 0,3-2 0,-1-1 0,1 1 0,0 0 0,-1-1 0,1 1 0,0 0 0,0 0 0,0 0 0,-1-1 0,1 1 0,0 0 0,0 0 0,0 0 0,0-1 0,1 1 0,-1 0 0,0 0 0,0 0 0,0-1 0,1 1 0,-1 0 0,0 0 0,1-1 0,-1 1 0,1 0 0,-1-1 0,1 1 0,-1 0 0,2 0 0,9 11 0,1 0 0,0 0 0,1-1 0,1-1 0,-1-1 0,30 16 0,-36-21 0,0-1 0,0 0 0,12 3 0,-17-5 0,-1-1 0,1 1 0,0-1 0,-1 0 0,1 1 0,0-1 0,-1 0 0,1 0 0,0 0 0,0 0 0,-1-1 0,1 1 0,0 0 0,-1-1 0,1 1 0,0-1 0,-1 0 0,1 1 0,-1-1 0,1 0 0,1-1 0,-2 1 2,-1 1 0,1-1-1,-1 0 1,0 1 0,1-1-1,-1 1 1,0-1 0,0 0-1,1 1 1,-1-1 0,0 0 0,0 1-1,0-1 1,0 0 0,0 1-1,0-1 1,0 0 0,0 1-1,0-1 1,0 0 0,0 1-1,0-1 1,-1 0 0,1 0-1,-9-16-218,4 9-973,1-1-5636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6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24575,'60'216'0,"5"15"0,-64-229 0,7 20 0,-7-21 0,-1 0 0,1 0 0,-1 0 0,1-1 0,-1 1 0,1 0 0,-1 0 0,1-1 0,-1 1 0,1 0 0,0-1 0,0 1 0,-1 0 0,1-1 0,0 1 0,0-1 0,0 0 0,0 1 0,1 0 0,-2-2 0,1 1 0,0 0 0,-1 0 0,1 0 0,-1-1 0,1 1 0,0 0 0,-1-1 0,1 1 0,-1 0 0,1-1 0,-1 1 0,1-1 0,-1 1 0,1-1 0,-1 1 0,1-1 0,-1 1 0,0-1 0,1 0 0,-1 1 0,0-1 0,1 1 0,-1-1 0,0-1 0,7-20 0,-6 18 0,-1 3 0,3-10 0,0 1 0,1 0 0,0 0 0,7-12 0,-10 20 0,0 0 0,0 0 0,0 1 0,1-1 0,-1 1 0,1-1 0,-1 1 0,1-1 0,-1 1 0,1 0 0,0 0 0,0 0 0,2-1 0,-3 1 0,0 1 0,1 0 0,-1 0 0,1 0 0,-1 0 0,1 0 0,-1 0 0,0 0 0,1 0 0,-1 0 0,1 1 0,-1-1 0,0 1 0,1-1 0,-1 1 0,0-1 0,0 1 0,1 0 0,-1-1 0,0 1 0,2 2 0,1 0 0,-1 1 0,0 0 0,0 0 0,0 0 0,0 0 0,-1 0 0,1 0 0,-1 1 0,0-1 0,-1 1 0,3 6 0,-2-2 0,0-1 0,0 1 0,-1 0 0,0-1 0,-1 15 0,0-21 0,0 0 0,0 0 0,-1 0 0,1 0 0,-1 0 0,1 0 0,-1 0 0,0 0 0,0 0 0,0 0 0,0-1 0,0 1 0,0 0 0,-1-1 0,1 1 0,-2 1 0,0 0 0,0-1 0,0 0 0,0 0 0,0 0 0,0-1 0,-1 1 0,1-1 0,-6 2 0,-3 0 0,-1-1 0,1-1 0,-1 0 0,-15 0 0,19-1-124,0 0 0,0 0 0,1-1 0,-1 0 0,0 0 0,1-1-1,-1-1 1,1 1 0,0-1 0,-11-5 0,6-1-6702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6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24575,'-13'188'0,"13"-159"0,2-1 0,1 1 0,0-1 0,14 45 0,-13-58 0,1 0 0,11 23 0,-13-33 0,-1 0 0,2 0 0,-1-1 0,0 0 0,1 1 0,0-1 0,0 0 0,0-1 0,0 1 0,1-1 0,5 3 0,0 0 0,1-1 0,0 0 0,-1-1 0,1 0 0,1-1 0,-1 0 0,0-1 0,1 0 0,19 0 0,-25-2 0,0 0 0,0 0 0,0-1 0,0 0 0,0 0 0,0 0 0,-1-1 0,1 0 0,0 0 0,-1 0 0,1-1 0,-1 0 0,0 0 0,0 0 0,0-1 0,0 0 0,-1 0 0,0 0 0,1 0 0,4-7 0,-6 6 0,0 0 0,0-1 0,0 1 0,0-1 0,-1 1 0,0-1 0,0 0 0,-1 0 0,0 0 0,0 0 0,0 0 0,0-7 0,-1 10 0,0 0 0,-1-1 0,1 1 0,-1 0 0,1-1 0,-1 1 0,0 0 0,0 0 0,-1-1 0,1 1 0,-1 0 0,1 0 0,-1 1 0,0-1 0,0 0 0,0 1 0,-1-1 0,1 1 0,0-1 0,-1 1 0,0 0 0,1 0 0,-6-2 0,7 3 0,-1 0 0,1 0 0,-1 1 0,0-1 0,1 0 0,-1 1 0,0-1 0,0 1 0,1 0 0,-1 0 0,0-1 0,0 1 0,0 0 0,1 0 0,-1 1 0,0-1 0,0 0 0,0 1 0,1-1 0,-1 1 0,0-1 0,1 1 0,-1 0 0,0 0 0,1 0 0,-1 0 0,1 0 0,-1 0 0,1 0 0,0 0 0,0 0 0,-1 1 0,1-1 0,0 1 0,0-1 0,0 1 0,0-1 0,-1 3 0,0 0 0,1 0 0,-1 0 0,1 1 0,-1-1 0,1 0 0,0 0 0,1 1 0,-1-1 0,1 0 0,0 1 0,0-1 0,0 1 0,1-1 0,-1 0 0,2 5 0,0-4 0,0-1 0,0 0 0,1 0 0,-1-1 0,1 1 0,0 0 0,0-1 0,0 0 0,0 1 0,1-1 0,-1-1 0,1 1 0,4 2 0,7 4 0,31 13 0,-18-11-170,-1-2-1,1-1 0,1-1 1,0-1-1,-1-2 0,2-1 1,34-1-1,-48-2-6655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7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24575,'0'10'0,"1"1"0,1-1 0,-1 0 0,2 1 0,0-1 0,0 0 0,0-1 0,6 11 0,8 11 0,20 30 0,-33-54 0,15 19 0,-17-25-1365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8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 24575,'0'-3'0,"0"2"0,-2 4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8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336 182 24575,'-84'-93'0,"71"80"0,-1 0 0,-1 1 0,0 1 0,-25-14 0,36 23 0,0 0 0,0 0 0,0 0 0,0 1 0,0 0 0,0-1 0,-1 1 0,1 1 0,0-1 0,-1 1 0,1 0 0,-9 0 0,10 1 0,0 0 0,0 0 0,0 0 0,0 0 0,0 1 0,0-1 0,0 1 0,0 0 0,0-1 0,1 1 0,-1 1 0,1-1 0,0 0 0,-1 0 0,1 1 0,0 0 0,-2 4 0,-3 4 0,2 0 0,-1 1 0,1 0 0,1 0 0,0 0 0,1 1 0,1 0 0,0-1 0,0 1 0,1 24 0,2-1 0,1-1 0,13 61 0,-3-45 0,1-1 0,3 0 0,36 76 0,-21-66 0,2-1 0,55 73 0,-80-121-1365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8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10 24575,'-29'-3'0,"-13"0"0,-1 0 0,4 3 0,6 1 0,9 4 0,6 0 0,6-1-8191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9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304 127 24575,'-27'-21'0,"-55"-38"0,69 51 0,0 0 0,-1 1 0,0 1 0,-19-7 0,30 12 0,0 0 0,0 0 0,1 1 0,-1-1 0,0 1 0,0 0 0,0 0 0,0 0 0,1 0 0,-1 0 0,0 1 0,0-1 0,0 1 0,1 0 0,-1 0 0,0 0 0,-3 1 0,3 0 0,1 0 0,-1 0 0,0 1 0,1-1 0,-1 1 0,1-1 0,0 1 0,0 0 0,0 0 0,0 0 0,1 0 0,-3 4 0,-1 8 0,1-1 0,0 1 0,1 0 0,1 0 0,-1 18 0,2 5 0,1 0 0,2 0 0,1 0 0,2 0 0,14 49 0,65 179 0,-8-66-1365,-70-187-5461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29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42 24575,'-29'-5'0,"-18"-4"0,-5 0 0,1 1 0,7 2 0,11 2-8191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2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8 24575,'-3'-1'0,"1"0"0,-1 0 0,0 0 0,1 0 0,-1 0 0,0 0 0,0 1 0,-5-1 0,7 1 0,1 0 0,-1 0 0,0 0 0,1 1 0,-1-1 0,0 0 0,1 0 0,-1 1 0,1-1 0,-1 0 0,1 1 0,-1-1 0,0 0 0,1 1 0,-1-1 0,1 1 0,-1-1 0,1 1 0,0-1 0,-1 1 0,1-1 0,0 1 0,-1-1 0,1 1 0,0 0 0,-1-1 0,1 1 0,0 0 0,0-1 0,0 1 0,0 0 0,0-1 0,0 1 0,0 0 0,0-1 0,0 1 0,0 0 0,0-1 0,0 1 0,0-1 0,0 1 0,1 1 0,0 5 0,1 0 0,0 0 0,1 0 0,-1 0 0,1 0 0,1 0 0,-1-1 0,1 0 0,0 1 0,1-1 0,7 8 0,-4-5 0,2 0 0,-1 0 0,1-1 0,1-1 0,19 12 0,-21-14 0,-1-2 0,1 1 0,15 3 0,-20-6 0,0 0 0,0 0 0,0-1 0,0 1 0,0-1 0,0 0 0,0 0 0,0-1 0,0 1 0,0-1 0,3-1 0,-4 1 0,-1 0 0,0 0 0,0 0 0,0-1 0,0 1 0,0-1 0,0 1 0,-1-1 0,1 0 0,0 1 0,-1-1 0,0 0 0,1 0 0,-1 0 0,0-1 0,0 1 0,0 0 0,0 0 0,0 0 0,-1-1 0,2-4 0,-1-4 0,1-1 0,-2 1 0,-1-18 0,1-2 0,0 30 0,0 1 0,0-1 0,0 1 0,0-1 0,0 0 0,0 1 0,0-1 0,0 1 0,1-1 0,-1 1 0,0-1 0,0 1 0,0-1 0,1 1 0,-1-1 0,0 1 0,0 0 0,1-1 0,-1 1 0,1-1 0,0 1 0,-1 0 0,0 0 0,1 0 0,-1 0 0,0 0 0,1 0 0,-1 0 0,0 0 0,1 0 0,-1 0 0,0 0 0,1 1 0,-1-1 0,0 0 0,1 0 0,-1 0 0,0 1 0,1-1 0,-1 0 0,0 0 0,0 1 0,1-1 0,16 25 0,-13-18 0,3 2 0,0 1 0,1-1 0,1 0 0,-1 0 0,1-1 0,1 0 0,-1-1 0,1 0 0,0-1 0,13 7 0,-21-13-85,-1 1 0,0-1-1,1 1 1,-1-1 0,0 0-1,1 0 1,-1 1 0,1-1-1,-1 0 1,0 0 0,1-1-1,-1 1 1,1 0 0,-1 0-1,2-1 1,6-3-6741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3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29 24575,'0'0'0,"-1"0"0,1 0 0,0 0 0,0 0 0,-1 0 0,1 0 0,0 0 0,0 0 0,0 0 0,-1 0 0,1 0 0,0 0 0,0 0 0,0 0 0,-1 0 0,1 0 0,0 0 0,0 0 0,0 0 0,-1 1 0,1-1 0,0 0 0,0 0 0,0 0 0,0 0 0,-1 1 0,1-1 0,0 0 0,0 0 0,0 0 0,0 1 0,0-1 0,0 0 0,0 0 0,0 0 0,-1 1 0,5 9 0,8 7 0,40 49 0,-52-65 0,0-1 0,1 0 0,-1 1 0,0-1 0,1 0 0,-1 0 0,0 0 0,1 1 0,-1-1 0,0 0 0,1 0 0,-1 0 0,1 0 0,-1 0 0,0 0 0,1 0 0,-1 0 0,0 0 0,1 0 0,-1 0 0,1 0 0,-1 0 0,0 0 0,1 0 0,-1 0 0,1 0 0,-1 0 0,0 0 0,1-1 0,-1 1 0,0 0 0,1 0 0,-1 0 0,0-1 0,1 1 0,-1 0 0,0-1 0,0 1 0,1 0 0,-1 0 0,0-1 0,0 1 0,0 0 0,1-1 0,-1 1 0,0-1 0,0 1 0,0 0 0,0-1 0,0 0 0,9-24 0,-7 19 0,0-1 0,1-2 0,0 1 0,0 0 0,0 0 0,1 0 0,7-10 0,-10 16 0,1 1 0,-1-1 0,1 0 0,0 0 0,0 1 0,0-1 0,0 1 0,0-1 0,0 1 0,0 0 0,1 0 0,-1 0 0,0 0 0,1 0 0,-1 0 0,1 1 0,-1-1 0,0 1 0,1 0 0,-1 0 0,1 0 0,-1 0 0,5 0 0,-1 1 0,-1 1 0,0-1 0,1 1 0,-1 0 0,0 0 0,0 1 0,0-1 0,0 1 0,0 0 0,-1 0 0,8 8 0,5 5 0,23 29 0,-15-15 0,-6-11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3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24575,'25'20'0,"10"9"0,2 1 0,-3-1 0,-10-6 0,-9-9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3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24575,'0'2'0,"3"4"0,0 3 0,0 2 0,2 2 0,0-1-8191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4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 24575,'5'45'0,"3"-1"0,1 1 0,2-1 0,2-1 0,2 0 0,30 62 0,-25-64 0,2 0 0,52 72 0,-71-110 0,-1-1 0,0 1 0,1-1 0,-1 0 0,1 0 0,0 0 0,0 0 0,-1 0 0,1 0 0,0-1 0,6 3 0,-8-4 0,0 0 0,0 0 0,0 0 0,0 0 0,0 0 0,0 0 0,0 0 0,0 0 0,0 0 0,0 0 0,0 0 0,0 0 0,-1-1 0,1 1 0,0 0 0,0-1 0,0 1 0,1-1 0,-1 0 0,0 0 0,0 0 0,0 0 0,-1 0 0,1 0 0,0-1 0,0 1 0,-1 0 0,1 0 0,-1-1 0,1 1 0,-1 0 0,1-1 0,-1 1 0,1-3 0,0-3 0,-1 0 0,1 0 0,-1 0 0,0 0 0,-1 0 0,1 0 0,-1 0 0,-1 0 0,1 1 0,-1-1 0,-1 0 0,1 1 0,-1-1 0,0 1 0,0 0 0,-1 0 0,0 0 0,-9-10 0,7 10 0,-1-1 0,0 1 0,0 1 0,0-1 0,-1 1 0,0 0 0,0 1 0,0 0 0,-1 0 0,1 1 0,-1 0 0,0 0 0,0 1 0,-9-1 0,-2 1 24,0 1 0,0 0 0,0 2 0,-27 3 0,-76 23-1509,101-21-5341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4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11 24575,'-38'-4'0,"-68"-3"0,95 8 0,-1-1 0,1 1 0,-1 1 0,1 0 0,-1 1 0,-19 7 0,29-9 0,0-1 0,0 1 0,-1 0 0,1 1 0,0-1 0,0 0 0,1 0 0,-1 1 0,0-1 0,0 1 0,1 0 0,-1 0 0,1-1 0,-1 1 0,1 0 0,0 0 0,0 0 0,0 0 0,0 0 0,0 1 0,0-1 0,1 0 0,-1 0 0,1 1 0,-1-1 0,1 0 0,0 1 0,0-1 0,0 0 0,0 1 0,0-1 0,1 0 0,-1 1 0,1-1 0,-1 0 0,2 3 0,1 2 0,0 0 0,0-1 0,1 1 0,-1-1 0,1 0 0,1 0 0,-1 0 0,1-1 0,0 1 0,8 5 0,14 9 0,1-1 0,0-2 0,2-1 0,0-1 0,52 18 0,-32-19-1365,-31-11-5461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24575,'17'17'0,"8"8"0,3 3 0,-2-4 0,-5-6-8191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5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24575,'15'27'0,"7"11"0,2 4 0,-2-2 0,-3-6 0,-5-8-8191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5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73 233 24575,'10'5'0,"9"4"0,-19-9 0,0 0 0,1 0 0,-1 0 0,0 0 0,0 0 0,0 0 0,0 1 0,0-1 0,0 0 0,0 0 0,0 0 0,1 0 0,-1 0 0,0 0 0,0 0 0,0 0 0,0 0 0,0 0 0,0 0 0,0 0 0,1 0 0,-1 0 0,0 0 0,0-1 0,0 1 0,0 0 0,0 0 0,0 0 0,0 0 0,0 0 0,0 0 0,1 0 0,-1 0 0,0 0 0,0 0 0,0 0 0,0 0 0,0 0 0,0-1 0,0 1 0,0 0 0,0 0 0,0 0 0,0 0 0,-2-6 0,-9-7 0,10 12 0,-12-14 0,0-1 0,1-1 0,-14-25 0,22 34 0,0 0 0,0-1 0,1 1 0,0-1 0,0 1 0,1-1 0,0 0 0,1 0 0,0 0 0,0-11 0,1 19 0,0-1 0,1 1 0,-1 0 0,0 0 0,0 0 0,0-1 0,1 1 0,-1 0 0,0 0 0,1 0 0,-1 0 0,1 0 0,0 0 0,-1 0 0,1 0 0,0 0 0,-1 0 0,1 0 0,0 0 0,0 0 0,0 0 0,1 0 0,0 0 0,-1 1 0,1-1 0,0 0 0,0 1 0,-1 0 0,1-1 0,0 1 0,0 0 0,0 0 0,0 0 0,-1 0 0,1 0 0,2 1 0,4 1 0,0 0 0,0 1 0,0-1 0,0 2 0,8 4 0,18 12-1365,-20-12-5461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130 513 24575,'-24'8'0,"8"-2"0,-26 11 0,38-15 0,0 0 0,0 0 0,1 1 0,0-1 0,-1 1 0,1 0 0,0 0 0,0 0 0,0 0 0,1 0 0,-5 8 0,6-10 0,0 0 0,1 1 0,-1-1 0,1 1 0,-1-1 0,1 1 0,0-1 0,-1 1 0,1-1 0,0 1 0,0-1 0,0 1 0,0-1 0,1 1 0,-1-1 0,0 1 0,0-1 0,2 3 0,-1-1 0,1 0 0,-1-1 0,1 1 0,0-1 0,0 0 0,0 1 0,0-1 0,0 0 0,3 2 0,4 3 0,1-1 0,0 0 0,19 8 0,-29-14 0,15 6 0,1 0 0,0-1 0,0-1 0,0 0 0,29 2 0,-35-5 0,0-1 0,0 0 0,-1 0 0,1-1 0,0-1 0,0 1 0,-1-2 0,1 1 0,-1-1 0,0-1 0,10-4 0,-15 5 0,0 1 0,0-1 0,0 0 0,0 0 0,-1 0 0,1-1 0,-1 1 0,0-1 0,0 0 0,0 0 0,3-7 0,-3 4 0,0 0 0,0 0 0,-1-1 0,0 1 0,0-1 0,1-12 0,-2 0 0,-1 0 0,-1 0 0,-1 0 0,-7-35 0,-5-4 0,-24-66 0,-32-55 0,57 147 0,12 31 0,-1-4 0,0 1 0,-1 0 0,-4-8 0,6 12 0,1 1 0,0-1 0,-1 1 0,1 0 0,-1-1 0,1 1 0,0-1 0,-1 1 0,1 0 0,-1-1 0,1 1 0,-1 0 0,1-1 0,-1 1 0,1 0 0,-1 0 0,0 0 0,0-1 0,0 1 0,1 1 0,-1-1 0,1 0 0,-1 0 0,1 0 0,-1 1 0,1-1 0,-1 0 0,1 1 0,-1-1 0,1 1 0,-1-1 0,1 0 0,0 1 0,-1-1 0,1 1 0,0-1 0,-1 1 0,1-1 0,0 1 0,0-1 0,-1 1 0,1 0 0,-5 13 0,0-1 0,1 1 0,1-1 0,0 1 0,-1 24 0,2 73 0,2-76 0,0-21 0,1-1 0,0 1 0,1-1 0,0 0 0,1 1 0,8 21 0,-7-26 0,1 1 0,0-1 0,0 0 0,1 0 0,1 0 0,-1-1 0,1 0 0,0 0 0,10 7 0,-1-2 0,0-2 0,0 0 0,1 0 0,1-2 0,0 0 0,23 8 0,-4-5 0,1-2 0,47 7 0,-75-15 0,-1-1 0,1 0 0,0-1 0,0 0 0,0-1 0,0 0 0,0 0 0,0-1 0,-1-1 0,1 1 0,-1-1 0,1-1 0,-1 0 0,0 0 0,-1-1 0,1 0 0,-1-1 0,12-9 0,-17 11 0,0 0 0,0 0 0,0 0 0,0-1 0,-1 1 0,1-1 0,-1 1 0,0-1 0,-1 0 0,1 0 0,-1 0 0,0 0 0,0 0 0,0 0 0,-1-1 0,0 1 0,0 0 0,0 0 0,-2-9 0,1 10 0,0 0 0,0 0 0,0 0 0,-1 1 0,1-1 0,-1 0 0,0 1 0,0-1 0,0 1 0,0 0 0,-4-5 0,3 6 0,1 0 0,0 0 0,0 0 0,-1 0 0,1 1 0,-1-1 0,0 1 0,1 0 0,-1 0 0,0 0 0,0 0 0,1 0 0,-1 1 0,0-1 0,0 1 0,-6-1 0,7 1 0,0 0 0,0 0 0,-1 1 0,1-1 0,0 0 0,0 1 0,0-1 0,0 1 0,-1 0 0,1 0 0,0 0 0,0 0 0,0 0 0,1 0 0,-1 0 0,0 1 0,0-1 0,-2 3 0,2-1 0,0 0 0,1-1 0,-1 1 0,1 0 0,0 0 0,-1 0 0,1 0 0,0 0 0,1 0 0,-1 0 0,0 6 0,1 0 0,0-1 0,0 1 0,1 0 0,0-1 0,0 1 0,1-1 0,0 0 0,6 15 0,-1-10 8,0 0 0,1-1 0,0 1 0,1-1 0,0-1 0,1 0 0,0 0 0,1-1 0,0 0 0,1-1 0,0-1 0,0 1 0,1-2 0,24 12 0,-14-10-173,0-1 0,0 0 0,1-2 0,0-1 0,0-1 0,0 0 0,1-2 0,28-1 0,-41-2-6661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7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24575,'3'17'0,"0"9"0,3 1 0,2 0 0,2-4 0,0-2 0,1-2 0,0-3 0,2-1 0,0-3 0,1-1 0,-3-3-8191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7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24575,'0'7'0,"0"6"0,3 4 0,0 3 0,3 2 0,2 0 0,0-1 0,-1-4-8191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7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28 24575,'-5'-1'0,"-9"-4"0,0 0 0,-1 1 0,0 0 0,0 1 0,0 1 0,-27-1 0,40 3 0,1 0 0,-1 0 0,0 0 0,0 0 0,1 1 0,-1-1 0,0 0 0,0 1 0,1 0 0,-1-1 0,1 1 0,-1 0 0,1 0 0,-1 0 0,1 0 0,-1 0 0,1 0 0,0 0 0,-1 0 0,-1 3 0,3-3 0,-1 1 0,0 0 0,1-1 0,-1 1 0,1 0 0,0 0 0,-1-1 0,1 1 0,0 0 0,0 0 0,0 0 0,0-1 0,1 1 0,-1 0 0,0 0 0,2 2 0,1 5 0,0-1 0,1 1 0,0-1 0,1 0 0,0 0 0,8 9 0,19 20 0,47 41 0,-6-7 0,-65-63 0,-6-7 0,0 1 0,0-1 0,0 1 0,-1 0 0,1 0 0,-1 0 0,1 0 0,-1 0 0,1 0 0,-1 0 0,0 0 0,1 3 0,-2-5 0,0 1 0,0-1 0,-1 1 0,1-1 0,0 1 0,0-1 0,-1 1 0,1-1 0,0 1 0,0-1 0,-1 0 0,1 1 0,-1-1 0,1 0 0,0 1 0,-1-1 0,1 0 0,-1 1 0,1-1 0,0 0 0,-1 0 0,1 0 0,-1 1 0,1-1 0,-1 0 0,1 0 0,-1 0 0,1 0 0,-1 0 0,0 0 0,-20 1 0,18 0 0,-55-3-271,-104-17-1,132 14-550,9 3-6004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8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24575,'3'10'0,"3"6"0,0 2 0,2 1 0,0-1 0,0 0 0,0-2 0,0-2 0,-1-3 0,1 1 0,-1-5 0,-2-6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8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24575,'0'-5'0,"0"1"0,0 3 0,0 5 0,0 4 0,0 3 0,0-1-8191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39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24575,'0'8'0,"1"-1"0,1 1 0,-1-1 0,1 1 0,0-1 0,1 0 0,0 0 0,0 0 0,1 0 0,-1-1 0,1 1 0,1-1 0,-1 0 0,1 0 0,0-1 0,10 9 0,-7-6 0,0-2 0,1 1 0,0-1 0,0 0 0,1-1 0,-1 0 0,1-1 0,0 1 0,0-2 0,1 0 0,12 3 0,-20-6 0,0 1 0,0-1 0,0 0 0,0 0 0,-1 0 0,1-1 0,0 1 0,0-1 0,0 1 0,0-1 0,-1 0 0,1 0 0,0 0 0,-1-1 0,1 1 0,-1 0 0,0-1 0,1 0 0,-1 1 0,0-1 0,0 0 0,0 0 0,0-1 0,2-2 0,-1 0 0,0 0 0,0 0 0,-1 0 0,0 0 0,0 0 0,0-1 0,-1 1 0,1-1 0,-1 1 0,-1-1 0,1-7 0,2 1 0,-3 11 0,0 1 0,0 0 0,0 0 0,1 0 0,-1-1 0,0 1 0,0 0 0,0 0 0,1 0 0,-1 0 0,0 0 0,0 0 0,0-1 0,1 1 0,-1 0 0,0 0 0,0 0 0,0 0 0,1 0 0,-1 0 0,0 0 0,0 0 0,1 0 0,-1 0 0,0 0 0,0 0 0,1 0 0,1 1 0,0 0 0,0 0 0,0 0 0,0 1 0,0-1 0,-1 0 0,4 4 0,30 24 0,74 50 0,-59-45-1365,-40-26-5461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40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146 362 24575,'0'25'0,"2"86"0,0-89 0,0 0 0,11 41 0,-12-59 0,0 0 0,0-1 0,0 1 0,1-1 0,-1 0 0,1 1 0,0-1 0,4 6 0,-7-26 0,-11-21 0,-1 2 0,-29-59 0,17 41 0,-37-103 0,55 136 0,1-1 0,2 0 0,0 0 0,1-1 0,0-33 0,3 53 0,0 0 0,1 0 0,-1 0 0,1 0 0,-1-1 0,1 1 0,0 0 0,0 0 0,0 0 0,1 1 0,-1-1 0,1 0 0,-1 0 0,1 1 0,0-1 0,0 1 0,0-1 0,0 1 0,1 0 0,-1 0 0,5-3 0,-2 2 0,-1 1 0,1 0 0,0 0 0,0 1 0,0-1 0,0 1 0,0 0 0,1 0 0,-1 1 0,0 0 0,0 0 0,8 0 0,3 3 0,0-1 0,0 2 0,-1 0 0,1 1 0,-1 0 0,0 2 0,24 13 0,-21-9 0,-1 0 0,0 1 0,-1 1 0,-1 0 0,24 27 0,-33-34 0,0 1 0,-1 0 0,0 1 0,-1-1 0,0 1 0,7 16 0,-10-21 0,0 0 0,-1 0 0,1 1 0,0-1 0,-1 0 0,0 0 0,0 0 0,0 1 0,0-1 0,0 0 0,-1 0 0,1 1 0,-1-1 0,0 0 0,0 0 0,0 0 0,0 0 0,-1 0 0,1 0 0,-1-1 0,0 1 0,-2 3 0,-3 1 0,0 0 0,0 0 0,0-1 0,-1 0 0,0 0 0,-1-1 0,1 0 0,-12 5 0,-10 1 0,-37 11 0,-13 4 0,79-26 0,-1 1 0,1-1 0,0 1 0,-1-1 0,1 1 0,0 0 0,0-1 0,-1 1 0,1 0 0,0 0 0,0 0 0,0 0 0,0 0 0,0 0 0,0 0 0,1 0 0,-1 0 0,0 1 0,0-1 0,1 0 0,-1 0 0,1 1 0,-1 1 0,1-1 0,0-1 0,1 1 0,-1-1 0,0 1 0,1-1 0,-1 1 0,1-1 0,0 0 0,-1 1 0,1-1 0,0 0 0,0 0 0,0 1 0,0-1 0,0 0 0,0 0 0,0 0 0,1 0 0,-1 0 0,0 0 0,3 1 0,15 8 0,0 0 0,1-1 0,1-1 0,-1 0 0,43 7 0,138 17 124,-69-13-1613,-118-17-5337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40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291 139 24575,'-9'-7'0,"-75"-61"0,66 55 0,-1 1 0,-35-18 0,51 29 0,0 0 0,0-1 0,0 1 0,-1 0 0,1 1 0,0-1 0,0 1 0,-1-1 0,1 1 0,0 0 0,0 0 0,-1 0 0,1 1 0,0-1 0,0 1 0,-5 1 0,5-1 0,0 1 0,1-1 0,-1 1 0,1 0 0,-1-1 0,1 1 0,0 0 0,0 0 0,0 1 0,0-1 0,0 0 0,1 1 0,-1-1 0,0 1 0,1-1 0,0 1 0,0 0 0,-1 3 0,0 1 0,0 0 0,0 0 0,1 0 0,0 0 0,0 0 0,0 0 0,1 0 0,1 0 0,-1 0 0,1 0 0,0 0 0,0 0 0,1 0 0,5 11 0,-4-10 0,1-1 0,0 0 0,0 0 0,1 0 0,0-1 0,0 0 0,1 0 0,-1 0 0,2 0 0,-1-1 0,0 0 0,12 6 0,-3-2 0,0-1 0,1 0 0,20 6 0,-29-12 0,0 0 0,0 0 0,0-1 0,0 0 0,1 0 0,-1-1 0,0 1 0,0-2 0,1 1 0,10-3 0,-14 2 0,0 0 0,0-1 0,-1 1 0,1-1 0,-1 0 0,1 0 0,-1 0 0,0 0 0,1-1 0,-1 0 0,-1 1 0,1-1 0,0 0 0,-1 0 0,1 0 0,-1-1 0,0 1 0,0-1 0,0 1 0,0-1 0,-1 0 0,0 1 0,1-1 0,0-6 0,-1 5 0,-1 0 0,1 0 0,-1 0 0,0 0 0,0 0 0,-1 0 0,1 0 0,-1 1 0,0-1 0,-1 0 0,1 0 0,-1 1 0,0-1 0,0 1 0,0-1 0,0 1 0,-1 0 0,0 0 0,-5-6 0,1 4-124,0 0 0,-1 0 0,0 1 0,0 0 0,0 1 0,0-1-1,-1 1 1,1 1 0,-1 0 0,-14-3 0,5 2-6702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1:41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432 85 24575,'-2'-9'0,"-1"-1"0,-1 1 0,0-1 0,-5-10 0,8 19 0,-1-1 0,1 0 0,0 0 0,0 0 0,-1 1 0,1-1 0,-1 1 0,1-1 0,-1 1 0,0 0 0,1-1 0,-1 1 0,0 0 0,0 0 0,0 0 0,0 1 0,0-1 0,0 0 0,0 1 0,0-1 0,0 1 0,0 0 0,-1-1 0,1 1 0,0 0 0,-2 1 0,-7 1 0,0 1 0,0 0 0,0 1 0,1 1 0,-19 9 0,14-6 0,-24 9 0,14-8 0,-1 2 0,1 1 0,1 1 0,0 1 0,-33 26 0,53-37 0,1-1 0,0 1 0,-1 0 0,1 1 0,1-1 0,-1 1 0,0-1 0,1 1 0,0 0 0,-1 0 0,2-1 0,-1 2 0,0-1 0,1 0 0,-2 7 0,3-8 0,0 0 0,0 0 0,0 0 0,0-1 0,0 1 0,1 0 0,-1 0 0,1 0 0,0-1 0,0 1 0,0 0 0,0 0 0,0-1 0,0 1 0,1-1 0,0 0 0,-1 1 0,1-1 0,0 0 0,0 0 0,0 0 0,0 0 0,1 0 0,3 2 0,20 13 0,1-2 0,1 0 0,0-2 0,1-1 0,32 8 0,6-2 0,81 10 0,51-5-1365,-184-22-5461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2:49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5291 17 24575,'13'1'0,"-19"3"0,-23 2 0,-193-2 0,130-5 0,8 0 0,-92 3 0,107 4 0,-23 2 0,-91-17 0,-118 2 0,188 8 0,-27 7 0,10-1 0,-636-6 0,369-2 0,274 9 0,58-2 0,-1 0 0,-82 3 0,29-2 0,7 0 0,-59-14 0,26-1 0,-368 8 0,243 0 0,242 2 0,-28 4 0,-22 1 0,-81 2 0,-41 11 0,145-14 0,-61 3 0,99-9 0,-17 0 0,33 0 0,-1 0 0,0 0 0,0 0 0,0-1 0,1 1 0,-1-1 0,0 1 0,0-1 0,1 0 0,-1 1 0,0-1 0,1 0 0,-3-2 0,4 3 0,-1-1 0,1 1 0,0-1 0,0 1 0,-1 0 0,1-1 0,0 1 0,0-1 0,0 1 0,0 0 0,0-1 0,0 1 0,0-1 0,0 1 0,-1-1 0,1 1 0,1 0 0,-1-1 0,0 1 0,0-1 0,0 1 0,0-1 0,0 1 0,0 0 0,0-1 0,1 1 0,-1-1 0,0 1 0,0 0 0,0-1 0,1 1 0,-1 0 0,0-1 0,1 1 0,-1 0 0,0-1 0,1 1 0,-1 0 0,0 0 0,1-1 0,-1 1 0,1 0 0,-1 0 0,0 0 0,1 0 0,0-1 0,22-8 0,-21 9 0,16-4 0,0 0 0,0 2 0,0 0 0,0 2 0,31 1 0,-8 0 0,776 0 0,-443-1 0,-225-7 0,-23 0 0,20-1 0,22 1 0,1-1 0,11 1 0,61 0 0,1 0 0,-112 6 0,273 3 0,-213 4 0,76 2 0,322-8 0,-565-1 0,31-6 0,17 0 0,65-8 0,-91 9 0,50-2 0,-53 7 0,122 3 0,-106 4 0,-32-2 0,34 0 0,-35-3 0,31 6 0,21 0 0,-68-8 0,-1 0 0,0 0 0,14-4 0,18-2 0,-3 1 34,-30 4-209,-1 0 0,0 1 1,1 0-1,-1 0 0,1 1 0,-1 0 0,10 1 0,-7 2-6651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4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24575,'0'0'0,"0"-1"0,0 1 0,0 0 0,-1 0 0,1 0 0,0-1 0,0 1 0,0 0 0,0 0 0,0 0 0,0 0 0,0-1 0,0 1 0,0 0 0,0 0 0,1 0 0,-1-1 0,0 1 0,0 0 0,0 0 0,0 0 0,0 0 0,0-1 0,0 1 0,0 0 0,0 0 0,1 0 0,-1 0 0,0 0 0,0-1 0,0 1 0,0 0 0,0 0 0,1 0 0,-1 0 0,0 0 0,0 0 0,7 5 0,3 10 0,13 37 0,34 109 0,-12-26 0,-42-128 0,-1-1 0,1 1 0,-1 0 0,-1-1 0,2 13 0,-3-19-28,0 0-1,0 0 1,0 0-1,0 1 1,0-1 0,0 0-1,0 0 1,0 0-1,0 0 1,0 1-1,0-1 1,0 0-1,0 0 1,0 0 0,0 0-1,0 0 1,0 1-1,0-1 1,0 0-1,0 0 1,0 0-1,0 0 1,0 1 0,0-1-1,-1 0 1,1 0-1,0 0 1,0 0-1,0 0 1,0 0-1,0 1 1,0-1 0,-1 0-1,1 0 1,0 0-1,0 0 1,0 0-1,0 0 1,0 0-1,-1 0 1,1 0 0,0 0-1,0 0 1,0 0-1,0 0 1,-1 0-1,1 0 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24575,'30'-10'0,"14"-6"0,4 1 0,0 1 0,-6 5 0,-6 3 0,-6 2 0,-3 3 0,-4 0 0,-4-1 0,-7 0 0,-8-1 0,-7 1 0,-6 1 0,-1 0-8191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5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24575,'10'-2'0,"5"-1"0,3-1 0,1 2 0,0 0 0,1 1 0,0 0 0,-2 1 0,0 0 0,-1 0 0,-2 1 0,0-1 0,-1 0 0,1 0 0,-1 0 0,-2 2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6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204 102 24575,'-11'-5'0,"-4"-3"0,-24-8 0,35 14 0,0 1 0,-1 0 0,1 0 0,0 0 0,-1 0 0,1 1 0,0 0 0,-1 0 0,1 0 0,-9 2 0,12-2 0,-1 1 0,1-1 0,-1 1 0,1-1 0,-1 1 0,1-1 0,0 1 0,-1 0 0,1 0 0,0 0 0,0 0 0,0 0 0,0 0 0,0 0 0,0 0 0,0 0 0,0 0 0,0 1 0,-1 1 0,1 0 0,0-1 0,1 0 0,-1 1 0,1-1 0,0 0 0,-1 1 0,1-1 0,0 1 0,0-1 0,1 0 0,0 4 0,0 1 0,1 0 0,1 0 0,-1-1 0,1 1 0,0-1 0,0 0 0,7 10 0,-6-12 0,0 1 0,0-1 0,0 0 0,0 0 0,1-1 0,0 1 0,-1-1 0,1 0 0,0 0 0,1-1 0,-1 1 0,0-1 0,10 2 0,-5-2 0,1 0 0,-1-1 0,1 0 0,-1 0 0,1-1 0,16-3 0,-25 3 0,0 0 0,0 0 0,0-1 0,0 1 0,0-1 0,-1 1 0,1-1 0,0 0 0,0 0 0,0 0 0,-1 0 0,1 0 0,-1 0 0,1 0 0,-1-1 0,1 1 0,-1 0 0,1-1 0,-1 1 0,0-1 0,0 0 0,0 1 0,0-1 0,0 0 0,0 0 0,-1 1 0,1-1 0,-1 0 0,1 0 0,-1 0 0,1 0 0,-1 0 0,0 0 0,0 0 0,0 0 0,-1-2 0,1-2 0,-1 0 0,0 0 0,0-1 0,-1 1 0,0 0 0,0 0 0,0 1 0,-1-1 0,0 0 0,-4-5 0,0 2 0,0 0 0,-1 0 0,-1 0 0,0 1 0,0 1 0,0-1 0,-1 1 0,0 1 0,0 0 0,-1 1 0,1 0 0,-1 0 0,-1 1 0,1 0 0,0 1 0,-1 1 0,-16-2 0,24 3 15,0 1 0,-1 0 0,1 0 0,0 1 0,0-1 0,0 1 0,-7 2 0,9-2-98,0 0 1,1-1-1,-1 1 1,0 0-1,0 0 1,1 0-1,-1 1 1,1-1-1,-1 0 1,1 1-1,-1-1 1,1 0-1,0 1 1,0 0-1,-1-1 1,1 1-1,-1 3 1,-1 5-6744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73 234 24575,'-1'-1'0,"-1"1"0,1 0 0,-1-1 0,1 1 0,0-1 0,0 0 0,-1 1 0,1-1 0,0 0 0,0 0 0,0 0 0,0 0 0,-1 0 0,2 0 0,-1 0 0,0 0 0,-1-2 0,-14-22 0,16 24 0,-6-10 0,1 1 0,0-1 0,1 0 0,0 0 0,1 0 0,-3-20 0,6 28 0,-1 0 0,1 0 0,0 0 0,0-1 0,0 1 0,0 0 0,1 0 0,-1 0 0,1 0 0,0 0 0,0 0 0,0 0 0,0 0 0,1 0 0,-1 0 0,1 0 0,-1 1 0,1-1 0,0 1 0,0-1 0,0 1 0,1 0 0,-1 0 0,0 0 0,1 0 0,-1 0 0,1 0 0,0 1 0,4-3 0,2 1 11,-1 0 0,1 1 0,0 0 0,0 0 0,0 1 0,0 0-1,0 1 1,0 0 0,1 0 0,11 3 0,-13-2-125,-1 0 0,1 1-1,0 0 1,-1 1 0,1 0 0,-1 0-1,0 0 1,0 1 0,0 0 0,-1 1-1,1-1 1,6 7 0,-4-1-6712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7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29 24575,'-100'-13'0,"60"6"0,-64-2 0,100 9 0,0 1 0,0-1 0,0 1 0,0-1 0,0 1 0,0 0 0,0 1 0,1-1 0,-1 1 0,0-1 0,1 1 0,-1 0 0,1 1 0,-1-1 0,1 0 0,0 1 0,0 0 0,-3 3 0,4-3 0,0-1 0,1 1 0,-1 0 0,0 0 0,1 0 0,0 0 0,0 0 0,0 0 0,0 0 0,0 0 0,0 0 0,1 0 0,-1 1 0,1-1 0,0 0 0,0 0 0,1 1 0,-1-1 0,0 0 0,1 0 0,0 0 0,2 7 0,0-5 0,0 0 0,0 1 0,0-1 0,0 0 0,1-1 0,0 1 0,0-1 0,1 1 0,-1-1 0,1-1 0,0 1 0,0-1 0,0 1 0,6 2 0,12 4 0,0 0 0,26 8 0,-30-12 0,7 3-273,0-1 0,1-1 0,-1-1 0,54 3 0,-63-8-6553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8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24575,'-19'0'0,"1"0"0,0 1 0,-1 1 0,1 0 0,0 2 0,-32 10 0,48-13 0,0 0 0,0-1 0,0 1 0,0 1 0,0-1 0,0 0 0,1 0 0,-1 1 0,0-1 0,1 1 0,-1-1 0,1 1 0,0 0 0,-1 0 0,1-1 0,0 1 0,0 0 0,0 0 0,0 0 0,1 0 0,-1 0 0,0 4 0,1-3 0,0-1 0,0 1 0,0-1 0,0 1 0,1-1 0,-1 1 0,1-1 0,0 1 0,-1-1 0,1 0 0,0 1 0,0-1 0,1 0 0,-1 0 0,0 0 0,1 0 0,0 0 0,3 4 0,6 5 0,1-1 0,1 0 0,0 0 0,0-2 0,1 1 0,0-2 0,0 0 0,1 0 0,0-1 0,0-1 0,1-1 0,-1 0 0,1-1 0,17 1 0,-31-4 0,0 0 0,1 1 0,-1-2 0,0 1 0,0 0 0,0 0 0,1-1 0,-1 1 0,0-1 0,0 1 0,0-1 0,0 0 0,0 0 0,0 0 0,0 0 0,0 0 0,0-1 0,0 1 0,0-1 0,-1 1 0,1-1 0,-1 1 0,1-1 0,-1 0 0,2-3 0,-2 2 0,0 0 0,0 0 0,0 0 0,0 0 0,0 0 0,-1-1 0,0 1 0,0 0 0,0 0 0,0 0 0,0-1 0,0 1 0,-1 0 0,0 0 0,0 0 0,0 0 0,-1-4 0,-8-13 0,-18-25 0,27 42 0,11 15 0,0 0 0,1-1 0,0-1 0,1 1 0,0-2 0,0 0 0,1 0 0,16 7 0,-8-5 0,1-2 0,1 0 0,0-1 0,36 7 0,-52-14 0,0 0 0,0 0 0,-1 0 0,1-1 0,8 0 0,-13 0 0,-1 0 0,1-1 0,-1 1 0,1 0 0,-1-1 0,1 1 0,-1-1 0,1 1 0,-1-1 0,0 0 0,1 0 0,-1 1 0,0-1 0,0 0 0,1 0 0,-1 0 0,0 0 0,0 0 0,0-1 0,0 1 0,0 0 0,-1 0 0,1-1 0,0 1 0,-1-1 0,1 1 0,-1 0 0,1-1 0,0-2 0,0-5 0,0 0 0,0-1 0,0 1 0,-2-1 0,1 0 0,-1 1 0,0 0 0,-1-1 0,0 1 0,-1 0 0,0 0 0,-5-11 0,20 37 0,0-1 0,1 0 0,1 0 0,0-2 0,1 1 0,1-2 0,0 0 0,0-1 0,2-1 0,-1 0 0,39 16 0,-51-25 0,0 0 0,0 0 0,0-1 0,0 0 0,0 1 0,1-2 0,-1 1 0,10-1 0,-13 0 0,0 0 0,0 0 0,0-1 0,0 1 0,-1-1 0,1 1 0,0-1 0,0 0 0,-1 1 0,1-1 0,0 0 0,-1 0 0,1 0 0,-1-1 0,1 1 0,-1 0 0,1 0 0,-1-1 0,0 1 0,0-1 0,0 1 0,0-1 0,0 0 0,0 1 0,0-1 0,-1 0 0,1 0 0,0-1 0,1-8 0,0 0 0,-1 1 0,0-1 0,-1 0 0,-1-14 0,0-23 0,1 47 0,0 0 0,0 0 0,0 0 0,0 0 0,0 0 0,1 0 0,-1 0 0,0 0 0,0 0 0,1 0 0,-1 0 0,0 0 0,1 1 0,-1-1 0,1 0 0,0 0 0,-1 0 0,1 1 0,0-1 0,-1 0 0,1 1 0,1-2 0,-1 2 0,-1 0 0,1 0 0,0-1 0,0 1 0,0 0 0,0 0 0,0 0 0,0 0 0,0 0 0,0 0 0,0 1 0,0-1 0,0 0 0,0 0 0,0 1 0,0-1 0,0 1 0,0 0 0,6 3 0,0 0 0,0 1 0,-1 0 0,7 7 0,-10-10 0,38 38 17,32 27-1399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8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3 24575,'-5'-1'0,"0"1"0,1-1 0,-1 1 0,0 0 0,0 0 0,0 0 0,0 1 0,-8 2 0,11-3 0,0 1 0,0 0 0,0 0 0,1 0 0,-1 0 0,0 0 0,1 0 0,-1 0 0,1 1 0,-1-1 0,1 0 0,-1 1 0,1-1 0,0 1 0,0 0 0,0-1 0,0 1 0,0 0 0,0 0 0,0 0 0,1 0 0,-1 0 0,0 0 0,1 2 0,-1 2 0,1 1 0,0-1 0,0 1 0,0-1 0,1 1 0,0-1 0,0 1 0,1-1 0,0 0 0,0 1 0,0-1 0,1 0 0,6 11 0,5 4 0,0 0 0,20 22 0,38 32 0,-15-18 0,-56-56 0,0 0 0,0 0 0,-1-1 0,1 1 0,0 1 0,0-1 0,-1 0 0,1 0 0,-1 0 0,1 0 0,-1 0 0,1 1 0,-1-1 0,0 0 0,1 0 0,-1 1 0,0 1 0,0-2 0,-1 0 0,1-1 0,-1 1 0,1 0 0,-1-1 0,1 1 0,-1 0 0,1-1 0,-1 1 0,1 0 0,-1-1 0,0 1 0,1-1 0,-1 1 0,0-1 0,0 0 0,1 1 0,-1-1 0,0 0 0,0 1 0,0-1 0,1 0 0,-1 0 0,0 0 0,0 0 0,0 0 0,0 0 0,0 0 0,-16 1 0,0-2 0,0 0 0,0-1 0,0-1 0,-20-5 0,13 2 0,-122-31 0,132 33-1365,4-1-5461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09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130 589 24575,'-5'-1'0,"-4"-2"0,0 1 0,-1 0 0,1 1 0,0 0 0,0 1 0,-1 0 0,1 0 0,0 1 0,-13 3 0,21-4 0,0 0 0,0 0 0,0 1 0,0-1 0,0 1 0,0-1 0,0 1 0,0-1 0,0 1 0,0-1 0,1 1 0,-1 0 0,0 0 0,0-1 0,1 1 0,-1 0 0,0 0 0,1 0 0,-1 0 0,1 0 0,-1 0 0,0 1 0,1 0 0,0 0 0,0-1 0,0 1 0,0-1 0,0 1 0,0-1 0,0 1 0,1 0 0,-1-1 0,0 1 0,1-1 0,0 1 0,1 1 0,2 4 0,0 0 0,1 0 0,-1-1 0,12 11 0,0-2 0,0 0 0,0-1 0,2-1 0,27 16 0,-38-25 0,0 0 0,0-1 0,0 0 0,1 0 0,-1-1 0,1 0 0,0 0 0,-1-1 0,1 0 0,0 0 0,0-1 0,0 0 0,0 0 0,0-1 0,12-2 0,-18 2 0,1 0 0,-1 1 0,0-1 0,0 0 0,-1 0 0,1-1 0,0 1 0,0 0 0,0-1 0,-1 1 0,1-1 0,-1 1 0,1-1 0,-1 0 0,0 1 0,1-1 0,-1 0 0,0 0 0,0 0 0,-1 0 0,1 0 0,0 0 0,0 0 0,-1 0 0,0 0 0,1-1 0,-1 1 0,0 0 0,0 0 0,0 0 0,-1-4 0,1 0 0,-1 0 0,0 1 0,0-1 0,-1 1 0,0-1 0,0 1 0,0-1 0,0 1 0,-1 0 0,0 0 0,-4-5 0,-1 4 0,4 8 0,4-1 0,-1 0 0,1 0 0,0-1 0,0 1 0,0 0 0,0 0 0,0 0 0,0 0 0,1 0 0,-1 0 0,0 0 0,0 0 0,1-1 0,-1 1 0,0 0 0,1 0 0,0 1 0,2 2 0,1 1 0,0-1 0,1 1 0,-1-1 0,0 0 0,1-1 0,0 1 0,0-1 0,0 0 0,1 0 0,6 3 0,-1-2 0,1 1 0,0-2 0,0 1 0,18 1 0,-21-3 0,0-1 0,0-1 0,1 1 0,-1-2 0,16-1 0,-22 1 0,0 1 0,0-1 0,0 0 0,0 0 0,-1-1 0,1 1 0,0-1 0,-1 1 0,1-1 0,-1 0 0,1 0 0,-1 0 0,0 0 0,0 0 0,0-1 0,0 1 0,0 0 0,0-1 0,-1 0 0,1 1 0,1-4 0,0-3 0,-1 0 0,0 0 0,0 1 0,0-1 0,-1 0 0,-1 0 0,1-1 0,-1 1 0,-1 0 0,0 0 0,-2-10 0,-4-14 0,-18-50 0,23 79 0,-93-223 0,4 10 0,87 210 0,6 22 0,7 25 0,7 9 0,3-1 0,1-1 0,3-1 0,29 44 0,126 165 0,-121-184-1365,-43-55-5461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54 24575,'-56'-17'0,"-97"-17"0,148 33 0,0 0 0,0 1 0,0 0 0,0 0 0,0 0 0,0 1 0,0 0 0,0 0 0,0 0 0,-5 2 0,9-2 0,-1 0 0,1-1 0,-1 1 0,1 0 0,-1 0 0,1 0 0,0 1 0,-1-1 0,1 0 0,0 0 0,0 1 0,0-1 0,0 1 0,0-1 0,0 1 0,0-1 0,1 1 0,-1-1 0,1 1 0,-1 0 0,1-1 0,-1 1 0,1 0 0,0-1 0,0 1 0,0 0 0,0 0 0,0-1 0,0 1 0,0 0 0,1 3 0,1 2 0,0-1 0,1 1 0,0 0 0,0 0 0,0-1 0,1 0 0,-1 0 0,2 0 0,4 6 0,3 2 0,1 0 0,19 15 0,77 49 0,-15-12 0,-92-65 0,-1 1 0,1-1 0,-1 0 0,0 1 0,0-1 0,1 1 0,-1-1 0,0 1 0,0 0 0,0-1 0,-1 1 0,1 0 0,1 2 0,-2-3 0,0-1 0,0 1 0,0 0 0,0-1 0,0 1 0,-1 0 0,1-1 0,0 1 0,0 0 0,0-1 0,-1 1 0,1 0 0,0-1 0,-1 1 0,1 0 0,0-1 0,-1 1 0,1-1 0,-1 1 0,1-1 0,-1 1 0,1-1 0,-1 1 0,1-1 0,-1 0 0,1 1 0,-1-1 0,0 0 0,1 1 0,-1-1 0,0 0 0,1 0 0,-1 1 0,0-1 0,1 0 0,-1 0 0,0 0 0,1 0 0,-2 0 0,-8 0 0,0 0 0,1-1 0,-1 0 0,1 0 0,-1-1 0,1-1 0,0 1 0,-12-6 0,1 1 0,-95-33 0,95 31 0,-1-1 0,1-1 0,-25-17 0,32 17-1365,4 2-5461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0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24575,'27'27'0,"14"19"0,4 8 0,-2 6 0,-4 2 0,-6-2-1332,-4-5 1332,-4-3 0,-4-6 0,-3-3 434,-5-5-434,-2-5 221,-3-5-221,0-3 0,-1-5 0,-3-4-7514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0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319 105 24575,'-20'-17'0,"0"1"0,-41-26 0,53 38 0,-1-1 0,1 2 0,-1-1 0,0 1 0,0 0 0,0 1 0,-1 0 0,1 0 0,0 1 0,-1 1 0,-11 0 0,-3 0-84,18 0-44,-1 0 0,0 0 0,0 0 0,1 1 0,-1 0 0,0 0-1,1 1 1,-1 0 0,-7 3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1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20 24575,'-11'-5'0,"-1"1"0,-13-4 0,21 7 0,1 1 0,-1-1 0,0 1 0,0-1 0,0 1 0,0 0 0,0 0 0,0 1 0,1-1 0,-8 3 0,10-3 0,0 1 0,0-1 0,0 0 0,0 1 0,0-1 0,0 1 0,0 0 0,0-1 0,0 1 0,0 0 0,0 0 0,1 0 0,-1-1 0,0 1 0,0 0 0,1 0 0,-1 0 0,1 0 0,-1 0 0,0 2 0,1-1 0,-1 0 0,1 0 0,0 0 0,0-1 0,0 1 0,0 0 0,0 0 0,0 0 0,1 0 0,-1 0 0,2 2 0,1 4 0,0 0 0,1 0 0,1-1 0,6 10 0,-3-6 0,0 0 0,1 0 0,1 0 0,-1-2 0,2 1 0,13 9 0,-18-15 0,0 0 0,1 0 0,0 0 0,-1-1 0,1 0 0,1-1 0,-1 1 0,0-2 0,1 1 0,-1-1 0,1 0 0,-1 0 0,9-1 0,-14 0 0,0 0 0,0 0 0,0 0 0,0-1 0,0 1 0,0-1 0,0 1 0,0-1 0,0 0 0,0 1 0,-1-1 0,1 0 0,0 0 0,0-1 0,-1 1 0,1 0 0,-1-1 0,1 1 0,0-2 0,0 0 0,0 1 0,-1-1 0,0 0 0,0 0 0,1 1 0,-2-1 0,1 0 0,0 0 0,-1 0 0,1 0 0,-1-5 0,0-5 0,-1 0 0,0 0 0,-1 0 0,-6-20 0,9 27 0,4 9 0,5 9 0,48 50-80,-39-42-1205,-10-11-5541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1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24575,'203'477'0,"-195"-460"0,-4-7 0,1 0 0,8 12 0,-13-21 0,0-1 0,0 0 0,0 0 0,1 1 0,-1-1 0,0 0 0,0 0 0,0 0 0,0 1 0,0-1 0,1 0 0,-1 0 0,0 0 0,0 0 0,0 1 0,1-1 0,-1 0 0,0 0 0,0 0 0,1 0 0,-1 0 0,0 0 0,0 0 0,1 1 0,-1-1 0,0 0 0,0 0 0,1 0 0,-1 0 0,0 0 0,0 0 0,1 0 0,-1 0 0,1-1 0,3-7 0,-2-16 0,-2 23 0,-1-31 0,0 24 0,0 0 0,1 0 0,0-1 0,0 1 0,1 0 0,3-12 0,-4 19 0,1 0 0,-1 0 0,0 1 0,1-1 0,-1 0 0,1 0 0,-1 0 0,1 0 0,-1 1 0,1-1 0,0 0 0,0 0 0,-1 1 0,1-1 0,0 1 0,0-1 0,-1 1 0,1-1 0,0 1 0,0-1 0,2 0 0,-1 1 0,0 0 0,-1 0 0,1 0 0,0 0 0,0 0 0,0 0 0,0 0 0,0 1 0,-1-1 0,5 2 0,2 1 0,0 1 0,-1 0 0,14 9 0,-20-12 0,15 10 0,1 1 0,25 26 0,-38-34 0,0 0 0,-1 0 0,1 0 0,-1 1 0,0-1 0,0 1 0,0 0 0,-1 0 0,0 0 0,0 0 0,0 0 0,-1 1 0,1-1 0,-1 0 0,0 8 0,-1-11 0,0 0 0,0 0 0,-1-1 0,1 1 0,0 0 0,-1 0 0,0-1 0,1 1 0,-1 0 0,0-1 0,0 1 0,0-1 0,0 1 0,0-1 0,0 0 0,0 1 0,0-1 0,-1 0 0,1 0 0,0 0 0,-1 0 0,1 0 0,-1 0 0,0 0 0,1 0 0,-1 0 0,1-1 0,-1 1 0,0-1 0,-3 1 0,-5 1 0,0-1 0,-1 0 0,1 0 0,-11-1 0,13 0 0,-114-5 0,105 3 0,0-1 0,0 0 0,0-1 0,0-1 0,-16-7 0,20 5-1365,2 0-5461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2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105 797 24575,'41'-292'0,"-38"246"0,-2-1 0,-2 1 0,-1-1 0,-3 1 0,-2 0 0,-2 1 0,-16-47 0,23 83 0,-1 0 0,0 0 0,-1 0 0,0 1 0,-1-1 0,0 1 0,0 0 0,-7-7 0,12 14 0,0 1 0,-1 0 0,1-1 0,0 1 0,-1-1 0,1 1 0,-1 0 0,1-1 0,-1 1 0,1 0 0,-1 0 0,1 0 0,-1-1 0,0 1 0,1 0 0,-1 0 0,1 0 0,-1 0 0,1 0 0,-1 0 0,0 0 0,1 0 0,-1 0 0,1 0 0,-1 0 0,1 0 0,-2 1 0,1-1 0,0 1 0,0 0 0,0 0 0,0 0 0,0 0 0,1 0 0,-1 0 0,0 0 0,0 0 0,1 0 0,-1 0 0,0 1 0,-3 7 0,1-1 0,-3 18 0,4-20 0,-3 20 0,0 0 0,2 1 0,0 0 0,2 0 0,2-1 0,0 1 0,6 36 0,-3-50 0,0 1 0,0 0 0,1-1 0,1 0 0,0 0 0,10 14 0,-3-6 0,1-1 0,30 32 0,-26-35 0,0-1 0,1-1 0,1-1 0,0-1 0,1 0 0,0-2 0,25 11 0,-37-19 0,0 1 0,0-1 0,0-1 0,1 0 0,-1 0 0,1-1 0,-1 0 0,1 0 0,-1-1 0,15-2 0,-19 1 0,0 0 0,0 0 0,-1-1 0,1 1 0,-1-1 0,1 0 0,-1 0 0,0-1 0,0 1 0,0-1 0,0 0 0,0 0 0,-1 0 0,1-1 0,-1 1 0,0-1 0,0 0 0,0 0 0,0 0 0,-1 0 0,0 0 0,3-7 0,-2 2 0,0 0 0,-1 1 0,0-1 0,0 0 0,-1 0 0,0-17 0,-1 20 0,0 0 0,-1 0 0,0 0 0,0 0 0,0 0 0,-1 0 0,1 1 0,-2-1 0,1 0 0,0 1 0,-5-6 0,6 9 0,1 1 0,-1-1 0,-1 1 0,1 0 0,0-1 0,0 1 0,0 0 0,-1 0 0,1 0 0,-1 0 0,1 0 0,-1 0 0,1 0 0,-1 0 0,1 1 0,-1-1 0,0 1 0,1-1 0,-1 1 0,0 0 0,0-1 0,1 1 0,-1 0 0,0 0 0,0 0 0,1 0 0,-1 1 0,0-1 0,0 0 0,1 1 0,-1-1 0,0 1 0,1 0 0,-1 0 0,1-1 0,-3 2 0,1 1 0,0-1 0,0 0 0,0 1 0,0-1 0,0 1 0,1 0 0,-1 0 0,1 0 0,0 0 0,0 0 0,0 1 0,0-1 0,1 1 0,-1-1 0,-1 7 0,2-4 0,0-1 0,1 1 0,-1-1 0,1 1 0,0 0 0,1-1 0,-1 1 0,1-1 0,0 1 0,0-1 0,1 0 0,0 1 0,0-1 0,0 0 0,0 0 0,1 0 0,0 0 0,0-1 0,5 6 0,-2-3 0,0-1 0,0-1 0,1 1 0,-1-1 0,1 0 0,0-1 0,1 0 0,-1 0 0,1 0 0,0-1 0,0 0 0,9 2 0,127 33-1365,-131-35-5461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3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89 24575,'-48'-19'0,"-69"-25"0,95 37 0,-1 2 0,1 0 0,-32-3 0,53 8 0,0 0 0,-1 0 0,1 0 0,-1 0 0,1 0 0,-1 0 0,1 0 0,-1 0 0,1 0 0,-1 1 0,1-1 0,0 1 0,-1-1 0,1 1 0,0-1 0,-1 1 0,1 0 0,0 0 0,0 0 0,0 0 0,-2 1 0,2 0 0,0-1 0,1 1 0,-1-1 0,1 1 0,-1 0 0,1-1 0,0 1 0,-1-1 0,1 1 0,0 0 0,0-1 0,0 1 0,1 0 0,-1-1 0,0 1 0,1-1 0,-1 1 0,1-1 0,0 3 0,3 6 0,1 0 0,0 0 0,1-1 0,0 0 0,0 0 0,1 0 0,0-1 0,0 0 0,1 0 0,10 8 0,14 8 0,48 28 0,-74-48 0,82 48 0,60 39 0,-146-90 0,0 0 0,0 0 0,-1 1 0,1-1 0,-1 1 0,1-1 0,-1 1 0,0 0 0,1-1 0,-1 1 0,0 0 0,2 4 0,-3-5 0,0-1 0,0 1 0,0-1 0,0 1 0,0 0 0,0-1 0,0 1 0,0-1 0,0 1 0,0-1 0,0 1 0,0 0 0,0-1 0,0 1 0,-1-1 0,1 1 0,0-1 0,0 1 0,-1-1 0,1 1 0,-1 0 0,0 0 0,0 0 0,0-1 0,0 1 0,0 0 0,0-1 0,0 1 0,0 0 0,-1-1 0,1 0 0,0 1 0,0-1 0,-2 1 0,-11 1 0,-1 0 0,0 0 0,1-2 0,-16 0 0,-59-9 0,68 6 0,-1-1 0,2-1 0,-1 0 0,-39-17 0,49 15-1365,2-1-5461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24575,'1'1'0,"-1"0"0,0 0 0,0 0 0,1-1 0,-1 1 0,1 0 0,-1 0 0,1-1 0,-1 1 0,1 0 0,-1 0 0,1-1 0,0 1 0,-1-1 0,1 1 0,0-1 0,1 2 0,15 8 0,-16-9 0,17 7 0,-1-1 0,1 0 0,0-1 0,0-1 0,29 5 0,-20-7 0,1 0 0,-1-2 0,33-3 0,-55 2 0,-1-1 0,1 1 0,-1-1 0,1 0 0,-1 0 0,1-1 0,-1 0 0,0 1 0,0-1 0,1-1 0,-2 1 0,1-1 0,0 1 0,0-1 0,-1 0 0,1 0 0,-1-1 0,3-3 0,-7 10 0,0 0 0,0 1 0,0-1 0,0 1 0,0-1 0,1 1 0,-1-1 0,1 6 0,0 1 0,-1 11 0,1 0 0,0 0 0,2-1 0,1 1 0,0 0 0,10 30 0,6 4 0,26 56 0,-43-106 0,0-1 0,0 1 0,-1-1 0,1 1 0,-1 0 0,0 5 0,-1-9 0,0 0 0,1 1 0,-2-1 0,1 0 0,0 0 0,0 0 0,0 0 0,0 1 0,-1-1 0,1 0 0,-1 0 0,1 0 0,-1 0 0,1 0 0,-1 0 0,1 0 0,-1 0 0,0 0 0,0 0 0,1 0 0,-1-1 0,0 1 0,0 0 0,0 0 0,0-1 0,0 1 0,0 0 0,0-1 0,0 1 0,-2-1 0,-3 2 0,-1 0 0,1-1 0,-1 0 0,0-1 0,1 0 0,-1 0 0,-12-1 0,-47-12 0,61 12 0,-104-31-1365,90 26-5461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4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95 24575,'-38'-21'0,"-2"1"0,0 3 0,-48-15 0,84 30 0,0 1 0,-1 1 0,1-1 0,0 0 0,-1 1 0,1 0 0,0 0 0,-5 1 0,8-1 0,0 0 0,0 1 0,0-1 0,0 0 0,0 1 0,0-1 0,0 0 0,1 1 0,-1-1 0,0 1 0,0-1 0,1 1 0,-1 0 0,0-1 0,1 1 0,-1 0 0,0 0 0,1-1 0,-1 1 0,1 0 0,-1 0 0,1 0 0,0 0 0,-1-1 0,1 1 0,0 0 0,0 0 0,-1 0 0,1 0 0,0 0 0,0 0 0,0 0 0,0 0 0,0 0 0,0 0 0,1 0 0,-1 0 0,0-1 0,0 1 0,1 0 0,0 2 0,1 4 0,1 1 0,0-1 0,1 0 0,0 0 0,0 0 0,0-1 0,1 0 0,0 1 0,10 9 0,7 4 0,30 22 0,-34-28 0,123 80 0,-27-20 0,-114-74 0,17 15 0,-17-15 0,1 0 0,-1 0 0,0 1 0,0-1 0,0 0 0,1 1 0,-1-1 0,0 0 0,0 0 0,0 1 0,0-1 0,1 0 0,-1 1 0,0-1 0,0 0 0,0 1 0,0-1 0,0 0 0,0 1 0,0-1 0,0 0 0,0 1 0,0-1 0,0 0 0,0 1 0,0-1 0,0 0 0,0 1 0,-1-1 0,1 0 0,0 1 0,0-1 0,0 0 0,0 0 0,-1 1 0,1-1 0,0 0 0,0 0 0,-1 1 0,1-1 0,0 0 0,0 0 0,-1 1 0,1-1 0,0 0 0,-1 0 0,1 0 0,0 0 0,-1 0 0,1 0 0,0 1 0,-1-1 0,1 0 0,0 0 0,-1 0 0,1 0 0,0 0 0,-1 0 0,-12 2 0,-1-1 0,0 0 0,1-1 0,-16-2 0,-1 1 0,-21 0 0,0-3 0,-1-1 0,2-3 0,-95-28 0,121 26-1365,15 5-5461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4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24575,'-2'37'0,"2"-1"0,1 1 0,2-1 0,1 1 0,2-1 0,11 37 0,-4-28 0,3-1 0,1 0 0,3-1 0,30 50 0,2-19-465,-43-62-435,-2-3-5926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5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1 184 24575,'146'29'0,"32"5"0,-137-29 0,0-1 0,58-3 0,-91-1 0,0-1 0,0 0 0,0-1 0,0 0 0,0 0 0,0-1 0,-1 0 0,1 0 0,-1-1 0,0 0 0,0 0 0,0-1 0,9-8 0,-13 11 0,0-1 0,-1 0 0,1 0 0,-1 0 0,1 0 0,-1 0 0,0-1 0,0 1 0,-1-1 0,1 1 0,-1-1 0,0 0 0,1 0 0,-2 0 0,1 1 0,0-1 0,-1 0 0,0 0 0,0 0 0,0 0 0,0 0 0,-1 0 0,1 0 0,-1 0 0,0 1 0,0-1 0,0 0 0,-1 0 0,-3-5 0,1-1 0,-1 1 0,-1 0 0,0 0 0,0 1 0,-1-1 0,1 1 0,-2 1 0,-15-14 0,22 21 0,1-1 0,-1 0 0,-1 0 0,1 1 0,0-1 0,0 1 0,0-1 0,0 1 0,0-1 0,0 1 0,-1 0 0,1 0 0,0-1 0,0 1 0,-1 0 0,1 0 0,0 0 0,0 0 0,-1 0 0,1 1 0,0-1 0,0 0 0,0 1 0,-2 0 0,1 0 0,0 0 0,1 0 0,-1 1 0,1-1 0,-1 1 0,1 0 0,-1-1 0,1 1 0,0 0 0,0 0 0,0-1 0,0 1 0,-1 3 0,-1 3 0,1 0 0,0 0 0,0 1 0,1-1 0,-1 1 0,1 10 0,2-13 0,0 0 0,0 0 0,1 0 0,-1 0 0,1 0 0,0 0 0,1-1 0,0 1 0,3 5 0,-1-3 0,1 1 0,-1-1 0,2 0 0,12 13 0,-13-16 0,1 0 0,0-1 0,0 1 0,0-1 0,0 0 0,1-1 0,0 0 0,-1 0 0,17 3 0,-19-5 0,0 0 0,1 0 0,-1-1 0,1 1 0,-1-1 0,1-1 0,-1 1 0,1-1 0,-1 0 0,0 0 0,1 0 0,-1-1 0,0 0 0,0 0 0,0 0 0,5-4 0,-8 5 0,0-1 0,0 0 0,0 0 0,0 0 0,0 0 0,-1-1 0,1 1 0,-1 0 0,1-1 0,-1 1 0,0-1 0,0 1 0,0-1 0,0 1 0,-1-1 0,1 0 0,-1 0 0,1 1 0,-1-6 0,1 3 0,-1 0 0,1 0 0,0 0 0,3-6 0,-4 11 0,0-1 0,1 1 0,-1-1 0,0 0 0,1 1 0,-1-1 0,0 1 0,1-1 0,-1 1 0,1-1 0,-1 1 0,1 0 0,-1-1 0,1 1 0,-1-1 0,1 1 0,-1 0 0,1-1 0,0 1 0,-1 0 0,1 0 0,-1 0 0,1 0 0,0-1 0,-1 1 0,1 0 0,0 0 0,-1 0 0,1 0 0,0 0 0,-1 0 0,1 0 0,-1 1 0,1-1 0,0 0 0,-1 0 0,1 0 0,-1 1 0,1-1 0,0 0 0,-1 1 0,1-1 0,0 1 0,4 3 0,0-1 0,0 1 0,7 7 0,-6-5 0,105 81 0,-109-85 0,-1-1 0,1 0 0,-1 0 0,1 0 0,-1 0 0,1-1 0,0 1 0,-1 0 0,1-1 0,0 1 0,0-1 0,-1 1 0,1-1 0,0 0 0,3 0 0,-3 0 0,-1-1 0,0 1 0,1-1 0,-1 1 0,0-1 0,0 0 0,1 1 0,-1-1 0,0 0 0,0 0 0,0 0 0,0 0 0,0 0 0,0 0 0,0 0 0,0 0 0,-1-1 0,1 1 0,0 0 0,0-3 0,7-19 0,-7 19 0,0 1 0,0-1 0,0 0 0,0 1 0,1-1 0,0 1 0,0 0 0,0-1 0,3-3 0,-5 7 0,1-1 0,-1 1 0,1 0 0,-1 0 0,1-1 0,-1 1 0,1 0 0,0 0 0,-1 0 0,1 0 0,-1 0 0,1 0 0,-1 0 0,1 0 0,0 0 0,-1 0 0,1 0 0,-1 0 0,1 0 0,0 0 0,-1 0 0,1 1 0,-1-1 0,1 0 0,-1 1 0,1-1 0,-1 0 0,2 1 0,16 14 0,-11-8 0,-1-3 0,0 0 0,-1 0 0,1-1 0,1 0 0,-1 0 0,0 0 0,1-1 0,-1 0 0,1 0 0,0 0 0,-1-1 0,1 0 0,0-1 0,0 0 0,0 0 0,0 0 0,8-2 0,15-6 0,0-1 0,-1-2 0,36-19 0,-64 30 0,5-2-68,0 0 0,0 0-1,0 0 1,0 1 0,1 0 0,-1 0-1,0 1 1,1-1 0,-1 1 0,1 1-1,-1-1 1,0 1 0,1 0 0,-1 1-1,0 0 1,0-1 0,0 2-1,0-1 1,7 5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7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233 549 24575,'-59'-22'0,"36"12"0,0 2 0,0 0 0,-31-4 0,52 11 0,-1 1 0,1 0 0,-1-1 0,1 1 0,-1 0 0,1 1 0,0-1 0,-1 0 0,1 1 0,-1-1 0,1 1 0,0 0 0,-1 0 0,-2 2 0,4-3 0,0 1 0,0 0 0,0 0 0,0 0 0,0 0 0,1 0 0,-1 0 0,0 1 0,0-1 0,1 0 0,-1 0 0,1 0 0,-1 1 0,1-1 0,0 0 0,-1 1 0,1-1 0,0 0 0,0 1 0,0-1 0,0 0 0,0 1 0,0-1 0,0 0 0,1 1 0,-1-1 0,1 2 0,2 5 0,-1 0 0,2 0 0,-1-1 0,1 1 0,0-1 0,1 0 0,-1 0 0,1 0 0,1-1 0,-1 0 0,1 0 0,0 0 0,1-1 0,-1 0 0,12 7 0,-10-7 0,1 0 0,0 0 0,1-1 0,-1 0 0,1-1 0,0 0 0,0 0 0,0-1 0,0-1 0,0 0 0,0 0 0,14-1 0,-21 0 0,0-1 0,0 1 0,0-1 0,0 0 0,0 0 0,0 0 0,-1 0 0,1 0 0,0-1 0,-1 1 0,1-1 0,-1 0 0,0 0 0,1 0 0,-1 0 0,0 0 0,0 0 0,2-4 0,-3 4 0,1 0 0,-1 0 0,0 0 0,-1 0 0,1 0 0,0 0 0,-1 0 0,1 0 0,-1 0 0,1 0 0,-1 0 0,0 0 0,0 0 0,0-1 0,0 1 0,0 0 0,-1 0 0,1 0 0,-1 0 0,1 0 0,-1 0 0,0 0 0,1 0 0,-1 0 0,0 0 0,-2-2 0,2 3 0,1 1 0,0 0 0,0-1 0,0 1 0,-1 0 0,1-1 0,0 1 0,0 0 0,-1-1 0,1 1 0,0 0 0,-1 0 0,1-1 0,0 1 0,-1 0 0,1 0 0,-1 0 0,1-1 0,0 1 0,-1 0 0,1 0 0,-1 0 0,1 0 0,-1 0 0,1 0 0,0 0 0,-1 0 0,1 0 0,-1 0 0,1 0 0,0 0 0,-1 0 0,1 0 0,-1 0 0,1 1 0,0-1 0,-1 0 0,1 0 0,-1 0 0,1 1 0,0-1 0,-1 0 0,1 0 0,0 1 0,0-1 0,-1 0 0,1 1 0,0-1 0,0 0 0,-1 1 0,1-1 0,0 1 0,0-1 0,-1 1 0,0 1 0,0 0 0,0 0 0,0 0 0,0 0 0,1 1 0,-1-1 0,0 0 0,0 4 0,1-2 0,1-1 0,-1 1 0,0-1 0,1 0 0,0 1 0,-1-1 0,1 1 0,1-1 0,-1 0 0,0 0 0,1 0 0,0 0 0,3 5 0,-1-3 0,0-1 0,0 0 0,0 0 0,0 0 0,1-1 0,0 1 0,8 3 0,-1-1 0,0 0 0,1-2 0,-1 0 0,1 0 0,0-1 0,20 2 0,-28-4 0,1-1 0,-1 1 0,0-1 0,1 0 0,-1-1 0,0 0 0,0 0 0,1 0 0,-1 0 0,0-1 0,0 1 0,0-1 0,0-1 0,-1 1 0,1-1 0,-1 0 0,1 0 0,-1 0 0,0 0 0,0-1 0,0 1 0,-1-1 0,1 0 0,-1-1 0,0 1 0,0 0 0,0-1 0,-1 0 0,0 0 0,0 1 0,0-1 0,0-1 0,-1 1 0,0 0 0,1-6 0,1-12 0,-1 0 0,-1-1 0,-1 0 0,-1 1 0,-8-46 0,-4 11 0,-22-65 0,-58-125 0,93 247 0,0 1 0,-1-1 0,1 1 0,0-1 0,0 0 0,0 1 0,-1-1 0,1 1 0,0-1 0,-1 0 0,1 1 0,-1-1 0,1 1 0,0-1 0,-1 1 0,1-1 0,-1 1 0,1 0 0,-1-1 0,0 1 0,1 0 0,-2-1 0,2 1 0,-1 0 0,1 1 0,-1-1 0,1 0 0,-1 1 0,1-1 0,0 1 0,-1-1 0,1 0 0,0 1 0,-1-1 0,1 1 0,0-1 0,0 1 0,-1-1 0,1 1 0,0-1 0,0 1 0,0-1 0,0 2 0,-6 33 0,6-34 0,-6 56 0,-5 87 0,12-135 0,-1-1 0,2 1 0,-1 0 0,1 0 0,1-1 0,0 0 0,7 16 0,35 55 0,-14-27 0,-22-36 0,1 0 0,0-1 0,0 0 0,18 18 0,-19-25 0,-1 0 0,2 0 0,-1-1 0,1-1 0,-1 1 0,2-1 0,19 8 0,12 3-1365,-29-12-5461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57 728 24575,'15'-18'0,"0"0"0,-2-1 0,0 0 0,21-43 0,-29 49 0,0 0 0,0-1 0,-2 1 0,0-1 0,0 0 0,-1 0 0,-1 0 0,0-1 0,-2-19 0,-4-15 0,-2 1 0,-17-56 0,-40-90 0,63 190 0,-1-1 0,0 1 0,0 0 0,0 0 0,-1 0 0,-4-5 0,7 9 0,0-1 0,-1 1 0,1 0 0,-1-1 0,1 1 0,-1-1 0,1 1 0,-1 0 0,1 0 0,-1-1 0,1 1 0,-1 0 0,1 0 0,-1 0 0,1 0 0,-1-1 0,1 1 0,-1 0 0,0 0 0,1 0 0,-1 0 0,1 0 0,-2 1 0,1-1 0,0 1 0,0-1 0,0 1 0,0 0 0,0 0 0,0-1 0,1 1 0,-1 0 0,0 0 0,0 0 0,1 0 0,-1 0 0,0 0 0,1 0 0,-1 0 0,0 2 0,-3 8 0,1 0 0,0 0 0,0 0 0,1 1 0,-1 19 0,-1-2 0,1-6 0,2 0 0,0 0 0,1 0 0,1 0 0,1 0 0,7 30 0,-6-37 0,2 0 0,0-1 0,1 1 0,1-1 0,0 0 0,1-1 0,0 0 0,2 0 0,17 21 0,2-6 64,63 49-1,-8-8-1555,-71-58-5334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8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86 24575,'10'54'0,"3"22"0,37 120 0,-39-164 0,1 0 0,2 0 0,24 40 0,-37-70 0,-1-1 0,1 0 0,0 0 0,-1 0 0,1 0 0,0 0 0,0-1 0,0 1 0,0 0 0,0 0 0,-1 0 0,2-1 0,-1 1 0,0-1 0,0 1 0,1 0 0,-2-1 0,1 0 0,-1 0 0,0 0 0,0 0 0,0 0 0,1 0 0,-1 0 0,0 0 0,0 0 0,0 0 0,0-1 0,1 1 0,-1 0 0,0 0 0,0 0 0,0 0 0,0 0 0,1 0 0,-1-1 0,0 1 0,0 0 0,0 0 0,0 0 0,0 0 0,0 0 0,0-1 0,0 1 0,1 0 0,-1 0 0,0 0 0,0-1 0,0 1 0,-1-14 0,-3-1 0,-2-1 0,1 1 0,-15-25 0,5 9 0,-53-102 0,0 1 0,54 100 0,1 0 0,-10-42 0,22 72 0,0-1 0,1 1 0,-1 0 0,1-1 0,0 1 0,0 0 0,0-1 0,0 1 0,0 0 0,0-1 0,1 1 0,-1 0 0,1-1 0,-1 1 0,1 0 0,2-4 0,-2 5 0,0-1 0,0 1 0,0 0 0,1 0 0,-1 0 0,0 0 0,0 1 0,1-1 0,-1 0 0,1 1 0,-1-1 0,1 0 0,-1 1 0,1 0 0,-1-1 0,1 1 0,-1 0 0,1 0 0,-1 0 0,1 0 0,0 0 0,-1 0 0,1 0 0,-1 0 0,3 2 0,5 0 0,-1 0 0,0 1 0,1 0 0,-1 1 0,0-1 0,-1 2 0,1-1 0,-1 1 0,9 7 0,-4-2 0,-1 1 0,1 0 0,-2 1 0,12 16 0,-20-26 0,0 0 0,-1 1 0,1 0 0,-1-1 0,1 1 0,-1 0 0,0-1 0,0 1 0,-1 0 0,1 0 0,0 0 0,-1 0 0,0 0 0,0 5 0,0-6 0,0 0 0,-1-1 0,1 1 0,-1 0 0,0-1 0,0 1 0,1-1 0,-1 1 0,0-1 0,0 1 0,0-1 0,-1 0 0,1 1 0,0-1 0,0 0 0,-1 0 0,1 0 0,-1 0 0,1 0 0,-1 0 0,1-1 0,-1 1 0,1 0 0,-1-1 0,-3 2 0,-3 0-273,0-1 0,0 1 0,-1-2 0,-8 1 0,2-1-6553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19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247 182 24575,'-48'-46'0,"11"11"0,-62-47 0,95 79 0,0 1 0,0-1 0,0 1 0,0 0 0,0 0 0,-7-1 0,10 3 0,1-1 0,-1 1 0,0 0 0,0 0 0,0 0 0,0 0 0,0 0 0,1 0 0,-1 0 0,0 0 0,0 0 0,0 0 0,0 0 0,0 1 0,1-1 0,-1 0 0,0 0 0,0 1 0,0-1 0,1 1 0,-1-1 0,0 1 0,1-1 0,-1 1 0,0-1 0,1 1 0,-1 0 0,1-1 0,-1 1 0,1 0 0,-1 0 0,1-1 0,-1 1 0,1 0 0,0 0 0,-1 0 0,1-1 0,0 3 0,-1 1 0,0 1 0,1-1 0,0 1 0,0 0 0,0-1 0,1 1 0,0-1 0,-1 1 0,2-1 0,-1 1 0,0-1 0,4 6 0,1 5 0,2-2 0,10 18 0,-10-20 0,0 0 0,1 0 0,0-1 0,1-1 0,0 1 0,0-2 0,1 1 0,0-1 0,1-1 0,0 0 0,0-1 0,0 0 0,14 4 0,-24-9 0,0 0 0,0-1 0,1 1 0,-1-1 0,0 0 0,0 0 0,1 0 0,-1 0 0,0 0 0,1 0 0,-1-1 0,0 1 0,0-1 0,1 1 0,-1-1 0,0 0 0,0 0 0,0 0 0,0 0 0,0 0 0,0-1 0,0 1 0,0 0 0,0-1 0,-1 0 0,3-2 0,-2 1 0,0 1 0,-1-1 0,0 0 0,1 1 0,-1-1 0,0 0 0,-1 0 0,1 0 0,0 0 0,-1 0 0,1 0 0,-1 0 0,0 0 0,0 0 0,0 0 0,-1 0 0,1 0 0,-1 0 0,0 0 0,-1-3 0,-1-4 14,-1 0-1,-1 1 0,0-1 0,0 1 1,-1 1-1,0-1 0,0 1 1,-15-14-1,9 11-310,0 1 0,-1 0 0,0 1 0,-28-15 0,26 16-6529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0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131 761 24575,'33'-82'0,"-23"60"0,-1 0 0,0 0 0,-2-1 0,6-28 0,-10 25 0,-1 0 0,-1 0 0,-1 0 0,-1 1 0,-2-1 0,0 0 0,-2 1 0,-1-1 0,-1 1 0,0 1 0,-2-1 0,-1 2 0,-2-1 0,0 1 0,-20-29 0,6 12 0,15 21 0,-18-22 0,29 41 0,-1-1 0,1 0 0,-1 0 0,1 1 0,-1-1 0,0 0 0,1 1 0,-1-1 0,0 1 0,1-1 0,-1 1 0,0-1 0,0 1 0,0-1 0,1 1 0,-1 0 0,0-1 0,0 1 0,0 0 0,0 0 0,0 0 0,0-1 0,1 1 0,-3 0 0,2 1 0,0 0 0,0-1 0,0 1 0,0-1 0,0 1 0,0 0 0,1 0 0,-1-1 0,0 1 0,0 0 0,1 0 0,-1 0 0,1 0 0,-1 0 0,1 0 0,-1 0 0,0 1 0,-1 5 0,0 0 0,0 0 0,0 1 0,-1 13 0,4 181 0,0-190 0,0 0 0,1 0 0,1 0 0,0-1 0,0 1 0,1-1 0,0 1 0,1-1 0,1 0 0,-1-1 0,2 0 0,0 1 0,0-2 0,0 1 0,1-1 0,1-1 0,0 1 0,0-1 0,0-1 0,1 0 0,20 12 0,-4-7 0,1-1 0,53 16 0,-66-24 0,0 0 0,0 0 0,0-2 0,0 0 0,1-1 0,-1 0 0,28-4 0,-32 1 0,-1 0 0,1 0 0,-1-1 0,1 0 0,-1-1 0,-1 0 0,1 0 0,-1-1 0,0 0 0,0 0 0,8-9 0,-11 10 0,0-1 0,-1 1 0,0-1 0,0 0 0,0 0 0,-1 0 0,4-10 0,-5 12 0,-1 0 0,0 0 0,0-1 0,0 1 0,0 0 0,-1-1 0,0 1 0,0-1 0,0 1 0,0 0 0,-1-1 0,-1-6 0,1 9 0,1 0 0,-1 0 0,0 1 0,1-1 0,-1 0 0,0 1 0,0-1 0,0 0 0,0 1 0,-1-1 0,1 1 0,0-1 0,-1 1 0,1 0 0,-1 0 0,1-1 0,-1 1 0,1 0 0,-1 0 0,0 1 0,0-1 0,1 0 0,-1 1 0,0-1 0,0 1 0,0-1 0,0 1 0,0 0 0,0 0 0,0 0 0,1 0 0,-1 0 0,-4 1 0,1-1 0,0 1 0,0 1 0,0-1 0,0 1 0,0 0 0,1 0 0,-1 0 0,1 1 0,-1 0 0,1 0 0,-6 5 0,5-4 0,1 1 0,0 0 0,0-1 0,1 2 0,-1-1 0,1 0 0,0 1 0,0-1 0,1 1 0,0 0 0,0 0 0,0 0 0,1 0 0,0 0 0,0 0 0,0 0 0,1 8 0,0-10 0,1 1 0,-1 0 0,1-1 0,0 1 0,0-1 0,0 1 0,1-1 0,0 0 0,0 0 0,0 0 0,0 0 0,1 0 0,-1 0 0,1 0 0,0-1 0,0 1 0,0-1 0,1 0 0,-1 0 0,1 0 0,0 0 0,0-1 0,7 4 0,11 3 0,1-1 0,1-1 0,0-1 0,29 4 0,98 10-1365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0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3 24575,'-1'-1'0,"0"1"0,-1-1 0,1 1 0,0 0 0,-1 0 0,1 0 0,-1 0 0,1 0 0,0 0 0,-1 0 0,1 0 0,0 0 0,-1 1 0,1-1 0,0 1 0,-1-1 0,-1 2 0,2-1 0,0-1 0,0 1 0,1 0 0,-1 0 0,0 0 0,1 0 0,-1 0 0,1 0 0,-1 0 0,1 1 0,-1-1 0,1 0 0,0 0 0,-1 0 0,1 0 0,0 0 0,0 1 0,0-1 0,0 0 0,0 0 0,0 2 0,1 4 0,1 1 0,-1 0 0,1 0 0,0-1 0,1 0 0,0 1 0,6 11 0,34 49 0,-32-51 0,12 13 0,9 14 0,-30-39 0,1-1 0,-1 1 0,0 0 0,0-1 0,0 1 0,0 0 0,1 9 0,-3-12 0,0 0 0,0 0 0,0 0 0,0 0 0,0 0 0,-1-1 0,1 1 0,0 0 0,-1 0 0,0 0 0,1 0 0,-1-1 0,0 1 0,0 0 0,0-1 0,0 1 0,0 0 0,0-1 0,-1 0 0,1 1 0,0-1 0,-1 0 0,1 1 0,-1-1 0,1 0 0,-1 0 0,0 0 0,1 0 0,-1-1 0,0 1 0,0 0 0,-2 0 0,-6 1 0,0 1 0,0-2 0,0 1 0,-18-1 0,-163-2 115,76-1-1595,83 2-5346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1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29 24575,'0'0'0,"0"0"0,-1 0 0,1 0 0,0 0 0,0 0 0,-1 0 0,1 0 0,0 0 0,0 0 0,0 0 0,-1 0 0,1 1 0,0-1 0,0 0 0,-1 0 0,1 0 0,0 0 0,0 0 0,0 1 0,0-1 0,-1 0 0,1 0 0,0 0 0,0 1 0,0-1 0,0 0 0,0 0 0,0 1 0,-1-1 0,1 0 0,0 0 0,0 1 0,0-1 0,1 13 0,7 10 0,-8-23 0,4 9 0,0-1 0,1 0 0,0-1 0,0 1 0,1-1 0,0 0 0,7 6 0,-2-3 0,1 1 0,0-2 0,18 11 0,-26-18 0,0 1 0,1-1 0,-1 0 0,1 0 0,0-1 0,-1 0 0,1 0 0,0 0 0,5 1 0,-9-2 0,1 0 0,-1 0 0,1 0 0,-1 0 0,1 0 0,-1-1 0,0 1 0,1 0 0,-1-1 0,0 1 0,1-1 0,-1 1 0,0-1 0,1 0 0,-1 1 0,0-1 0,0 0 0,0 0 0,0 0 0,0 0 0,0 0 0,0 0 0,0 0 0,0 0 0,0 0 0,-1-1 0,1 1 0,0 0 0,-1 0 0,1-1 0,-1 1 0,0 0 0,1-1 0,-1-2 0,1-7 0,0 0 0,-2 0 0,1 0 0,-1-1 0,-1 1 0,0 0 0,-1 0 0,-5-15 0,-4-19 0,12 33 0,0 11 0,0 1 0,0 0 0,0 0 0,0 0 0,0 0 0,1 0 0,-1 0 0,0 0 0,0 0 0,0 0 0,0 0 0,0 0 0,1-1 0,-1 1 0,0 0 0,0 0 0,0 0 0,0 0 0,1 0 0,-1 0 0,0 0 0,0 0 0,0 0 0,0 0 0,0 1 0,1-1 0,-1 0 0,0 0 0,0 0 0,0 0 0,0 0 0,0 0 0,1 0 0,-1 0 0,0 0 0,0 0 0,0 1 0,17 15 0,-14-12 0,32 36 0,-19-20 0,1-1 0,1-1 0,39 32 0,-55-48 0,8 4 0,0 1 0,11 4 0,-19-9 0,1-1 0,-1 0 0,1 0 0,-1-1 0,1 1 0,-1 0 0,1-1 0,-1 1 0,1-1 0,0 0 0,-1 0 0,1 0 0,0 0 0,-1-1 0,5 0 0,-6 0 0,1 0 0,-1 0 0,1 0 0,-1 0 0,1 0 0,-1-1 0,0 1 0,1 0 0,-1-1 0,0 1 0,0-1 0,0 0 0,0 1 0,0-1 0,-1 0 0,1 0 0,0 1 0,0-4 0,6-34 0,-5-50 0,-2 89 0,0-1 0,0 1 0,0 0 0,0-1 0,0 1 0,0-1 0,0 1 0,0 0 0,0-1 0,0 1 0,0-1 0,0 1 0,0 0 0,0-1 0,0 1 0,1-1 0,-1 1 0,0 0 0,0-1 0,0 1 0,1 0 0,-1-1 0,0 1 0,0 0 0,1 0 0,-1-1 0,0 1 0,1 0 0,-1 0 0,0 0 0,1-1 0,-1 1 0,0 0 0,1 0 0,-1 0 0,1 0 0,-1 0 0,0 0 0,1-1 0,-1 1 0,1 0 0,-1 0 0,0 0 0,1 0 0,-1 1 0,1-1 0,-1 0 0,0 0 0,1 0 0,-1 0 0,1 0 0,-1 0 0,0 1 0,1-1 0,-1 0 0,0 0 0,1 1 0,22 18 0,-17-14 0,2 3 0,2-1 0,-1-1 0,1 0 0,0 0 0,21 8 0,-26-12 0,1 0 0,0 0 0,0-1 0,0 1 0,0-1 0,0-1 0,0 1 0,0-1 0,0-1 0,0 1 0,0-1 0,12-2 0,-13 2 0,0 0 0,0 0 0,0 1 0,0-1 0,1 1 0,-1 1 0,0-1 0,0 1 0,0 0 0,0 0 0,0 0 0,0 0 0,0 1 0,0 0 0,6 4 0,0 0 0,0 1 0,0 0 0,-1 1 0,0 0 0,11 11 0,-15-12-341,0 0 0,0 1-1,5 8 1,-4-4-6485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2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0 24575,'-3'3'0,"1"-1"0,0 1 0,0-1 0,-1 1 0,2 0 0,-1 0 0,0 0 0,0 0 0,1 0 0,0 0 0,0 0 0,0 1 0,0-1 0,0 0 0,1 1 0,-1-1 0,1 1 0,0-1 0,0 1 0,0-1 0,0 0 0,1 1 0,-1-1 0,1 0 0,0 1 0,0-1 0,0 0 0,1 0 0,-1 1 0,4 4 0,2 3 0,2 0 0,-1 0 0,1-1 0,0 0 0,1 0 0,15 10 0,-8-6 0,54 41 0,-63-50 0,0 0 0,1-1 0,-1 0 0,1 0 0,0-1 0,0 0 0,12 3 0,-18-6 0,-1 1 0,0-1 0,1 0 0,-1 1 0,0-1 0,0 0 0,1-1 0,-1 1 0,0 0 0,1-1 0,-1 1 0,0-1 0,0 0 0,1 1 0,-1-1 0,0 0 0,0-1 0,0 1 0,0 0 0,0 0 0,0-1 0,-1 1 0,1-1 0,0 0 0,-1 0 0,1 1 0,-1-1 0,0 0 0,0 0 0,1 0 0,-1 0 0,0 0 0,-1-1 0,1 1 0,0 0 0,0-4 0,2-7 0,-2-1 0,1 0 0,-2 0 0,-1-27 0,0 25 0,1 9 0,0-2 0,0-1 0,-1 0 0,0 1 0,-1-1 0,-3-12 0,10 35 0,1 0 0,0-1 0,1 0 0,0-1 0,1 0 0,17 18 0,-7-9 0,2-2 0,37 29 0,-55-45-170,0-1-1,0 0 0,0 0 1,0 1-1,1-1 0,-1 0 1,5 1-1,1-2-6655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3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64 24575,'-7'-11'0,"5"6"0,0 0 0,-1 0 0,0 0 0,0 1 0,0-1 0,-1 1 0,0 0 0,1 0 0,-8-5 0,10 8 0,1 1 0,0 0 0,0 0 0,0 0 0,-1 0 0,1 0 0,0-1 0,0 1 0,-1 0 0,1 0 0,0 0 0,0 0 0,-1 0 0,1 0 0,0 0 0,0 0 0,-1 0 0,1 0 0,0 0 0,0 0 0,-1 0 0,1 0 0,0 0 0,0 0 0,-1 0 0,1 0 0,0 1 0,0-1 0,-1 0 0,1 0 0,0 0 0,0 0 0,-1 0 0,1 1 0,0-1 0,0 0 0,-3 12 0,6 13 0,0-10 0,2 0 0,0-1 0,1 1 0,0-1 0,1-1 0,14 22 0,4 0 0,32 35 0,-56-69 0,0 0 0,-1 0 0,1 0 0,0 0 0,0 0 0,0 0 0,-1 0 0,1 0 0,-1 0 0,1 0 0,-1 0 0,1 1 0,-1-1 0,0 0 0,1 0 0,-1 3 0,0-4 0,-1 1 0,1 0 0,-1-1 0,1 1 0,-1 0 0,1-1 0,-1 1 0,1-1 0,-1 1 0,0-1 0,1 1 0,-1-1 0,1 0 0,-1 1 0,0-1 0,0 0 0,1 1 0,-1-1 0,0 0 0,0 0 0,1 0 0,-1 1 0,0-1 0,0 0 0,1 0 0,-1 0 0,-1-1 0,-56 3 55,-96-11 0,30 0-1530,99 9-5351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3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24575,'5'14'0,"4"11"0,3 7 0,-1 4 0,1 3 0,0 0 0,1 0 0,3 2 0,1 0 0,1 1 0,1 1 0,1-2 0,-2-3 0,0-4 0,-4-4 0,-4-5 0,-1-5 0,-3-5-8191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12 24575,'-27'-2'0,"-11"-2"0,-5 1 0,3 1 0,6 2 0,4 2 0,4 1 0,5 2 0,5 0-8191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176 712 24575,'3'-20'0,"19"-147"0,-20 145 0,-2 1 0,-1-1 0,0 1 0,-2-1 0,-9-37 0,-9-9 0,-4 1 0,-3 2 0,-42-74 0,70 137 0,-1 1 0,1 0 0,-1-1 0,0 1 0,0 0 0,0 0 0,1 0 0,-1 0 0,-1 0 0,1 0 0,0 0 0,0 0 0,0 0 0,-2-1 0,2 2 0,1 0 0,0 0 0,-1 0 0,1 0 0,0 0 0,0 0 0,-1 0 0,1 0 0,0 0 0,-1 0 0,1 0 0,0 0 0,0 1 0,-1-1 0,1 0 0,0 0 0,0 0 0,-1 0 0,1 1 0,0-1 0,0 0 0,-1 0 0,1 0 0,0 1 0,-6 12 0,2 6 0,0-1 0,2 1 0,-1 26 0,5 58 0,-1-88 0,1 1 0,1-1 0,0 0 0,1 0 0,1 0 0,0 0 0,1-1 0,0 0 0,2 0 0,13 21 0,0-7 0,1-1 0,1 0 0,43 36 0,-56-54 0,0-1 0,0 0 0,1 0 0,0-1 0,15 7 0,-23-13 0,1 0 0,-1 1 0,0-2 0,1 1 0,-1 0 0,1 0 0,-1-1 0,1 0 0,0 0 0,5 0 0,-7-1 0,0 1 0,0-1 0,1 0 0,-1 0 0,0 0 0,0 0 0,0 0 0,0 0 0,0 0 0,-1 0 0,1-1 0,0 1 0,0-1 0,-1 0 0,1 1 0,-1-1 0,0 0 0,2-2 0,1-3 0,-1-1 0,0 0 0,0 0 0,0 0 0,-1 0 0,0 0 0,-1 0 0,0-1 0,0 1 0,-1 0 0,-1-16 0,3 33 14,0 1-1,0 0 0,1 0 0,0-1 1,1 1-1,0-1 0,1 0 1,6 11-1,52 72-1498,-50-75-5341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4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5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111 268 24575,'13'-48'0,"-2"0"0,9-87 0,-20 132 0,0 0 0,0 1 0,0-1 0,0 0 0,0 0 0,-1 1 0,1-1 0,-1 0 0,-1-3 0,2 6 0,0 0 0,-1-1 0,1 1 0,0-1 0,0 1 0,-1 0 0,1-1 0,0 1 0,-1 0 0,1 0 0,0-1 0,-1 1 0,1 0 0,0 0 0,-1-1 0,1 1 0,-1 0 0,1 0 0,-1 0 0,1 0 0,0 0 0,-1-1 0,0 1 0,0 1 0,0-1 0,-1 0 0,1 0 0,0 1 0,0-1 0,0 0 0,0 1 0,0-1 0,-1 1 0,1 0 0,0-1 0,-1 2 0,-10 9 0,0 0 0,1 1 0,0 0 0,1 1 0,0 0 0,-9 17 0,-2 3 0,18-29 0,0 0 0,1-1 0,0 0 0,0 0 0,0 1 0,0-1 0,-1 6 0,3-7 0,0-1 0,-1 0 0,1 1 0,0-1 0,0 0 0,0 1 0,1-1 0,-1 1 0,0-1 0,0 0 0,1 1 0,-1-1 0,1 0 0,-1 0 0,1 1 0,0-1 0,-1 0 0,1 0 0,0 0 0,0 0 0,0 0 0,1 2 0,4 2 0,0 1 0,1-1 0,0 0 0,0 0 0,13 6 0,43 17 0,-40-19 0,24 12-45,68 25-1275,-101-41-5506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5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24575,'0'12'0,"3"7"0,0 2 0,2 3 0,4-1 0,-1-1 0,3 0 0,1-1 0,0-1 0,0-3 0,1 0 0,-2-2 0,0-3 0,-2-1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6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24575,'8'3'0,"2"2"0,-1 7 0,-2 2 0,-1 2 0,-3 1 0,-1 0 0,-1-1 0,-1-3-8191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6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24575,'42'43'0,"-11"-10"0,2-1 0,61 46 0,-91-76 0,1 0 0,-1 0 0,0 0 0,1-1 0,-1 1 0,1-1 0,-1 0 0,1 0 0,0 0 0,5 0 0,-8-1 0,1 0 0,-1 0 0,0 0 0,0 0 0,1 0 0,-1-1 0,0 1 0,0 0 0,0-1 0,0 1 0,1-1 0,-1 1 0,0-1 0,0 0 0,0 1 0,0-1 0,0 0 0,0 0 0,0 0 0,-1 0 0,1 0 0,0 0 0,0 0 0,-1 0 0,1 0 0,0 0 0,-1 0 0,0 0 0,1 0 0,-1-1 0,1 1 0,-1 0 0,0 0 0,0-3 0,2-12 0,-1-1 0,-3-32 0,1-13 0,1 60 0,0 1 0,0 0 0,0 0 0,1 0 0,-1 0 0,0 0 0,0 0 0,1 0 0,-1 0 0,0 0 0,1 0 0,-1 0 0,1 0 0,-1 0 0,1 0 0,0 0 0,-1 0 0,1 1 0,0-1 0,0 0 0,-1 0 0,3 0 0,-2 0 0,0 1 0,0 0 0,1-1 0,-1 1 0,0 0 0,0 0 0,1 0 0,-1 0 0,0 0 0,1 0 0,-1 0 0,0 1 0,0-1 0,1 0 0,1 2 0,6 2 0,0 0 0,-1 1 0,0 0 0,8 6 0,-10-6 0,14 8-170,-2 1-1,1 1 0,-2 1 1,0 1-1,-1 0 0,-1 1 1,18 28-1,-24-31-6655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7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12 24575,'-14'-4'0,"-2"1"0,-25-1 0,37 4 0,1 0 0,0 0 0,-1 0 0,1 0 0,0 1 0,-1-1 0,1 1 0,0 0 0,0 0 0,0 0 0,0 0 0,-1 1 0,2-1 0,-1 1 0,0 0 0,0 0 0,0 0 0,1 0 0,-3 3 0,4-3 0,0 0 0,0 0 0,0 0 0,0 0 0,0 1 0,1-1 0,-1 0 0,1 0 0,-1 1 0,1-1 0,0 0 0,0 1 0,0-1 0,0 0 0,1 1 0,-1-1 0,0 0 0,1 0 0,0 1 0,0-1 0,-1 0 0,3 4 0,3 4 0,0 1 0,13 18 0,-18-28 0,15 18 0,0 0 0,32 26 0,-41-38 0,27 18 0,-25-18 0,0-1 0,-1 1 0,10 10 0,-17-17 0,-1 1 0,1 0 0,0-1 0,-1 1 0,1 0 0,-1-1 0,1 1 0,-1 0 0,1 0 0,-1 0 0,1-1 0,-1 1 0,0 0 0,1 0 0,-1 0 0,0 0 0,0 0 0,0-1 0,0 1 0,0 0 0,0 0 0,0 0 0,0 1 0,-1-1 0,1 0 0,-1-1 0,1 1 0,-1 0 0,0 0 0,1-1 0,-1 1 0,0-1 0,0 1 0,1-1 0,-1 1 0,0-1 0,0 1 0,0-1 0,1 0 0,-1 1 0,0-1 0,-1 0 0,-7 2 0,1-1 0,-1-1 0,-14 0 0,21 0 0,-15 0-273,0-1 0,0-1 0,0-1 0,-31-9 0,39 8-6553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7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24575,'0'5'0,"0"4"0,0 3 0,2 1 0,1 2 0,3 1 0,0-1 0,1 0 0,0-2-8191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7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24575,'2'-2'0,"1"1"0,1 4 0,1 5 0,0 5 0,1 5 0,1-1-8191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8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210 513 24575,'-21'-6'0,"-49"-12"0,60 16 0,0 1 0,0 0 0,-1 0 0,-18 2 0,27-1 0,0 1 0,0-1 0,0 1 0,0-1 0,0 1 0,0 0 0,0 0 0,0-1 0,0 1 0,0 1 0,0-1 0,0 0 0,1 0 0,-1 1 0,1-1 0,-1 1 0,1-1 0,-2 3 0,1-1 0,0 0 0,1 0 0,0 0 0,-1 0 0,1 0 0,0 0 0,1 0 0,-1 1 0,0-1 0,1 0 0,0 4 0,0-1 0,0 0 0,0 0 0,1-1 0,0 1 0,0 0 0,1-1 0,-1 1 0,1-1 0,0 1 0,1-1 0,-1 0 0,1 0 0,6 8 0,-4-8 0,0 0 0,1 0 0,0 0 0,0-1 0,0 0 0,0 0 0,1-1 0,-1 1 0,1-2 0,0 1 0,0-1 0,0 0 0,0 0 0,1 0 0,-1-1 0,0-1 0,10 1 0,-11-1 0,0 0 0,0-1 0,-1 1 0,1-1 0,0 0 0,-1-1 0,1 1 0,-1-1 0,0 0 0,1-1 0,-1 1 0,0-1 0,0 0 0,-1 0 0,1-1 0,-1 1 0,1-1 0,-1 0 0,0 0 0,-1-1 0,1 1 0,4-9 0,-3 4 0,-1-1 0,0 0 0,-1 1 0,0-1 0,-1 0 0,0 0 0,1-15 0,-2-75 0,-2 65 0,-6-135 0,3 129 0,-1 1 0,-13-46 0,14 69 0,-6-15 0,10 31 0,0 1 0,0 0 0,0 0 0,0-1 0,0 1 0,-1 0 0,1-1 0,0 1 0,0 0 0,0 0 0,0-1 0,-1 1 0,1 0 0,0 0 0,0-1 0,-1 1 0,1 0 0,0 0 0,0 0 0,-1-1 0,1 1 0,0 0 0,-1 0 0,1 0 0,0 0 0,0 0 0,-1 0 0,1-1 0,0 1 0,-1 0 0,1 0 0,0 0 0,-1 0 0,-7 9 0,-2 18 0,9-26 0,-6 24 0,1 0 0,1 0 0,2 0 0,0 1 0,1-1 0,2 1 0,3 32 0,-1-41 0,1-1 0,0-1 0,1 1 0,1 0 0,0-1 0,1 0 0,1 0 0,0-1 0,1 0 0,1 0 0,0 0 0,18 18 0,-17-21 0,1-1 0,0-1 0,1 0 0,0 0 0,0-1 0,1-1 0,0 0 0,0-1 0,1 0 0,0-1 0,14 3 0,-17-5 0,-1-1 0,1 0 0,0-1 0,0 0 0,0 0 0,0-2 0,0 1 0,0-1 0,0-1 0,0 0 0,-1 0 0,1-1 0,-1-1 0,1 0 0,12-7 0,-18 8 0,-1 0 0,0 0 0,0-1 0,0 1 0,0-1 0,-1 0 0,1 0 0,-1 0 0,0 0 0,0-1 0,-1 0 0,0 1 0,1-1 0,-1 0 0,1-6 0,-1 4 0,0 0 0,-1 0 0,0 0 0,0 0 0,0 0 0,-1 0 0,0 0 0,-1 0 0,0 0 0,-3-14 0,4 20 0,-1-1 0,1 0 0,-1 0 0,0 1 0,1-1 0,-1 0 0,0 1 0,0-1 0,0 1 0,0-1 0,-1 1 0,1 0 0,0-1 0,-1 1 0,1 0 0,0 0 0,-1 0 0,1 0 0,-1 0 0,0 0 0,1 1 0,-1-1 0,0 0 0,0 1 0,1-1 0,-1 1 0,0 0 0,0 0 0,1-1 0,-1 1 0,0 0 0,0 1 0,0-1 0,0 0 0,-2 1 0,-1 0 0,0 1 0,0-1 0,0 1 0,0 0 0,1 0 0,-1 1 0,0-1 0,1 1 0,0 0 0,0 1 0,-6 5 0,3-2 0,1 0 0,1 1 0,-1 0 0,1 0 0,0 0 0,1 1 0,0 0 0,0 0 0,1 0 0,0 0 0,1 0 0,-2 18 0,4-24 0,0 0 0,1 0 0,-1 1 0,1-1 0,0 0 0,0 0 0,1 0 0,-1 0 0,0 0 0,1 0 0,0 0 0,0-1 0,0 1 0,0 0 0,0-1 0,0 0 0,1 1 0,-1-1 0,1 0 0,-1 0 0,1 0 0,0-1 0,4 3 0,9 3 0,-1 0 0,1-1 0,21 5 0,-28-9 0,37 9 0,0-3 0,61 4 0,-100-11 0,26 5-1365,-20-3-5461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29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24575,'4'13'0,"1"-1"0,0 0 0,0 0 0,10 15 0,-3-7 0,0-1 0,18 21 0,-22-30 0,0-1 0,1-1 0,0 0 0,0 0 0,19 12 0,-23-17 0,0-1 0,-1 0 0,1 0 0,0 0 0,0-1 0,0 0 0,0 0 0,0 0 0,0 0 0,0-1 0,0 0 0,0 0 0,1 0 0,-1-1 0,6 0 0,-8 0 0,0 0 0,0 0 0,0 0 0,0-1 0,0 1 0,0-1 0,-1 1 0,1-1 0,0 0 0,-1 0 0,1 0 0,-1 0 0,0-1 0,0 1 0,0 0 0,0-1 0,0 0 0,0 1 0,-1-1 0,0 0 0,1 0 0,-1 0 0,0 0 0,0 0 0,0-4 0,2-12 0,-1-1 0,-1 0 0,0 0 0,-2 0 0,-5-33 0,0 23 0,5 31 0,1-1 0,0 0 0,0 0 0,0 0 0,0 0 0,0 0 0,0 0 0,0 0 0,0 0 0,0 0 0,0 0 0,0 0 0,0 0 0,0 0 0,0 0 0,0 0 0,0 0 0,0 0 0,0 0 0,0 0 0,-1 0 0,1 0 0,0 0 0,0 0 0,0 0 0,0 0 0,0 0 0,0-1 0,0 1 0,0 0 0,0 0 0,0 0 0,0 0 0,0 0 0,0 0 0,0 0 0,0 0 0,0 0 0,0 0 0,0 0 0,0 0 0,0 0 0,0 0 0,0 0 0,0 0 0,0 0 0,0 0 0,0 0 0,0-1 0,-1 10 0,3 11 0,2-9 0,0 1 0,1-1 0,0 0 0,0 0 0,11 15 0,-4-8 0,2 0 0,16 17 0,-24-28 0,0-1 0,1 0 0,-1 0 0,1-1 0,0 0 0,1 0 0,-1-1 0,12 6 0,-18-10-72,0 1 1,0-1-1,0 0 0,0 0 0,0 1 0,0-1 0,0 0 0,0 0 1,0 0-1,0 0 0,1 0 0,-1-1 0,0 1 0,0 0 0,0 0 1,0-1-1,-1 1 0,3-1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24575,'9'9'0,"9"10"0,26 19 0,-39-34 0,1 0 0,-1 0 0,1-1 0,0 0 0,0 0 0,0 0 0,0-1 0,0 0 0,0 0 0,10 1 0,-14-3 0,1 0 0,-1 0 0,1 0 0,0 0 0,-1 0 0,1-1 0,-1 1 0,1-1 0,-1 0 0,1 0 0,-1 0 0,0 0 0,1 0 0,-1 0 0,0-1 0,0 1 0,0-1 0,0 1 0,0-1 0,0 0 0,0 0 0,-1 0 0,1 0 0,-1 0 0,1 0 0,-1 0 0,2-4 0,1-5 0,1 0 0,-2 0 0,0 0 0,3-19 0,-5 27 0,-1 3 0,0-1 0,0 1 0,0-1 0,0 1 0,0-1 0,0 1 0,0-1 0,0 1 0,1-1 0,-1 1 0,0-1 0,0 1 0,0 0 0,1-1 0,-1 1 0,0-1 0,1 1 0,-1 0 0,0-1 0,1 1 0,-1 0 0,1-1 0,0 1 0,-1 0 0,1 0 0,-1 0 0,0 0 0,1 0 0,-1 0 0,1 1 0,-1-1 0,0 0 0,1 0 0,-1 0 0,0 1 0,1-1 0,-1 0 0,0 0 0,1 1 0,-1-1 0,0 0 0,1 1 0,-1 0 0,17 28 0,-12-20 0,16 29 41,13 21-1447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0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24575,'5'7'0,"2"5"0,1 3 0,3 2 0,-1-1 0,0 1 0,-1 1 0,-2 1 0,-1-3 0,0-2 0,-2-1 0,-1 0 0,-2-2-8191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0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24575,'10'-5'0,"3"1"0,-1 3 0,-2 5 0,-2 4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0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24575,'8'24'0,"1"16"0,3 6 0,-1 3 0,0-1 0,0-2 0,-1-3 0,0-3 0,-2-3 0,1-4 0,0-4 0,0-3 0,0-1 0,-2-4-8191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1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24 24575,'-27'-8'0,"-14"1"0,-5 1 0,-2 4 0,3 2 0,3 4 0,7 1 0,9 0-8191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47 24575,'-3'-4'0,"0"1"0,0-1 0,0 1 0,0 0 0,-1 0 0,1 0 0,-1 1 0,0-1 0,1 1 0,-1 0 0,0 0 0,0 0 0,-1 1 0,1-1 0,-8-1 0,2 1 0,0 1 0,0 0 0,0 1 0,-1 0 0,-17 2 0,24-2 0,1 1 0,-1 0 0,1 0 0,-1 1 0,1-1 0,-1 1 0,1 0 0,0-1 0,0 1 0,0 1 0,0-1 0,0 0 0,0 1 0,1-1 0,-1 1 0,1 0 0,0 0 0,-4 6 0,3-3 0,-1 0 0,1 1 0,1-1 0,-1 1 0,1 0 0,0 0 0,1 0 0,-2 12 0,3-15 0,0-1 0,0 0 0,1 0 0,-1 1 0,1-1 0,0 0 0,0 0 0,0 0 0,0 0 0,1 0 0,-1 0 0,1 0 0,0 0 0,0-1 0,0 1 0,0 0 0,0-1 0,0 0 0,1 1 0,4 2 0,6 4 0,0 0 0,1-1 0,16 7 0,-3-1 0,-2 0 0,1-1 0,41 14 0,-55-22 0,1-2 0,0 0 0,0 0 0,1-1 0,-1-1 0,0 0 0,24-2 0,-24-2-1365,-1 0-5461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24575,'5'10'0,"4"5"0,3 3 0,-1 1 0,1 0 0,-2-2 0,-1 0 0,2-1 0,-2-4-8191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24575,'0'5'0,"0"4"0,0 3 0,0-1-8191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2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173 299 24575,'0'0'0,"0"0"0,0 1 0,0-1 0,0 0 0,0 0 0,0 0 0,0 1 0,0-1 0,0 0 0,0 0 0,0 0 0,0 1 0,0-1 0,-1 0 0,1 0 0,0 0 0,0 1 0,0-1 0,0 0 0,0 0 0,0 0 0,0 0 0,-1 1 0,1-1 0,0 0 0,0 0 0,0 0 0,0 0 0,-1 0 0,1 1 0,0-1 0,0 0 0,0 0 0,-1 0 0,1 0 0,0 0 0,0 0 0,0 0 0,-1 0 0,-9-4 0,-9-11 0,19 15 0,-14-14 0,2-1 0,-1 0 0,-13-24 0,9 15 0,6 7 0,-14-26 0,21 36 0,1 0 0,0-1 0,0 1 0,1-1 0,0 1 0,-2-17 0,4 23 0,0-1 0,0 0 0,0 0 0,0 0 0,1 0 0,-1 0 0,0 0 0,1 0 0,0 0 0,-1 1 0,1-1 0,0 0 0,0 0 0,0 1 0,0-1 0,0 0 0,0 1 0,0-1 0,1 1 0,-1 0 0,0-1 0,1 1 0,0 0 0,-1 0 0,1 0 0,-1 0 0,1 0 0,0 0 0,0 0 0,0 1 0,3-2 0,-1 2 0,-1-1 0,0 0 0,1 1 0,-1 0 0,1 0 0,-1 0 0,1 0 0,-1 1 0,1-1 0,-1 1 0,0 0 0,1 0 0,-1 0 0,0 0 0,0 1 0,1-1 0,2 3 0,-2 0-170,0-1-1,0 1 0,0-1 1,-1 1-1,1 1 0,-1-1 1,3 6-1,1 3-6655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3:34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135 474 24575,'-8'-6'0,"0"0"0,-1 0 0,1 0 0,-1 1 0,-12-5 0,19 10 0,1-1 0,-1 0 0,0 0 0,0 1 0,0-1 0,0 1 0,0 0 0,0 0 0,1-1 0,-1 1 0,0 0 0,0 0 0,0 1 0,0-1 0,0 0 0,0 1 0,0-1 0,0 1 0,1 0 0,-1-1 0,0 1 0,0 0 0,1 0 0,-1 0 0,1 0 0,-1 1 0,1-1 0,-1 0 0,1 1 0,0-1 0,-1 1 0,1-1 0,0 1 0,0-1 0,-1 3 0,0 1 0,0-1 0,1 1 0,-1 0 0,1 0 0,0 0 0,0 0 0,1 0 0,0 0 0,-1 0 0,2 0 0,-1 0 0,0 0 0,1 0 0,0 0 0,0 0 0,1 0 0,-1-1 0,1 1 0,0 0 0,0-1 0,1 1 0,-1-1 0,1 0 0,0 0 0,0 0 0,1 0 0,-1 0 0,1-1 0,0 1 0,7 4 0,25 13 0,1-3 0,74 28 0,-108-45 0,7 3 0,0-1 0,0 0 0,1 0 0,-1-1 0,1-1 0,17 1 0,-25-2 0,0 0 0,1 0 0,-1 0 0,0-1 0,1 0 0,-1 1 0,0-1 0,0-1 0,0 1 0,0 0 0,0-1 0,0 1 0,0-1 0,0 0 0,-1 0 0,1 0 0,0 0 0,-1-1 0,0 1 0,0-1 0,0 1 0,0-1 0,0 0 0,0 0 0,1-3 0,4-14 0,-1 1 0,-1-1 0,0-1 0,-2 1 0,2-34 0,-4 36 0,18-325 0,-19 336 0,0 1 0,0 0 0,-1-1 0,0 1 0,0 0 0,0 0 0,-1-1 0,0 1 0,0 0 0,-1 1 0,1-1 0,-1 0 0,-1 1 0,1-1 0,-1 1 0,-6-7 0,3 4 0,4 4 0,0 0 0,-1 0 0,0 0 0,1 1 0,-6-4 0,8 6 0,1 1 0,-1 0 0,1-1 0,-1 1 0,0 0 0,1 0 0,-1-1 0,0 1 0,1 0 0,-1 0 0,0 0 0,1 0 0,-1 0 0,0 0 0,1 0 0,-1 0 0,0 0 0,1 0 0,-1 0 0,0 0 0,1 1 0,-1-1 0,0 0 0,1 0 0,-1 1 0,1-1 0,-1 0 0,1 1 0,-1-1 0,1 1 0,-1-1 0,1 0 0,-1 1 0,1-1 0,-1 1 0,1 0 0,-1-1 0,1 1 0,0-1 0,0 1 0,-1 0 0,1-1 0,0 1 0,0-1 0,0 1 0,-1 0 0,1 0 0,-2 9 0,0 1 0,0-1 0,1 1 0,0-1 0,1 1 0,0-1 0,2 13 0,0 9 0,-2 5 0,-1-12 0,1 0 0,2 0 0,0-1 0,10 43 0,-5-42 0,-2-6 0,11 25 0,-14-39 0,1 1 0,-1-1 0,1 0 0,1 0 0,-1 0 0,1 0 0,0-1 0,8 8 0,10 4 0,0 0 0,1-1 0,1-2 0,0 0 0,1-2 0,0 0 0,0-2 0,2-1 0,46 9 0,-68-17 0,0 1 0,0-1 0,0 1 0,1-1 0,-1-1 0,0 1 0,0-1 0,0 0 0,0 0 0,-1 0 0,1-1 0,0 0 0,0 1 0,6-5 0,-8 4 0,0 0 0,0-1 0,0 1 0,0-1 0,-1 1 0,1-1 0,-1 0 0,0 0 0,1 0 0,-1 0 0,-1 0 0,1-1 0,0 1 0,-1-1 0,0 1 0,1-1 0,-1 1 0,-1-1 0,2-7 0,-1-1 0,-1 0 0,0 0 0,-2-16 0,2 24 0,-1 0 0,0 1 0,0-1 0,0 0 0,0 0 0,0 1 0,-1-1 0,0 0 0,0 1 0,0 0 0,0-1 0,0 1 0,-1 0 0,-3-3 0,3 4 0,0-1 0,-1 2 0,0-1 0,1 0 0,-1 1 0,0-1 0,0 1 0,-6-1 0,-16-6 0,9 1 0,10 3 0,0 1 0,0 0 0,-1 0 0,-8-2 0,13 5 0,1-1 0,-1 1 0,1 0 0,-1 0 0,1 0 0,-1 0 0,1 0 0,-1 1 0,1-1 0,0 1 0,-1 0 0,1 0 0,0 0 0,-1 0 0,1 0 0,0 0 0,-4 3 0,2-1 0,0 1 0,0 1 0,1-1 0,-1 0 0,1 1 0,0 0 0,0-1 0,0 1 0,1 0 0,0 1 0,0-1 0,0 0 0,1 1 0,-1-1 0,1 1 0,0 5 0,0-4 0,1-1 0,-1 1 0,1 0 0,1-1 0,-1 1 0,1-1 0,0 1 0,1-1 0,-1 1 0,1-1 0,1 0 0,-1 0 0,6 9 0,-1-6 0,0 0 0,1 0 0,0 0 0,1-1 0,0-1 0,0 0 0,0 0 0,20 10 0,8 2 0,44 15 0,-59-25 0,50 19-682,106 26-1,-162-51-6143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4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24575,'-3'8'0,"0"0"0,0 0 0,1 0 0,0 1 0,1-1 0,0 0 0,0 1 0,1-1 0,1 16 0,0-12 0,2-1 0,-1 1 0,1-1 0,1 0 0,0 0 0,8 14 0,7 7 0,1-2 0,2 0 0,38 41 0,-41-49 0,-18-21 0,0-1 0,0 1 0,0 0 0,-1 0 0,1 1 0,0-1 0,0 0 0,-1 0 0,1 0 0,-1 0 0,1 1 0,-1-1 0,0 0 0,1 0 0,-1 1 0,0 1 0,0-2 0,0-1 0,-1 1 0,1 0 0,-1-1 0,1 1 0,-1-1 0,1 1 0,-1 0 0,0-1 0,1 1 0,-1-1 0,0 0 0,1 1 0,-1-1 0,0 0 0,1 1 0,-1-1 0,0 0 0,0 0 0,1 1 0,-1-1 0,0 0 0,0 0 0,0 0 0,1 0 0,-1 0 0,0 0 0,-1 0 0,-18 0 0,0 0 0,-1-2 0,1 0 0,-25-6 0,5-2 0,-43-17 0,79 25-106,-23-9 345,26 11-346,-1-1 0,1 0 0,0 0 0,-1 0 0,1 0 0,-1 0 0,1 0 0,0 0 0,0-1 0,0 1 0,0 0 0,0-1 0,-1-1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5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24575,'-1'1'0,"0"1"0,0-1 0,1 1 0,-1-1 0,0 1 0,1-1 0,-1 1 0,1-1 0,-1 1 0,1 0 0,0-1 0,0 1 0,0-1 0,0 1 0,0 0 0,0-1 0,0 1 0,0 0 0,1-1 0,-1 1 0,0-1 0,1 1 0,0 0 0,-1-1 0,1 1 0,0-1 0,1 2 0,2 5 0,1-1 0,0 1 0,9 10 0,-7-11 0,0 1 0,0-1 0,1 0 0,0 0 0,0-1 0,11 6 0,-13-9 0,1 1 0,0-2 0,0 1 0,0-1 0,0 0 0,1 0 0,-1-1 0,0 0 0,11 0 0,-14-1 0,0 1 0,0-1 0,0 0 0,0-1 0,-1 1 0,1-1 0,0 1 0,0-1 0,0 0 0,0-1 0,-1 1 0,1-1 0,0 1 0,-1-1 0,0 0 0,1-1 0,3-2 0,-7 5 0,0-1 0,0 1 0,0 0 0,0 0 0,1 0 0,-1-1 0,0 1 0,0 0 0,0 0 0,0 0 0,1 0 0,-1 0 0,0-1 0,0 1 0,1 0 0,-1 0 0,0 0 0,0 0 0,0 0 0,1 0 0,-1 0 0,0 0 0,0 0 0,1 0 0,-1 0 0,0 0 0,0 0 0,1 0 0,-1 0 0,0 0 0,0 0 0,1 0 0,0 9 0,-7 21 0,3-19 0,-1 16 0,1-1 0,1 1 0,1-1 0,1 1 0,8 48 0,-2-38 0,3 0 0,1 0 0,21 52 0,-25-78 0,-5-10 0,0 1 0,0-1 0,-1 1 0,1-1 0,0 1 0,-1 0 0,1-1 0,-1 1 0,1 0 0,-1 3 0,0-5 0,0 1 0,0-1 0,0 0 0,0 0 0,0 1 0,0-1 0,-1 0 0,1 0 0,0 0 0,0 1 0,0-1 0,-1 0 0,1 0 0,0 0 0,0 0 0,0 0 0,-1 1 0,1-1 0,0 0 0,0 0 0,-1 0 0,1 0 0,0 0 0,0 0 0,-1 0 0,1 0 0,0 0 0,0 0 0,-1 0 0,1 0 0,0 0 0,0 0 0,-1 0 0,1 0 0,0 0 0,0 0 0,-1 0 0,1-1 0,-1 1 0,-10-4 0,11 3 0,-173-89-1365,151 77-5461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6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411 0 24575,'-1'0'0,"-20"2"0,-40 8 0,56-8 0,0-1 0,0 1 0,0-1 0,0 1 0,1 1 0,-1-1 0,1 1 0,-1-1 0,1 1 0,0 0 0,0 1 0,0-1 0,-5 7 0,8-7 0,-1-1 0,1 1 0,0 0 0,0-1 0,0 1 0,0 0 0,1 0 0,-1 0 0,1 0 0,0 0 0,0 0 0,0 0 0,0-1 0,0 1 0,0 0 0,1 0 0,0 0 0,-1 0 0,1 0 0,0-1 0,0 1 0,1 0 0,1 3 0,4 7 0,1-1 0,0 0 0,12 13 0,-20-24 0,25 27 0,-14-16 0,-1 0 0,13 20 0,-22-31 0,-1-1 0,1 1 0,-1 0 0,1-1 0,-1 1 0,1 0 0,-1 0 0,0-1 0,1 1 0,-1 0 0,0 0 0,0-1 0,0 1 0,0 0 0,0 0 0,0 0 0,0-1 0,0 1 0,0 0 0,0 0 0,0 0 0,0-1 0,0 1 0,-1 0 0,1 0 0,0-1 0,-1 1 0,0 1 0,0-1 0,0 0 0,0 0 0,-1 0 0,1-1 0,0 1 0,-1 0 0,1-1 0,-1 1 0,1-1 0,0 1 0,-1-1 0,1 0 0,-1 0 0,-1 0 0,-7 1 0,-1-1 0,1-1 0,-15-2 0,-9-4 0,-1-2 0,1-1 0,1-2 0,0-1 0,-43-24 0,69 34-273,0-2 0,0 1 0,0-1 0,-7-7 0,5 2-6553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6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24575,'20'113'0,"4"-1"0,48 132 0,-63-220-119,-1-3-193,-1 0 1,0 0-1,6 44 1,-12-50-6515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7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0 268 24575,'7'1'0,"186"24"0,-166-23 0,-1-1 0,1-2 0,0-1 0,0-1 0,32-8 0,-51 9 0,1 0 0,0-1 0,-1-1 0,1 1 0,-1-2 0,0 1 0,9-7 0,-14 8 0,1 0 0,-1 0 0,0 0 0,0 0 0,-1 0 0,1 0 0,-1-1 0,1 0 0,-1 1 0,0-1 0,0 0 0,-1 0 0,1 0 0,-1 0 0,0 0 0,0 0 0,0-6 0,0 2 0,-1 0 0,0 0 0,-1 0 0,0 0 0,0 0 0,-1 0 0,0 0 0,0 0 0,-1 1 0,0-1 0,0 1 0,-1 0 0,0 0 0,0 0 0,0 1 0,-1-1 0,0 1 0,-1 0 0,1 0 0,-1 1 0,0 0 0,-7-5 0,11 8 0,1 1 0,-1 0 0,1 1 0,-1-1 0,1 0 0,-1 0 0,1 1 0,-1-1 0,1 1 0,-1-1 0,0 1 0,1-1 0,-1 1 0,0 0 0,0 0 0,1 0 0,-1 0 0,0 0 0,1 1 0,-1-1 0,-2 1 0,2 0 0,0 0 0,1 0 0,-1 0 0,0 1 0,0-1 0,1 1 0,-1-1 0,1 1 0,-1 0 0,1-1 0,0 1 0,-1 0 0,1 0 0,-1 2 0,-2 6 0,1 0 0,0-1 0,0 1 0,1 0 0,-2 19 0,3-18 0,1 0 0,1 0 0,0 0 0,0 0 0,1-1 0,1 1 0,0-1 0,4 12 0,-1-7 0,1 0 0,0-1 0,1 0 0,19 25 0,-22-34 0,0 1 0,0-1 0,1 0 0,0-1 0,0 1 0,0-1 0,1 0 0,0-1 0,-1 0 0,1 0 0,0 0 0,0-1 0,1 0 0,-1 0 0,0-1 0,1 0 0,-1 0 0,1-1 0,-1 0 0,1 0 0,-1 0 0,1-1 0,10-3 0,-10 3 0,-1-1 0,0 0 0,1-1 0,-1 0 0,0 0 0,11-6 0,-16 7 0,0 0 0,0 1 0,0-1 0,0 0 0,0 0 0,-1 0 0,1-1 0,-1 1 0,1 0 0,-1-1 0,0 1 0,0 0 0,0-1 0,0 0 0,0 1 0,-1-1 0,1 1 0,-1-1 0,0 0 0,1 0 0,-1 1 0,-1-5 0,1 1 0,-1-1 0,-1 1 0,1 0 0,-3-8 0,-4-17 0,8 31 0,-1-1 0,1 1 0,0 0 0,0 0 0,0 0 0,0-1 0,0 1 0,0 0 0,0 0 0,0 0 0,0-1 0,0 1 0,0 0 0,0 0 0,0-1 0,0 1 0,0 0 0,0 0 0,1 0 0,-1-1 0,0 1 0,0 0 0,0 0 0,0 0 0,0 0 0,0-1 0,0 1 0,1 0 0,-1 0 0,0 0 0,0 0 0,0 0 0,0-1 0,1 1 0,-1 0 0,0 0 0,1 0 0,7 4 0,8 10 0,10 22 0,-19-25 0,1 0 0,1 0 0,0-1 0,13 12 0,-1-5 0,48 28 0,-66-43 0,0 0 0,0-1 0,0 0 0,1 1 0,-1-1 0,0 0 0,1-1 0,-1 1 0,1-1 0,-1 1 0,1-1 0,-1 0 0,1 0 0,-1-1 0,5 0 0,-6 0 0,-1 1 0,1-1 0,0 0 0,0 1 0,0-1 0,-1 0 0,1 0 0,0-1 0,-1 1 0,1 0 0,-1 0 0,1-1 0,-1 1 0,0-1 0,0 1 0,0-1 0,1 0 0,-1 1 0,-1-1 0,1 0 0,0 0 0,0 1 0,-1-1 0,1 0 0,-1 0 0,1 0 0,-1-3 0,0-9 0,0 12 0,0 0 0,0-1 0,0 1 0,0 0 0,0-1 0,1 1 0,-1-1 0,1 1 0,-1 0 0,1 0 0,0-1 0,1-2 0,-1 5 0,-1 0 0,1-1 0,-1 1 0,1 0 0,-1 0 0,1-1 0,-1 1 0,1 0 0,-1 0 0,1 0 0,-1 0 0,1 0 0,0 0 0,-1-1 0,1 1 0,-1 0 0,1 1 0,-1-1 0,1 0 0,-1 0 0,1 0 0,0 0 0,-1 0 0,1 1 0,-1-1 0,1 0 0,16 9 0,-13-7 0,16 10 0,3 1 0,42 17 0,-59-27 0,1-1 0,-1 0 0,1-1 0,0 1 0,-1-1 0,1-1 0,0 1 0,0-1 0,-1 0 0,1 0 0,13-3 0,-19 2 0,1 1 0,-1-1 0,1 1 0,-1-1 0,1 0 0,-1 0 0,1 1 0,-1-1 0,0 0 0,0 0 0,1 0 0,-1-1 0,0 1 0,0 0 0,2-3 0,7-21 0,-10 23 0,1 0 0,-1 0 0,1-1 0,-1 1 0,1 0 0,0 0 0,0 0 0,0 0 0,0 1 0,0-1 0,0 0 0,1 0 0,-1 1 0,1-1 0,-1 1 0,1-1 0,0 1 0,-1-1 0,1 1 0,0 0 0,3-2 0,-2 3 0,-1-1 0,1 1 0,0 0 0,-1 0 0,1 0 0,0 0 0,-1 0 0,1 0 0,0 1 0,-1-1 0,1 1 0,-1 0 0,1 0 0,-1 0 0,1 0 0,-1 0 0,0 0 0,1 1 0,1 1 0,7 5 0,-1 0 0,15 17 0,-11-11 0,0-2-1365,-1-2-5461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9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128 197 24575,'-1'-1'0,"-6"-26"0,0 18 0,6 9 0,1-1 0,0 1 0,-1 0 0,1 0 0,0 0 0,-1 0 0,1 0 0,0 0 0,-1 0 0,1 0 0,0 1 0,-1-1 0,1 0 0,0 0 0,-1 0 0,1 0 0,0 0 0,-1 1 0,1-1 0,0 0 0,0 0 0,-1 0 0,1 1 0,0-1 0,0 0 0,-1 0 0,1 1 0,0-1 0,0 0 0,-1 1 0,-4 8 0,0 0 0,1 0 0,-1 1 0,2 0 0,0 0 0,-4 19 0,2-11 0,-4 22 0,2 0 0,2 1 0,2 0 0,2 60 0,1-95 0,0 10 0,0-29 0,-9-226 0,-10 1 0,19 237 0,0-31 0,0 30 0,0 0 0,0 0 0,1 0 0,-1 0 0,1 0 0,-1 0 0,1 1 0,0-1 0,0 0 0,0 0 0,0 0 0,2-2 0,-3 4 0,1-1 0,-1 1 0,1 0 0,-1 0 0,1-1 0,-1 1 0,1 0 0,-1 0 0,1 0 0,-1-1 0,1 1 0,-1 0 0,1 0 0,-1 0 0,1 0 0,0 0 0,-1 0 0,1 0 0,-1 0 0,1 0 0,-1 1 0,1-1 0,-1 0 0,1 0 0,-1 0 0,1 1 0,-1-1 0,1 0 0,-1 0 0,1 1 0,-1-1 0,1 1 0,0 0 0,16 15 0,-15-13 0,67 80 0,58 95 0,42 52 0,-157-211 0,-12-19 0,0 0 0,0 0 0,0 1 0,1-1 0,-1 0 0,0 1 0,0-1 0,0 0 0,0 0 0,0 1 0,0-1 0,0 0 0,0 1 0,0-1 0,0 0 0,-1 1 0,1-1 0,0 0 0,0 0 0,0 1 0,0-1 0,0 0 0,0 0 0,-1 1 0,1-1 0,-1 1 0,0-1 0,1 0 0,-1 0 0,1 1 0,-1-1 0,0 0 0,1 0 0,-1 0 0,0 0 0,1 0 0,-1 0 0,0 0 0,1 0 0,-1 0 0,-1-1 0,-10-2 0,-1 0 0,1-1 0,0-1 0,0 0 0,-11-8 0,-19-6 0,-32-11 0,-83-19 0,108 39-1365,31 7-5461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1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102 772 24575,'8'-18'0,"-1"1"0,0-1 0,-1 0 0,-1 0 0,-1-1 0,-1 0 0,0 0 0,-2 1 0,0-1 0,-1 0 0,-1 0 0,-3-22 0,-19-181 0,20 98 0,2 118 0,0 0 0,0 0 0,0-1 0,-1 1 0,0 0 0,0 1 0,0-1 0,-1 0 0,0 1 0,0-1 0,-1 1 0,1 0 0,-8-8 0,11 13 0,-1-1 0,1 1 0,-1-1 0,0 1 0,1 0 0,-1-1 0,1 1 0,-1 0 0,0-1 0,0 1 0,1 0 0,-1 0 0,0 0 0,1 0 0,-1-1 0,0 1 0,1 0 0,-1 0 0,0 1 0,0-1 0,1 0 0,-1 0 0,0 0 0,1 0 0,-1 0 0,0 1 0,1-1 0,-1 0 0,0 1 0,1-1 0,-1 1 0,0-1 0,1 0 0,-1 1 0,1-1 0,-1 1 0,1-1 0,-1 1 0,1 0 0,0-1 0,-1 2 0,-2 3 0,0 0 0,0 0 0,0 0 0,-1 7 0,1-6 0,-3 7 0,1-1 0,0 1 0,1 0 0,1 0 0,0 0 0,1 1 0,0-1 0,0 17 0,2-11 0,2 1 0,0-1 0,1 0 0,0 0 0,12 34 0,-4-24 0,0-1 0,23 38 0,-25-51 0,0-1 0,1 1 0,1-2 0,1 0 0,22 21 0,-30-31 0,1 1 0,0-1 0,-1 0 0,1-1 0,0 1 0,1-1 0,-1 0 0,0 0 0,1-1 0,10 2 0,-4-2 0,0 0 0,0-1 0,0 0 0,12-3 0,-17 2 0,-1 0 0,-1-1 0,1 0 0,0 0 0,0-1 0,-1 0 0,11-6 0,17-9 0,-29 16 0,0 0 0,0 0 0,0-1 0,0 1 0,-1-1 0,1 0 0,-1 0 0,0-1 0,1 1 0,-1-1 0,-1 1 0,1-1 0,-1 0 0,1 0 0,-1 0 0,0 0 0,-1 0 0,3-6 0,1-8 0,-1-1 0,0 0 0,1-19 0,-3 21 0,1-13 0,-1 0 0,-2 0 0,-1 0 0,-1 0 0,-1 0 0,-2 0 0,-1 1 0,-15-43 0,13 47 0,-9-25 0,15 45 0,0 0 0,-1 0 0,0 0 0,0 0 0,0 1 0,0 0 0,-5-5 0,7 8 0,1 0 0,-1 1 0,1-1 0,-1 1 0,0-1 0,1 1 0,-1-1 0,0 1 0,0-1 0,1 1 0,-1 0 0,0-1 0,0 1 0,0 0 0,1 0 0,-1-1 0,0 1 0,0 0 0,0 0 0,0 0 0,0 0 0,1 0 0,-1 0 0,0 1 0,-1-1 0,0 1 0,1 0 0,-1 0 0,1 0 0,0 0 0,0 0 0,0 0 0,-1 0 0,1 0 0,0 0 0,0 1 0,1-1 0,-3 3 0,0 2 0,1 1 0,-1-1 0,1 1 0,0-1 0,-1 11 0,0 7 0,1 0 0,1 1 0,1-1 0,2 1 0,0-1 0,2 0 0,0 0 0,2 0 0,0-1 0,2 0 0,1 0 0,13 26 0,-6-21 0,0 0 0,2-1 0,1-1 0,1-1 0,1-1 0,1 0 0,2-2 0,0-1 0,1 0 0,30 17 0,-28-19-60,-8-6-593,36 18 1,-42-25-6174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2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46 131 24575,'119'415'0,"-118"-409"0,2-1 0,-1 2 0,-1-1 0,1 0 0,0 9 0,-2-15 0,0 0 0,0 0 0,0 0 0,0 0 0,0 0 0,0 1 0,0-1 0,0 0 0,0 0 0,0 0 0,0 0 0,0 0 0,0 0 0,0 0 0,0 0 0,0 0 0,0 0 0,0 0 0,0 0 0,0 0 0,0 0 0,0 0 0,0 1 0,0-1 0,0 0 0,0 0 0,-1 0 0,1 0 0,0 0 0,0 0 0,0 0 0,0 0 0,0 0 0,0 0 0,0 0 0,0 0 0,0 0 0,0 0 0,0 0 0,0 0 0,0 0 0,0 0 0,0 0 0,0 0 0,-1 0 0,1 0 0,0 0 0,0 0 0,0 0 0,0 0 0,0 0 0,0 0 0,0 0 0,0 0 0,0 0 0,0 0 0,0 0 0,0 0 0,-5-4 0,-4-6 0,-10-16 0,1-1 0,1-1 0,2 0 0,1-1 0,-12-36 0,18 42 0,1 0 0,1-1 0,1 0 0,1-1 0,1 1 0,2-1 0,1-33 0,1 48 0,0 0 0,0 0 0,1 0 0,1 1 0,-1-1 0,2 1 0,4-12 0,-6 17 0,1 0 0,-1 0 0,1 0 0,0 1 0,0-1 0,0 0 0,0 1 0,1 0 0,0 0 0,-1 0 0,1 0 0,0 1 0,0-1 0,1 1 0,-1 0 0,0 1 0,6-3 0,-2 3 0,1-1 0,-1 1 0,1 0 0,0 1 0,-1 0 0,1 0 0,-1 1 0,1 0 0,-1 1 0,1 0 0,-1 0 0,0 1 0,0 0 0,0 0 0,0 1 0,-1 0 0,1 0 0,-1 1 0,0 0 0,0 0 0,-1 1 0,1-1 0,-1 2 0,0-1 0,-1 1 0,0-1 0,8 15 0,-12-19 0,1 0 0,-1 1 0,0-1 0,-1 0 0,1 1 0,0-1 0,-1 1 0,1-1 0,-1 1 0,0-1 0,0 1 0,0-1 0,0 1 0,0-1 0,0 1 0,-1-1 0,1 0 0,-2 3 0,1-2 0,-1 0 0,1-1 0,-1 1 0,0-1 0,1 0 0,-1 0 0,0 1 0,-1-1 0,1 0 0,0-1 0,0 1 0,-1 0 0,-2 1 0,-7 2 0,1 0 0,-1 0 0,0-2 0,0 1 0,-23 2 0,10-2-227,1-2-1,-1 0 1,0-2-1,1-1 1,-44-6-1,53 4-6598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237 107 24575,'-18'-11'0,"-11"-8"0,-1 2 0,-54-23 0,79 38 0,0 1 0,0-1 0,0 1 0,-1 0 0,1 0 0,0 1 0,-9 0 0,13 0 0,0 0 0,0 0 0,-1 0 0,1 0 0,0 0 0,0 1 0,0-1 0,0 0 0,0 1 0,0-1 0,0 1 0,0-1 0,0 1 0,0 0 0,1-1 0,-1 1 0,0 0 0,0 0 0,0-1 0,1 1 0,-1 0 0,0 0 0,1 0 0,-1 0 0,1 0 0,-1 0 0,1 0 0,-1 0 0,1 0 0,0 0 0,0 0 0,-1 0 0,1 0 0,0 0 0,0 1 0,0-1 0,0 0 0,0 0 0,1 0 0,-1 0 0,1 2 0,0 4 0,1-1 0,0 1 0,0-1 0,1 0 0,0 0 0,0 0 0,0 0 0,6 6 0,36 43 0,-44-55 0,5 7 0,1-1 0,-1 1 0,2-2 0,-1 1 0,0-1 0,1 0 0,9 3 0,-12-5 0,0-1 0,-1 0 0,1-1 0,0 1 0,0-1 0,0 0 0,0-1 0,0 1 0,1-1 0,-1 0 0,0 0 0,0 0 0,0-1 0,6-1 0,-9 2 0,0-1 0,1 0 0,-1 0 0,0 0 0,0 0 0,0 0 0,0-1 0,0 1 0,0-1 0,0 1 0,-1-1 0,1 0 0,0 1 0,-1-1 0,1 0 0,-1 0 0,0 0 0,0 0 0,0-1 0,0 1 0,0 0 0,0 0 0,0-1 0,-1 1 0,1 0 0,-1-3 0,1 0 0,-1 1 0,0 0 0,0-1 0,-1 1 0,1 0 0,-1-1 0,0 1 0,0 0 0,0 0 0,-1 0 0,0 0 0,1 0 0,-5-6 0,-2-1-136,-1 1-1,1 0 1,-2 1-1,0-1 1,0 2-1,0 0 1,-1 0-1,0 1 0,-19-10 1,12 8-6690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148 711 24575,'11'-24'0,"-1"-1"0,-2-1 0,11-48 0,-16 57 0,-1 0 0,-1 0 0,0 0 0,-2 0 0,0 0 0,-1 0 0,-4-20 0,-4 1 0,-1 1 0,-22-49 0,-41-64 0,49 100 0,19 37 0,3 4 0,0 0 0,-1 0 0,0 1 0,-7-9 0,11 15 0,-1 0 0,1 0 0,0 0 0,0-1 0,0 1 0,0 0 0,0 0 0,0 0 0,-1 0 0,1 0 0,0 0 0,0 0 0,0 0 0,0 0 0,-1 0 0,1 0 0,0 0 0,0 0 0,0-1 0,0 1 0,-1 0 0,1 0 0,0 1 0,0-1 0,0 0 0,0 0 0,-1 0 0,1 0 0,0 0 0,0 0 0,0 0 0,0 0 0,-1 0 0,1 0 0,0 0 0,0 0 0,0 0 0,0 1 0,0-1 0,-1 0 0,1 0 0,0 0 0,0 0 0,0 0 0,0 1 0,0-1 0,0 0 0,0 0 0,0 0 0,0 0 0,0 0 0,0 1 0,0-1 0,0 0 0,0 0 0,0 0 0,0 1 0,0-1 0,0 0 0,0 0 0,0 0 0,0 0 0,0 1 0,0-1 0,0 0 0,-1 15 0,1-14 0,-1 58 0,3-1 0,19 109 0,-15-135 0,2 0 0,1-1 0,2 0 0,1 0 0,2-1 0,28 47 0,-32-62 0,1-1 0,0 0 0,1-1 0,1 0 0,0-1 0,1 0 0,15 10 0,-17-14 0,0-1 0,0 0 0,1-1 0,0 0 0,0-1 0,0 0 0,1-1 0,0-1 0,21 3 0,-30-5 0,0-1 0,-1 0 0,1 0 0,0 0 0,0 0 0,0-1 0,0 0 0,0 0 0,0 0 0,-1 0 0,1-1 0,-1 0 0,1 0 0,-1 0 0,1-1 0,-1 1 0,0-1 0,0 0 0,-1 0 0,1 0 0,0-1 0,-1 1 0,0-1 0,0 0 0,0 0 0,0 0 0,-1 0 0,0-1 0,1 1 0,0-6 0,1-1 0,0 0 0,-1 0 0,-1 0 0,0 0 0,0 0 0,-1-1 0,0 1 0,-1-1 0,-1 1 0,0 0 0,0-1 0,-1 1 0,-1 0 0,0 0 0,0 0 0,-1 1 0,0-1 0,-1 1 0,0 0 0,-1 0 0,-10-14 0,12 19 0,1 1 0,-1-1 0,-1 1 0,1 0 0,-1 0 0,1 0 0,-1 1 0,0 0 0,-9-5 0,13 7 0,-1 1 0,1-1 0,-1 1 0,1-1 0,-1 1 0,0-1 0,1 1 0,-1 0 0,1 0 0,-1 0 0,0 0 0,1 0 0,-1 0 0,1 0 0,-1 0 0,0 1 0,1-1 0,-1 1 0,1-1 0,-1 1 0,1 0 0,-1-1 0,1 1 0,0 0 0,-1 0 0,1 0 0,0 0 0,0 0 0,0 0 0,-1 0 0,1 1 0,0-1 0,1 0 0,-1 1 0,0-1 0,0 0 0,0 1 0,1-1 0,-1 3 0,-2 2 0,1 1 0,0 0 0,1 0 0,0 0 0,0 0 0,0 0 0,1 0 0,0 1 0,0-1 0,1 0 0,0 0 0,0 0 0,0 0 0,1 0 0,1 0 0,-1-1 0,1 1 0,4 8 0,2 0 0,-1-1 0,2 0 0,0-1 0,0 0 0,1-1 0,23 20 0,-19-20 0,0 0 0,1-1 0,0-1 0,1 0 0,27 11 0,-31-17 0,-1 1 0,1-2 0,0 0 0,0 0 0,0-1 0,0-1 0,1 0 0,24-2 0,-36 1-114,1 0 1,0-1-1,0 1 0,-1-1 0,1 0 1,0 0-1,-1 0 0,1 0 0,-1 0 1,1 0-1,3-3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3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24575,'-6'3'0,"1"0"0,0 1 0,-1 0 0,1-1 0,1 1 0,-1 1 0,1-1 0,-1 1 0,1 0 0,1 0 0,-1 0 0,1 0 0,0 1 0,0-1 0,0 1 0,1 0 0,0 0 0,0 0 0,0 0 0,1 0 0,0 0 0,0 0 0,0 1 0,1-1 0,0 0 0,1 0 0,-1 1 0,1-1 0,0 0 0,3 10 0,3 4 0,1-1 0,0 0 0,19 30 0,39 51 0,-4-21 0,-61-78 0,-1-1 0,1 1 0,0 0 0,-1 0 0,1 0 0,-1 0 0,1 0 0,-1 1 0,1-1 0,-1 0 0,0 0 0,0 0 0,1 0 0,-1 0 0,0 0 0,0 1 0,0-1 0,0 0 0,0 0 0,-1 0 0,1 0 0,-1 2 0,1-2 0,-1 0 0,0 1 0,0-1 0,0 0 0,0 0 0,0-1 0,0 1 0,0 0 0,0 0 0,0 0 0,-1-1 0,1 1 0,0 0 0,0-1 0,-3 1 0,-6 1 0,1 0 0,-1 0 0,1-1 0,-12-1 0,18 0 0,-188-10-1365,159 7-5461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24575,'0'12'0,"0"0"0,1 0 0,0 0 0,1 0 0,0 0 0,1 0 0,0 0 0,1-1 0,1 1 0,-1-1 0,2 0 0,8 13 0,-3-7 0,24 34 0,-31-47 0,-1 1 0,1-1 0,0-1 0,0 1 0,0-1 0,0 1 0,1-1 0,8 4 0,-12-6 0,1-1 0,-1 1 0,0-1 0,0 1 0,1-1 0,-1 1 0,0-1 0,1 0 0,-1 0 0,1 0 0,-1 1 0,0-1 0,1-1 0,-1 1 0,0 0 0,1 0 0,-1 0 0,1-1 0,-1 1 0,0-1 0,0 1 0,1-1 0,-1 1 0,0-1 0,0 0 0,0 0 0,0 0 0,0 1 0,0-1 0,0 0 0,0 0 0,0 0 0,0-1 0,0 1 0,0 0 0,-1 0 0,1 0 0,0-1 0,-1 1 0,0 0 0,1 0 0,-1-1 0,1-1 0,1-5 0,-1-1 0,1 1 0,-2-1 0,1 1 0,-2-15 0,-3-17 0,-3 0 0,-21-73 0,34 126 0,2 0 0,0 0 0,9 12 0,-6-10 0,6 11 0,-2-3 0,32 37 0,-42-55 0,0 1 0,0-1 0,0-1 0,1 1 0,0-1 0,0 0 0,0 0 0,0-1 0,1 0 0,-1 0 0,14 4 0,-18-7 0,0 1 0,0-1 0,-1 1 0,1-1 0,0 0 0,0 0 0,0 0 0,0 0 0,0 0 0,0 0 0,0-1 0,-1 1 0,1 0 0,0-1 0,0 0 0,0 1 0,-1-1 0,1 0 0,0 0 0,-1 0 0,1 0 0,0 0 0,-1 0 0,0-1 0,1 1 0,-1 0 0,0-1 0,1 1 0,-1-1 0,0 0 0,0 1 0,0-1 0,-1 0 0,1 1 0,0-1 0,-1 0 0,1 0 0,-1 0 0,1 0 0,-1 1 0,0-1 0,0 0 0,0-2 0,2-33 0,-6-70 0,-6 66 0,23 53 0,12 13 0,1-1 0,0-1 0,2-2 0,1 0 0,51 26 0,-66-39-117,18 9-507,38 27 0,-61-36-6202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24575,'19'26'0,"0"-1"0,1-1 0,2-1 0,43 36 0,-60-55 0,0-1 0,0 1 0,0-1 0,0 0 0,1-1 0,-1 0 0,1 1 0,0-2 0,-1 1 0,13 1 0,-16-3 0,0 1 0,1-1 0,-1 0 0,0-1 0,0 1 0,0 0 0,1-1 0,-1 1 0,0-1 0,0 1 0,0-1 0,0 0 0,0 0 0,0 0 0,0 0 0,0-1 0,-1 1 0,1 0 0,0-1 0,-1 1 0,1-1 0,-1 0 0,1 1 0,-1-1 0,0 0 0,0 0 0,0 0 0,0 0 0,0 0 0,0 0 0,0 0 0,0-4 0,1-2 0,0-1 0,-1 0 0,-1 0 0,1 1 0,-1-1 0,-1 0 0,1 0 0,-2 0 0,1 1 0,-1-1 0,0 1 0,-1-1 0,0 1 0,-6-11 0,55 75 0,-22-25-341,2-1 0,2-1-1,56 46 1,-71-66-6485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5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55 24575,'-4'-7'0,"1"1"0,0 0 0,-1 0 0,0 1 0,0 0 0,0 0 0,-5-5 0,9 9 0,-1 1 0,1 0 0,-1-1 0,1 1 0,0 0 0,-1-1 0,1 1 0,-1 0 0,1-1 0,0 1 0,-1 0 0,1 0 0,-1 0 0,1 0 0,-1-1 0,1 1 0,-1 0 0,1 0 0,-1 0 0,1 0 0,-1 0 0,1 0 0,-1 0 0,1 0 0,-1 0 0,1 0 0,-1 1 0,1-1 0,-2 0 0,2 1 0,-1 0 0,0-1 0,1 1 0,-1 0 0,0 0 0,1 0 0,-1 0 0,1 0 0,0 0 0,-1 0 0,1-1 0,0 1 0,-1 2 0,0 4 0,0-1 0,0 1 0,1 9 0,2 7 0,1-1 0,1-1 0,1 1 0,1 0 0,1-1 0,0 0 0,2-1 0,17 31 0,-24-48 0,0 1 0,0 0 0,0 0 0,-1 0 0,1 0 0,-1 0 0,1 7 0,-2-10 0,0 0 0,0 0 0,0 1 0,0-1 0,0 0 0,0 0 0,-1 0 0,1 0 0,0 0 0,-1 1 0,1-1 0,-1 0 0,1 0 0,-1 0 0,1 0 0,-1 0 0,0 0 0,1 0 0,-1 0 0,0-1 0,0 1 0,0 0 0,0 0 0,0-1 0,0 1 0,0 0 0,0-1 0,0 1 0,0-1 0,0 0 0,-2 1 0,-3 1 0,0-1 0,0 1 0,0-2 0,-1 1 0,1-1 0,-11 0 0,-38-8 0,31 4 0,-134-22-1365,135 22-5461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6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24575,'5'24'0,"1"16"0,3 6 0,-1 2 0,1 1 0,2-1 0,1-1 0,1-1 0,0-2 0,-1-2 0,-1-5 0,-1-2 0,-1-6 0,-2-5 0,-2-4 0,-2-5-8191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6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 24575,'-19'0'0,"-10"2"0,-4 2 0,-2-1 0,3 2 0,2 0 0,1-1 0,3-1 0,6-1-8191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7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83 593 24575,'4'-77'0,"-4"1"0,-3 0 0,-4 0 0,-21-99 0,24 153 0,3 10 0,-2 0 0,1 0 0,-2 1 0,1-1 0,-9-16 0,12 28 0,0 0 0,0 0 0,0 0 0,0-1 0,0 1 0,0 0 0,0 0 0,0 0 0,0 0 0,0-1 0,0 1 0,0 0 0,0 0 0,-1 0 0,1 0 0,0 0 0,0 0 0,0-1 0,0 1 0,0 0 0,0 0 0,-1 0 0,1 0 0,0 0 0,0 0 0,0 0 0,0 0 0,-1 0 0,1 0 0,0 0 0,0 0 0,0 0 0,0 0 0,-1 0 0,1 0 0,0 0 0,0 0 0,0 0 0,-1 0 0,-2 7 0,2 11 0,-8 132 0,8-129 0,1 0 0,0 0 0,2 1 0,0-1 0,2 0 0,0 0 0,1-1 0,1 1 0,12 26 0,-13-36 0,0 0 0,1 0 0,1 0 0,-1-1 0,2 0 0,-1 0 0,1-1 0,1 0 0,0 0 0,0-1 0,1 0 0,0-1 0,0 0 0,0 0 0,1-1 0,0-1 0,18 7 0,-23-10 0,0-1 0,0 1 0,0-1 0,1 0 0,-1-1 0,0 0 0,1 0 0,-1 0 0,1 0 0,-1-1 0,13-3 0,-16 3 0,0-1 0,1 1 0,-1-1 0,0 1 0,0-1 0,0 0 0,0 0 0,0-1 0,0 1 0,-1 0 0,1-1 0,-1 0 0,1 1 0,-1-1 0,0 0 0,0 0 0,-1-1 0,1 1 0,0 0 0,-1 0 0,0-1 0,1-3 0,0 0 0,-1 1 0,0 0 0,0-1 0,0 1 0,-1-1 0,0 1 0,-1-1 0,1 1 0,-1-1 0,-2-6 0,3 13 0,0-1 0,0 1 0,0 0 0,0-1 0,0 1 0,0 0 0,0 0 0,0-1 0,-1 1 0,1 0 0,0-1 0,0 1 0,0 0 0,0 0 0,-1-1 0,1 1 0,0 0 0,0 0 0,-1 0 0,1-1 0,0 1 0,0 0 0,-1 0 0,1 0 0,0 0 0,0-1 0,-1 1 0,1 0 0,-1 0 0,-3 7 0,0 15 0,3-10-273,1 1 0,0-1 0,0 1 0,3 13 0,1-13-6553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7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7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32 342 24575,'15'-3'0,"-1"0"0,0-1 0,0 0 0,0-1 0,-1 0 0,14-8 0,-23 11 0,-1 0 0,1-1 0,-1 1 0,0-1 0,0 1 0,0-1 0,0 0 0,0 0 0,0 0 0,-1-1 0,1 1 0,-1-1 0,0 1 0,0-1 0,-1 0 0,1 1 0,-1-1 0,1 0 0,-1 0 0,-1 0 0,1 0 0,0-1 0,-1 1 0,0 0 0,-1-8 0,0 2 0,-1 0 0,-1 0 0,0 1 0,0-1 0,-1 0 0,0 1 0,-8-12 0,-42-59 0,52 77 0,-1-1 0,0 0 0,-1 1 0,1 0 0,0 0 0,-1 0 0,0 0 0,1 0 0,-1 1 0,-8-4 0,11 5 0,-1 1 0,0 0 0,1-1 0,-1 1 0,0 0 0,1 0 0,-1 0 0,0 0 0,1 0 0,-1 0 0,0 0 0,1 0 0,-1 1 0,1-1 0,-1 1 0,0-1 0,1 1 0,-1 0 0,1 0 0,-1-1 0,1 1 0,0 0 0,-1 0 0,1 0 0,0 1 0,0-1 0,0 0 0,-1 0 0,1 1 0,1-1 0,-1 0 0,-1 3 0,-1 1 0,1-1 0,0 1 0,1 0 0,-1-1 0,1 1 0,0 0 0,0 0 0,0 0 0,0 6 0,3 47 0,-2-52 0,1 8 0,1 0 0,0 0 0,1-1 0,1 1 0,0-1 0,1 0 0,0 0 0,1-1 0,0 1 0,1-1 0,1 0 0,0-1 0,17 20 0,-11-17 0,1-1 0,0 0 0,0-1 0,2 0 0,-1-2 0,2 0 0,-1 0 0,1-2 0,21 7 0,-21-8 0,0-1 0,1-1 0,-1-1 0,1 0 0,0-2 0,0 0 0,32-1 0,-35-4-1365,-4-1-5461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8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285 137 24575,'-11'-11'0,"-8"-9"0,-1 0 0,-1 2 0,0 1 0,-27-17 0,44 31 0,-1 1 0,1 0 0,0 0 0,0 1 0,-1-1 0,1 1 0,-1 0 0,0 0 0,1 0 0,-1 1 0,-5-1 0,8 2 0,-1-1 0,0 0 0,1 1 0,-1-1 0,1 1 0,-1 0 0,1 0 0,-1 0 0,1 0 0,0 1 0,-1-1 0,1 1 0,0-1 0,0 1 0,0 0 0,0 0 0,0 0 0,0 0 0,1 0 0,-3 3 0,-1 4 0,0 0 0,0 0 0,1 0 0,1 1 0,-1-1 0,2 1 0,-1 0 0,1 0 0,1 0 0,0 0 0,0 12 0,1-13 0,0 0 0,1 0 0,1 0 0,-1 0 0,1 0 0,1 0 0,0-1 0,0 1 0,0-1 0,1 0 0,1 0 0,8 13 0,-6-13 0,-1-1 0,1 0 0,0-1 0,0 1 0,1-1 0,-1-1 0,14 8 0,-16-11 0,-1 1 0,1-1 0,-1-1 0,1 1 0,-1 0 0,1-1 0,0 0 0,0 0 0,0-1 0,0 1 0,0-1 0,0 0 0,0-1 0,-1 1 0,1-1 0,7-1 0,-9 0 0,0 1 0,-1 0 0,1-1 0,-1 1 0,1-1 0,-1 0 0,0 0 0,0 0 0,0 0 0,0 0 0,0-1 0,0 1 0,0-1 0,-1 1 0,1-1 0,-1 1 0,0-1 0,0 0 0,0 0 0,0 1 0,0-1 0,-1 0 0,1 0 0,-1 0 0,0-5 0,1-3 0,-1 0 0,-1 0 0,0 0 0,0 0 0,-5-17 0,1 11 0,0 1 0,-1-1 0,-1 1 0,0 0 0,-1 0 0,-1 1 0,0 0 0,-1 1 0,-15-17 0,22 28-62,1 1 0,-1 0 0,0-1 0,1 1 0,-1 0 0,0 0 0,0 1 0,0-1 0,-1 1 0,1-1 0,0 1 0,-1 0-1,1 0 1,0 0 0,-1 1 0,1-1 0,-1 1 0,1 0 0,-1 0 0,1 0 0,-5 1 0,-4 2-6764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9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24575,'16'28'0,"1"-2"0,1 0 0,1-1 0,1-1 0,1-1 0,39 33 0,-54-51 0,0-1 0,-1 1 0,2-1 0,-1 0 0,0-1 0,1 1 0,12 4 0,-17-8 0,0 1 0,0-1 0,0 1 0,0-1 0,0 0 0,0 0 0,0 0 0,0 0 0,1 0 0,-1 0 0,0-1 0,0 1 0,0-1 0,0 1 0,0-1 0,-1 0 0,1 0 0,0 0 0,0 0 0,0 0 0,-1 0 0,1 0 0,0 0 0,-1-1 0,1 1 0,-1-1 0,0 1 0,1-1 0,-1 0 0,0 1 0,0-1 0,1-3 0,0 0 0,0-1 0,0 1 0,-1-1 0,1 1 0,-1-1 0,-1 0 0,1 0 0,-1 1 0,0-1 0,0 0 0,-1 0 0,0 1 0,-2-10 0,0 3 0,-1 0 0,0 0 0,0 0 0,-2 1 0,-6-13 0,6 16 0,6 13 0,6 13 0,1-1-151,1-2-1,1 1 0,1-1 0,0 0 1,0-1-1,2 0 0,-1-1 1,22 18-1,-20-21-6674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9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24575,'27'27'0,"12"16"0,3 8 0,-2 3 0,-6 0 0,-6-2 0,-6-3 0,-3-2 0,-4-4 0,0-3 0,-2-2 0,-2-3 0,-4-5 0,-2-3 0,0-4 0,-1-5-8191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39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58 24575,'-19'-12'0,"-10"-4"0,-4 3 0,1 3 0,1 5 0,0 4 0,2 3 0,0 1 0,2 0 0,7 0-8191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0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48 24575,'-4'-2'0,"-64"-29"0,59 28 0,1 0 0,-1 1 0,1 0 0,-1 0 0,0 1 0,-10 0 0,17 0 0,0 1 0,0 0 0,0 0 0,0 1 0,0-1 0,0 0 0,1 1 0,-1-1 0,0 1 0,0-1 0,0 1 0,1 0 0,-1 0 0,0-1 0,1 1 0,-1 1 0,1-1 0,-1 0 0,1 0 0,-1 1 0,1-1 0,0 0 0,0 1 0,-1-1 0,1 1 0,0 0 0,1-1 0,-1 1 0,0 0 0,0 0 0,1-1 0,-1 1 0,1 0 0,-1 0 0,1 0 0,0 0 0,0 0 0,0 0 0,0 2 0,1 4 0,-1 1 0,2-1 0,-1 0 0,1 1 0,0-1 0,1 0 0,5 11 0,3 1 0,0 0 0,2-1 0,18 23 0,-13-19 0,18 31 0,-35-53 0,0 0 0,-1 0 0,1 0 0,-1 0 0,1-1 0,-1 1 0,1 0 0,-1 0 0,0 0 0,0 0 0,1 0 0,-1 1 0,0-1 0,0 0 0,0 0 0,0 0 0,0 0 0,0 0 0,0 0 0,-1 0 0,1 1 0,-1-1 0,1-1 0,-1 1 0,0 0 0,1-1 0,-1 1 0,0-1 0,0 1 0,1-1 0,-1 1 0,0-1 0,0 0 0,1 1 0,-1-1 0,0 0 0,0 1 0,0-1 0,0 0 0,0 0 0,-1 0 0,-5 0 0,-1 0 0,0-1 0,1 0 0,-10-2 0,16 3 0,-77-20-1365,67 18-5461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0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24575,'7'25'0,"5"10"0,1 4 0,-3-2 0,1-5 0,-3-5 0,-2-5 0,-2-6-8191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0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24575,'3'15'0,"0"7"0,0 0-8191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1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159 497 24575,'-13'-6'0,"2"0"0,0 1 0,0 1 0,0 0 0,-1 1 0,0 0 0,-17-2 0,27 4 0,1 1 0,-1 0 0,0 0 0,0 0 0,0 0 0,0 1 0,1-1 0,-1 0 0,0 1 0,0-1 0,1 1 0,-1 0 0,0 0 0,1-1 0,-1 1 0,0 0 0,1 0 0,-1 1 0,1-1 0,-2 2 0,1-1 0,1 0 0,0 1 0,0-1 0,-1 0 0,1 1 0,1-1 0,-1 1 0,0-1 0,1 1 0,-1-1 0,1 1 0,-1 4 0,2 2 0,-1 0 0,1 0 0,1 0 0,-1 0 0,2-1 0,-1 1 0,5 10 0,-1-6 0,1 0 0,1 0 0,0-1 0,18 21 0,-20-26 0,0 0 0,1 0 0,0-1 0,0 0 0,0-1 0,1 1 0,0-2 0,15 8 0,-18-10 0,0 0 0,-1-1 0,1 0 0,0 0 0,0 0 0,0 0 0,10-1 0,-13 0 0,0 0 0,0 0 0,0-1 0,0 1 0,0-1 0,-1 1 0,1-1 0,0 0 0,0 0 0,-1 0 0,1 0 0,0 0 0,-1 0 0,1 0 0,-1 0 0,1-1 0,-1 1 0,0-1 0,0 1 0,0-1 0,1 1 0,-1-1 0,1-2 0,2-8 0,1 0 0,-2 0 0,0 0 0,0 0 0,-1-1 0,-1 1 0,0-1 0,-1-17 0,-14-104 0,11 113 0,-82-337 0,77 330 0,6 18 0,1 6 0,0 0 0,0 0 0,0 1 0,0-1 0,-1 1 0,1-1 0,-1 1 0,-4-6 0,6 9 0,0 0 0,0 0 0,0 0 0,-1 0 0,1 0 0,0 0 0,0 0 0,0 0 0,-1-1 0,1 1 0,0 0 0,0 0 0,-1 0 0,1 0 0,0 0 0,0 0 0,0 0 0,-1 0 0,1 0 0,0 1 0,0-1 0,-1 0 0,1 0 0,0 0 0,0 0 0,0 0 0,-1 0 0,1 0 0,0 0 0,0 1 0,0-1 0,-1 0 0,1 0 0,0 0 0,0 0 0,0 1 0,0-1 0,0 0 0,-1 0 0,1 0 0,0 1 0,0-1 0,0 0 0,0 0 0,0 1 0,0-1 0,0 0 0,0 0 0,0 1 0,-5 14 0,5-14 0,-7 27 0,2 0 0,-3 57 0,9 58 0,0-124 0,0 0 0,1 0 0,2-1 0,0 1 0,0-1 0,2 0 0,9 21 0,-10-28 0,1 0 0,0-1 0,1 0 0,0 0 0,1-1 0,0 1 0,0-2 0,1 1 0,0-1 0,0-1 0,1 0 0,14 9 0,-12-10 675,24 10-1,-26-13-1188,0 0 0,0-1 0,0 1 0,1-2 0,13 1 0,-16-2 178,0 0-1,-1-1 1,1 0-1,0 0 0,0-1 1,-1 0-1,1 0 1,-1-1-1,1 0 0,-1 0 1,0-1-1,0 1 1,0-2-1,7-5 0,-7 4 693,0 0 1,0-1-1,-1 0 0,0 0 0,0-1 0,-1 1 1,1-1-1,-2-1 0,1 1 0,-1 0 0,-1-1 1,0 0-1,5-17 0,-7 20-110,-1 1 0,1-1 0,-1 0 0,0 1 0,0-1-1,0 0 1,-1 0 0,0 1 0,0-1 0,-1 0 0,0 1 0,-4-10 0,4 10-386,-1 0 0,0 0 0,-1 1 0,1-1 0,-1 1 0,0 0 0,0 0 0,0 0 0,-5-3 0,5 4 140,0 1 0,0-1 0,0 1 0,-1 0 0,1 0 0,-1 1 0,1-1 0,-1 1 0,1 0 0,-1 0 0,0 1 0,-5-1 0,8 1 0,-1 0 0,0 0 0,0 1 0,0-1 0,0 1 0,0-1 0,0 1 0,0 0 0,1 0 0,-1 0 0,0 1 0,1-1 0,-1 1 0,1-1 0,0 1 0,-1 0 0,1 0 0,0 0 0,0 0 0,-2 3 0,0 1 0,0 1 0,0-1 0,1 1 0,0 0 0,1 0 0,-1 0 0,1 0 0,1 0 0,-1 0 0,1 0 0,1 1 0,-1-1 0,1 1 0,0-1 0,1 0 0,0 1 0,2 6 0,-1-3 0,1-1 0,0 0 0,1 0 0,0 0 0,0-1 0,1 1 0,1-1 0,0 0 0,0-1 0,0 1 0,10 8 0,-5-6 15,0-1 0,1-1 0,1 0 0,-1-1 0,1 0 0,1-1 0,24 10 0,-16-10-312,1 0 0,0-2 0,0 0 0,29 1 0,-32-5-6529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3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24575,'5'17'0,"0"0"0,2-1 0,0 0 0,0 0 0,2-1 0,0 0 0,0-1 0,2 1 0,0-2 0,0 0 0,1 0 0,1-1 0,0 0 0,17 11 0,-26-21 0,1 1 0,-1-1 0,1 0 0,-1 0 0,1 0 0,0 0 0,0-1 0,0 0 0,0 0 0,0 0 0,0-1 0,9 1 0,-12-2 0,1 1 0,-1 0 0,1-1 0,-1 1 0,1-1 0,-1 0 0,1 0 0,-1 0 0,0 0 0,1 0 0,-1-1 0,0 1 0,0-1 0,0 1 0,0-1 0,0 0 0,0 0 0,-1 0 0,1 0 0,-1 0 0,1 0 0,-1 0 0,0 0 0,1-1 0,-1 1 0,1-4 0,0-4 0,1-1 0,-1 1 0,-1-1 0,0 1 0,-1-1 0,-1-20 0,-14-63 0,5 64 0,8 22 0,8 23 0,8 12 0,1 1 0,1-2 0,1 0 0,2-1 0,0-1 0,1-1 0,47 41 0,-62-60 0,43 34 0,-43-34 0,0-1 0,0 0 0,0 0 0,0-1 0,0 0 0,1 0 0,-1 0 0,8 1 0,-12-2 0,1-1 0,0 0 0,-1 0 0,1 0 0,-1 0 0,1-1 0,-1 1 0,1 0 0,-1 0 0,1-1 0,-1 1 0,1-1 0,-1 0 0,0 1 0,1-1 0,-1 0 0,0 0 0,1 0 0,-1 0 0,0 0 0,0 0 0,0 0 0,0 0 0,0 0 0,0-1 0,0 1 0,-1 0 0,1-1 0,0 1 0,-1 0 0,1-1 0,-1 1 0,1-1 0,-1 1 0,1-1 0,-1-1 0,2-8 0,-1 0 0,0 0 0,-1 0 0,-1-12 0,0 10 0,-1-16 0,-6-33 0,2 24 0,11 55 0,1 0 0,1 0 0,1-1 0,13 22 0,-11-22 0,1-1 0,0 0 0,1-1 0,0 0 0,20 16 0,-30-29 0,-1 1 0,1-1 0,-1 0 0,1 0 0,-1 0 0,1 0 0,0 0 0,-1 0 0,1 0 0,0-1 0,0 1 0,0 0 0,-1-1 0,1 0 0,0 1 0,0-1 0,0 0 0,0 0 0,0 0 0,0 0 0,0 0 0,0-1 0,0 1 0,-1-1 0,1 1 0,0-1 0,0 0 0,0 1 0,-1-1 0,1 0 0,0 0 0,-1 0 0,1 0 0,-1-1 0,1 1 0,-1 0 0,0-1 0,1 1 0,-1-1 0,0 1 0,0-1 0,0 1 0,0-1 0,0 0 0,0 0 0,-1 1 0,1-1 0,0-2 0,1-4 0,0 1 0,0-1 0,-1 0 0,0 0 0,0 0 0,-1 0 0,0 1 0,-1-1 0,-1-10 0,-1 1 0,-1 1 0,0 0 0,-9-19 0,39 71 0,-16-19 0,1-2 0,1 1 0,20 20 0,-28-31 0,1-1 0,0 1 0,0-1 0,1 0 0,-1-1 0,1 1 0,0-1 0,0 0 0,0-1 0,0 1 0,0-1 0,1 0 0,12 1 0,-18-2 0,1-1 0,0 0 0,0-1 0,0 1 0,0 0 0,-1 0 0,1-1 0,0 1 0,0-1 0,-1 0 0,1 1 0,0-1 0,-1 0 0,1 0 0,-1 0 0,1 0 0,-1 0 0,1-1 0,-1 1 0,2-3 0,1 0 0,-1-1 0,0 0 0,0 0 0,4-11 0,-5 14 24,-2 4-1413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3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24575,'10'17'0,"6"11"0,-1 5 0,1 2 0,-3-2 0,-4-2 0,0-4 0,-3-4 0,-1-4 0,-3-2 0,-3-4 0,-1-2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3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24575,'0'2'0,"0"4"0,-3 3 0,-3 2 0,-2 2 0,-1-1-8191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4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24575,'10'30'0,"5"14"0,4 7 0,-3 3 0,2-2 0,-1-1 0,0-2 0,0-2 0,-1-5 0,-1-1 0,0-3 0,-1-4 0,-2-4 0,-1-5 0,-2-2 0,-1-5 0,-1-3 0,-2-4-8191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4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21 24575,'-5'-2'0,"-4"-2"0,-5 1 0,-3 1 0,-3 0 0,-7 1 0,-2 0 0,-4 1 0,-4 0 0,-1 0 0,5-2 0,6-1-8191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4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24575,'-4'0'0,"-26"3"0,0 1 0,-34 9 0,57-11 0,-1 1 0,1-1 0,-1 1 0,1 0 0,0 1 0,0 0 0,0 0 0,1 0 0,-1 1 0,1 0 0,0 0 0,1 1 0,-9 10 0,12-13 0,0 0 0,0 0 0,0 1 0,1-1 0,-1 1 0,1-1 0,0 1 0,0-1 0,0 1 0,0 0 0,1 0 0,0-1 0,-1 1 0,2 0 0,-1 5 0,1-3 0,1 0 0,-1 0 0,1 0 0,0 0 0,1-1 0,-1 1 0,1-1 0,7 10 0,-2-4 0,1-1 0,0 0 0,0 0 0,1-1 0,1 0 0,-1-1 0,1 0 0,13 6 0,-8-6-151,-1 0-1,1-2 0,0 0 0,0 0 1,1-2-1,-1 0 0,1-1 1,29 2-1,-31-5-6674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5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24575,'3'27'0,"3"11"0,0 2 0,2-3 0,0-6 0,0-6 0,0-7-8191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5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24575,'5'0'0,"1"2"0,1 6 0,-2 5 0,-4 1 0,-2-1-8191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5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88 330 24575,'0'-2'0,"-1"0"0,0 0 0,0 0 0,0 0 0,0 0 0,0 0 0,0 0 0,0 0 0,-2-2 0,-3-4 0,-7-16 0,1 0 0,-16-44 0,24 54 0,0 0 0,1 0 0,0-1 0,1 1 0,1-1 0,1-25 0,0 37 0,0 0 0,1 0 0,0 0 0,-1 0 0,1 0 0,0 1 0,0-1 0,0 0 0,1 0 0,-1 1 0,1-1 0,-1 1 0,1 0 0,0-1 0,0 1 0,0 0 0,4-3 0,-5 4 0,1 0 0,-1 0 0,1 0 0,-1 1 0,1-1 0,0 0 0,-1 1 0,1-1 0,0 1 0,-1 0 0,1 0 0,0-1 0,0 1 0,-1 0 0,1 1 0,0-1 0,0 0 0,-1 0 0,1 1 0,0-1 0,-1 1 0,1-1 0,0 1 0,-1 0 0,1 0 0,-1 0 0,1-1 0,-1 2 0,0-1 0,3 2 0,21 22-1365,-13-13-5461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6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5 24575,'-11'-2'0,"-1"1"0,0 0 0,0 1 0,-1 0 0,1 1 0,-23 4 0,31-4 0,-1 0 0,1 1 0,0-1 0,0 1 0,0 0 0,0 0 0,0 1 0,0-1 0,1 1 0,-1 0 0,1 0 0,0 0 0,0 0 0,0 1 0,0-1 0,0 1 0,1 0 0,0 0 0,-1-1 0,1 2 0,-2 6 0,3-7 0,-1-1 0,1 1 0,1-1 0,-1 1 0,0-1 0,1 1 0,0 0 0,0-1 0,0 1 0,0-1 0,0 1 0,1 0 0,0-1 0,0 1 0,0-1 0,0 1 0,0-1 0,1 0 0,1 5 0,1-4 0,-1 0 0,1 0 0,-1 0 0,1 0 0,0 0 0,1-1 0,-1 0 0,1 0 0,-1 0 0,1 0 0,0-1 0,6 3 0,3 0-1365,-1-1-5461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4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1 760 24575,'34'-7'0,"-17"4"0,0 0 0,-1-1 0,0-1 0,0-1 0,0 0 0,15-8 0,-26 10 0,-1 0 0,1 0 0,-1 0 0,0 0 0,0-1 0,0 0 0,0 1 0,-1-1 0,0-1 0,0 1 0,0 0 0,-1-1 0,4-10 0,0-7 0,0-1 0,2-24 0,-8 45 0,5-41 0,-2-1 0,-4-77 0,-21-88 0,21 208 0,-1-33 0,2 27 0,0 0 0,0 0 0,-1 0 0,-1 0 0,1 0 0,-5-11 0,6 18 0,0 1 0,-1-1 0,1 0 0,0 1 0,-1-1 0,1 1 0,0-1 0,-1 0 0,1 1 0,-1-1 0,1 1 0,-1-1 0,1 1 0,-1-1 0,0 1 0,1 0 0,-1-1 0,0 1 0,1 0 0,-1-1 0,0 1 0,1 0 0,-1 0 0,0 0 0,1-1 0,-1 1 0,0 0 0,0 0 0,1 0 0,-1 0 0,0 0 0,0 1 0,1-1 0,-1 0 0,0 0 0,1 0 0,-1 1 0,0-1 0,1 0 0,-1 1 0,0-1 0,1 0 0,-1 1 0,1-1 0,-1 1 0,0 0 0,-5 3 0,1 1 0,0-1 0,-8 11 0,9-10 0,0-1 0,0 1 0,1 0 0,0 0 0,0 1 0,0-1 0,1 1 0,0-1 0,0 1 0,0 0 0,1-1 0,-2 11 0,1 5 0,1 0 0,2 21 0,0-12 0,0-21 0,0 1 0,0-1 0,1 1 0,0-1 0,1 0 0,0 0 0,1 0 0,0 0 0,5 8 0,2 2 0,0-1 0,29 32 0,-27-37 0,1 0 0,1 0 0,0-1 0,0-1 0,1-1 0,1 0 0,-1-1 0,35 12 0,-37-16 0,0 0 0,1-2 0,17 3 0,-26-5 0,1 0 0,-1-1 0,1 0 0,-1 0 0,1 0 0,-1-1 0,0 0 0,1-1 0,11-3 0,-14 3 0,0 0 0,0-1 0,-1 1 0,1-1 0,-1 0 0,1 0 0,-1 0 0,0-1 0,0 1 0,-1-1 0,1 1 0,-1-1 0,1 0 0,-1 0 0,0 0 0,1-5 0,-1 2 0,1 0 0,-1 0 0,-1-1 0,1 1 0,-1-1 0,-1 1 0,0-1 0,0-12 0,-1 17 0,1 0 0,-1 1 0,0-1 0,0 0 0,0 1 0,0-1 0,0 1 0,-1-1 0,1 1 0,-1 0 0,0 0 0,1 0 0,-1-1 0,0 2 0,0-1 0,-1 0 0,1 0 0,0 1 0,0-1 0,-1 1 0,1-1 0,-1 1 0,1 0 0,-1 0 0,0 1 0,1-1 0,-1 0 0,0 1 0,1-1 0,-1 1 0,0 0 0,0 0 0,0 0 0,1 0 0,-1 1 0,0-1 0,0 1 0,1 0 0,-1 0 0,1-1 0,-1 2 0,0-1 0,1 0 0,0 0 0,-1 1 0,-1 1 0,1-1 0,1 1 0,-1-1 0,1 1 0,0-1 0,0 1 0,0 0 0,0-1 0,0 1 0,1 0 0,-1 0 0,1 1 0,0-1 0,0 0 0,0 0 0,0 0 0,1 1 0,-1 3 0,1-2 0,0 0 0,1 0 0,0 0 0,0-1 0,0 1 0,0 0 0,1-1 0,0 1 0,0-1 0,5 8 0,2 2 0,0-2 0,1 1 0,1-1 0,0-1 0,1 0 0,16 12 0,3 0 0,0-1 0,1-1 0,1-2 0,1-1 0,0-2 0,73 23 0,-87-33-1365,-3-1-5461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17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24575,'0'0'0,"0"0"0,0 0 0,-1-1 0,1 1 0,0 0 0,0 0 0,0 0 0,0 0 0,0 0 0,-1-1 0,1 1 0,0 0 0,0 0 0,0 0 0,-1 0 0,1 0 0,0 0 0,0 0 0,0 0 0,-1 0 0,1 0 0,0 0 0,0 0 0,-1 0 0,1 0 0,0 0 0,0 0 0,0 0 0,-1 0 0,1 0 0,0 0 0,0 0 0,0 0 0,-1 0 0,1 1 0,-4 7 0,1 13 0,3-10 0,0 0 0,1 0 0,1 1 0,0-2 0,0 1 0,1 0 0,1 0 0,0-1 0,0 0 0,7 13 0,6 6 0,1-1 0,24 30 0,-32-43 0,-10-9 0,0-6 0,0 1 0,-1-1 0,1 0 0,0 0 0,0 0 0,-1 0 0,1 0 0,0 0 0,-1 0 0,1 0 0,0 0 0,0 0 0,-1 0 0,1 0 0,0 0 0,-1 0 0,1-1 0,0 1 0,0 0 0,-1 0 0,1 0 0,0 0 0,-1 0 0,1-1 0,0 1 0,-4-3-21,0 1 0,0-1 0,1 0-1,-6-6 1,1 2-1238,-2-2-5567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1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0 142 24575,'25'-12'0,"12"-7"0,6 0 0,-1 3 0,-1 5 0,-4 1 0,-5 3 0,-3 0 0,-2 1 0,-3 1 0,-3 0 0,-3 0 0,-4-1 0,-7 0 0,-7 1 0,-6 2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18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24575,'19'-7'0,"10"-3"0,4 0 0,1 3 0,1 2 0,-4 1 0,-2 2 0,-4 2 0,-3 0 0,-4 0 0,-1 0 0,-5-2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18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83 24575,'-12'0'0,"-51"3"0,56-3 0,1 1 0,0 1 0,0-1 0,-1 1 0,1 0 0,0 0 0,-9 5 0,14-6 0,0 0 0,-1-1 0,1 1 0,0 0 0,0 0 0,-1 0 0,1 0 0,0 0 0,0 0 0,0 0 0,0 0 0,0 0 0,0 1 0,1-1 0,-1 0 0,0 0 0,1 1 0,-1-1 0,1 1 0,-1-1 0,1 1 0,-1-1 0,1 0 0,0 1 0,0-1 0,0 1 0,0-1 0,0 1 0,0-1 0,0 1 0,1-1 0,-1 1 0,0-1 0,1 1 0,-1-1 0,1 1 0,0-1 0,-1 0 0,1 1 0,0-1 0,0 0 0,2 2 0,1 3 0,1-1 0,0 0 0,0 0 0,0-1 0,1 1 0,0-1 0,11 6 0,-7-5 0,0-1 0,1 0 0,-1 0 0,1-1 0,-1-1 0,1 0 0,0 0 0,0-1 0,0 0 0,0-1 0,0-1 0,0 1 0,0-2 0,19-4 0,-27 6 0,-1-1 0,1 0 0,0 0 0,-1-1 0,1 1 0,0 0 0,-1-1 0,1 0 0,-1 1 0,0-1 0,0 0 0,0 0 0,0 0 0,0-1 0,0 1 0,0 0 0,-1-1 0,1 1 0,-1-1 0,0 0 0,0 1 0,0-1 0,0 0 0,0 0 0,0 0 0,-1 1 0,1-1 0,-1 0 0,0 0 0,0 0 0,0 0 0,0 0 0,-1 0 0,1 0 0,-1 0 0,1 1 0,-1-1 0,0 0 0,0 0 0,-1 1 0,-1-4 0,-2-3 0,0 2 0,0-1 0,-1 1 0,0-1 0,-1 2 0,1-1 0,-1 1 0,-14-10 0,9 8 0,-1 1 0,0 0 0,0 0 0,-27-7 0,37 13-195,-1 0 0,1 0 0,0 0 0,-1 1 0,1 0 0,-6-1 0,-4 3-6631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19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77 292 24575,'3'-1'0,"-1"0"0,1-1 0,0 1 0,-1-1 0,1 1 0,-1-1 0,1 0 0,-1 0 0,0 0 0,3-3 0,-4 4 0,0 0 0,-1 0 0,1 0 0,-1 0 0,1-1 0,-1 1 0,1 0 0,-1 0 0,0-1 0,0 1 0,1 0 0,-1-1 0,0 1 0,0 0 0,0 0 0,0-1 0,-1 1 0,1 0 0,0-1 0,-1 1 0,1 0 0,0 0 0,-1-1 0,0 1 0,0-2 0,-5-5 0,0 0 0,0 0 0,0 0 0,-9-8 0,-15-17 0,24 25 0,1-1 0,0 1 0,0-1 0,-6-15 0,10 20 0,0 0 0,0 0 0,0 0 0,0 1 0,0-1 0,1 0 0,0 0 0,0 0 0,0 0 0,0 0 0,0 0 0,1 0 0,0 0 0,2-6 0,-2 8 0,0 0 0,1 0 0,-1-1 0,1 1 0,-1 0 0,1 1 0,0-1 0,0 0 0,0 0 0,0 1 0,0-1 0,0 1 0,1 0 0,-1 0 0,0 0 0,1 0 0,-1 0 0,1 0 0,-1 0 0,1 1 0,-1 0 0,1-1 0,-1 1 0,4 0 0,5 0 0,-1 0 0,1 1 0,0 0 0,15 3 0,11 6-200,36 15 0,-54-18-765,-2-1-5861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0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44 24575,'-51'-13'0,"-1"2"0,0 3 0,-86-4 0,133 12 0,-1 0 0,1 1 0,0-1 0,0 1 0,0 0 0,1 0 0,-1 1 0,0 0 0,0-1 0,-8 6 0,12-6 0,-1 0 0,0 1 0,1-1 0,-1 0 0,1 1 0,-1-1 0,1 1 0,0 0 0,0-1 0,0 1 0,0 0 0,0 0 0,0 0 0,0 0 0,0 0 0,1 0 0,-1 0 0,1 0 0,0 0 0,-1 0 0,1 0 0,0 0 0,0 0 0,0 0 0,1 0 0,-1 0 0,0 0 0,2 4 0,-1-1 0,1-1 0,1 1 0,-1 0 0,1-1 0,-1 1 0,1-1 0,1 0 0,-1 0 0,0 0 0,1 0 0,0 0 0,0-1 0,0 0 0,7 4 0,8 5 0,42 19 0,-52-27 0,12 5 0,1 0 0,0-1 0,0-1 0,0-1 0,32 3 0,-45-8 0,-1 0 0,1 0 0,0-1 0,-1-1 0,1 1 0,-1-2 0,1 1 0,-1-1 0,0 0 0,1-1 0,-1 0 0,0 0 0,-1 0 0,1-1 0,-1-1 0,1 1 0,11-11 0,-17 13 0,1-1 0,0 0 0,-1 0 0,0-1 0,0 1 0,0 0 0,0-1 0,0 1 0,-1-1 0,0 0 0,1 0 0,-1 1 0,-1-1 0,1 0 0,0 0 0,-1 0 0,0 0 0,0 0 0,0 0 0,0 0 0,-1 0 0,0 0 0,-1-4 0,0 1 0,0 0 0,-1-1 0,0 1 0,0 0 0,-1 0 0,0 1 0,0-1 0,0 1 0,-1 0 0,-11-11 0,32 39 0,-1 0 0,-5-12 0,0 0 0,1-1 0,0-1 0,1 0 0,19 10 0,67 27 0,-83-39 0,-2 0 0,7 2 0,25 8 0,-40-14 0,1-1 0,-1 0 0,0 0 0,0 0 0,1-1 0,-1 0 0,0 0 0,1 0 0,-1-1 0,8-1 0,-12 2 0,0-1 0,1 1 0,-1 0 0,0-1 0,0 0 0,0 1 0,1-1 0,-1 0 0,0 1 0,0-1 0,0 0 0,0 0 0,0 0 0,0 0 0,-1 0 0,1 0 0,0 0 0,0 0 0,-1 0 0,1 0 0,-1-1 0,2-1 0,-2 1 0,0 0 0,1-1 0,-1 1 0,0 0 0,0-1 0,-1 1 0,1-1 0,0 1 0,-1 0 0,1-1 0,-2-2 0,-2-4 0,0 0 0,0 1 0,-1 0 0,0 0 0,-8-9 0,-49-54 0,53 64 0,10 14 0,10 13 0,5 0 0,1 0 0,1-2 0,1 0 0,0-1 0,1-1 0,41 25 0,-49-34 0,61 34 0,-64-37 0,0-1 0,0 1 0,0-1 0,0-1 0,0 0 0,15 2 0,-23-4 0,0 0 0,1 0 0,-1 0 0,0 0 0,0 0 0,0 0 0,0 0 0,0 0 0,0-1 0,0 1 0,0 0 0,0-1 0,0 1 0,0-1 0,0 1 0,0-1 0,0 1 0,0-1 0,0 0 0,0 0 0,-1 1 0,1-1 0,1-1 0,-1 0 0,0 0 0,-1 0 0,1 1 0,-1-1 0,1 0 0,-1 0 0,1 0 0,-1 0 0,0 0 0,0 0 0,0 0 0,0-2 0,-1-4 0,-1-1 0,0 1 0,0 0 0,-1 0 0,-3-7 0,-2-2 0,6 14 0,0-1 0,0 1 0,0-1 0,0 0 0,1 0 0,0 0 0,0 0 0,0 0 0,-1-6 0,2 10 0,0-1 0,0 1 0,0 0 0,1-1 0,-1 1 0,0-1 0,0 1 0,0 0 0,0-1 0,1 1 0,-1 0 0,0-1 0,0 1 0,1 0 0,-1-1 0,0 1 0,1 0 0,-1-1 0,0 1 0,1 0 0,-1 0 0,0-1 0,1 1 0,-1 0 0,0 0 0,1 0 0,-1 0 0,1-1 0,-1 1 0,1 0 0,-1 0 0,0 0 0,1 0 0,-1 0 0,1 0 0,-1 0 0,1 0 0,-1 0 0,0 0 0,1 1 0,-1-1 0,1 0 0,0 0 0,18 8 0,-3 0 0,192 85 0,-193-87-273,0 1 0,0 0 0,0 0 0,21 16 0,-27-15-6553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1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0 24575,'19'81'0,"2"-1"0,64 152 0,-81-222 0,-2-6 0,0 0 0,0 0 0,0 1 0,-1-1 0,1 1 0,-1-1 0,0 1 0,0-1 0,-1 1 0,0 0 0,0 7 0,0-11 0,0-1 0,0 1 0,0 0 0,-1-1 0,1 1 0,0 0 0,-1-1 0,1 1 0,0 0 0,-1-1 0,1 1 0,-1-1 0,1 1 0,-1-1 0,1 1 0,-1-1 0,1 1 0,-1-1 0,0 1 0,1-1 0,-1 0 0,0 1 0,1-1 0,-2 0 0,1 1 0,-1-1 0,1 0 0,-1 0 0,1 0 0,-1 0 0,1-1 0,-1 1 0,1 0 0,0-1 0,-1 1 0,-1-1 0,-4-3 0,0 1 0,0-1 0,-9-8 0,13 11 0,-9-8 0,0-1 0,0 0 0,1-1 0,0 0 0,1-1 0,0 0 0,-8-13 0,18 25 0,0-1 0,-1 1 0,1 0 0,0-1 0,0 1 0,-1 0 0,1-1 0,0 1 0,0 0 0,0-1 0,0 1 0,0 0 0,-1-1 0,1 1 0,0-1 0,0 1 0,0 0 0,0-1 0,0 1 0,0-1 0,0 1 0,0 0 0,0-1 0,0 1 0,1 0 0,-1-1 0,0 1 0,0-1 0,0 1 0,0 0 0,1-1 0,-1 1 0,1-1 0,0 1 0,-1 0 0,1 0 0,0 0 0,0 0 0,-1 0 0,1 0 0,0 0 0,0 0 0,0 0 0,-1 0 0,1 0 0,0 0 0,1 1 0,29 12 0,-31-13 0,39 20 0,1-3 0,1 0 0,46 10 0,-72-23 0,0-1 0,0 0 0,1-1 0,-1-1 0,1-1 0,-1 0 0,1-1 0,-1-1 0,1 0 0,-1-1 0,0 0 0,19-8 0,-20 4 0,-12 6 0,0-1 0,1 1 0,0-1 0,-1 1 0,1 0 0,0 0 0,0 0 0,-1 1 0,1-1 0,0 1 0,0-1 0,0 1 0,3 0 0,-5 0 0,0 1 0,0 0 0,-1-1 0,1 1 0,0-1 0,-1 1 0,1 0 0,-1 0 0,1-1 0,-1 1 0,1 0 0,-1 0 0,1 0 0,-1 0 0,0-1 0,1 1 0,-1 0 0,0 0 0,0 0 0,0 0 0,0 0 0,0 0 0,0 1 0,0 26 0,-1-22 0,-1 70-1365,1-64-5461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24575,'7'-5'0,"3"1"0,-1 3 0,-1 5 0,-3 4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1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45 24575,'-29'-7'0,"-13"-3"0,-3 1 0,2 1 0,5 3 0,6 2 0,6 1 0,4 1 0,7 1-8191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2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15 24575,'-19'-4'0,"0"0"0,-1 2 0,-34-2 0,49 4 0,1 0 0,0 0 0,-1 1 0,1-1 0,0 1 0,0 0 0,0 0 0,0 1 0,0-1 0,0 1 0,0 0 0,0 0 0,0 0 0,1 1 0,-1-1 0,1 1 0,0 0 0,-5 4 0,5-3 0,1 1 0,-1-1 0,1 0 0,0 1 0,0-1 0,1 1 0,-1 0 0,1-1 0,0 1 0,1 0 0,-1 0 0,1 0 0,0 0 0,0 0 0,0-1 0,1 1 0,-1 0 0,1 0 0,3 7 0,-1-1 0,1 0 0,0-1 0,1 0 0,0 0 0,1 0 0,0 0 0,11 12 0,-6-10-273,1 0 0,0 0 0,1-2 0,18 14 0,-15-14-6553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2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24575,'-19'7'0,"1"1"0,-24 13 0,34-16 0,0 1 0,0-1 0,0 1 0,1 1 0,0 0 0,-11 13 0,15-17 0,1 1 0,1-1 0,-1 1 0,0-1 0,1 1 0,0 0 0,-1 0 0,2-1 0,-1 1 0,0 0 0,1 0 0,0 0 0,-1 0 0,2 0 0,-1 0 0,0 0 0,1 0 0,0-1 0,0 1 0,0 0 0,0 0 0,0-1 0,1 1 0,0-1 0,0 1 0,0-1 0,3 5 0,-1-3 0,-1 0 0,1 0 0,0-1 0,1 0 0,-1 1 0,1-2 0,-1 1 0,1 0 0,0-1 0,1 0 0,-1 0 0,1-1 0,-1 1 0,1-1 0,0 0 0,-1-1 0,9 2 0,-7-2 0,-1-1 0,0 0 0,0 0 0,0-1 0,0 1 0,0-1 0,0-1 0,0 1 0,0-1 0,9-4 0,-13 5 0,1-1 0,0 0 0,0 0 0,-1 0 0,1 0 0,-1 0 0,1-1 0,-1 1 0,0-1 0,0 0 0,0 1 0,0-1 0,-1 0 0,1 0 0,-1 0 0,1 0 0,-1 0 0,0-1 0,-1 1 0,2-6 0,-1 1 0,-1 0 0,0 0 0,-1-1 0,1 1 0,-1 0 0,-1 0 0,0 0 0,0 0 0,0 1 0,-1-1 0,-1 0 0,-4-8 0,5 14 0,3 8 0,2 10 0,2-7 0,-1-1 0,2 1 0,-1-1 0,1 0 0,0 0 0,1-1 0,0 1 0,0-1 0,12 10 0,1 0 0,1-2 0,30 19 0,-45-31 0,1 1 0,0-1 0,-1 0 0,1 0 0,1 0 0,-1 0 0,8 1 0,-13-4 0,0 1 0,0-1 0,0 0 0,0 0 0,0 0 0,1 0 0,-1 0 0,0-1 0,0 1 0,0 0 0,0 0 0,1-1 0,-1 1 0,0-1 0,0 1 0,2-2 0,-2 1 0,0 0 0,0-1 0,0 1 0,1 0 0,-1-1 0,-1 1 0,1-1 0,0 1 0,0-1 0,0 0 0,-1 1 0,1-1 0,-1 0 0,1-2 0,0-3 0,-1 0 0,1-1 0,-1 1 0,-1 0 0,1 0 0,-1 0 0,-3-9 0,-15-50 0,14 52 0,2 7 0,-4-17 0,7 23 0,-1 0 0,1 0 0,0 0 0,0 0 0,0 0 0,0 0 0,0-1 0,0 1 0,0 0 0,0 0 0,0 0 0,1 0 0,-1 0 0,0-1 0,2 0 0,-2 1 0,1 1 0,-1 0 0,1-1 0,-1 1 0,1 0 0,-1 0 0,1 0 0,0 0 0,-1 0 0,1 0 0,-1 0 0,1 0 0,-1 0 0,1 0 0,0 0 0,-1 0 0,1 0 0,-1 0 0,1 0 0,0 0 0,-1 1 0,1-1 0,-1 0 0,1 1 0,-1-1 0,1 0 0,-1 1 0,1-1 0,-1 0 0,0 1 0,1-1 0,-1 1 0,1 0 0,16 15 0,-17-16 0,14 16 0,66 66 0,-71-75 0,-1 0 0,1 0 0,1-1 0,-1 0 0,1 0 0,0-1 0,21 7 0,-26-11 0,0 0 0,0 0 0,0 0 0,0 0 0,0-1 0,0 0 0,0 0 0,0 0 0,0 0 0,0-1 0,-1 0 0,1 0 0,0 0 0,0-1 0,5-2 0,-6 1 0,1 1 0,-1-1 0,0-1 0,1 1 0,-1 0 0,-1-1 0,1 0 0,-1 0 0,1 0 0,-1 0 0,0-1 0,-1 1 0,5-10 0,-5 10 0,-1 1 0,0 0 0,1-1 0,-1 1 0,1 0 0,0 0 0,0 0 0,4-4 0,-5 7 0,0-1 0,0 1 0,0-1 0,0 1 0,0-1 0,0 1 0,0 0 0,0 0 0,0-1 0,0 1 0,0 0 0,0 0 0,0 0 0,0 0 0,0 0 0,0 0 0,1 0 0,-1 0 0,0 1 0,0-1 0,0 0 0,0 1 0,0-1 0,0 1 0,0-1 0,0 1 0,-1-1 0,3 2 0,9 7-273,-1 0 0,1 0 0,-2 1 0,19 22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3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2 24575,'-7'-1'0,"0"1"0,0-1 0,0 1 0,1 1 0,-1-1 0,0 1 0,0 0 0,-8 3 0,13-4 0,-1 1 0,1 0 0,0 0 0,0 1 0,-1-1 0,1 0 0,0 1 0,0-1 0,0 1 0,1 0 0,-1 0 0,0 0 0,1 0 0,-1 0 0,1 0 0,-1 0 0,1 0 0,0 0 0,0 1 0,0-1 0,0 0 0,1 1 0,-1-1 0,1 1 0,-1 4 0,0 0 0,1-1 0,1 1 0,-1 0 0,1 0 0,0 0 0,1 0 0,0 0 0,0-1 0,0 1 0,5 10 0,6 6 0,22 33 0,-8-15 0,-15-24 0,-9-12 0,1 0 0,-1 1 0,0-1 0,0 0 0,0 1 0,-1 0 0,3 8 0,-5-13 0,0-1 0,0 1 0,0 0 0,0 0 0,-1 0 0,1-1 0,0 1 0,0 0 0,0 0 0,-1-1 0,1 1 0,0 0 0,-1-1 0,1 1 0,-1 0 0,1-1 0,-1 1 0,1-1 0,-1 1 0,1-1 0,-1 1 0,0-1 0,1 1 0,-1-1 0,0 1 0,1-1 0,-1 0 0,0 1 0,1-1 0,-1 0 0,0 0 0,0 1 0,1-1 0,-1 0 0,0 0 0,0 0 0,-1 0 0,-4 0 0,-1 1 0,1-1 0,-9-1 0,12 1 0,-16-2 0,0-2 0,0 1 0,0-2 0,-35-14 0,-67-41 0,118 59-195,0-1 0,0 0 0,0 0 0,0 0 0,1 0 0,-5-5 0,1-2-6631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24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196 541 24575,'-17'-6'0,"-57"-23"0,66 27 0,0-1 0,0 2 0,0-1 0,0 1 0,-1 0 0,1 1 0,-9 0 0,16 0 0,-1 0 0,1 1 0,0-1 0,-1 0 0,1 1 0,0-1 0,0 0 0,-1 1 0,1-1 0,0 1 0,0 0 0,0-1 0,-1 1 0,1 0 0,0 0 0,0 0 0,0 0 0,1 0 0,-1 0 0,0 0 0,0 0 0,0 1 0,0 0 0,0 1 0,0-1 0,1 0 0,-1 0 0,1 1 0,0-1 0,0 0 0,-1 1 0,2-1 0,-1 0 0,1 5 0,1 3 0,1 1 0,0-1 0,1 1 0,5 10 0,-6-16 0,0 0 0,0 0 0,0-1 0,0 1 0,1-1 0,0 0 0,0 0 0,0 0 0,0 0 0,9 5 0,-11-8 0,-1 0 0,1 0 0,-1 0 0,1-1 0,-1 1 0,1 0 0,-1-1 0,1 1 0,-1-1 0,1 0 0,0 1 0,-1-1 0,1 0 0,0 0 0,-1 0 0,1 0 0,0-1 0,-1 1 0,1 0 0,0-1 0,-1 1 0,1-1 0,-1 1 0,1-1 0,-1 0 0,1 0 0,-1 1 0,1-1 0,-1 0 0,0 0 0,0 0 0,1-1 0,-1 1 0,0 0 0,0 0 0,0-1 0,0 1 0,0-1 0,1-1 0,0-3 0,0 0 0,0-1 0,0 1 0,-1 0 0,0 0 0,0-1 0,0 1 0,-1-1 0,0 1 0,0-1 0,-1 1 0,1-1 0,-4-11 0,4 18 0,0 0 0,0-1 0,0 1 0,0 0 0,0-1 0,-1 1 0,1 0 0,0 0 0,0-1 0,0 1 0,0 0 0,0-1 0,-1 1 0,1 0 0,0 0 0,0-1 0,0 1 0,-1 0 0,1 0 0,0 0 0,0-1 0,0 1 0,-1 0 0,1 0 0,0 0 0,-1 0 0,1 0 0,-1-1 0,-3 8 0,1 15 0,3-17 0,0 1 0,0-1 0,1 1 0,-1 0 0,1-1 0,1 1 0,-1-1 0,1 0 0,0 0 0,0 1 0,0-1 0,1 0 0,0-1 0,0 1 0,0 0 0,1-1 0,-1 0 0,1 0 0,0 0 0,0 0 0,0 0 0,1-1 0,-1 0 0,1 0 0,0 0 0,0-1 0,0 1 0,0-1 0,1 0 0,-1-1 0,9 2 0,-6-2 0,-1 0 0,1 0 0,0-1 0,0-1 0,0 1 0,0-1 0,0 0 0,0-1 0,-1 0 0,1 0 0,0-1 0,-1 0 0,0 0 0,0-1 0,0 0 0,0 0 0,0 0 0,-1-1 0,0 0 0,0 0 0,0-1 0,-1 0 0,0 0 0,0 0 0,0-1 0,-1 1 0,6-13 0,-3 3 0,-1-1 0,-1 1 0,-1-1 0,0 0 0,-1-1 0,-1 1 0,0-21 0,-2 2 0,-2 0 0,-8-52 0,5 61 0,-1 0 0,-2 0 0,0 0 0,-2 1 0,0 0 0,-2 1 0,-1 1 0,-18-27 0,29 48 0,0 1 0,0-1 0,0 1 0,-1-1 0,-3-2 0,6 5 0,0-1 0,-1 1 0,1 0 0,0 0 0,-1-1 0,1 1 0,-1 0 0,1 0 0,-1 0 0,1 0 0,0 0 0,-1-1 0,1 1 0,-1 0 0,1 0 0,-1 0 0,1 0 0,-1 0 0,1 1 0,-1-1 0,1 0 0,0 0 0,-1 0 0,1 0 0,-1 0 0,1 1 0,-1-1 0,1 0 0,0 0 0,-1 1 0,1-1 0,0 0 0,-1 1 0,1-1 0,0 0 0,-1 1 0,1-1 0,0 0 0,0 1 0,-1-1 0,1 1 0,0-1 0,0 0 0,0 1 0,0-1 0,-1 2 0,-1 4 0,0 0 0,0 0 0,1 1 0,0-1 0,0 1 0,0 0 0,1-1 0,0 1 0,0-1 0,2 14 0,3 5 0,12 35 0,-16-56 0,17 47 0,1 0 0,37 65 0,69 85 0,-103-172-1365,-4-7-5461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2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24575,'-18'7'0,"6"-2"0,-4-1 0,1 1 0,0 1 0,0 0 0,0 1 0,1 1 0,0 0 0,1 1 0,0 0 0,-12 12 0,23-19 0,1-1 0,-1 1 0,1-1 0,0 1 0,-1 0 0,1 0 0,0 0 0,0-1 0,0 1 0,1 0 0,-1 0 0,0 0 0,1 0 0,-1 1 0,1-1 0,0 0 0,0 0 0,0 3 0,0-2 0,1 0 0,0 0 0,-1 0 0,1 0 0,1-1 0,-1 1 0,0 0 0,1-1 0,-1 1 0,1 0 0,3 3 0,3 2 0,0 0 0,1 0 0,0-1 0,0 0 0,16 10 0,92 46 0,-34-19 0,-81-43 0,0 1 0,0-1 0,0 0 0,0 1 0,0-1 0,0 1 0,0-1 0,-1 1 0,1 0 0,-1 0 0,1 0 0,-1 0 0,0 0 0,0 0 0,0 0 0,0 0 0,0 1 0,0-1 0,0 3 0,-1-3 0,0-1 0,0 1 0,0 0 0,0-1 0,0 1 0,-1-1 0,1 1 0,-1-1 0,1 1 0,-1-1 0,0 1 0,0-1 0,1 1 0,-1-1 0,0 1 0,0-1 0,0 0 0,0 0 0,-1 0 0,1 0 0,0 1 0,0-1 0,-1-1 0,1 1 0,0 0 0,-1 0 0,1 0 0,-4 0 0,-2 2 0,0-1 0,0 0 0,-1 0 0,1 0 0,-1-1 0,-12 0 0,-49-3 0,31 1 0,-110 0-1365,136 1-5461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3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24575,'14'60'0,"3"-1"0,40 94 0,0-35 0,-18-39 0,-31-67 120,-7-12-147,-1 0 0,0 0 0,0 0 0,0 0 0,1 0 0,-1 0 0,0 1 0,0-1 0,1 0 0,-1 0 0,0 0 0,0 0 0,0 0 0,1 0 0,-1 0 0,0 0 0,0 0 0,1 0 0,-1 0 0,0 0 0,0 0 0,0-1 0,1 1 0,-1 0 0,0 0 0,0 0 0,1 0 0,-1 0 0,0 0 0,0 0 0,0-1 0,0 1 0,1 0 0,-1 0 0,0 0 0,0 0 0,0-1 0,0 1 0,0 0 0,1 0 0,-1-1 0,0 1 0,0 0 0,0 0 0,0 0 0,0-1 0,0 1 0,0 0 0,0 0 0,0-1 0,0 1 0,0 0 0,0 0 0,0-1 0,2-7-6799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3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30 24575,'-32'-2'0,"-13"-4"0,-3 0 0,0 0 0,8 2 0,6 1 0,8 1 0,5 1 0,5 1 0,1 0 0,2 0 0,2 3 0,6 3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36 24575,'-2'-2'0,"-27"-23"0,28 24 0,0 0 0,0 0 0,-1 0 0,1 1 0,0-1 0,0 0 0,-1 1 0,1-1 0,0 1 0,0-1 0,-1 1 0,1 0 0,-1-1 0,1 1 0,0 0 0,-1 0 0,1 0 0,-1 0 0,1 0 0,0 0 0,-1 1 0,-1 0 0,2 0 0,0-1 0,0 1 0,0 0 0,0 0 0,0 0 0,0 0 0,1 0 0,-1 1 0,0-1 0,1 0 0,-1 0 0,1 0 0,-1 1 0,1-1 0,0 0 0,-1 0 0,1 1 0,0-1 0,0 0 0,0 1 0,0-1 0,0 0 0,0 1 0,0-1 0,1 0 0,-1 1 0,0-1 0,1 0 0,0 2 0,1 3 0,0 0 0,1 0 0,-1 0 0,6 9 0,-2-8 0,-1 0 0,1 0 0,0-1 0,1 1 0,-1-1 0,1-1 0,1 1 0,-1-1 0,1-1 0,-1 1 0,2-1 0,-1-1 0,0 1 0,1-1 0,-1-1 0,1 0 0,9 2 0,-15-4 0,0 0 0,1-1 0,-1 1 0,0-1 0,0 0 0,0 0 0,0 0 0,-1 0 0,1 0 0,0 0 0,0-1 0,-1 0 0,1 1 0,0-1 0,-1 0 0,0 0 0,0 0 0,1-1 0,2-4 0,-3 5 0,0 0 0,-1 0 0,0 0 0,1-1 0,-1 1 0,0 0 0,0-1 0,0 0 0,0 1 0,-1-1 0,1 1 0,-1-1 0,1 0 0,-1 1 0,0-1 0,0 0 0,0 1 0,0-1 0,-1 0 0,1 1 0,-1-1 0,-1-4 0,2 6 0,0 1 0,0 0 0,0 0 0,0 0 0,0 0 0,0 0 0,-1-1 0,1 1 0,0 0 0,0 0 0,0 0 0,0 0 0,0 0 0,0-1 0,0 1 0,0 0 0,0 0 0,0 0 0,-1 0 0,1 0 0,0 0 0,0 0 0,0 0 0,0 0 0,0-1 0,0 1 0,-1 0 0,1 0 0,0 0 0,0 0 0,0 0 0,0 0 0,0 0 0,-1 0 0,1 0 0,0 0 0,0 0 0,-3 6 0,2 10 0,2-8-105,1 0 0,1 0 0,0 0 0,0 0 0,0-1 0,1 1 0,0-1 0,0 0 0,1 0 0,0-1 0,0 1 0,8 7 0,-2-5-6721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4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24575,'-5'15'0,"1"1"0,0 0 0,1 0 0,-2 18 0,5-24 0,0 0 0,1 1 0,0-1 0,0 0 0,1 0 0,0 0 0,6 16 0,4 3 0,1 0 0,23 37 0,-27-57 0,-9-9 0,0 0 0,1 0 0,-1 0 0,0 0 0,0 0 0,1 0 0,-1 0 0,0 0 0,0 0 0,1 0 0,-1 0 0,0 0 0,0 0 0,1 0 0,-1 0 0,0 0 0,0 0 0,0 0 0,1 0 0,-1-1 0,0 1 0,0 0 0,0 0 0,1 0 0,-1 0 0,0-1 0,0 1 0,0 0 0,0-1 0,2-2 0,0 0 0,-1 0 0,0 0 0,0-1 0,1-4 0,4-11 0,-4 16 0,0 1 0,-1-1 0,1 1 0,0 0 0,0-1 0,0 1 0,0 0 0,0 0 0,1 1 0,-1-1 0,1 0 0,-1 1 0,1-1 0,0 1 0,-1 0 0,5-1 0,-2 1 0,-1 0 0,1 0 0,0 1 0,-1 0 0,1 0 0,-1 0 0,1 1 0,-1 0 0,9 2 0,0 1 0,0 1 0,0 1 0,0 0 0,-1 1 0,23 16 0,-28-18 0,0 0 0,-1 1 0,0 0 0,0 0 0,0 1 0,-1-1 0,0 1 0,0 1 0,3 6 0,-7-11 0,0-1 0,0 0 0,0 1 0,0-1 0,0 1 0,-1-1 0,1 1 0,-1-1 0,0 1 0,1-1 0,-1 1 0,0-1 0,-1 1 0,1-1 0,0 1 0,-1 0 0,1-1 0,-1 0 0,0 1 0,0-1 0,0 1 0,0-1 0,0 0 0,-1 0 0,1 0 0,-1 0 0,1 0 0,-1 0 0,0 0 0,0 0 0,0 0 0,0-1 0,-4 3 0,0 0 0,-1 0 0,0-1 0,0 0 0,-1 0 0,1 0 0,0-1 0,-1 0 0,0-1 0,-12 1 0,-9 0 0,-37-4 0,19 0 0,36 2 17,-1-1 0,0 0 1,1-1-1,0 0 0,-1-1 0,-18-8 0,24 9-110,1 0 0,0-1 1,0 0-1,0 0 0,0 0 0,0 0 0,1-1 0,0 0 1,-1 0-1,2 0 0,-1 0 0,0-1 0,1 0 1,0 0-1,-4-7 0,2 0-6733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4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24575,'8'24'0,"4"16"0,3 6 0,1 2 0,1-1 0,0-5 0,3 1 0,2-2 0,0-4 0,-2-2 0,-2-5 0,-2-6 0,-3-3 0,-1-4 0,-3-2 0,-1-3 0,-1-7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5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0 259 24575,'32'0'0,"52"-2"0,-74 2 0,0-2 0,0 1 0,0-1 0,0-1 0,19-7 0,-23 6 0,-1 1 0,0-1 0,0 0 0,0 0 0,0-1 0,0 1 0,-1-1 0,0 0 0,0 0 0,0 0 0,-1-1 0,1 0 0,-1 1 0,-1-1 0,1 0 0,2-10 0,-3 10 0,0-1 0,-1 0 0,1 0 0,-1-1 0,0 1 0,-1 0 0,0 0 0,0 0 0,-1-1 0,0 1 0,0 0 0,0 0 0,-1 0 0,-4-10 0,5 15 0,0 0 0,0 0 0,0 0 0,0 1 0,0-1 0,0 0 0,0 1 0,-1-1 0,1 1 0,-1-1 0,1 1 0,-1 0 0,0 0 0,1 0 0,-1 0 0,0 0 0,0 0 0,0 0 0,0 0 0,0 1 0,0-1 0,0 1 0,0 0 0,0-1 0,-4 1 0,3 0 0,1 1 0,-1-1 0,0 1 0,0 0 0,0 0 0,1 0 0,-1 0 0,1 0 0,-1 1 0,0-1 0,1 1 0,0-1 0,-1 1 0,1 0 0,0 0 0,0 0 0,0 0 0,-1 3 0,-3 4 0,0-1 0,1 2 0,1-1 0,-1 0 0,2 1 0,-1 0 0,1 0 0,1 0 0,-2 12 0,3-15 0,0-1 0,0 1 0,1 0 0,0-1 0,1 1 0,-1 0 0,1-1 0,0 1 0,1-1 0,0 1 0,0-1 0,0 0 0,0 0 0,1 1 0,5 6 0,-4-8 0,0-1 0,1 1 0,-1-1 0,1 0 0,0 0 0,0 0 0,1-1 0,-1 1 0,1-1 0,0-1 0,0 1 0,0-1 0,0 0 0,0 0 0,13 1 0,6 0 0,0-1 0,44-3 0,-33 0 0,40 0-1365,-63 1-5461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4:56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24575,'53'22'0,"-8"-2"0,79 44 0,118 111 0,-219-158 0,80 69 0,-88-71 0,0 0 0,-1 1 0,-1 0 0,15 24 0,-25-35 0,0 1 0,-1-1 0,1 1 0,-1 0 0,0 0 0,-1 0 0,1 0 0,-1 0 0,0 0 0,0 9 0,-1-21 0,1 1 0,0-1 0,0 1 0,0-1 0,1 1 0,-1 0 0,1 0 0,1 0 0,-1 0 0,1 0 0,0 0 0,7-8 0,3-1 0,2 0 0,0 1 0,0 1 0,1 0 0,0 1 0,1 1 0,1 1 0,19-9 0,25-6 0,68-16 0,-97 30 0,490-114-956,5 34-36,-478 82-49,-12 0-4161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3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24575,'1'7'-235,"0"0"0,0 0 0,1 0 0,1 0-1,-1-1 1,1 1 0,0-1 0,0 1 0,7 8-1,0 2-3065,6 12 1500,-1-2 3253,15 34 0,-27-53-947,0 0 1,0 1 0,-1-1-1,0 1 1,-1-1-1,0 1 1,0 0 0,-1 16-1,0-24-505,0 0 0,0 0 0,0 0 0,0-1 0,0 1 0,0 0 0,0 0 0,-1-1 0,1 1 0,0 0 0,0 0 0,-1-1 0,1 1 0,0 0 0,-1 0 0,1-1 0,-1 1 0,1-1 0,-1 1 0,0 0 0,1-1 0,-1 0 0,1 0 0,-1 0 0,1 0 0,-1 0 0,1 0 0,-1-1 0,1 1 0,-1 0 0,1 0 0,0-1 0,-1 1 0,1 0 0,0 0 0,-1-1 0,1 1 0,-1 0 0,1-1 0,0 1 0,0-1 0,-1 1 0,1 0 0,0-1 0,-18-33 0,18 33 0,-6-14 0,1-1 0,0 1 0,2-1 0,0 0 0,-2-21 0,3 7 0,5-59 0,-3 85 0,1 0 0,-1 0 0,1 0 0,0 0 0,1 0 0,-1 1 0,1-1 0,-1 0 0,1 0 0,0 1 0,0-1 0,1 1 0,3-5 0,-5 7 0,1 0 0,-1 0 0,0 0 0,1 0 0,-1 0 0,1 0 0,-1 0 0,1 1 0,-1-1 0,1 1 0,0-1 0,-1 1 0,1-1 0,0 1 0,-1 0 0,1 0 0,0 0 0,-1 0 0,1 0 0,0 0 0,0 1 0,-1-1 0,1 0 0,0 1 0,-1-1 0,1 1 0,-1 0 0,1-1 0,-1 1 0,1 0 0,-1 0 0,0 0 0,1 0 0,1 2 0,1 1-273,-1-1 0,1 0 0,-1 1 0,4 5 0,1 3-6553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3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24575,'10'15'0,"5"7"0,1 2 0,0 0 0,-1-2 0,-2-2 0,-2-5 0,-2-2 0,-2-3-8191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3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24575,'2'0'0,"1"2"0,0 4 0,0 3 0,1 4 0,1 4 0,1 0 0,0 0 0,-1-2-8191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4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70 24575,'-25'-14'0,"-43"-22"0,59 33 0,1-1 0,-1 1 0,0 0 0,1 1 0,-19-2 0,26 4 0,-1-1 0,1 1 0,-1 0 0,1 0 0,0 1 0,-1-1 0,1 0 0,0 0 0,-1 1 0,1-1 0,0 1 0,-1-1 0,1 1 0,-3 1 0,4-2 0,-1 1 0,1-1 0,-1 1 0,1 0 0,-1-1 0,1 1 0,-1 0 0,1-1 0,0 1 0,-1 0 0,1-1 0,0 1 0,0 0 0,-1 0 0,1 0 0,0-1 0,0 1 0,0 0 0,0 1 0,0 0 0,1 1 0,-1 0 0,1-1 0,-1 1 0,1 0 0,0-1 0,0 1 0,1-1 0,-1 0 0,0 1 0,1-1 0,-1 0 0,3 3 0,7 6 0,1 0 0,0 0 0,0-1 0,1-1 0,17 10 0,72 31 0,-45-24 0,-55-25 0,0 0 0,0 0 0,0 1 0,0-1 0,0 1 0,0-1 0,-1 1 0,1 0 0,-1 0 0,1 0 0,-1 0 0,1 0 0,-1 0 0,0 0 0,0 0 0,0 0 0,0 1 0,1 3 0,-1 4 0,1-1 0,-2 1 0,1 15 0,0 8 0,0-29 0,7 93 0,-7-81 0,-2 1 0,0-1 0,-5 31 0,5-44 0,1-1 0,-1 1 0,0-1 0,0 1 0,0-1 0,0 1 0,0-1 0,0 0 0,-1 0 0,1 1 0,-1-1 0,1 0 0,-1 0 0,0-1 0,0 1 0,0 0 0,0-1 0,0 1 0,0-1 0,-4 2 0,2-1 0,-1-1 0,0 1 0,0-1 0,0-1 0,0 1 0,0-1 0,0 1 0,0-1 0,-8-1 0,4-1-136,1 1-1,0-1 1,0 0-1,1 0 1,-1-1-1,0 0 1,1-1-1,0 0 0,-8-4 1,-1-4-6690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24575,'-2'0'0,"0"1"0,0-1 0,0 1 0,1 0 0,-1 0 0,0 0 0,0 0 0,1 0 0,-1 0 0,1 0 0,-1 1 0,1-1 0,-1 0 0,1 1 0,0-1 0,-1 1 0,0 2 0,1-1 0,-1 0 0,1 0 0,0 0 0,0 0 0,0 0 0,1 1 0,-1-1 0,1 0 0,0 6 0,1 5 0,0 0 0,1-1 0,8 27 0,-8-33 0,18 57 0,33 71 0,-23-61 0,23 41 0,-27-59 0,-17-41 0,-6-17 0,0-8 0,-3 4 0,9-38 0,-8 42 0,-1 0 0,1 0 0,0 0 0,0-1 0,0 1 0,0 0 0,0 0 0,0 1 0,0-1 0,1 0 0,-1 0 0,1 1 0,-1-1 0,1 0 0,0 1 0,3-3 0,-3 4 0,0 0 0,1-1 0,-1 1 0,0 0 0,0 0 0,1 0 0,-1 0 0,0 0 0,0 1 0,0-1 0,1 1 0,-1-1 0,0 1 0,0 0 0,4 2 0,29 17 0,-4 2 0,41 38 0,-26-20 0,-36-31 0,-8-7 0,0 1 0,1-1 0,-1 0 0,1 0 0,0 0 0,-1-1 0,1 1 0,3 1 0,-6-3-18,0 0-1,0 0 1,0 0-1,0 0 0,1 0 1,-1 0-1,0 0 1,0 0-1,0 0 1,0 0-1,0 0 0,0 0 1,0 0-1,0 0 1,0 0-1,1 0 1,-1 0-1,0 0 0,0 0 1,0 0-1,0 0 1,0 0-1,0 0 1,0 0-1,0 0 0,0 0 1,1 0-1,-1 0 1,0-1-1,0 1 1,0 0-1,0 0 0,0 0 1,0 0-1,0 0 1,0 0-1,0 0 1,0 0-1,0 0 0,0 0 1,0-1-1,0 1 1,0 0-1,0 0 1,0 0-1,0 0 0,0 0 1,0 0-1,0 0 1,0 0-1,0-1 1,0 1-1,0 0 0,0 0 1,0 0-1,0 0 1,0 0-1,0 0 1,0 0-1,0 0 0,0 0 1,0-1-1,0 1 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5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 24575,'-2'10'0,"-1"1"0,2-1 0,-1 1 0,1 0 0,1-1 0,0 1 0,1 0 0,0-1 0,0 1 0,1 0 0,1-1 0,6 20 0,4 2 0,1 0 0,31 49 0,52 61 0,-66-104 0,-28-36 0,-1 0 0,0 1 0,1-1 0,0 0 0,-1-1 0,1 1 0,0 0 0,0-1 0,0 1 0,0-1 0,0 0 0,5 1 0,-7-2 0,0 0 0,-1 0 0,1 1 0,0-1 0,0 0 0,-1 0 0,1 0 0,0 0 0,0 0 0,-1-1 0,1 1 0,0 0 0,-1 0 0,1 0 0,0-1 0,0 1 0,-1 0 0,1-1 0,0 1 0,-1 0 0,1-1 0,-1 1 0,1-1 0,0 1 0,-1-1 0,1 1 0,-1-1 0,0 0 0,1 1 0,-1-1 0,1 0 0,-1 1 0,0-1 0,1 0 0,-1 1 0,0-1 0,0 0 0,0 0 0,0 1 0,1-1 0,-1 0 0,0 0 0,0 1 0,0-1 0,-1-1 0,1-2 0,-1 1 0,1 0 0,-1-1 0,0 1 0,0 0 0,-1 0 0,1 0 0,-4-6 0,2 4 0,0 1 0,-1-1 0,0 1 0,1 0 0,-1 0 0,-1 1 0,1-1 0,-1 1 0,1 0 0,-1 0 0,0 0 0,0 1 0,-10-4 0,3 3 0,1 1 0,-1 0 0,0 0 0,1 1 0,-21 2 0,-9 1-341,0 2 0,1 3-1,-51 13 1,69-15-6485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5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26 24575,'-7'-1'0,"-184"-23"0,183 23 0,1 1 0,-1 1 0,1-1 0,0 1 0,-1 1 0,1-1 0,0 1 0,-8 3 0,13-4 0,0 0 0,0 0 0,0-1 0,1 2 0,-1-1 0,0 0 0,0 0 0,1 1 0,-1-1 0,1 0 0,-1 1 0,1 0 0,-1-1 0,1 1 0,0 0 0,0 0 0,0 0 0,0 0 0,0 0 0,0 0 0,1 0 0,-1 0 0,1 0 0,-1 0 0,1 0 0,0 0 0,0 0 0,0 0 0,0 0 0,0 1 0,1 3 0,1-1 0,-1 1 0,2-1 0,-1 1 0,1-1 0,0 0 0,0 1 0,0-2 0,0 1 0,1 0 0,0-1 0,0 1 0,1-1 0,5 5 0,10 6 0,38 22 0,-56-36 0,97 51 0,-56-31 0,41 28 0,-83-49 0,0 1 0,0 0 0,1-1 0,-1 1 0,0 0 0,0 0 0,0 0 0,-1 0 0,1 0 0,0 0 0,0 0 0,0 0 0,-1 0 0,1 0 0,-1 0 0,1 0 0,-1 1 0,1-1 0,-1 0 0,0 0 0,1 1 0,-1-1 0,0 2 0,0-1 0,-1-1 0,1 0 0,-1 0 0,0 1 0,1-1 0,-1 0 0,0 0 0,0 0 0,0 0 0,0 1 0,0-1 0,0-1 0,0 1 0,0 0 0,0 0 0,0 0 0,0-1 0,-1 1 0,1 0 0,0-1 0,-3 1 0,-8 4 0,-1-1 0,0 0 0,0-1 0,-1-1 0,1 0 0,0-1 0,-17 0 0,12-2 0,0 0 0,0-1 0,1-1 0,0-1 0,-18-6 0,30 8-97,0 0-1,0 0 1,1 0-1,-1-1 1,1 0-1,0 0 1,-1 0-1,2 0 1,-1 0-1,0-1 1,0 0-1,1 0 0,-5-7 1,1 2-6729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24575,'8'12'0,"-1"2"0,-1-4 0,-4-4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6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24575,'10'10'0,"5"8"0,6 8 0,1 5 0,2 2 0,-3-2 0,-5-7-8191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6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220 447 24575,'-1'-1'0,"-35"-15"0,0 1 0,-62-17 0,96 31 0,-1 0 0,0 1 0,0-1 0,1 1 0,-1 0 0,0 0 0,0 0 0,1 0 0,-1 1 0,0-1 0,-4 2 0,6-1 0,0-1 0,0 1 0,1-1 0,-1 1 0,0 0 0,1-1 0,-1 1 0,0 0 0,1-1 0,-1 1 0,1 0 0,-1 0 0,1 0 0,-1 0 0,1-1 0,-1 1 0,1 0 0,0 0 0,0 0 0,-1 0 0,1 0 0,0 0 0,0 0 0,0 0 0,0 0 0,0 0 0,0 0 0,0 0 0,1 0 0,-1 0 0,0 0 0,0 0 0,1-1 0,-1 1 0,1 1 0,1 3 0,0 0 0,1 0 0,0 0 0,0-1 0,0 1 0,0-1 0,0 0 0,1 0 0,0 0 0,0 0 0,0-1 0,0 0 0,1 0 0,5 4 0,1-1 0,0-1 0,0 0 0,0 0 0,0-1 0,17 4 0,-21-7 0,0 0 0,1 0 0,-1 0 0,1-1 0,-1 0 0,1 0 0,-1-1 0,0 0 0,1 0 0,12-5 0,-16 5 0,0-1 0,0 0 0,0 0 0,0 0 0,0-1 0,-1 1 0,1-1 0,-1 0 0,0 0 0,0 0 0,0 0 0,0-1 0,0 1 0,-1-1 0,1 0 0,-1 1 0,0-1 0,0 0 0,2-8 0,-2 1 0,0 0 0,0 0 0,-1-1 0,0 1 0,-1-1 0,-1 1 0,1 0 0,-2-1 0,0 1 0,0 0 0,-1 0 0,-6-17 0,-6-10 0,-3 0 0,-21-36 0,-10-4 0,24 39 0,17 29 0,8 10 0,-1 0 0,1 0 0,0 0 0,0 0 0,0 0 0,0 0 0,0 0 0,0 0 0,-1 0 0,1 0 0,0 0 0,0 0 0,0 0 0,0 1 0,0-1 0,-1 0 0,1 0 0,0 0 0,0 0 0,0 0 0,0 0 0,0 0 0,0 0 0,0 0 0,0 0 0,-1 1 0,1-1 0,0 0 0,0 0 0,0 0 0,0 0 0,0 0 0,0 0 0,0 0 0,0 1 0,0-1 0,0 0 0,0 0 0,0 0 0,0 1 0,-1 21 0,1-16 0,2 19 0,0 0 0,1 0 0,2 0 0,1 0 0,0-1 0,2 0 0,14 31 0,-12-34 0,1-1 0,1 0 0,1 0 0,0-2 0,1 1 0,1-2 0,1 0 0,21 18 0,-20-22 0,0 0 0,1-1 0,1-1 0,0-1 0,0-1 0,41 14 0,-46-19 0,0 0 0,1-1 0,-1-1 0,1 0 0,-1-1 0,1-1 0,0 0 0,0-1 0,-1 0 0,1-2 0,15-3 0,-25 4 0,0 1 0,0-1 0,0 0 0,0 0 0,0-1 0,0 1 0,-1-1 0,0 0 0,1 0 0,-1-1 0,0 1 0,-1-1 0,1 0 0,3-4 0,-5 4 0,0 0 0,0 0 0,0 0 0,0-1 0,-1 1 0,0 0 0,1 0 0,-2-1 0,1 1 0,0-1 0,-1 1 0,0-1 0,0 1 0,0-1 0,-1 1 0,-2-9 0,0 2 0,0 0 0,-1 0 0,0 1 0,-1 0 0,-1 0 0,1 0 0,-1 0 0,-8-8 0,5 7 0,-1-1 0,-1 1 0,0 1 0,0 0 0,-20-13 0,27 20 0,0 1 0,-1-1 0,1 1 0,-1 0 0,0 0 0,0 0 0,0 1 0,0 0 0,0 0 0,-5-1 0,8 2 0,0 0 0,0 1 0,0-1 0,0 0 0,0 0 0,0 1 0,0-1 0,0 1 0,0 0 0,0 0 0,0-1 0,1 1 0,-1 0 0,0 0 0,1 1 0,-1-1 0,1 0 0,-1 1 0,1-1 0,-1 0 0,1 1 0,0 0 0,0-1 0,0 1 0,0 0 0,0 0 0,0-1 0,-1 4 0,0 2-6,-1 1-1,1 0 0,0-1 0,1 1 1,0 0-1,0 0 0,0 0 1,1 0-1,1 0 0,-1 0 1,4 16-1,-1-14 29,0 1 0,1-1 1,0 0-1,1 0 0,0 0 0,0 0 1,1-1-1,9 10 0,-7-8-121,2 0 0,0-1 0,0-1 0,0 0 0,1 0 0,1-1 0,-1 0 0,1-1 0,1 0 0,-1-1 0,1-1 0,0 0 0,1 0 0,14 2 0,-11-4-6727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7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83 387 24575,'-3'19'0,"0"0"0,1 1 0,1-1 0,1 1 0,3 30 0,-2-44 0,0 1 0,1-1 0,-1 1 0,1-1 0,0 0 0,1 0 0,0 0 0,0 0 0,0 0 0,1 0 0,-1-1 0,1 0 0,0 1 0,1-2 0,0 1 0,-1 0 0,1-1 0,1 0 0,10 7 0,-14-10 0,0 0 0,1 0 0,-1 0 0,0 0 0,1 0 0,-1 0 0,1-1 0,-1 1 0,1-1 0,-1 0 0,1 0 0,-1 1 0,1-2 0,-1 1 0,1 0 0,-1 0 0,1-1 0,-1 0 0,0 1 0,1-1 0,-1 0 0,0 0 0,1 0 0,-1-1 0,0 1 0,0 0 0,0-1 0,3-2 0,-2 0 0,0 1 0,0-1 0,0 0 0,-1 0 0,1 0 0,-1 0 0,0 0 0,0 0 0,0-1 0,-1 1 0,0-1 0,0 1 0,0-1 0,1-7 0,-2-3 0,-1 1 0,0 0 0,-1 0 0,0 0 0,-1 0 0,-6-19 0,-36-80 0,42 107 0,-47-96 0,-78-117 0,118 205 0,10 14 0,0 0 0,0 0 0,0 0 0,0 0 0,0 0 0,0 0 0,0 0 0,1 0 0,-1 0 0,0 0 0,0 0 0,0 1 0,0-1 0,0 0 0,0 0 0,0 0 0,0 0 0,0 0 0,0 0 0,0 0 0,0 0 0,0 0 0,0 0 0,0 0 0,0 1 0,0-1 0,0 0 0,0 0 0,0 0 0,0 0 0,0 0 0,0 0 0,0 0 0,0 0 0,0 0 0,0 0 0,0 0 0,0 1 0,0-1 0,-1 0 0,1 0 0,0 0 0,0 0 0,0 0 0,0 0 0,0 0 0,0 0 0,0 0 0,0 0 0,0 0 0,0 0 0,0 0 0,0 0 0,0 0 0,-1 0 0,1 0 0,0 0 0,0 0 0,0 0 0,0 0 0,0 0 0,0 0 0,0 0 0,0 0 0,0 0 0,0 0 0,-1 0 0,12 30 0,105 207 67,41 93-1499,-147-305-5394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8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35 24575,'-7'-2'0,"-14"-6"0,0 2 0,0 0 0,-1 1 0,-34-3 0,49 8 0,1 0 0,0 1 0,0-1 0,0 1 0,0 0 0,0 1 0,0-1 0,0 1 0,-6 3 0,7-2 0,1-1 0,0 1 0,0 0 0,1 0 0,-1 0 0,1 0 0,-1 0 0,1 1 0,0 0 0,0 0 0,1 0 0,-1 0 0,-2 6 0,4-8 0,-1 1 0,1 0 0,0-1 0,1 1 0,-1 0 0,0 0 0,1-1 0,-1 1 0,1 0 0,0 0 0,0 0 0,0 0 0,1 0 0,-1-1 0,0 1 0,2 3 0,-1-2 0,1-1 0,0 1 0,0-1 0,0 1 0,0-1 0,0 0 0,1 0 0,-1 0 0,1 0 0,5 3 0,2 2 0,1-1 0,0 0 0,1-1 0,-1 0 0,1-1 0,13 4 0,17 4-455,0-2 0,79 12 0,-99-21-6371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0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1 24575,'-80'18'0,"72"-16"0,0 1 0,0 0 0,0 1 0,0 0 0,1 0 0,-1 0 0,-8 9 0,13-11 0,1 0 0,-1 0 0,1 1 0,0-1 0,0 1 0,0-1 0,0 1 0,1 0 0,-1 0 0,1 0 0,-1 0 0,1 0 0,0 0 0,0 0 0,1 0 0,-1 0 0,1 1 0,-1-1 0,1 0 0,0 0 0,0 1 0,0-1 0,1 0 0,-1 0 0,1 1 0,0-1 0,1 3 0,0 0 0,1 0 0,0 0 0,0-1 0,1 0 0,-1 1 0,1-1 0,0-1 0,1 1 0,-1 0 0,1-1 0,0 0 0,0 0 0,5 3 0,1 0 0,0-1 0,0 0 0,0-1 0,0 0 0,1-1 0,0 0 0,0-1 0,0 0 0,1-1 0,-1 0 0,0-1 0,20 0 0,-30-1 0,1 0 0,-1-1 0,1 1 0,0-1 0,-1 1 0,0-1 0,1 0 0,-1 0 0,1 0 0,-1 0 0,0 0 0,0 0 0,0-1 0,1 1 0,-1-1 0,-1 0 0,1 1 0,0-1 0,0 0 0,-1 0 0,3-4 0,-3 3 0,1 0 0,-1 0 0,-1 1 0,1-1 0,0 0 0,-1 0 0,0 0 0,1 0 0,-1 0 0,0 0 0,-1 0 0,1 0 0,0 0 0,-1 0 0,0 0 0,0 0 0,0 0 0,-1-3 0,-1 0 0,0-1 0,0 0 0,-1 1 0,0-1 0,0 1 0,-1 0 0,1 1 0,-1-1 0,-1 1 0,1 0 0,-9-6 0,5 8 0,6 8 0,3-3 0,0-1 0,0 0 0,0 0 0,0 1 0,1-1 0,-1 0 0,0 0 0,1 1 0,-1-1 0,1 0 0,0 2 0,5 4 0,-1 1 0,1-2 0,1 1 0,-1 0 0,1-1 0,0 0 0,1-1 0,0 0 0,12 7 0,8 2 0,42 14 0,-59-24 0,1 0 0,0 0 0,0-2 0,0 1 0,0-2 0,0 1 0,22-2 0,-32 0 0,-1 0 0,0 0 0,0 0 0,0 0 0,0-1 0,0 1 0,0 0 0,1-1 0,-1 1 0,0-1 0,0 1 0,0-1 0,0 1 0,0-1 0,-1 0 0,1 0 0,0 1 0,0-1 0,0 0 0,-1 0 0,2-1 0,-1 0 0,0 0 0,-1 0 0,1 0 0,-1 1 0,0-1 0,1 0 0,-1 0 0,0 0 0,0 0 0,0 0 0,0 1 0,-1-3 0,0-6 0,-2 1 0,0 0 0,0-1 0,-4-8 0,6 16 0,-9-20 0,5 12 0,0 1 0,1-1 0,1 0 0,0 0 0,0 0 0,-2-17 0,5 26 0,0 0 0,0 1 0,-1-1 0,1 0 0,0 0 0,0 1 0,0-1 0,1 0 0,-1 0 0,0 0 0,0 1 0,0-1 0,1 0 0,-1 0 0,0 1 0,1-1 0,-1 0 0,0 1 0,1-1 0,-1 0 0,1 1 0,-1-1 0,1 1 0,-1-1 0,1 1 0,0-1 0,1 0 0,-1 1 0,0 0 0,0 0 0,0 0 0,0 0 0,0 0 0,1 0 0,-1 0 0,0 0 0,0 0 0,0 0 0,0 1 0,0-1 0,0 1 0,2 0 0,6 3 0,-1 1 0,0 0 0,10 8 0,-16-11 0,44 35 0,21 16 0,-56-46 0,-1 0 0,1-1 0,-1 0 0,23 7 0,-30-12 0,0 0 0,0 0 0,0-1 0,0 1 0,0-1 0,0 0 0,1 1 0,-1-1 0,6-1 0,-8 0 0,0 1 0,1 0 0,-1-1 0,0 0 0,0 1 0,0-1 0,0 1 0,0-1 0,0 0 0,0 0 0,0 0 0,0 0 0,0 1 0,-1-1 0,1 0 0,0 0 0,0-1 0,-1 1 0,1 0 0,-1 0 0,1 0 0,-1 0 0,1 0 0,-1-1 0,0 1 0,0 0 0,1-2 0,-1-5 0,0 0 0,0 0 0,-1-11 0,0 13 0,0 1 0,1-1 0,0 0 0,0 1 0,0-1 0,1 1 0,0-1 0,1-6 0,-1 12 0,-1-1 0,0 1 0,0-1 0,0 1 0,1-1 0,-1 1 0,0 0 0,1-1 0,-1 1 0,0 0 0,1-1 0,-1 1 0,1 0 0,-1-1 0,0 1 0,1 0 0,-1 0 0,1-1 0,-1 1 0,1 0 0,-1 0 0,1 0 0,-1 0 0,1 0 0,-1 0 0,1-1 0,-1 1 0,1 0 0,-1 0 0,1 1 0,-1-1 0,1 0 0,-1 0 0,1 0 0,-1 0 0,1 0 0,-1 0 0,1 1 0,-1-1 0,0 0 0,1 0 0,-1 1 0,1-1 0,-1 0 0,0 1 0,1-1 0,-1 1 0,1 0 0,20 20 0,-19-18 0,21 26-1365,-15-15-5461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29 24575,'-11'-4'0,"-62"-17"0,67 20 0,0 0 0,0 0 0,0 1 0,0-1 0,0 1 0,-1 1 0,1-1 0,0 1 0,-10 2 0,14-2 0,0 0 0,0-1 0,0 1 0,0 0 0,1 0 0,-1 0 0,0 1 0,0-1 0,1 0 0,-1 1 0,1-1 0,-1 1 0,1-1 0,0 1 0,-1 0 0,1 0 0,0-1 0,-1 3 0,1 0 0,0-1 0,0 0 0,1 1 0,-1-1 0,1 1 0,-1-1 0,1 1 0,0-1 0,0 1 0,1 3 0,1 2 0,0-1 0,0 1 0,1-1 0,0 0 0,0 0 0,1 0 0,0 0 0,6 7 0,10 10 0,2-1 0,0 0 0,45 34 0,15 16 0,-78-70 0,0 1 0,0-1 0,0 1 0,3 6 0,-6-11 0,-1 1 0,1 0 0,-1-1 0,0 1 0,1 0 0,-1 0 0,0-1 0,1 1 0,-1 0 0,0 0 0,0 0 0,0-1 0,0 1 0,0 0 0,0 0 0,0 0 0,0 0 0,0-1 0,0 1 0,0 0 0,0 0 0,0 0 0,-1 0 0,1-1 0,0 1 0,-1 0 0,1 0 0,-1-1 0,1 1 0,-1 0 0,1-1 0,-1 1 0,1-1 0,-1 1 0,1 0 0,-1-1 0,0 1 0,1-1 0,-2 1 0,-5 2 0,1 0 0,-1-1 0,0 0 0,0 0 0,0-1 0,0 0 0,0 0 0,-1 0 0,1-1 0,0 0 0,-14-2 0,-4-2 0,-48-14 0,61 14-109,-46-15 352,54 17-393,-1 0 0,1 0 0,-1 0 0,1-1 0,0 0 0,0 0 1,0 0-1,0 0 0,-4-6 0,2 0-6676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250 708 24575,'-35'-17'0,"-7"-5"0,-77-28 0,116 49 0,-1 0 0,1 0 0,-1 1 0,0-1 0,1 1 0,-1-1 0,0 1 0,1 0 0,-5 1 0,7-1 0,0 0 0,1 0 0,-1 1 0,0-1 0,1 0 0,-1 1 0,0-1 0,1 0 0,-1 1 0,0-1 0,1 1 0,-1-1 0,1 1 0,-1-1 0,1 1 0,-1-1 0,1 1 0,0-1 0,-1 2 0,0-1 0,1 0 0,0 1 0,-1-1 0,1 0 0,0 1 0,0-1 0,0 0 0,0 0 0,0 1 0,0-1 0,1 0 0,-1 1 0,0-1 0,1 2 0,2 3 0,-1 0 0,1-1 0,0 1 0,0-1 0,1 0 0,0 0 0,0 0 0,0 0 0,0-1 0,1 1 0,0-1 0,5 4 0,2 0 0,1 0 0,0-1 0,27 12 0,-36-18 0,-1 1 0,0-1 0,0 0 0,0-1 0,1 1 0,-1-1 0,0 1 0,7-1 0,-8 0 0,-1 0 0,0-1 0,0 1 0,0 0 0,0-1 0,0 1 0,0-1 0,0 1 0,0-1 0,0 0 0,0 1 0,0-1 0,0 0 0,0 1 0,-1-1 0,1 0 0,0 0 0,-1 0 0,1 0 0,0 0 0,-1 0 0,1 0 0,-1 0 0,1 0 0,-1 0 0,0 0 0,1 0 0,-1-2 0,0 2 0,0 1 0,0-1 0,0 1 0,0 0 0,0-1 0,0 1 0,0-1 0,1 1 0,-1 0 0,0-1 0,0 1 0,0-1 0,0 1 0,1 0 0,-1-1 0,0 1 0,0 0 0,1-1 0,-1 1 0,0 0 0,1-1 0,5 6 0,2 2 0,-1-2 0,0-1 0,0 1 0,1-1 0,0 0 0,-1-1 0,2 0 0,-1 0 0,0-1 0,0 0 0,15 1 0,-7-1 0,1-1 0,-1-1 0,1-1 0,26-3 0,-36 2 0,1 0 0,-1 0 0,0 0 0,0-1 0,0 0 0,0 0 0,0-1 0,0 0 0,-1 0 0,0 0 0,0-1 0,0 0 0,-1 0 0,1-1 0,-1 1 0,7-11 0,-6 6 0,0-1 0,0 1 0,-1-1 0,0 0 0,-1-1 0,-1 1 0,0-1 0,0 0 0,2-20 0,-3-3 0,-1-1 0,-2 1 0,-2 0 0,0 0 0,-3 1 0,-1-1 0,-1 1 0,-2 0 0,-1 1 0,-2 0 0,-1 1 0,-2 0 0,-1 2 0,-21-30 0,35 56 0,1 0 0,-1 1 0,-1-1 0,1 1 0,0 0 0,-1 0 0,0 0 0,0 0 0,-5-2 0,7 4 0,1 0 0,0 1 0,-1 0 0,1-1 0,0 1 0,-1 0 0,1 0 0,-1 0 0,1 0 0,0 0 0,-1 0 0,1 0 0,-1 0 0,1 0 0,0 1 0,-1-1 0,1 1 0,0-1 0,-1 1 0,1-1 0,0 1 0,0 0 0,-1-1 0,1 1 0,0 0 0,0 0 0,0 0 0,0 0 0,0 0 0,0 0 0,0 0 0,1 1 0,-1-1 0,-1 2 0,-2 5 0,-1 1 0,1 0 0,0 1 0,1-1 0,0 1 0,1-1 0,0 1 0,-2 16 0,3-8 0,1-1 0,0 1 0,1-1 0,4 20 0,0-15 0,1 0 0,1 0 0,0-1 0,2 0 0,1-1 0,0 0 0,1 0 0,2-1 0,-1-1 0,2 0 0,17 17 0,-1-5 0,2-1 0,0-1 0,2-2 0,71 41 0,-75-50-1365,-7-3-5461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5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2 24575,'-56'0'0,"13"-2"0,-1 3 0,0 2 0,-55 9 0,93-10 0,1-1 0,0 1 0,-1 0 0,1 0 0,0 0 0,0 1 0,0-1 0,0 1 0,1 1 0,-6 3 0,8-5 0,0 0 0,1 0 0,-1 0 0,1 0 0,-1 0 0,1 0 0,0 0 0,0 0 0,0 1 0,0-1 0,0 0 0,0 1 0,0-1 0,1 1 0,0-1 0,-1 1 0,1-1 0,0 1 0,0-1 0,0 1 0,0-1 0,1 1 0,-1-1 0,2 5 0,0-2 0,1 0 0,-1 0 0,1 0 0,0 0 0,0-1 0,0 1 0,1-1 0,-1 0 0,1 0 0,0 0 0,0 0 0,1-1 0,7 5 0,8 4 0,41 17 0,-48-23 0,73 29 0,46 22 0,-128-55 0,-1 0 0,1 0 0,-1 1 0,0-1 0,0 1 0,0 0 0,5 5 0,-7-7 0,-1-1 0,1 1 0,-1 0 0,1 0 0,-1 0 0,0-1 0,1 1 0,-1 0 0,0 0 0,1 0 0,-1 0 0,0-1 0,0 1 0,0 0 0,0 0 0,0 0 0,0 0 0,0 0 0,0 0 0,0 0 0,0-1 0,-1 1 0,1 0 0,0 0 0,0 0 0,-1 0 0,1-1 0,-1 1 0,1 0 0,-1 0 0,1-1 0,-1 1 0,1 0 0,-1-1 0,0 1 0,1 0 0,-1-1 0,0 1 0,1-1 0,-1 1 0,-1-1 0,-4 4 0,0-1 0,-1 0 0,1 0 0,-1-1 0,0 0 0,0 0 0,0-1 0,-11 2 0,-61-1 0,58-3 0,-37 2 0,-74-4 0,130 3-65,0 0 0,0 0 0,0 0 0,0 0 0,0-1 0,0 1 0,0-1 0,0 0 0,0 1 0,0-1 0,0 0 0,1 0 0,-1 0 0,0 0 0,1-1 0,-1 1 0,1 0 0,-1-1 0,1 1 0,-2-3 0,-1-4-6761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5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24575,'-2'30'0,"-1"14"0,2 7 0,4 0 0,7-1 0,3-5 0,5-4 0,2-3 0,2-2 0,0-5 0,-1-3 0,-2-4 0,-2-3 0,-3-3 0,-2-2 0,-3-4-8191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6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24575,'96'33'0,"2"-4"0,173 29 0,-145-45 0,-109-13 0,-1 0 0,0-1 0,1 0 0,-1-2 0,27-6 0,-39 8 0,0-1 0,0 1 0,0-1 0,0 0 0,0-1 0,0 1 0,-1 0 0,1-1 0,-1 0 0,0 0 0,6-6 0,-8 8 0,0-1 0,0 1 0,0-1 0,-1 0 0,1 1 0,0-1 0,-1 0 0,1 1 0,-1-1 0,1 0 0,-1 0 0,0 1 0,0-1 0,1 0 0,-1 0 0,-1 0 0,1 0 0,0 1 0,0-1 0,-1 0 0,1 0 0,-1 1 0,1-1 0,-1 0 0,0 1 0,0-1 0,0 0 0,0 1 0,0-1 0,-2-1 0,0-1 0,-1 0 0,0 0 0,0 1 0,0-1 0,0 1 0,-1 0 0,1 0 0,-1 1 0,0 0 0,0-1 0,0 2 0,0-1 0,0 0 0,0 1 0,0 0 0,-9-1 0,11 2 0,0 0 0,1 0 0,-1 0 0,0 0 0,0 1 0,1-1 0,-1 1 0,0-1 0,1 1 0,-1 0 0,1 0 0,-1 0 0,1 0 0,-1 1 0,1-1 0,0 1 0,-1 0 0,1-1 0,0 1 0,0 0 0,0 0 0,1 0 0,-1 0 0,0 1 0,1-1 0,-1 0 0,1 1 0,0-1 0,0 1 0,0-1 0,0 1 0,0 0 0,0 2 0,0-1 0,1-1 0,-1 0 0,1 1 0,-1-1 0,1 0 0,1 1 0,-1-1 0,0 0 0,1 1 0,-1-1 0,1 0 0,0 0 0,0 0 0,0 0 0,1 1 0,-1-1 0,1-1 0,0 1 0,1 3 0,1-3 0,-1 1 0,1-1 0,0 0 0,-1 0 0,1 0 0,1 0 0,-1-1 0,0 0 0,1 0 0,-1 0 0,1 0 0,7 1 0,-9-2 0,27 7 0,45 18 0,-69-25-1365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7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24575,'8'33'0,"68"238"0,-70-250 0,-3-12 0,-1-1 0,1 1 0,1-1 0,-1 0 0,6 9 0,-9-17 0,1 1 0,-1-1 0,0 1 0,1-1 0,-1 1 0,0-1 0,1 0 0,-1 1 0,1-1 0,-1 0 0,1 1 0,-1-1 0,1 0 0,-1 0 0,1 1 0,-1-1 0,1 0 0,-1 0 0,1 0 0,-1 0 0,1 1 0,-1-1 0,1 0 0,-1 0 0,1 0 0,0 0 0,-1-1 0,1 1 0,-1 0 0,1 0 0,-1 0 0,1 0 0,-1 0 0,1-1 0,-1 1 0,1 0 0,-1 0 0,1-1 0,-1 1 0,1 0 0,-1-1 0,0 1 0,1-1 0,-1 1 0,0 0 0,1-1 0,-1 1 0,0-1 0,1 0 0,3-4 0,-1 0 0,0 0 0,4-9 0,-5 10 0,4-9 0,-2 4 0,0 1 0,0 0 0,1 0 0,0 0 0,9-10 0,-13 16 0,1 1 0,-1-1 0,1 1 0,0 0 0,-1 0 0,1 0 0,0 0 0,0 0 0,0 0 0,0 0 0,0 0 0,0 1 0,0-1 0,0 1 0,0-1 0,0 1 0,0 0 0,1 0 0,-1 0 0,0 0 0,0 0 0,0 1 0,0-1 0,0 1 0,0-1 0,0 1 0,0 0 0,0-1 0,3 3 0,0 0 0,0 0 0,0 1 0,0 0 0,-1 0 0,0 0 0,1 0 0,-1 0 0,-1 1 0,1 0 0,-1 0 0,5 9 0,-2-2 0,-1 0 0,0 0 0,0 0 0,3 17 0,-7-25 0,0 0 0,-1 0 0,1 1 0,-1-1 0,0 1 0,0-1 0,0 0 0,0 1 0,-1-1 0,-1 7 0,1-9 0,0 1 0,-1-1 0,1 1 0,0-1 0,-1 0 0,0 0 0,1 1 0,-1-1 0,0 0 0,0-1 0,0 1 0,0 0 0,-1-1 0,1 1 0,0-1 0,-1 1 0,-4 1 0,1-1 0,-1 0 0,0-1 0,0 1 0,1-1 0,-1-1 0,0 1 0,0-1 0,0 0 0,0-1 0,0 1 0,0-1 0,0-1 0,1 0 0,-1 1 0,-8-5 0,-2-1 0,1-1 0,-1 0 0,1-1 0,-23-17 0,22 12-1365,4 1-5461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7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24575,'-1'65'0,"0"-6"0,12 110 0,-9-158 0,0 1 0,1-1 0,1 0 0,0 0 0,0 0 0,1-1 0,0 1 0,1-1 0,0 0 0,10 12 0,-10-16 0,-1 0 0,1-1 0,0 1 0,0-1 0,0 0 0,1 0 0,0-1 0,0 0 0,0 0 0,1-1 0,-1 0 0,1 0 0,-1-1 0,1 0 0,12 2 0,-7-3 0,1 0 0,-1-1 0,0 0 0,0-1 0,0-1 0,0 0 0,0 0 0,0-2 0,-1 1 0,15-8 0,-21 9 0,0-1 0,-1 0 0,1 0 0,-1 0 0,0-1 0,0 0 0,-1 0 0,1 0 0,-1 0 0,1-1 0,-1 0 0,-1 0 0,1 0 0,-1 0 0,0-1 0,0 1 0,0-1 0,-1 0 0,0 1 0,0-1 0,-1 0 0,1-1 0,0-8 0,-2 12 0,0 0 0,0-1 0,-1 1 0,1-1 0,-1 1 0,0 0 0,0-1 0,0 1 0,0 0 0,0 0 0,-3-4 0,3 6 0,1 0 0,0 0 0,-1 1 0,0-1 0,1 0 0,-1 1 0,1-1 0,-1 1 0,0-1 0,0 1 0,1-1 0,-1 1 0,0-1 0,0 1 0,1 0 0,-1-1 0,0 1 0,0 0 0,-1-1 0,1 1 0,0 1 0,0-1 0,0 0 0,-1 0 0,1 1 0,0-1 0,0 0 0,0 1 0,0 0 0,0-1 0,0 1 0,0-1 0,0 1 0,0 0 0,0 0 0,1-1 0,-1 1 0,-1 2 0,-2 2 0,0 1 0,1 0 0,0-1 0,0 1 0,0 0 0,1 1 0,0-1 0,0 0 0,0 1 0,1-1 0,0 1 0,0-1 0,1 14 0,0-14 0,0 1 0,0-1 0,1 1 0,0 0 0,1-1 0,-1 0 0,1 1 0,0-1 0,1 0 0,-1 0 0,1 0 0,1 0 0,6 10 0,-6-13 0,-1-1 0,0 1 0,1 0 0,-1-1 0,1 0 0,0 0 0,0 0 0,0 0 0,0-1 0,0 0 0,0 1 0,7 0 0,8 0 0,28 2 0,-39-4 0,24 0 60,49-7 0,-10 0-1545,-54 6-5341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8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24575,'-5'0'0,"0"1"0,0 0 0,1 0 0,-1 0 0,0 1 0,1 0 0,-1 0 0,1 0 0,0 0 0,0 0 0,0 1 0,0 0 0,0 0 0,0 0 0,1 0 0,-1 1 0,1-1 0,0 1 0,-4 6 0,0 1 0,0 0 0,1 0 0,0 0 0,0 1 0,2 0 0,-5 15 0,6-16 0,1 0 0,0 0 0,1 1 0,0-1 0,1 0 0,0 1 0,1-1 0,2 12 0,0-7 0,1-1 0,1 1 0,0-1 0,1 0 0,9 15 0,2-1 0,1-1 0,1 0 0,2-2 0,44 45 0,-29-39-682,66 47-1,-89-70-6143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 24575,'-1'3'0,"0"0"0,1 1 0,-1-1 0,1 0 0,0 1 0,0-1 0,0 0 0,0 1 0,1-1 0,-1 0 0,1 0 0,0 1 0,0-1 0,0 0 0,0 0 0,1 0 0,-1 0 0,1 0 0,0 0 0,0-1 0,3 5 0,-1-3 0,1 0 0,-1 0 0,1-1 0,0 1 0,0-1 0,0 0 0,1-1 0,-1 1 0,1-1 0,-1 0 0,9 2 0,-1-1 0,0 0 0,0-1 0,1 0 0,-1-1 0,1 0 0,13-2 0,-23 1 0,0-1 0,-1 1 0,1-1 0,0 0 0,-1 0 0,1 0 0,-1-1 0,1 1 0,-1-1 0,0 1 0,0-1 0,1 0 0,-1-1 0,-1 1 0,1 0 0,0-1 0,0 0 0,-1 0 0,0 1 0,1-1 0,-1-1 0,0 1 0,-1 0 0,1 0 0,0-1 0,1-6 0,-2 6 0,0 0 0,0 0 0,0 0 0,0-1 0,-1 1 0,0 0 0,0 0 0,0-1 0,0 1 0,-1 0 0,0 0 0,0-1 0,0 1 0,-2-5 0,1 7 0,2 8 0,4 9 0,2-5 0,1-1 0,1 1 0,0-1 0,0-1 0,1 1 0,18 13 0,-17-15 0,1 0 0,0 0 0,0-1 0,0 0 0,1-1 0,19 6 0,-22-8 0,1-1 0,-1 0 0,1 0 0,0-1 0,0-1 0,-1 1 0,1-2 0,0 1 0,11-3 0,-18 3 0,-1-1 0,1 1 0,0-1 0,0 0 0,-1 0 0,1 0 0,0 0 0,-1-1 0,1 1 0,-1 0 0,0-1 0,1 0 0,-1 0 0,0 0 0,0 0 0,0 0 0,0 0 0,0 0 0,-1-1 0,1 1 0,-1 0 0,0-1 0,1 0 0,-1 1 0,0-1 0,0 0 0,-1 1 0,1-1 0,0 0 0,-1 0 0,0 0 0,0 0 0,0-3 0,-1-22 0,1-12 0,0 40 0,0 0 0,0-1 0,0 1 0,0 0 0,0 0 0,0-1 0,0 1 0,0 0 0,0 0 0,0-1 0,1 1 0,-1 0 0,0 0 0,0-1 0,0 1 0,0 0 0,1 0 0,-1 0 0,0 0 0,0-1 0,0 1 0,1 0 0,-1 0 0,0 0 0,0 0 0,0 0 0,1 0 0,-1-1 0,0 1 0,0 0 0,1 0 0,-1 0 0,0 0 0,0 0 0,1 0 0,-1 0 0,0 0 0,0 0 0,1 0 0,-1 0 0,0 0 0,1 0 0,-1 1 0,0-1 0,0 0 0,0 0 0,1 0 0,-1 0 0,0 0 0,0 0 0,1 1 0,-1-1 0,0 0 0,0 0 0,16 12 0,-13-9 0,13 9 0,1 0 0,0-1 0,0-1 0,1-1 0,0-1 0,1 0 0,0-1 0,0-2 0,0 1 0,1-2 0,0-1 0,20 1 0,-36-3 0,-1-1 0,1 0 0,0 0 0,-1 0 0,1-1 0,-1 1 0,1-1 0,0 0 0,-1 0 0,0 0 0,1 0 0,5-4 0,-7 3 0,0 1 0,0-1 0,-1 1 0,1-1 0,-1 0 0,1 0 0,-1 0 0,0 0 0,1 0 0,-1 0 0,0 0 0,0 0 0,-1-1 0,1 1 0,0 0 0,-1 0 0,1-1 0,-1 1 0,0 0 0,0-4 0,0 4 0,0-1 0,1-1 0,-1 1 0,0 0 0,1-1 0,1-4 0,-2 8 0,1-1 0,-1 1 0,0-1 0,0 1 0,1-1 0,-1 1 0,0-1 0,0 1 0,1-1 0,-1 1 0,1-1 0,-1 1 0,0 0 0,1-1 0,-1 1 0,1 0 0,-1-1 0,1 1 0,-1 0 0,1 0 0,-1 0 0,1-1 0,-1 1 0,1 0 0,-1 0 0,1 0 0,0 0 0,-1 0 0,1 0 0,-1 0 0,1 0 0,-1 0 0,1 0 0,-1 0 0,1 0 0,0 0 0,-1 1 0,1-1 0,-1 0 0,1 0 0,-1 1 0,1-1 0,6 4 13,-1 1 0,0-1 1,0 1-1,0 0 0,0 0 0,5 8 0,13 11-1470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19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84 100 24575,'-5'-20'0,"-4"-6"0,-3 1 0,-2 7 0,-1 10 0,0 5 0,2 4-8191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24575,'173'358'0,"-152"-305"0,-9-21 0,17 32 0,-27-60-183,1 0 1,0 0-1,0-1 0,0 1 0,1-1 0,3 4 1,-6-7 96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0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42 24575,'-27'-10'0,"-14"-3"0,-5 3 0,1 3 0,3 6 0,3 2 0,7 4 0,8 1-8191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1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17 24575,'-19'-4'0,"5"0"0,-1 1 0,0 1 0,1 0 0,-1 1 0,0 0 0,-26 3 0,39-1 0,0-1 0,-1 1 0,1 0 0,0-1 0,0 1 0,0 0 0,0 0 0,-1 0 0,1 0 0,1 1 0,-1-1 0,0 1 0,0-1 0,0 1 0,1-1 0,-1 1 0,1 0 0,0 0 0,-1 0 0,1 0 0,0 0 0,0 0 0,0 0 0,0 0 0,0 1 0,1-1 0,-1 0 0,1 0 0,-1 1 0,1-1 0,0 0 0,0 1 0,0-1 0,0 0 0,1 4 0,0 1 0,0-1 0,1 0 0,-1 1 0,1-1 0,0 0 0,1 0 0,0 0 0,0 0 0,0 0 0,1-1 0,6 9 0,-3-6 0,1-1 0,-1 0 0,1-1 0,1 0 0,-1 0 0,1-1 0,0 0 0,18 7 0,-9-6 0,0 0 0,1-1 0,34 3 0,-27-3 2,-20-3-230,0-1 0,0 0 0,1 0 1,-1-1-1,11 0 0,-5-2-6598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1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24575,'20'29'0,"6"13"0,1 1 0,-1-6 0,-5-8 0,-7-6 0,-2-6 0,-4-7-8191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1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24575,'8'8'0,"4"6"0,3 10 0,-1 4 0,-1 3 0,1 1 0,-3-2 0,-3-7-8191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1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205 294 24575,'0'0'0,"0"0"0,0 1 0,0-1 0,0 0 0,-1 1 0,1-1 0,0 0 0,0 1 0,0-1 0,-1 0 0,1 0 0,0 1 0,0-1 0,0 0 0,-1 1 0,1-1 0,0 0 0,-1 0 0,1 0 0,0 1 0,-1-1 0,1 0 0,0 0 0,-1 0 0,1 0 0,0 0 0,-1 0 0,1 0 0,0 1 0,-1-1 0,1 0 0,0 0 0,-1 0 0,1 0 0,0-1 0,-1 1 0,1 0 0,-1 0 0,1 0 0,0 0 0,-1 0 0,-16-5 0,8 0 0,1 0 0,-1-1 0,1 0 0,0 0 0,0 0 0,1-1 0,-1-1 0,-10-13 0,1-3 0,-26-45 0,41 64 0,-4-5 0,0-1 0,1-1 0,-4-11 0,8 20 0,0 1 0,0 0 0,1 0 0,-1-1 0,1 1 0,0 0 0,-1 0 0,1-1 0,0 1 0,0 0 0,1-1 0,-1 1 0,0 0 0,1-1 0,-1 1 0,1 0 0,0 0 0,0 0 0,0-1 0,0 1 0,0 0 0,0 0 0,3-2 0,-2 2 0,1 1 0,-1-1 0,1 1 0,-1-1 0,1 1 0,-1 0 0,1 0 0,0 0 0,0 1 0,0-1 0,0 0 0,-1 1 0,1 0 0,0 0 0,0 0 0,4 0 0,0 1 0,1 0 0,0 0 0,0 1 0,13 4 0,-5 1-52,-1 1 0,20 12 0,-17-9-1157,-2-2-5617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2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248 445 24575,'-14'0'0,"-14"0"0,1 0 0,-1 2 0,0 1 0,-44 10 0,69-13 0,0 1 0,1 0 0,-1 0 0,0 0 0,1 1 0,-1-1 0,1 1 0,0-1 0,-1 1 0,1 0 0,0-1 0,0 1 0,0 0 0,0 1 0,0-1 0,1 0 0,-1 0 0,1 1 0,-1-1 0,1 1 0,0 0 0,0-1 0,0 1 0,0 0 0,1-1 0,-1 1 0,1 0 0,-1 0 0,1 0 0,0-1 0,0 1 0,0 0 0,1 0 0,-1 0 0,1-1 0,-1 1 0,1 0 0,0 0 0,0-1 0,0 1 0,1-1 0,-1 1 0,0-1 0,1 1 0,0-1 0,-1 0 0,4 3 0,7 8 0,0-1 0,1 0 0,0-1 0,1 0 0,0-1 0,1-1 0,0 0 0,1-1 0,28 11 0,-19-11 0,0-1 0,1-1 0,-1-1 0,1-1 0,50 0 0,-71-4 0,1 0 0,-1-1 0,1 1 0,-1-1 0,10-3 0,-13 3 0,0 0 0,0 1 0,0-1 0,0 0 0,0 0 0,-1-1 0,1 1 0,0 0 0,0-1 0,-1 1 0,1-1 0,-1 1 0,0-1 0,1 0 0,-1 0 0,0 1 0,1-3 0,3-11 0,0-1 0,-1 1 0,-1 0 0,0-1 0,0-17 0,1 0 0,1 1 0,6-72 0,-11 88 0,0 0 0,-1 0 0,0 1 0,-7-28 0,-5-6 0,-22-53 0,24 76 0,-1 0 0,-2 1 0,-25-37 0,38 60 0,0 1 0,0 0 0,0 0 0,0-1 0,0 1 0,0 0 0,0 0 0,0 0 0,0 1 0,-1-1 0,-1-1 0,-2 4 0,1 9 0,2 10 0,1 0 0,1-1 0,1 1 0,1 0 0,1 0 0,10 37 0,-5-29 0,2 0 0,1 0 0,2-1 0,16 28 0,-16-35 0,1 0 0,1-1 0,1 0 0,1-1 0,0-1 0,28 22 0,-34-31 0,1 0 0,1-1 0,-1 0 0,1-1 0,1-1 0,-1 0 0,1 0 0,0-1 0,0-1 0,1-1 0,-1 0 0,17 1 0,-26-3 0,1-1 0,-1 0 0,0-1 0,0 1 0,1-1 0,-1 0 0,0 0 0,0 0 0,0-1 0,0 0 0,0 0 0,0 0 0,-1-1 0,1 1 0,-1-1 0,0 0 0,1-1 0,-2 1 0,1-1 0,0 0 0,0 1 0,-1-2 0,0 1 0,0 0 0,0-1 0,-1 1 0,1-1 0,-1 0 0,0 0 0,0 0 0,-1 0 0,2-10 0,-1 4 0,0 0 0,-1 0 0,-1 0 0,1 0 0,-2 0 0,0 0 0,-3-16 0,3 21 0,0 1 0,-1-1 0,1 1 0,-1 0 0,-1 0 0,1 0 0,-1 0 0,1 0 0,-2 0 0,1 1 0,0-1 0,-1 1 0,0 0 0,0 0 0,0 1 0,-9-7 0,11 9 0,0 0 0,0-1 0,0 1 0,0 1 0,0-1 0,0 0 0,0 1 0,0-1 0,-1 1 0,1-1 0,0 1 0,-1 0 0,1 0 0,0 0 0,0 0 0,-1 1 0,1-1 0,0 0 0,-3 2 0,3-1 0,0 0 0,1 0 0,-1 0 0,1 0 0,-1 0 0,1 0 0,-1 1 0,1-1 0,0 1 0,0-1 0,0 1 0,0-1 0,0 1 0,0 0 0,0-1 0,0 1 0,0 0 0,1 0 0,-1-1 0,1 1 0,-1 0 0,1 0 0,0 2 0,-1 4 0,1 1 0,0-1 0,0 1 0,1-1 0,0 0 0,0 0 0,1 1 0,0-1 0,0 0 0,1 0 0,0-1 0,6 12 0,-3-9 0,1-1 0,0 1 0,0-1 0,1-1 0,0 1 0,0-1 0,1-1 0,13 9 0,-6-5 0,1-2 0,-1 0 0,2-1 0,-1 0 0,1-2 0,1 0 0,-1-1 0,1-1 0,0 0 0,33 1 0,6-6-1365,-44 1-5461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3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24575,'5'15'0,"2"7"0,1 3 0,1 1 0,0-1 0,1-2 0,0-3 0,-3-2 0,0-4 0,-1-2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3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24575,'7'14'0,"6"11"0,-1 2 0,-1 0 0,-3-5-8191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4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24575,'1'4'0,"-1"0"0,1 1 0,0-1 0,0 0 0,0 0 0,1-1 0,0 1 0,-1 0 0,5 6 0,23 29 0,11 6 0,-35-40 0,0-1 0,0 1 0,1-1 0,0 0 0,0-1 0,10 6 0,-15-9 0,0 1 0,0-1 0,1 1 0,-1-1 0,0 0 0,1 0 0,-1 1 0,0-1 0,1 0 0,-1 0 0,0 0 0,1 0 0,-1-1 0,0 1 0,1 0 0,-1-1 0,0 1 0,0 0 0,1-1 0,-1 1 0,2-2 0,-2 1 0,1-1 0,0 0 0,-1 1 0,1-1 0,-1 0 0,0 1 0,0-1 0,0 0 0,1 0 0,-2 0 0,3-4 0,-1-2 0,0-1 0,0 1 0,-1-1 0,0 0 0,0-12 0,-1 14 0,-1 3 0,1 0 0,0 0 0,1 0 0,-1-1 0,1 1 0,1-6 0,-2 9 0,1 0 0,-1 1 0,0-1 0,1 0 0,-1 1 0,0-1 0,1 1 0,-1-1 0,1 0 0,-1 1 0,1-1 0,-1 1 0,1 0 0,0-1 0,-1 1 0,1-1 0,1 0 0,-1 1 0,0 0 0,1 0 0,-1 0 0,0 0 0,0 0 0,1 0 0,-1 0 0,0 0 0,0 0 0,1 0 0,-1 1 0,0-1 0,3 1 0,4 3 0,0 0 0,0 1 0,0 0 0,0 0 0,8 7 0,35 35 0,-39-35 0,22 20-54,48 50-1257,-70-67-5515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5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132 292 24575,'17'142'0,"-13"-115"0,2-1 0,1 1 0,13 30 0,-18-53 0,-1-2 0,-1 0 0,1 0 0,0 0 0,-1 0 0,1 0 0,0-1 0,0 1 0,0 0 0,1-1 0,-1 1 0,0 0 0,1-1 0,-1 0 0,1 1 0,2 1 0,-4-3 0,0 0 0,0 0 0,1 0 0,-1 0 0,0 0 0,0 0 0,0 0 0,0 0 0,1 0 0,-1 0 0,0 0 0,0 0 0,0 0 0,0 0 0,1 0 0,-1 0 0,0 0 0,0 0 0,0 0 0,0 0 0,0 0 0,1 0 0,-1 0 0,0-1 0,0 1 0,0 0 0,0 0 0,0 0 0,1 0 0,-1 0 0,0 0 0,0 0 0,0-1 0,0 1 0,0 0 0,0 0 0,0 0 0,0 0 0,0-1 0,0 1 0,0-10 0,-5-10 0,-78-146 0,38 82 0,25 45 0,-14-44 0,28 67 0,1 0 0,1-1 0,0 0 0,2 0 0,-2-29 0,4 43 0,0 0 0,0 0 0,0 0 0,0 1 0,1-1 0,-1 0 0,1 0 0,0 0 0,0 1 0,0-1 0,0 0 0,1 1 0,-1-1 0,1 1 0,-1-1 0,1 1 0,0 0 0,0 0 0,0 0 0,3-2 0,-2 2 0,0 0 0,0 0 0,0 1 0,0 0 0,1-1 0,-1 1 0,1 1 0,-1-1 0,1 0 0,-1 1 0,1 0 0,-1 0 0,1 0 0,-1 0 0,1 0 0,4 2 0,9 1 0,0 2 0,-1 0 0,1 1 0,-1 0 0,21 13 0,73 49 0,-101-62 0,0 1 0,-1-1 0,0 2 0,0-1 0,12 16 0,-19-22 0,1 1 0,-1 0 0,0 0 0,0 0 0,0 0 0,0 0 0,0 0 0,0 0 0,0 0 0,-1 0 0,1 1 0,-1-1 0,1 0 0,-1 0 0,0 1 0,0-1 0,0 0 0,0 1 0,0-1 0,-1 0 0,1 0 0,-1 1 0,1-1 0,-1 0 0,0 0 0,0 0 0,0 0 0,0 0 0,0 0 0,0 0 0,-1 0 0,1 0 0,-3 1 0,-7 7 0,0-1 0,0-1 0,-1 0 0,-1 0 0,0-1 0,1-1 0,-16 5 0,10-3 0,1 0 0,-33 21 0,48-28 0,0 0 0,0 1 0,1-1 0,-1 1 0,0-1 0,1 1 0,-1 0 0,1-1 0,0 1 0,0 0 0,0 0 0,0 0 0,0 0 0,0 0 0,0 0 0,0 0 0,1 1 0,-1-1 0,1 3 0,0-3 0,0 1 0,0-1 0,1 1 0,-1-1 0,1 1 0,0-1 0,0 0 0,0 1 0,0-1 0,0 0 0,0 0 0,1 1 0,-1-1 0,1 0 0,-1-1 0,4 5 0,6 4 0,1 0 0,0-1 0,0 0 0,20 9 0,56 25 0,-83-41 0,18 9 0,0-2 0,1 0 0,1-2 0,-1-1 0,1 0 0,0-2 0,33 2 0,-53-6 15,0-1 0,0 1 0,0-1 0,-1 0 0,1 0 0,0 0 0,7-3 0,-10 3-102,0 0-1,0 0 1,0-1 0,0 1-1,0 0 1,0-1 0,0 0-1,0 1 1,0-1-1,-1 0 1,1 0 0,-1 0-1,1 0 1,-1 0 0,0 0-1,2-4 1,0-7-6739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5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95 24575,'-12'-9'0,"-10"-7"0,0 0 0,-2 1 0,-34-15 0,55 28 0,0 1 0,-1 0 0,1 0 0,-1 0 0,1 0 0,0 0 0,-1 1 0,0 0 0,1 0 0,-1 0 0,1 0 0,-1 0 0,1 1 0,-1-1 0,-5 3 0,7-2 0,0 0 0,0 0 0,0 0 0,0 1 0,1-1 0,-1 0 0,0 1 0,1 0 0,-1-1 0,1 1 0,-1 0 0,1 0 0,0 0 0,0 0 0,0 0 0,0 0 0,0 0 0,0 0 0,1 0 0,-1 0 0,1 1 0,-1-1 0,1 0 0,0 0 0,0 1 0,0 2 0,1 9 0,0 0 0,1 0 0,1-1 0,0 1 0,0-1 0,11 25 0,-6-21 0,0 0 0,1-1 0,1 0 0,21 26 0,-24-34 0,0-1 0,0 0 0,1 0 0,0-1 0,1 0 0,0 0 0,-1-1 0,2 0 0,-1-1 0,0 0 0,1 0 0,0-1 0,0 0 0,0-1 0,0 0 0,0 0 0,18-1 0,-25-1 0,0 0 0,0-1 0,0 0 0,0 1 0,0-1 0,0 0 0,0 0 0,0-1 0,0 1 0,0-1 0,-1 1 0,1-1 0,0 0 0,-1 0 0,0 0 0,1 0 0,-1-1 0,0 1 0,0 0 0,0-1 0,0 0 0,-1 1 0,1-1 0,-1 0 0,0 0 0,0 0 0,0 0 0,0 0 0,0 0 0,0-5 0,1-1 0,-2 0 0,1 1 0,-1-1 0,0 1 0,-1-1 0,0 1 0,0-1 0,-1 1 0,0-1 0,-5-10 0,-1 3-195,0 1 0,-1 0 0,-1 0 0,0 0 0,-2 1 0,-22-22 0,17 19-6631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25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 24575,'-12'12'0,"0"1"0,1 0 0,1 1 0,0 0 0,1 0 0,1 1 0,0 0 0,1 1 0,-7 23 0,11-31 0,1 1 0,0 0 0,1 0 0,0 1 0,0-1 0,1 0 0,0 0 0,1 0 0,0 1 0,0-1 0,1 0 0,0 0 0,0-1 0,1 1 0,1 0 0,-1-1 0,1 0 0,10 16 0,-3-10-59,0-1 0,1-1-1,0 0 1,1 0-1,0-1 1,1-1 0,0 0-1,1-1 1,0 0 0,0-2-1,1 1 1,0-2 0,0 0-1,0-1 1,1-1-1,0 0 1,0-1 0,0-1-1,0-1 1,0 0 0,0-1-1,26-4 1,-26 1-6767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3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1126 32 24575,'14'-6'0,"33"-13"0,-42 18 0,-1-1 0,1 1 0,-1 0 0,1 1 0,0-1 0,-1 1 0,1 0 0,5 0 0,-10 0 0,0 0 0,1 0 0,-1 0 0,0 0 0,0 0 0,0 0 0,0 0 0,1 0 0,-1 0 0,0 0 0,0 0 0,0 0 0,1 0 0,-1 0 0,0 0 0,0 0 0,0 0 0,0 0 0,1 0 0,-1 1 0,0-1 0,0 0 0,0 0 0,0 0 0,0 0 0,1 0 0,-1 0 0,0 0 0,0 1 0,0-1 0,0 0 0,0 0 0,0 0 0,0 0 0,0 0 0,0 1 0,1-1 0,-1 0 0,0 0 0,0 0 0,0 0 0,0 1 0,-8 4 0,-13 2 0,-28 2 0,1-2 0,-70 2 0,70-6 0,-287 23 0,-24 3 0,255-20 0,-20 1 0,104-7 0,15-1 0,13 2 0,21 0 0,-1-1 0,1-2 0,33-2 0,-11 0 0,242-7-323,341-51 1,-587 52 322,75-12 0,-225 25 538,-490 43-1192,480-40 241,0 6 0,-112 30 1,201-39-5780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35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1292 26 24575,'16'-4'0,"31"-5"0,48-4 0,-69 15 0,-25-2 0,-1 0 0,1 0 0,-1 0 0,0 0 0,1 0 0,-1 0 0,1 0 0,-1 0 0,0 0 0,1 0 0,-1 0 0,1 0 0,-1 1 0,0-1 0,1 0 0,-1 0 0,0 1 0,1-1 0,-1 0 0,0 0 0,1 1 0,-1-1 0,0 0 0,0 1 0,1-1 0,-1 0 0,0 1 0,0-1 0,0 0 0,0 1 0,1-1 0,-1 1 0,0-1 0,0 0 0,0 1 0,0-1 0,0 1 0,0-1 0,0 0 0,0 1 0,0-1 0,0 1 0,0-1 0,0 0 0,0 1 0,-1-1 0,1 1 0,0-1 0,0 0 0,0 1 0,0-1 0,-1 0 0,1 1 0,0-1 0,0 0 0,-1 1 0,-1 1 0,-1 0 0,1 0 0,0 0 0,-1 0 0,1 0 0,-1-1 0,1 1 0,-1-1 0,0 0 0,0 0 0,-4 2 0,-36 6 0,31-7 0,-98 14 0,-147 1 0,123-10 0,-421 2 0,377-10 0,147-1 0,1-1 0,0-2 0,-32-9 0,56 12 0,5 1 0,13-1 0,27 1 0,-36 1 0,516-8-521,114-21-731,-283 23 1943,-338 8-357,-16 2 20,-19 2 40,-71 4-394,-95-2 0,-197 0 0,-132 7 0,396-12 0,-19 0 0,139-3-97,0 0-1,1 1 1,-1-1-1,0 0 1,1 0-1,-1 1 1,1-1-1,-1 1 1,1 0-1,-1-1 1,1 1-1,-1 0 0,-1 1 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38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 24575,'-70'-1'0,"-77"3"0,144-2 0,-1 1 0,1 0 0,-1 0 0,1 0 0,0 0 0,0 1 0,-1-1 0,1 1 0,0 0 0,0 0 0,1 0 0,-1 0 0,0 0 0,1 0 0,-1 1 0,1 0 0,0-1 0,0 1 0,0 0 0,0 0 0,0 0 0,1 0 0,-2 5 0,2-6 0,0 1 0,0-1 0,0 1 0,1 0 0,-1 0 0,1-1 0,0 1 0,-1 0 0,2 0 0,-1 0 0,0-1 0,0 1 0,1 0 0,-1 0 0,1-1 0,0 1 0,0-1 0,0 1 0,0 0 0,1-1 0,-1 0 0,0 1 0,1-1 0,0 0 0,0 0 0,-1 0 0,1 0 0,1 0 0,2 2 0,5 3 0,1-1 0,0-1 0,0 0 0,0 0 0,20 5 0,64 10 0,-79-17 0,44 5-1365,-37-5-5461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39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24575,'-15'8'0,"0"1"0,-14 12 0,25-18 0,1 0 0,-1 0 0,1 0 0,0 0 0,1 0 0,-1 1 0,0-1 0,1 1 0,0 0 0,0 0 0,0 0 0,0 0 0,-1 6 0,2-8 0,1-1 0,0 1 0,0-1 0,0 1 0,0-1 0,0 1 0,0-1 0,0 1 0,1-1 0,-1 1 0,1-1 0,-1 0 0,1 1 0,-1-1 0,1 0 0,0 1 0,1 1 0,0 0 0,1-1 0,-1 1 0,0-1 0,1 0 0,0 0 0,-1 0 0,6 3 0,3 0 0,0-1 0,0 0 0,17 5 0,67 11 0,-84-18 0,0-1 0,0 0 0,1-1 0,-1-1 0,0 1 0,18-5 0,-27 5 0,0 0 0,0-1 0,0 0 0,0 1 0,0-1 0,0 0 0,0 0 0,0 0 0,0 0 0,0 0 0,-1-1 0,1 1 0,0-1 0,-1 1 0,1-1 0,-1 1 0,0-1 0,1 0 0,-1 0 0,0 1 0,0-1 0,1-2 0,-2 1 0,1 1 0,-1-1 0,0 0 0,0 1 0,0-1 0,0 1 0,0-1 0,0 1 0,-1-1 0,1 1 0,-1-1 0,0 1 0,0-1 0,0 1 0,0 0 0,0-1 0,0 1 0,-3-3 0,-15-18 0,18 22 0,1 0 0,-1 0 0,0 0 0,0 0 0,0 1 0,0-1 0,0 0 0,0 1 0,0-1 0,0 1 0,0-1 0,0 1 0,0-1 0,0 1 0,0 0 0,0 0 0,0-1 0,0 1 0,-1 0 0,1 0 0,0 0 0,0 0 0,-1 1 0,1-1 0,1 0 0,0 0 0,-1 0 0,1 0 0,0 0 0,0 1 0,0-1 0,-1 0 0,1 0 0,0 0 0,0 1 0,-1-1 0,1 0 0,0 0 0,0 1 0,0-1 0,0 0 0,0 1 0,-1-1 0,1 0 0,0 1 0,0-1 0,0 0 0,0 0 0,0 1 0,0-1 0,0 0 0,0 1 0,0-1 0,0 1 0,5 11 0,10 9 0,-8-14 0,0 0 0,1 0 0,-1-1 0,1-1 0,1 1 0,-1-1 0,1-1 0,13 6 0,3-1 0,49 12 0,-65-19 0,-1-1 0,0 0 0,0 0 0,0 0 0,1-1 0,8-1 0,-15 1 0,0 0 0,0-1 0,0 1 0,0-1 0,-1 1 0,1-1 0,0 0 0,0 0 0,0 0 0,-1 0 0,1 0 0,0 0 0,-1 0 0,1 0 0,-1-1 0,0 1 0,1-1 0,-1 1 0,0-1 0,0 1 0,0-1 0,0 0 0,0 0 0,0 1 0,0-1 0,-1 0 0,1 0 0,-1 0 0,1 0 0,-1-3 0,1 2 0,-1-1 0,0 1 0,0-1 0,0 1 0,-1-1 0,1 1 0,-1-1 0,0 1 0,0-1 0,-3-6 0,-1 0 0,-1 0 0,-6-10 0,0 3 0,12 16 0,0 1 0,-1 0 0,1 0 0,0-1 0,0 1 0,-1 0 0,1 0 0,0-1 0,0 1 0,0 0 0,-1-1 0,1 1 0,0 0 0,0-1 0,0 1 0,0 0 0,0-1 0,0 1 0,0 0 0,0-1 0,0 1 0,0 0 0,0-1 0,0 1 0,0 0 0,0-1 0,0 1 0,0-1 0,0 1 0,0 0 0,0 0 0,1-1 0,10 3 0,19 16 0,-29-17 0,28 17 0,1 0 0,1-2 0,37 13 0,-52-23 0,0-1 0,1 0 0,0-2 0,0 0 0,0-1 0,0 0 0,0-1 0,23-3 0,-38 2 0,1 0 0,-1-1 0,1 1 0,-1-1 0,0 1 0,1-1 0,-1 0 0,0 0 0,0 0 0,1 0 0,-1-1 0,0 1 0,0 0 0,0-1 0,-1 1 0,1-1 0,0 0 0,-1 0 0,1 0 0,-1 0 0,1 0 0,-1 0 0,0 0 0,0 0 0,1-3 0,1-4 0,-1 0 0,0 1 0,-1-1 0,0 0 0,0-12 0,0 7 0,-1 14 0,0-1 0,0 1 0,0-1 0,0 1 0,0-1 0,0 1 0,0-1 0,0 1 0,0-1 0,0 1 0,1-1 0,-1 1 0,0-1 0,0 1 0,1-1 0,-1 1 0,0-1 0,0 1 0,1 0 0,-1-1 0,0 1 0,1-1 0,0 1 0,-1 0 0,1 0 0,-1 0 0,1 0 0,-1 0 0,1 0 0,-1 0 0,1 0 0,-1 0 0,1 0 0,-1 0 0,1 0 0,-1 1 0,1-1 0,-1 0 0,0 0 0,1 1 0,-1-1 0,1 0 0,0 1 0,21 24 0,-16-18 0,56 53-250,-47-46-865,-4-5-5711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39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19 24575,'-5'-3'0,"-31"-10"0,34 12 0,0 1 0,0-1 0,0 1 0,0 0 0,0 0 0,0 0 0,0 0 0,0 0 0,0 0 0,0 0 0,0 1 0,0-1 0,0 0 0,1 1 0,-4 1 0,4-1 0,0 0 0,0-1 0,0 1 0,1 0 0,-1 0 0,0 0 0,0 0 0,1 0 0,-1 0 0,1 0 0,-1 1 0,1-1 0,0 0 0,-1 0 0,1 0 0,0 0 0,0 1 0,-1-1 0,1 0 0,0 0 0,0 0 0,1 1 0,-1-1 0,0 0 0,0 0 0,0 0 0,2 2 0,-1 3 0,1 0 0,1 0 0,5 11 0,-1-6 0,0 0 0,1 0 0,0-1 0,1 0 0,0 0 0,0-1 0,1 0 0,14 9 0,-6-6 0,1-1 0,-1-1 0,2-1 0,26 10 0,-28-10 0,-15-4 0,-11-3 0,-9-2 0,-1-2 0,1 0 0,0-1 0,-26-7 0,-7-2 0,35 9 0,-27-6 0,-1 2 0,-79-2 0,119 9-25,6 0 84,5 0-1458,2 1-5427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0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140 571 24575,'-7'-3'0,"-2"-3"0,-1 1 0,-1 0 0,1 1 0,-1 0 0,0 1 0,0 0 0,-22-3 0,32 6 0,0 0 0,0 0 0,0 0 0,-1 0 0,1 0 0,0 0 0,0 0 0,0 0 0,0 1 0,0-1 0,-1 1 0,1-1 0,0 1 0,0-1 0,0 1 0,0-1 0,0 1 0,-1 1 0,1-1 0,1-1 0,-1 1 0,1 0 0,0 0 0,-1 0 0,1 0 0,0 0 0,-1 0 0,1 0 0,0-1 0,0 1 0,0 0 0,0 0 0,0 0 0,0 0 0,0 0 0,0 2 0,1 2 0,1-1 0,-1 1 0,1-1 0,0 1 0,0-1 0,1 0 0,3 6 0,8 9 0,0-2 0,1 0 0,31 27 0,-38-37 0,1 0 0,0 0 0,1-1 0,-1-1 0,1 1 0,0-1 0,0-1 0,1 0 0,19 4 0,-29-7 0,1-1 0,0 0 0,0 0 0,-1 1 0,1-1 0,0 0 0,0 0 0,-1-1 0,1 1 0,0 0 0,0-1 0,-1 1 0,1-1 0,0 1 0,-1-1 0,1 0 0,2-1 0,-3 1 0,0 0 0,0 0 0,0 0 0,0-1 0,0 1 0,-1 0 0,1 0 0,0-1 0,-1 1 0,1 0 0,-1-1 0,1 1 0,-1-1 0,1 1 0,-1 0 0,0-4 0,0 0 0,0-1 0,-1 0 0,0 0 0,0 1 0,0-1 0,-1 1 0,1-1 0,-1 1 0,-4-7 0,-1-1 0,0 1 0,-1 0 0,0 0 0,-1 1 0,0 0 0,-1 1 0,0 0 0,0 0 0,-21-13 0,31 22 0,-1 1 0,1 0 0,0-1 0,-1 1 0,1 0 0,-1 0 0,1-1 0,-1 1 0,1 0 0,-1 0 0,1 0 0,0 0 0,-1-1 0,1 1 0,-1 0 0,1 0 0,-1 0 0,1 0 0,-1 0 0,1 0 0,-1 0 0,1 1 0,-1-1 0,0 0 0,1 1 0,0-1 0,0 0 0,0 1 0,0-1 0,-1 0 0,1 1 0,0-1 0,0 1 0,0-1 0,0 0 0,0 1 0,0-1 0,0 1 0,0-1 0,0 0 0,0 1 0,0-1 0,0 1 0,0-1 0,1 1 0,9 22 0,-1-11 0,0 1 0,1-1 0,0-1 0,1 0 0,1 0 0,0-1 0,0-1 0,20 12 0,-22-15 0,0-1 0,0 0 0,1 0 0,0-1 0,0-1 0,0 1 0,0-2 0,1 0 0,-1 0 0,1-1 0,22-1 0,-30 0 0,0-1 0,-1 1 0,1-1 0,0 0 0,-1 0 0,1-1 0,-1 1 0,1-1 0,-1 1 0,0-1 0,0 0 0,0 0 0,5-5 0,-4 3 0,0 0 0,-1 0 0,1-1 0,-1 0 0,0 1 0,-1-1 0,1 0 0,2-8 0,0-1 0,-2-1 0,0 1 0,0-1 0,-1 0 0,-1 0 0,-1-15 0,-1 0 0,-2 0 0,-1 0 0,-12-46 0,-35-85 0,40 130 0,0-4 0,3 10 0,0 1 0,-20-39 0,27 61 0,0 0 0,-1 0 0,1 0 0,-1 0 0,1 0 0,-1 0 0,-3-3 0,4 5 0,1 0 0,0 0 0,-1-1 0,1 1 0,-1 0 0,1 0 0,-1 0 0,1 0 0,-1 0 0,1-1 0,-1 1 0,1 0 0,-1 0 0,1 0 0,0 0 0,-1 0 0,1 0 0,-1 1 0,1-1 0,-1 0 0,1 0 0,-1 0 0,1 0 0,-1 1 0,1-1 0,-1 0 0,1 0 0,0 1 0,-1-1 0,1 0 0,0 1 0,-1-1 0,1 0 0,0 1 0,-1-1 0,1 0 0,0 1 0,-1-1 0,1 1 0,0-1 0,0 1 0,0-1 0,-1 1 0,-1 5 0,-1 1 0,1-1 0,0 1 0,0-1 0,1 1 0,0 0 0,0-1 0,1 1 0,0 13 0,2 5 0,7 31 0,-4-32 0,1 0 0,1-1 0,1 0 0,2-1 0,0 0 0,1 0 0,25 36 0,-23-40 0,1-1 0,1 0 0,0-1 0,1 0 0,0-2 0,1 0 0,1-1 0,34 20 0,-33-25 45,-1 0-1,34 8 0,15 6-1542,-54-17-5328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1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24575,'-6'-7'0,"2"10"0,3-2 0,1 1 0,-1-1 0,1 1 0,0 0 0,0-1 0,0 1 0,0 0 0,0-1 0,0 3 0,3 11 0,0-1 0,1 1 0,8 17 0,-10-27 0,0 0 0,0 0 0,1 0 0,0 0 0,0-1 0,0 0 0,0 1 0,1-1 0,-1 0 0,1-1 0,0 1 0,8 5 0,-10-9 0,-1 1 0,1 0 0,-1 0 0,1-1 0,0 1 0,0-1 0,-1 1 0,1-1 0,0 0 0,0 1 0,-1-1 0,1 0 0,0 0 0,0-1 0,0 1 0,-1 0 0,1 0 0,0-1 0,1 0 0,0 0 0,0-1 0,-1 1 0,1-1 0,-1 0 0,1 0 0,-1 0 0,0 0 0,0 0 0,0 0 0,3-4 0,0-2 0,0 0 0,-1 1 0,0-2 0,-1 1 0,1 0 0,3-16 0,-5 13 0,-2 7 0,1 0 0,-1 0 0,1 1 0,0-1 0,1 0 0,2-6 0,-3 9 0,-1 1 0,0-1 0,1 1 0,-1 0 0,0-1 0,1 1 0,-1 0 0,1-1 0,-1 1 0,1 0 0,-1-1 0,1 1 0,-1 0 0,1 0 0,-1-1 0,1 1 0,-1 0 0,1 0 0,-1 0 0,1 0 0,0 0 0,1 0 0,-1 0 0,0 1 0,1-1 0,-1 0 0,0 1 0,0 0 0,1-1 0,-1 1 0,0 0 0,0-1 0,0 1 0,2 2 0,5 4 0,-1 1 0,1 1 0,10 16 0,7 9 0,-25-34-7,11 13 39,0-1 0,1 0 0,22 18 0,-30-28-115,0 1 1,0-1-1,0 1 1,1-1-1,-1 0 1,0-1-1,1 1 0,0-1 1,-1 0-1,1 0 1,0 0-1,-1-1 1,1 1-1,0-1 1,0 0-1,-1-1 1,9-1-1,0-1-6743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2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 24575,'-11'0'0,"0"0"0,0 1 0,-19 5 0,27-6 0,0 1 0,0 0 0,0 0 0,0 0 0,1 0 0,-1 0 0,0 1 0,1-1 0,-1 1 0,1 0 0,-1 0 0,1 0 0,0 0 0,0 0 0,0 0 0,0 1 0,0-1 0,-2 5 0,4-6 0,-1 0 0,1 0 0,-1 1 0,1-1 0,0 0 0,-1 1 0,1-1 0,0 0 0,0 1 0,0-1 0,0 0 0,0 1 0,0-1 0,0 0 0,1 1 0,-1-1 0,1 0 0,0 3 0,0-2 0,1 1 0,-1-1 0,1 0 0,-1 0 0,1 0 0,0 0 0,0-1 0,0 1 0,3 2 0,3 1 0,1-1 0,-1 1 0,1-2 0,12 5 0,-5-4 0,0 0 0,0-1 0,0 0 0,1-2 0,-1 0 0,1-1 0,20-2 0,-35 2 0,0 0 0,0 0 0,1-1 0,-1 1 0,0-1 0,0 0 0,0 1 0,0-1 0,0 0 0,0 0 0,0 0 0,0 0 0,0-1 0,0 1 0,-1-1 0,4-2 0,-5 3 0,1 0 0,-1 0 0,1-1 0,-1 1 0,1 0 0,-1 0 0,0 0 0,0-1 0,1 1 0,-1 0 0,0 0 0,0-1 0,0 1 0,-1 0 0,1 0 0,0-1 0,0 1 0,-1 0 0,1 0 0,0 0 0,-1-1 0,0 1 0,1 0 0,-1 0 0,1 0 0,-1 0 0,0 0 0,0 0 0,0 0 0,-1-1 0,-5-5 0,0 1 0,0 0 0,-1 0 0,0 0 0,0 1 0,0 1 0,0-1 0,-1 1 0,-17-5 0,11 4 0,0 1 0,0 1 0,-1 1 0,1 0 0,-21 0 0,18 3-1365,2 2-5461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24575,'0'29'0,"2"15"0,2 8 0,1-1 0,4-2 0,1-3 0,3-6 0,0-4 0,2-3 0,0-3 0,0-4 0,-1-1 0,-1-2 0,-2-6 0,-2-3 0,-2-4-8191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2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55 24575,'-29'-10'0,"-13"-3"0,-3 0 0,3 3 0,3 3 0,7 5 0,3 3 0,2 4 0,1 3 0,2 0 0,3 2 0,5-1-8191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3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401 19 24575,'-21'-4'0,"-87"-10"0,98 14 0,0 0 0,-1 0 0,1 1 0,0 0 0,0 1 0,-1 0 0,1 0 0,-11 6 0,19-7 0,0-1 0,0 1 0,0 0 0,0 0 0,0 0 0,0 0 0,1 1 0,-1-1 0,0 0 0,1 1 0,0-1 0,-1 1 0,1 0 0,0-1 0,-1 1 0,1 0 0,0 0 0,0 0 0,1 0 0,-1 0 0,0 0 0,1 0 0,-1 0 0,1 0 0,-1 0 0,1 0 0,0 0 0,0 0 0,0 0 0,0 0 0,0 1 0,1-1 0,-1 0 0,2 4 0,0 0 0,1 1 0,0-1 0,0 0 0,0 0 0,1 0 0,0 0 0,0 0 0,1-1 0,6 7 0,18 13 0,0-2 0,2-1 0,43 23 0,6 6 0,-78-50 0,0 0 0,-1 0 0,1 0 0,-1 1 0,1-1 0,-1 1 0,0-1 0,1 1 0,-1 0 0,0-1 0,1 3 0,-2-3 0,0-1 0,0 1 0,0-1 0,0 1 0,0-1 0,0 1 0,0 0 0,0-1 0,0 1 0,0-1 0,0 1 0,0-1 0,0 1 0,0-1 0,-1 1 0,1-1 0,0 1 0,0-1 0,-1 1 0,1-1 0,0 1 0,-1-1 0,1 1 0,0-1 0,-1 1 0,1-1 0,-1 0 0,1 1 0,0-1 0,-1 0 0,1 1 0,-1-1 0,1 0 0,-1 0 0,0 0 0,1 1 0,-1-1 0,1 0 0,-1 0 0,1 0 0,-1 0 0,1 0 0,-2 0 0,-15 3 0,0-1 0,-1-1 0,1-1 0,-20-1 0,2-1 0,-13 1 0,0-3 0,-59-12 0,98 14 40,0 0 0,-15-6 0,21 6-175,0 1 0,0-1 0,0 0 0,0 0 0,0 1 0,0-2 0,1 1 0,-1 0 0,1-1 0,-4-4 0,0-3-6691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3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24575,'0'27'0,"2"14"0,4 7 0,3 0 0,4-2 0,6-5 0,2-2 0,2-3 0,-1-2 0,-1-2 0,1-4 0,-4-2 0,-2-3 0,-1-3 0,-2-3 0,-2-1 0,0-1 0,-3-3-8191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3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24575,'53'9'1254,"250"37"-6223,-253-42 4060,82-6 0,-96-1 3110,48-11 1,-67 11-1588,30-12 1,-44 13-622,1 1 0,0-1 0,0 0 0,-1 0 0,1 0 0,-1 0 0,0-1 0,1 1 0,-1-1 0,0 0 0,-1 0-1,1 0 1,4-6 0,-6 7 7,-1 1 0,1-1 0,0 1 0,-1-1 0,1 1 0,-1-1 0,0 0 0,1 1 0,-1-1 0,0 0 0,0 1 0,0-1 0,0 0 0,0 1 0,0-1 0,-1 0 0,1 1 0,-2-4 0,1 3 0,0 0 0,0 0 0,-1 0 0,1 0 0,-1 0 0,1 0 0,-1 0 0,0 1 0,0-1 0,0 1 0,-3-3 0,-2 0 0,0 1 0,0 0 0,-1 0 0,1 0 0,-1 1 0,-14-3 0,11 4 0,0 0 0,-1 0 0,1 1 0,0 1 0,0 0 0,-1 0 0,1 1 0,-12 4 0,18-4 0,0-1 0,0 1 0,1 0 0,-1 0 0,1 0 0,-1 1 0,1 0 0,0-1 0,0 1 0,0 1 0,1-1 0,-1 1 0,1-1 0,0 1 0,0 0 0,0 0 0,0 0 0,1 1 0,-1-1 0,-2 9 0,4-10 0,1 1 0,-1-1 0,1 1 0,0-1 0,0 0 0,1 1 0,-1-1 0,0 0 0,1 1 0,0-1 0,0 0 0,0 0 0,0 0 0,1 1 0,-1-1 0,1-1 0,0 1 0,-1 0 0,1 0 0,1-1 0,-1 1 0,0-1 0,4 4 0,5 3 0,-1-1 0,1 0 0,0 0 0,19 9 0,-21-13 0,0 0 0,0-1 0,1 0 0,-1 0 0,0-1 0,1-1 0,17 1 0,-20-1 0,0-1 0,0 0 0,0-1 0,-1 0 0,1 0 0,0 0 0,-1-1 0,1 0 0,-1 0 0,1-1 0,10-6 0,-14 7 0,-1 1 0,0-2 0,-1 1 0,1 0 0,0 0 0,0-1 0,2-4 0,-4 5 0,1 0 0,0 0 0,0 1 0,1-1 0,-1 0 0,0 0 0,0 1 0,1-1 0,-1 1 0,1 0 0,0-1 0,-1 1 0,4-2 0,-4 3 0,0 0 0,0 0 0,1 0 0,-1 0 0,0 0 0,0 0 0,0 0 0,1 1 0,-1-1 0,0 0 0,0 1 0,0-1 0,0 1 0,0-1 0,0 1 0,0-1 0,0 1 0,0 0 0,2 1 0,20 20 0,-15-14 0,15 17-1365,-14-13-5461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5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24575,'-9'-35'0,"6"32"0,2 8 0,-1 8 0,3 0 0,-1 1 0,2 0 0,0-1 0,0 1 0,1-1 0,1 1 0,0-1 0,1 0 0,0-1 0,1 1 0,1-1 0,0 0 0,9 11 0,0-1 0,1-1 0,2 0 0,0-2 0,1 0 0,36 26 0,-50-41 0,4 4 0,1-1 0,12 6 0,-21-12 0,1 1 0,-1-1 0,0 0 0,0-1 0,1 1 0,-1 0 0,1-1 0,-1 1 0,1-1 0,-1 0 0,1 0 0,-1 0 0,0 0 0,1 0 0,-1 0 0,1-1 0,3 0 0,-7 21 0,0-10 0,1-9 0,0 0 0,0 0 0,0-1 0,0 1 0,0 0 0,0 0 0,1 0 0,-1 0 0,0 0 0,0 0 0,1 0 0,-1 0 0,1 1 0,3-2 0,2-8 0,-5 5 0,0 1 0,0 0 0,0-1 0,0 1 0,0-1 0,0 1 0,-1-1 0,1 0 0,-1 1 0,0-1 0,1 0 0,-1 1 0,-1-1 0,1 0 0,0 0 0,-1 1 0,1-1 0,-1 1 0,-1-4 0,0 2 0,0 1 0,0 0 0,0 0 0,0-1 0,-1 2 0,1-1 0,-1 0 0,0 0 0,0 1 0,0-1 0,0 1 0,-1 0 0,-2-2 0,4 4 0,-1-2 0,0 1 0,1-1 0,-1 0 0,0 0 0,1 1 0,-4-5 0,6 6 0,0 0 0,0-1 0,-1 1 0,1 0 0,0 0 0,0-1 0,0 1 0,0 0 0,0-1 0,0 1 0,-1 0 0,1 0 0,0-1 0,0 1 0,0 0 0,0-1 0,0 1 0,0 0 0,0-1 0,0 1 0,0 0 0,1 0 0,-1-1 0,0 1 0,0 0 0,0-1 0,0 1 0,0 0 0,1-1 0,0 0 0,0 0 0,0 0 0,0 1 0,0-1 0,0 0 0,0 1 0,0-1 0,0 1 0,0-1 0,2 0 0,6-1 0,-1 0 0,1 0 0,0 1 0,-1 0 0,1 1 0,0-1 0,-1 2 0,15 1 0,7 3 0,32 11 0,-55-14 0,3 1 0,0 0 0,0 1 0,0 0 0,-1 1 0,1 0 0,16 13 0,-24-17 0,1 1 0,-1 1 0,0-1 0,0 0 0,0 0 0,0 1 0,0-1 0,-1 1 0,1 0 0,-1 0 0,1-1 0,0 5 0,-2-4 0,1-1 0,-1 0 0,0 0 0,0 1 0,0-1 0,0 0 0,0 0 0,-1 0 0,1 1 0,-1-1 0,0 0 0,1 0 0,-1 0 0,0 0 0,0 0 0,0 0 0,0 0 0,-1 0 0,-1 2 0,-1 1 0,-1-1 0,0 1 0,0-1 0,0 0 0,-1 0 0,1-1 0,-1 1 0,0-1 0,0 0 0,0-1 0,0 0 0,-1 0 0,1 0 0,-10 1 0,-3 0 0,-1-1 0,1-1 0,-34-1 0,-172-32-706,202 28 47,4 1-6167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5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24575,'15'12'0,"9"12"0,6 6 0,1 6 0,-1 4 0,-1 0 0,1 0 0,-3-1 0,-4 0 0,0-2 0,-5-5 0,-3-2 0,-3-5 0,-2-3 0,-2-4 0,-3-2 0,-3-4-8191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45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0 274 24575,'35'1'0,"1"-3"0,65-11 0,-96 12 0,-1 0 0,1 0 0,0-1 0,-1 0 0,1 0 0,-1 0 0,0 0 0,0-1 0,0 0 0,0 0 0,0 0 0,0 0 0,-1 0 0,1-1 0,4-7 0,-5 7 0,-1 1 0,0-1 0,-1 0 0,1 0 0,-1 0 0,0-1 0,0 1 0,0 0 0,0 0 0,-1-1 0,0 1 0,0 0 0,0-1 0,0 1 0,-1 0 0,1-1 0,-1 1 0,-2-5 0,0-1 0,-1-1 0,-1 1 0,0 0 0,0 0 0,-1 1 0,0-1 0,0 1 0,-1 1 0,-1-1 0,-10-9 0,16 16 0,1 1 0,-1 0 0,1-1 0,-1 1 0,0 0 0,0 0 0,1 0 0,-1 0 0,0 0 0,0 0 0,0 1 0,0-1 0,0 1 0,0-1 0,0 1 0,0 0 0,0 0 0,0 0 0,0 0 0,0 0 0,-3 1 0,3-1 0,0 1 0,0 0 0,1 0 0,-1 0 0,0 0 0,1 0 0,-1 1 0,0-1 0,1 0 0,0 1 0,-1-1 0,1 1 0,0 0 0,0-1 0,0 1 0,0 0 0,0 0 0,0 0 0,0-1 0,1 1 0,-2 3 0,-1 11 0,0 0 0,1-1 0,1 1 0,1 0 0,0 0 0,1 0 0,0 0 0,2 0 0,7 31 0,-7-39 0,1 0 0,-1 0 0,1-1 0,0 1 0,1-1 0,0 0 0,0 0 0,1 0 0,0-1 0,0 0 0,0 0 0,1 0 0,14 9 0,-5-5 0,0-1 0,1-1 0,1 0 0,-1-1 0,25 6 0,-22-8 0,0 0 0,1-2 0,-1 0 0,1-2 0,-1 0 0,1-1 0,0-1 0,-1-1 0,1-1 0,38-10 0,-43 6-1365,-4 1-5461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52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24575,'0'-1'0,"0"0"0,0 0 0,0 0 0,1 0 0,-1 0 0,0 0 0,0 0 0,1 0 0,-1 0 0,0 0 0,1 0 0,-1 0 0,1 0 0,-1 1 0,1-1 0,0 0 0,-1 0 0,1 0 0,0 1 0,-1-1 0,1 1 0,0-1 0,0 0 0,0 1 0,0-1 0,-1 1 0,1 0 0,0-1 0,0 1 0,0 0 0,0-1 0,0 1 0,0 0 0,0 0 0,0 0 0,0 0 0,0 0 0,0 0 0,0 0 0,2 1 0,1-1 0,1 1 0,-1-1 0,0 1 0,0 1 0,0-1 0,1 1 0,-1-1 0,4 4 0,6 4 0,-1 1 0,0 0 0,-1 1 0,22 25 0,-11-8 0,23 38 0,-24-31 0,-1 2 0,-2 0 0,-2 1 0,18 54 0,-29-71 0,-1 0 0,0 1 0,-2 0 0,0 0 0,-2 0 0,0 0 0,-1 0 0,-2 0 0,-7 43 0,6-56 15,0 0 0,0-1 0,0 1 0,-1-1 0,-1 0 0,1 0 0,-8 9 0,0-3-510,0 1 0,-21 17 0,22-22-6331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59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18 24575,'-9'-1'0,"0"0"0,0 0 0,-10-4 0,-21-2 0,32 7 0,-14-2 0,0 1 0,-1 2 0,-34 4 0,51-4 0,-1 1 0,1 1 0,0-1 0,-1 1 0,1 0 0,0 0 0,1 1 0,-1 0 0,0 0 0,1 0 0,0 1 0,0 0 0,1 0 0,-1 0 0,1 0 0,-6 9 0,8-10 0,0 0 0,0 0 0,0 0 0,0 0 0,1 0 0,0 0 0,-1 0 0,1 0 0,1 0 0,-1 1 0,1-1 0,0 0 0,0 1 0,0-1 0,0 0 0,1 1 0,-1-1 0,1 0 0,0 0 0,1 0 0,-1 1 0,1-1 0,0 0 0,0-1 0,0 1 0,4 5 0,3 1 0,-1-1 0,1 0 0,1-1 0,0 0 0,0 0 0,1-1 0,-1 0 0,13 5 0,-10-6 0,1 0 0,0-1 0,0 0 0,1-1 0,-1-1 0,24 3 0,-35-6 0,1 0 0,-1 0 0,1 0 0,-1 0 0,1-1 0,-1 0 0,1 1 0,-1-1 0,1 0 0,-1-1 0,0 1 0,1 0 0,-1-1 0,0 0 0,0 0 0,0 0 0,0 0 0,-1 0 0,1-1 0,0 1 0,-1-1 0,0 0 0,0 1 0,0-1 0,0 0 0,0 0 0,0-1 0,-1 1 0,1 0 0,-1-1 0,0 1 0,0 0 0,0-1 0,-1 1 0,1-1 0,-1 1 0,0-1 0,0 0 0,0 1 0,-1-5 0,-1-4 0,-1 0 0,-1 0 0,0 1 0,0-1 0,-12-19 0,31 54 0,0-1 0,2 0 0,1-2 0,0 1 0,24 18 0,-29-29-1365,-2-3-5461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6:59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24575,'1'2'0,"0"-1"0,0 1 0,-1-1 0,1 1 0,0-1 0,1 0 0,-1 0 0,0 1 0,0-1 0,0 0 0,1 0 0,-1 0 0,0 0 0,1 0 0,-1-1 0,3 2 0,3 2 0,13 10 0,-1-1 0,34 19 0,-46-29 0,-1 0 0,1 0 0,0-1 0,0 0 0,0 0 0,1-1 0,-1 0 0,0 0 0,12-1 0,-17 0 0,0 0 0,1 0 0,-1 0 0,0-1 0,0 1 0,0-1 0,0 1 0,1-1 0,-1 0 0,0 0 0,0 0 0,0 0 0,-1 0 0,1-1 0,0 1 0,0 0 0,-1-1 0,3-2 0,-1-1 0,0 0 0,0 0 0,0 0 0,-1 0 0,3-10 0,-2 5 0,-3 10 0,1-1 0,-1 1 0,0-1 0,0 1 0,0-1 0,1 1 0,-1-1 0,0 1 0,1-1 0,-1 1 0,0-1 0,1 1 0,-1 0 0,1-1 0,-1 1 0,1 0 0,-1-1 0,0 1 0,1 0 0,-1 0 0,1-1 0,0 1 0,-1 0 0,1 0 0,-1 0 0,1 0 0,-1 0 0,1 0 0,-1 0 0,1 0 0,-1 0 0,1 0 0,0 0 0,-1 0 0,1 0 0,-1 0 0,1 0 0,-1 0 0,1 1 0,-1-1 0,1 0 0,-1 0 0,1 1 0,-1-1 0,1 0 0,-1 1 0,5 3 0,0-1 0,-1 1 0,7 6 0,-5-4 0,75 60 120,-69-57-417,1-1 0,0-1 0,0 0 0,27 10 0,-25-13-6529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0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24575,'84'290'0,"-63"-233"0,3-2 0,2-1 0,34 53 0,-58-104-81,19 26 292,-20-27-335,0 0-1,1-1 1,0 1-1,0 0 0,-1-1 1,1 1-1,0-1 0,0 1 1,0-1-1,0 0 1,5 2-1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0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15 24575,'-31'-2'0,"-17"-1"0,-4-1 0,2 2 0,4 0 0,8 1 0,5 0 0,6 1 0,5 0 0,4 0 0,2 0 0,2 1 0,1-1 0,2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24575,'0'15'0,"0"7"0,0 2 0,0 0 0,0-2 0,2-2 0,4-3 0,3-3 0,2-4 0,0-5-8191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0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24575,'10'7'0,"3"5"0,2 3 0,-2-1-8191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1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39 24575,'-3'-4'0,"0"0"0,0 0 0,-1 0 0,0 0 0,0 1 0,0-1 0,-7-4 0,10 8 0,-1-1 0,1 1 0,0-1 0,0 1 0,0-1 0,-1 1 0,1 0 0,0-1 0,-1 1 0,1 0 0,0 0 0,0 0 0,-1 0 0,1 0 0,0 0 0,-1 1 0,1-1 0,0 0 0,0 1 0,-1-1 0,1 1 0,0-1 0,0 1 0,0-1 0,0 1 0,-1 0 0,1 0 0,0 0 0,0-1 0,1 1 0,-1 0 0,0 0 0,0 0 0,0 0 0,0 2 0,-4 4 0,1 1 0,0-1 0,1 1 0,-1 0 0,2 0 0,-4 13 0,3-4 0,0-1 0,0 23 0,3-35 0,0 0 0,0-1 0,0 1 0,1-1 0,0 1 0,0-1 0,0 1 0,0-1 0,0 1 0,1-1 0,-1 0 0,1 0 0,0 0 0,0 0 0,0 0 0,0 0 0,1 0 0,-1-1 0,1 1 0,0-1 0,5 4 0,5 2 0,0 0 0,1-2 0,-1 0 0,16 5 0,-6-2 0,22 8-455,-1-2 0,84 17 0,-113-29-6371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1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14 24575,'-27'-3'0,"-147"-7"0,166 10 0,0 0 0,0 1 0,0 0 0,0 0 0,0 1 0,0 0 0,0 0 0,-14 7 0,19-8 0,0 1 0,0 0 0,0 0 0,0 0 0,0 1 0,1-1 0,-1 0 0,1 1 0,-1 0 0,1 0 0,0-1 0,0 1 0,0 0 0,1 1 0,-1-1 0,1 0 0,0 0 0,-1 1 0,1-1 0,1 1 0,-1-1 0,0 5 0,0-3 0,1 1 0,0 0 0,0-1 0,1 1 0,-1-1 0,1 1 0,0-1 0,1 1 0,-1-1 0,1 0 0,0 1 0,1-1 0,-1 0 0,1 0 0,0 0 0,0-1 0,0 1 0,1-1 0,0 0 0,-1 0 0,2 0 0,-1 0 0,0-1 0,1 1 0,-1-1 0,11 5 0,-8-6 0,0 1 0,0-1 0,0 0 0,0 0 0,1-1 0,-1 0 0,11 0 0,-2-1 0,-1-1 0,25-4 0,-36 5 0,1-1 0,0-1 0,-1 1 0,1-1 0,-1 1 0,1-1 0,-1-1 0,0 1 0,0-1 0,0 1 0,0-1 0,0 0 0,0 0 0,-1-1 0,6-6 0,-6 5 0,0 1 0,-1-1 0,1 0 0,-1 0 0,0 0 0,-1 0 0,1 0 0,-1 0 0,0-1 0,0 1 0,0 0 0,-1-1 0,0-8 0,26 47 0,-16-22 0,1 0 0,0 0 0,1-1 0,16 12 0,-19-16 0,0-1 0,1 1 0,-1-1 0,1-1 0,0 0 0,0 0 0,11 1 0,-18-4 0,-1 0 0,0-1 0,0 1 0,0-1 0,1 0 0,-1 0 0,0 0 0,0 0 0,1 0 0,-1-1 0,0 1 0,0-1 0,1 1 0,-1-1 0,0 0 0,0 1 0,0-1 0,0-1 0,0 1 0,0 0 0,0 0 0,-1-1 0,1 1 0,0-1 0,-1 1 0,1-1 0,-1 0 0,1 1 0,-1-1 0,0 0 0,0 0 0,0 0 0,0 0 0,0 0 0,0-1 0,0 1 0,0-2 0,0-4 0,0 1 0,0-1 0,0 1 0,-1-1 0,-1 1 0,1-1 0,-1 1 0,0 0 0,-1-1 0,-2-7 0,-10-23 0,18 47 0,1-1 0,0 0 0,1-1 0,0 1 0,0-1 0,0 0 0,1-1 0,10 8 0,5 4 0,44 24 0,-63-39 0,1-1 0,0 0 0,-1-1 0,1 1 0,0-1 0,0 1 0,0-1 0,0 0 0,0-1 0,1 1 0,-1-1 0,0 0 0,6 0 0,-6-1 0,-1 0 0,0 0 0,0 0 0,0 0 0,0-1 0,0 1 0,0-1 0,0 0 0,0 0 0,0 0 0,-1 0 0,1 0 0,-1 0 0,0-1 0,1 0 0,-1 1 0,2-4 0,10-20 0,-12 21 0,0 1 0,0 0 0,0 0 0,1 0 0,-1 0 0,1 0 0,0 1 0,5-5 0,-8 7 3,1 1 0,0-1 0,-1 1 0,1-1 0,0 1 0,0 0 0,-1-1 0,1 1-1,0 0 1,0 0 0,0-1 0,0 1 0,-1 0 0,1 0 0,0 0 0,0 0 0,0 0 0,0 0 0,-1 0-1,1 0 1,0 1 0,0-1 0,0 0 0,0 0 0,-1 1 0,1-1 0,0 1 0,0-1 0,-1 0 0,1 1-1,0 0 1,-1-1 0,2 2 0,1 1-189,0 1 0,0 0 0,0-1-1,3 9 1,-4-9-347,5 9-6293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0 24575,'4'25'0,"1"-1"0,1 0 0,1 0 0,1-1 0,1 0 0,1-1 0,1 0 0,1 0 0,1-1 0,1-1 0,1 0 0,1-1 0,28 27 0,-35-37 0,-4-5 0,-1 0 0,0 0 0,0 0 0,0 0 0,0 0 0,-1 1 0,0 0 0,0 0 0,3 6 0,-5-10 0,-1 0 0,0 0 0,0-1 0,0 1 0,0 0 0,0 0 0,0 0 0,0 0 0,-1-1 0,1 1 0,0 0 0,0 0 0,-1-1 0,1 1 0,0 0 0,-1 0 0,1-1 0,0 1 0,-1 0 0,1-1 0,-1 1 0,0-1 0,1 1 0,-1 0 0,1-1 0,-1 1 0,0-1 0,1 0 0,-1 1 0,0-1 0,0 1 0,1-1 0,-1 0 0,0 0 0,0 1 0,1-1 0,-1 0 0,-1 0 0,-5 1 0,1 0 0,-1 0 0,-10-1 0,12 0 0,-247-1-1365,238 1-5461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3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0 313 24575,'0'30'0,"2"0"0,9 56 0,-8-72 0,1 0 0,0-1 0,1 0 0,0 0 0,1 0 0,0-1 0,1 1 0,12 14 0,-12-17 0,15 17 0,-20-26 0,-1 0 0,0 1 0,0-1 0,1 0 0,-1 0 0,0 0 0,1-1 0,-1 1 0,1 0 0,-1 0 0,1-1 0,0 1 0,-1-1 0,1 1 0,0-1 0,2 0 0,-3 0 0,-1 0 0,1 0 0,0-1 0,0 1 0,0 0 0,-1-1 0,1 1 0,0-1 0,0 1 0,-1-1 0,1 1 0,0-1 0,-1 1 0,1-1 0,-1 0 0,1 1 0,-1-1 0,1 0 0,-1 0 0,1 1 0,-1-1 0,0 0 0,1 0 0,-1 0 0,0 1 0,0-1 0,1 0 0,-1 0 0,0-1 0,2-30 0,-2 28 0,-1-17 0,-3-30 0,3 43 0,-1-1 0,0 1 0,0-1 0,-1 1 0,0 0 0,-5-9 0,8 17 0,0 0 0,0 0 0,0 0 0,0 0 0,0 0 0,0 0 0,0 0 0,0-1 0,0 1 0,0 0 0,0 0 0,0 0 0,0 0 0,0 0 0,0 0 0,0 0 0,0 0 0,0 0 0,0 0 0,0 0 0,0-1 0,0 1 0,0 0 0,-1 0 0,1 0 0,0 0 0,0 0 0,0 0 0,0 0 0,0 0 0,0 0 0,0 0 0,0 0 0,0 0 0,0 0 0,-1 0 0,1 0 0,0 0 0,0 0 0,0 0 0,0 0 0,0 0 0,0 0 0,0 0 0,0 0 0,0 0 0,-1 0 0,1 0 0,0 0 0,0 0 0,0 0 0,-1 7 0,1 8 0,2-8 0,0 0 0,1-1 0,0 1 0,0-1 0,0 0 0,1 0 0,0 0 0,0-1 0,0 1 0,1-1 0,0 0 0,0 0 0,0 0 0,1-1 0,11 7 0,-5-3 0,1-1 0,0 0 0,0-1 0,1-1 0,-1 0 0,27 5 0,-28-8 0,0 0 0,-1-1 0,2-1 0,-1 0 0,0 0 0,0-1 0,-1-1 0,14-3 0,-17 3 0,0 0 0,-1-1 0,1 0 0,-1-1 0,0 0 0,0 0 0,0 0 0,0-1 0,-1 0 0,0 0 0,0 0 0,10-13 0,-10 10 0,-1 0 0,0-1 0,0 1 0,-1-1 0,-1 0 0,1 0 0,-1-1 0,-1 1 0,1-1 0,-2 1 0,1-1 0,-1 0 0,-1 0 0,0 1 0,0-1 0,-3-11 0,0-3 0,-2 1 0,-1 0 0,-1 0 0,0 1 0,-18-34 0,12 32 0,0 1 0,-2 1 0,-1 0 0,-1 1 0,-22-21 0,28 28 0,-11-12 0,21 25 0,-1 0 0,1 0 0,0 0 0,-1 0 0,1 0 0,0 0 0,-1 0 0,0 1 0,1-1 0,-1 0 0,1 1 0,-1-1 0,0 1 0,1 0 0,-3-1 0,3 1 0,0 1 0,-1-1 0,1 0 0,0 1 0,0-1 0,0 1 0,0-1 0,0 1 0,0 0 0,0-1 0,0 1 0,0 0 0,0 0 0,0 0 0,0 0 0,0 0 0,1 0 0,-1 0 0,0 0 0,1 0 0,-1 0 0,1 0 0,-1 0 0,1 0 0,-1 1 0,1-1 0,0 0 0,0 0 0,-1 2 0,0 3 0,0 0 0,0 0 0,1 1 0,0 8 0,2 6 0,1-1 0,1 0 0,1 0 0,1 0 0,0-1 0,1 0 0,1 0 0,1 0 0,1-1 0,1-1 0,0 0 0,1 0 0,1-1 0,16 16 0,-13-18 0,1 0 0,38 22 0,42 17 0,-61-35 0,-18-9-1365,-4-3-5461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24575,'-13'5'0,"-5"2"0,-4 1 0,1 1 0,1-3 0,1-4 0,2-2 0,1-1 0,1-4 0,0 0 0,1 1 0,2 0-8191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5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0 24575,'-61'10'0,"-109"33"0,161-40 0,0 1 0,1-1 0,-1 2 0,1-1 0,-10 8 0,16-11 0,1 0 0,-1 0 0,1 0 0,-1 1 0,1-1 0,-1 1 0,1-1 0,0 1 0,0-1 0,0 1 0,0 0 0,0-1 0,0 1 0,0 0 0,0 0 0,1 0 0,-1 0 0,1 0 0,0 0 0,-1 0 0,1 0 0,0 0 0,0 0 0,0 0 0,0 0 0,1 0 0,-1 0 0,0 0 0,1-1 0,0 1 0,0 2 0,2 2 0,0 0 0,1-1 0,0 1 0,0-1 0,0 0 0,0 0 0,1-1 0,-1 1 0,7 3 0,9 7 0,24 12 0,-19-13 0,13 7 0,76 30 0,-49-24 0,-64-26 0,0-1 0,1 1 0,-1 0 0,0-1 0,0 1 0,1 0 0,-1-1 0,0 1 0,0 0 0,0 0 0,0 0 0,0 0 0,0 0 0,-1 0 0,1 0 0,0 1 0,0-1 0,-1 0 0,2 2 0,-2-3 0,0 1 0,0-1 0,0 1 0,0-1 0,0 1 0,-1-1 0,1 1 0,0-1 0,0 0 0,0 1 0,0-1 0,0 1 0,-1-1 0,1 0 0,0 1 0,0-1 0,-1 1 0,1-1 0,0 0 0,-1 1 0,1-1 0,-1 0 0,0 1 0,0 0 0,-1 0 0,1 0 0,-1 0 0,1-1 0,-1 1 0,0-1 0,1 1 0,-3-1 0,-15 3 0,0-1 0,-1 0 0,0-2 0,-22-2 0,-80-14 0,64 7 0,36 6 0,-7 0 0,-51-14 0,61 8-1365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5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24575,'-2'29'0,"-2"18"0,4 5 0,3 1 0,4-3 0,6-3 0,5-2 0,2-1 0,3-2 0,2-1 0,2-2 0,-1-4 0,-3-4 0,-5-4 0,-3-5 0,-2-3 0,-3-5-8191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24575,'33'6'0,"196"30"0,-190-33 0,-1-1 0,1-1 0,75-11 0,-105 9 0,-1-1 0,1-1 0,-1 1 0,0-1 0,0-1 0,0 1 0,-1-1 0,1-1 0,9-7 0,-15 11 0,1-1 0,-1 0 0,0 0 0,0 0 0,0 0 0,-1 0 0,1 0 0,0-1 0,-1 1 0,0 0 0,1-1 0,-1 1 0,0-1 0,0 0 0,0 1 0,-1-1 0,1 0 0,-1 1 0,1-1 0,-1 0 0,0 0 0,0 0 0,0 1 0,-1-1 0,1 0 0,-1 0 0,1 1 0,-1-1 0,0 0 0,0 1 0,0-1 0,-3-4 0,1 2 0,-1 0 0,0 0 0,0 0 0,0 0 0,-1 1 0,1 0 0,-1 0 0,0 0 0,0 0 0,-1 1 0,1 0 0,-1 0 0,-11-4 0,10 4 0,1 1 0,-1 0 0,0 1 0,0-1 0,1 1 0,-1 1 0,0-1 0,0 1 0,0 1 0,0-1 0,0 1 0,-11 3 0,14-3 0,1 0 0,0 1 0,-1-1 0,1 1 0,0 0 0,0 0 0,0 0 0,1 0 0,-1 1 0,0-1 0,1 1 0,0 0 0,-4 5 0,2-2 0,2-1 0,-1 1 0,1-1 0,-1 1 0,2 0 0,-1 0 0,-1 11 0,2-9 0,0 1 0,1 0 0,0-1 0,0 1 0,1 0 0,0-1 0,0 1 0,1-1 0,1 0 0,-1 1 0,7 13 0,-4-14 0,1 1 0,0-1 0,0-1 0,1 1 0,-1-1 0,2 0 0,-1-1 0,15 11 0,-16-13 0,0-1 0,0 1 0,1-1 0,-1 0 0,1 0 0,0-1 0,0 0 0,0 0 0,0-1 0,0 1 0,0-2 0,12 1 0,-16-1 0,-1 0 0,0-1 0,0 1 0,0-1 0,0 1 0,0-1 0,0 0 0,-1 1 0,1-1 0,0 0 0,0 0 0,0-1 0,-1 1 0,1 0 0,-1-1 0,3-1 0,-2 0 0,1 0 0,-2 0 0,1 0 0,0-1 0,0 1 0,-1 0 0,0 0 0,2-8 0,-1 4 0,-1 0 0,0-1 0,-1 1 0,0 0 0,0-1 0,0 1 0,-1 0 0,-3-13 0,-4-2 0,7 21 0,1 0 0,-1 0 0,1 0 0,-1 0 0,1 0 0,-1 0 0,0 0 0,1 0 0,-1 1 0,0-1 0,0 0 0,1 1 0,-1-1 0,0 0 0,0 1 0,0-1 0,0 1 0,-2-1 0,3 1 0,0 0 0,-1 0 0,1 0 0,0 0 0,-1 0 0,1 0 0,0 1 0,-1-1 0,1 0 0,0 0 0,-1 0 0,1 1 0,0-1 0,-1 0 0,1 0 0,0 1 0,0-1 0,-1 0 0,1 1 0,0-1 0,0 0 0,0 1 0,-1-1 0,1 0 0,0 1 0,0-1 0,0 0 0,0 1 0,0-1 0,0 1 0,0-1 0,0 0 0,0 1 0,0-1 0,0 0 0,0 1 0,0-1 0,0 1 0,0-1 0,0 0 0,0 1 0,1-1 0,-1 0 0,0 1 0,5 18 0,-2-11-80,0 0 0,1 0-1,0-1 1,0 0 0,0 1-1,1-2 1,1 1 0,-1 0-1,1-1 1,0 0 0,0 0 0,1-1-1,-1 0 1,1 0 0,0 0-1,15 6 1,-10-7-6746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24575,'20'151'0,"-13"-86"0,19 81 0,-23-137 0,7 27 0,-10-33 0,1-1 0,1 1 0,-1 0 0,0 0 0,1-1 0,-1 1 0,1-1 0,0 1 0,2 1 0,-3-3 0,-1-1 0,1 0 0,-1 0 0,1 0 0,-1 0 0,1 1 0,0-1 0,-1 0 0,1 0 0,-1 0 0,1 0 0,-1 0 0,1 0 0,-1 0 0,1-1 0,0 1 0,-1 0 0,1 0 0,-1 0 0,1-1 0,-1 1 0,1 0 0,-1 0 0,1-1 0,-1 1 0,1 0 0,-1-1 0,0 1 0,1-1 0,-1 1 0,0 0 0,1-1 0,-1 1 0,1-1 0,13-20 0,-12 19 0,3-7 0,1 1 0,0 0 0,1 0 0,0 0 0,0 1 0,9-8 0,-14 14 0,-1-1 0,1 1 0,0 0 0,0 0 0,0 0 0,1 0 0,-1 0 0,0 0 0,0 0 0,0 1 0,1-1 0,-1 1 0,0-1 0,1 1 0,-1 0 0,0 0 0,1 0 0,-1 0 0,0 1 0,1-1 0,-1 0 0,0 1 0,0 0 0,1-1 0,-1 1 0,0 0 0,0 0 0,0 1 0,0-1 0,0 0 0,0 1 0,3 2 0,-1 1 0,1 0 0,-1 0 0,0 1 0,0-1 0,0 1 0,-1 0 0,0 0 0,0 0 0,0 0 0,-1 1 0,0-1 0,2 10 0,-4-12 0,1-1 0,0 1 0,-1-1 0,0 1 0,0-1 0,0 1 0,0-1 0,0 1 0,-1-1 0,0 1 0,0-1 0,0 1 0,0-1 0,0 0 0,0 0 0,-1 1 0,0-1 0,0 0 0,0 0 0,0-1 0,0 1 0,0 0 0,-1-1 0,1 1 0,-4 2 0,-4 0 0,1 0 0,-1-1 0,0 0 0,0 0 0,0-1 0,0 0 0,-1-1 0,1 0 0,-1-1 0,0 0 0,1-1 0,-1 0 0,-10-1 0,-7-2 0,1-1 0,-1-2 0,-47-15 0,64 17-341,0-1 0,0 0-1,-15-9 1,11 4-6485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7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0 24575,'-13'19'0,"0"1"0,2 0 0,0 0 0,-14 40 0,22-51 0,0 1 0,1 0 0,0 1 0,0-1 0,1 0 0,1 1 0,0-1 0,0 0 0,1 1 0,0-1 0,1 0 0,0 0 0,4 11 0,3 3 0,2 1 0,1-1 0,1-1 0,1 0 0,20 25 0,-28-42 0,0 0 0,0 0 0,0 0 0,0-1 0,1 0 0,0 0 0,0 0 0,0-1 0,1 0 0,-1-1 0,1 1 0,0-1 0,9 1 0,-10-2 0,0 0 0,0-1 0,0-1 0,0 1 0,0-1 0,0 0 0,0 0 0,0-1 0,0 0 0,0 0 0,0-1 0,0 0 0,-1 0 0,1-1 0,11-6 0,-12 5 0,0 0 0,0 0 0,-1-1 0,1 0 0,-1 0 0,-1 0 0,1-1 0,-1 0 0,0 0 0,4-7 0,2-7 0,14-40 0,-5 9 0,-13 31 0,-6 20 0,0-1 0,0 1 0,0 0 0,0 0 0,0 0 0,0-1 0,0 1 0,0 0 0,0 0 0,0 0 0,0 0 0,0-1 0,0 1 0,0 0 0,0 0 0,-1 0 0,1 0 0,0 0 0,0-1 0,0 1 0,0 0 0,0 0 0,0 0 0,0 0 0,-1 0 0,1 0 0,0 0 0,0-1 0,0 1 0,0 0 0,0 0 0,-1 0 0,1 0 0,0 0 0,-12 5 0,5 0 0,0 0 0,0 0 0,0 1 0,1 0 0,-1 0 0,1 1 0,1 0 0,-8 11 0,11-15 0,1 0 0,-1 0 0,1 0 0,0 0 0,0 0 0,0 0 0,0 0 0,1 0 0,-1 0 0,1 0 0,0 1 0,0-1 0,0 0 0,0 0 0,0 0 0,1 0 0,-1 1 0,1-1 0,0 0 0,0 0 0,0 0 0,1 0 0,-1-1 0,1 1 0,-1 0 0,5 4 0,-2-1 0,1-1 0,1 0 0,-1 0 0,1-1 0,0 1 0,0-1 0,11 6 0,51 18 0,-49-21 0,23 8-170,0-2-1,1-2 0,0-1 1,0-3-1,1-1 0,0-3 1,48-1-1,-79-3-6655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7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24575,'17'-3'0,"60"-8"0,-68 10 0,0 1 0,0 0 0,0 0 0,0 1 0,0 0 0,12 4 0,-19-5 0,0 1 0,0-1 0,0 1 0,0 0 0,0 0 0,-1-1 0,1 1 0,0 1 0,0-1 0,-1 0 0,1 0 0,0 1 0,-1-1 0,0 1 0,1-1 0,-1 1 0,0-1 0,0 1 0,1 0 0,-1 0 0,-1 0 0,1 0 0,0-1 0,0 1 0,-1 0 0,1 0 0,-1 3 0,0-2 0,0 0 0,0 0 0,-1 0 0,1 0 0,-1 0 0,0 0 0,0 0 0,0 0 0,0 0 0,0-1 0,-1 1 0,1 0 0,-1-1 0,0 1 0,0-1 0,0 0 0,-4 5 0,-3 0 20,0 0 0,0 0 0,-1 0 0,0-1 0,-18 7 0,4-3-763,-35 9 1,34-13-6084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7:08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162 509 24575,'0'-44'0,"2"24"0,-2 1 0,0-1 0,-2 1 0,0-1 0,-1 1 0,-6-23 0,-25-88 0,21 72 0,12 52 0,-1 0 0,0 0 0,0 0 0,0 0 0,0 1 0,-1-1 0,0 1 0,0 0 0,-1-1 0,1 2 0,-1-1 0,0 0 0,-1 1 0,1-1 0,-1 1 0,0 1 0,0-1 0,-6-3 0,6 4 0,1 1 0,0 0 0,0 0 0,1-1 0,-1 1 0,-3-4 0,12 13 0,0-1 0,-1 1 0,0 0 0,0 0 0,-1 1 0,1-1 0,-2 1 0,5 14 0,0 9 0,4 34 0,-8-39-1365,-1-3-5461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0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5262 117 24575,'-217'-6'0,"-200"-29"0,89 31 0,186 6 0,-1006-2 0,955 14 0,16 1 0,-68-6 0,-257-3 0,309-7 0,-547 1 0,652-7 0,2-1 0,49 8 0,-72 9 0,26 0 0,11-3 0,9 0 0,-105-5 0,80-2 0,60 1 0,-1-1 0,-43-7 0,35 2 0,62 8 0,24-3 0,-6 0 0,81 9 0,-6-1 0,300-8 0,-134-14 0,-69 2 0,-107 8 0,193-5 0,-94 3 0,-23 0 0,237-15 0,4 0 0,-222 15 0,38 0 0,-157 7 0,256-9 0,-235 3 0,109 7 0,-40 13 0,-106-8 0,92 3 0,621-9 0,-770 0 0,1 1 0,18 5 0,-18-3 0,23 1 0,-277-4 0,121 0 0,-68-1 0,-208 2 0,213 6 0,-71 1 0,-731-9 0,708-6-461,23 0 371,-766 7 641,854 8-551,5-1 0,94-6 0,-119-3 0,111-5 0,-27-1 0,79 7 0,-39-6 0,49 5 0,-27-2 0,1 2 0,-42 3 0,14 1 0,63-2-136,0 0-1,0 0 1,0 1-1,0 0 1,0 0-1,0 0 1,0 1-1,0 0 0,-8 3 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39.7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2385 148 24575,'-274'-9'0,"39"0"0,60 3 0,-326 0 0,338 7 0,-14 7 0,106-3 0,0-3 0,-86-8 0,-70-3 0,217 8 0,0 0 0,0-1 0,0 0 0,-17-5 0,66 5 0,302 2-337,334 6-611,-176 1-591,-224-4 917,-55 5 1175,-118-2-156,-217-18 2282,3 0-2862,-21 3 183,-295-17 0,299 21 0,-301 1 0,-63 25 0,161-18 0,236-3 0,79 0 0,-1-1 0,1-1 0,-1 0 0,1-1 0,-29-10 0,45 13 0,0 0 0,0-1 0,0 1 0,0-1 0,0 1 0,0 0 0,0-1 0,1 0 0,-1 1 0,0-1 0,0 1 0,0-1 0,1 0 0,-1 0 0,0 1 0,1-1 0,-1 0 0,0 0 0,0-2 0,1 3 0,0-1 0,0 0 0,0 1 0,0-1 0,0 0 0,0 0 0,1 1 0,-1-1 0,0 0 0,0 1 0,0-1 0,1 0 0,-1 1 0,0-1 0,1 0 0,-1 1 0,1-1 0,-1 1 0,1-1 0,-1 1 0,1-1 0,3-2 0,-1 0 0,1 1 0,-1-1 0,1 1 0,0 0 0,0 0 0,7-2 0,11-2 0,1 1 0,-1 2 0,1 0 0,42 1 0,94 13 0,-109-6 0,59 7-1365,-65-6-5461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3.2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1074 825 24575,'1'0'0,"36"10"0,-35-9 0,0-1 0,1 1 0,-1-1 0,0 0 0,1 0 0,-1 0 0,0 0 0,1 0 0,-1-1 0,0 1 0,1-1 0,-1 1 0,3-2 0,-5 1 0,1 1 0,-1 0 0,0 0 0,0-1 0,1 1 0,-1 0 0,0-1 0,1 1 0,-1 0 0,0-1 0,0 1 0,0 0 0,0-1 0,1 1 0,-1-1 0,0 1 0,0-1 0,0 1 0,0 0 0,0-1 0,0 1 0,0-1 0,0 1 0,0 0 0,0-1 0,0 1 0,0-1 0,0 1 0,0-1 0,-1 1 0,1 0 0,0-1 0,0 1 0,0 0 0,0-1 0,-1 1 0,1 0 0,0-1 0,-1 1 0,1 0 0,-1-1 0,-13-13 0,-108-71 0,42 31 0,42 27 3,-412-311-549,410 304 546,-45-39 0,-128-85 0,206 154-141,-2-2 270,0 1 0,-16-8 0,22 12-195,1 0-1,-1 1 0,0-1 0,1 0 1,-1 1-1,0-1 0,0 1 0,1 0 0,-1 0 1,0 0-1,0 0 0,0 1 0,1-1 1,-1 1-1,-3 0 0,-2 3-6759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6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1 631 24575,'6'-1'0,"0"1"0,0-1 0,0 0 0,0-1 0,0 1 0,0-1 0,0 0 0,0-1 0,-1 1 0,1-1 0,-1 0 0,0-1 0,7-5 0,5-6 0,0-1 0,19-23 0,-1 1 0,-21 24 0,2-1 0,0-1 0,-1 0 0,-1-1 0,0-1 0,12-22 0,-23 32 0,0-1 0,-1 0 0,0 0 0,0 0 0,-1 0 0,0 0 0,0 0 0,-1-1 0,-1 1 0,0 0 0,0 0 0,0 0 0,-5-15 0,-2 6 0,0 0 0,-18-27 0,-7-18 0,29 55 0,-1-1 0,-8-13 0,11 19 0,0 1 0,0-1 0,0 1 0,0 0 0,0 0 0,0 0 0,-1 0 0,1 0 0,-1 0 0,0 0 0,1 1 0,-4-2 0,4 3 0,1 0 0,0 0 0,0 0 0,-1 0 0,1 0 0,0 0 0,0 0 0,-1 1 0,1-1 0,0 0 0,0 1 0,0-1 0,-1 1 0,1 0 0,0-1 0,0 1 0,0 0 0,0-1 0,0 1 0,0 0 0,0 0 0,0 0 0,1 0 0,-1 0 0,0 0 0,1 0 0,-1 0 0,-1 2 0,-1 3 0,0 0 0,0 0 0,1 0 0,-3 8 0,3-4 0,0 0 0,0 0 0,1 0 0,1 1 0,-1-1 0,3 15 0,13 61 0,0-1 0,-13-65 0,0 0 0,2 0 0,0-1 0,9 23 0,-10-34 0,1 0 0,0 0 0,0-1 0,1 1 0,-1-1 0,2 0 0,-1 0 0,11 9 0,-12-12 0,1 0 0,-1-1 0,1 0 0,0 0 0,0 0 0,0-1 0,0 1 0,1-1 0,-1-1 0,0 1 0,1-1 0,0 1 0,-1-2 0,7 1 0,61-1-1365,-61-1-5461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7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3 284 24575,'12'-1'0,"-1"-1"0,1-1 0,-1 0 0,1 0 0,-1-1 0,12-7 0,-19 9 0,0 0 0,0-1 0,0 1 0,-1-1 0,1 0 0,-1 0 0,0 0 0,0-1 0,0 1 0,0-1 0,-1 0 0,1 1 0,-1-1 0,0 0 0,0-1 0,-1 1 0,1 0 0,-1 0 0,1-5 0,1-3 0,-1 0 0,-1 1 0,0-1 0,-1 0 0,-1-14 0,0 21 0,0 0 0,0 0 0,0 0 0,-1 1 0,1-1 0,-1 0 0,0 1 0,-1 0 0,1-1 0,-1 1 0,0 0 0,0 0 0,0 0 0,0 1 0,-6-5 0,7 5 0,-2 1 0,1-1 0,0 1 0,0 0 0,-1 0 0,0 0 0,1 0 0,-1 1 0,0-1 0,0 1 0,-4-1 0,6 2 0,0 0 0,0 0 0,0 0 0,1 0 0,-1 0 0,0 1 0,0-1 0,0 1 0,0-1 0,1 1 0,-1 0 0,0-1 0,0 1 0,1 0 0,-1 0 0,1 0 0,-1 0 0,1 1 0,-1-1 0,1 0 0,0 1 0,0-1 0,-1 1 0,1-1 0,-1 3 0,-2 3 0,0-1 0,1 1 0,0-1 0,1 1 0,-1 0 0,1 0 0,1 0 0,-1 1 0,0 10 0,2-14 0,0 0 0,0-1 0,0 1 0,1 0 0,-1 0 0,1-1 0,0 1 0,0 0 0,0-1 0,0 1 0,1-1 0,-1 1 0,1-1 0,0 0 0,0 0 0,0 0 0,1 0 0,-1 0 0,6 5 0,-1-3 0,1 0 0,0 0 0,-1-1 0,1 0 0,1 0 0,11 3 0,55 11 0,-23-7 0,-39-7 0,29 6 0,-38-9 0,-1-1 0,0 1 0,1-1 0,-1 0 0,1 0 0,-1-1 0,1 1 0,-1-1 0,5-1 0,1-3-1365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7.8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35 24575,'1'1'0,"-1"-1"0,0 1 0,1 0 0,-1 0 0,1 0 0,-1-1 0,1 1 0,-1 0 0,1-1 0,0 1 0,-1 0 0,1-1 0,0 1 0,0-1 0,1 2 0,16 9 0,-14-9 0,5 3 0,4 4 0,0-2 0,1 1 0,-1-2 0,1 0 0,22 6 0,-35-11 0,0-1 0,0 0 0,0 0 0,0 0 0,0 0 0,0 0 0,0 0 0,-1 0 0,1 0 0,0 0 0,0 0 0,0 0 0,0-1 0,0 1 0,0 0 0,0-1 0,0 1 0,0-1 0,0 1 0,-1-1 0,1 1 0,0-1 0,0 1 0,0-2 0,1 0 0,-1 0 0,0 0 0,0 1 0,0-1 0,-1 0 0,1 0 0,0 0 0,-1 0 0,1 0 0,-1 0 0,0-3 0,1-2 0,-1-1 0,0 0 0,-1 1 0,0-1 0,-3-11 0,4 17 0,-1 1 0,1-1 0,0 1 0,-1-1 0,1 1 0,0-1 0,0 1 0,0-1 0,0 1 0,0-1 0,1-2 0,-1 4 0,0 0 0,0-1 0,0 1 0,0 0 0,0 0 0,0 0 0,1 0 0,-1 0 0,0-1 0,0 1 0,0 0 0,0 0 0,1 0 0,-1 0 0,0 0 0,0 0 0,0 0 0,0 0 0,1 0 0,-1 0 0,0-1 0,0 1 0,0 0 0,1 0 0,-1 0 0,0 0 0,0 0 0,0 1 0,1-1 0,-1 0 0,0 0 0,12 6 0,127 97-1365,-129-96-5461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8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40 24575,'-7'-3'0,"-15"-7"0,-28-9 0,44 17 0,1 0 0,-1 1 0,0 0 0,0 0 0,0 1 0,0-1 0,0 1 0,0 1 0,0-1 0,-8 2 0,13-1 0,-1-1 0,1 0 0,0 1 0,-1-1 0,1 1 0,0-1 0,0 1 0,-1-1 0,1 1 0,0 0 0,0 0 0,0 0 0,0 0 0,0 0 0,0 0 0,0 0 0,0 0 0,0 0 0,1 0 0,-1 0 0,0 0 0,0 2 0,1-1 0,-1 0 0,1 0 0,0 0 0,0 0 0,0 0 0,0 0 0,0-1 0,1 1 0,-1 0 0,1 0 0,-1 0 0,1 0 0,1 3 0,1 1 0,1 1 0,-1-1 0,1 0 0,1-1 0,-1 1 0,1-1 0,7 7 0,5 2 0,1-1 0,0 0 0,0-2 0,1 0 0,24 10 0,-40-20 0,1 0 0,-1 0 0,0 0 0,0-1 0,0 1 0,1-1 0,-1 0 0,0 0 0,7 0 0,-10 0 0,1 0 0,-1 0 0,0 0 0,0 0 0,1 0 0,-1 0 0,0 1 0,0-1 0,0 0 0,1 0 0,-1 0 0,0 0 0,0 1 0,0-1 0,1 0 0,-1 0 0,0 0 0,0 1 0,0-1 0,0 0 0,0 0 0,1 1 0,-1-1 0,0 0 0,0 0 0,0 1 0,0-1 0,0 0 0,0 0 0,0 1 0,0-1 0,0 0 0,0 0 0,0 1 0,0-1 0,0 0 0,0 0 0,0 1 0,0-1 0,-1 0 0,1 0 0,0 1 0,0-1 0,0 0 0,0 0 0,0 1 0,-1-1 0,-6 19 0,4-13 0,-1 7 0,1 1 0,0 0 0,0 0 0,1 0 0,1 17 0,-4 25 0,4-53 0,1 1 0,-1-1 0,0 0 0,0 1 0,0-1 0,0 0 0,-1 0 0,1 0 0,-1 1 0,0-2 0,-3 5 0,3-5 0,0 0 0,0-1 0,0 1 0,0 0 0,0-1 0,-1 0 0,1 1 0,-1-1 0,1 0 0,-1 0 0,1-1 0,-1 1 0,1 0 0,-1-1 0,-3 1 0,-34 0-1365,22-2-5461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8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24575,'4'6'0,"0"0"0,0 0 0,0 0 0,-1 0 0,0 1 0,4 11 0,2 4 0,165 355 0,-173-373 0,14 35 0,-14-37 0,0 1 0,0-1 0,-1 1 0,1 0 0,-1-1 0,0 1 0,0 0 0,0 0 0,0-1 0,0 1 0,-1 0 0,0 3 0,1-6-3,-1 1 0,1-1 0,0 1 0,0 0 0,-1-1 0,1 1-1,0-1 1,-1 1 0,1-1 0,-1 1 0,1-1 0,0 1 0,-1-1 0,1 0 0,-1 1-1,1-1 1,-1 0 0,0 1 0,1-1 0,-1 0 0,1 0 0,-1 1 0,0-1 0,1 0-1,-1 0 1,1 0 0,-2 0 0,0 0 21,1 0 0,-1 0 0,0-1 0,1 1 0,-1-1-1,0 1 1,1-1 0,-1 0 0,1 1 0,-2-2 0,-5-3-408,1 0 0,-13-13 1,19 17 83,-13-12-6520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49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1 392 24575,'85'24'0,"80"21"0,-162-45 0,0 1 0,-1 0 0,1-1 0,0 0 0,0 0 0,0 0 0,0 0 0,0 0 0,0 0 0,0-1 0,-1 1 0,1-1 0,5-2 0,-6 2 0,0-1 0,0 1 0,1-1 0,-1 0 0,0 0 0,-1 0 0,1 0 0,0 0 0,-1 0 0,1-1 0,-1 1 0,0 0 0,1-1 0,0-4 0,1-1 0,-1 0 0,0 0 0,0-1 0,-1 1 0,0-1 0,-1 1 0,1-1 0,-2 1 0,1-1 0,-3-11 0,-4-11 0,-14-43 0,13 48 0,-2-12 0,5 18 0,-1 0 0,-1 0 0,0 0 0,-2 0 0,-14-24 0,23 44 0,0-1 0,0 1 0,0 0 0,0 0 0,-1 0 0,1-1 0,0 1 0,0 0 0,0 0 0,0-1 0,0 1 0,0 0 0,0 0 0,-1 0 0,1-1 0,0 1 0,0 0 0,0 0 0,0 0 0,-1 0 0,1 0 0,0-1 0,0 1 0,0 0 0,-1 0 0,1 0 0,0 0 0,0 0 0,0 0 0,-1 0 0,1 0 0,0 0 0,0 0 0,-1 0 0,1 0 0,0 0 0,0 0 0,-1 0 0,1 10 0,6 18 0,67 171 0,-58-165 0,1-2 0,2 1 0,38 52 0,-45-69 0,10 12 0,-19-26 0,-1-1 0,1 1 0,0 0 0,0-1 0,0 1 0,0-1 0,0 1 0,0-1 0,0 0 0,4 2 0,-6-3 0,1 0 0,-1 0 0,1 0 0,-1 0 0,1 0 0,0 0 0,-1 0 0,1 0 0,-1-1 0,1 1 0,-1 0 0,1 0 0,-1 0 0,1-1 0,-1 1 0,1 0 0,-1-1 0,1 1 0,-1 0 0,1-1 0,-1 1 0,1 0 0,-1-1 0,0 1 0,1-1 0,-1 1 0,0-1 0,1 1 0,-1-1 0,0 1 0,0-1 0,0 1 0,1-1 0,-1 1 0,0-1 0,0 0 0,0 1 0,0-1 0,0 0 0,2-27 0,-2 26 0,0-5 0,0 1 0,0-1 0,1 1 0,0-1 0,3-10 0,-3 16 0,-1-1 0,1 1 0,-1-1 0,1 1 0,0 0 0,0-1 0,0 1 0,-1 0 0,1 0 0,0 0 0,1 0 0,-1-1 0,0 1 0,0 1 0,0-1 0,1 0 0,-1 0 0,0 0 0,1 1 0,-1-1 0,0 0 0,1 1 0,-1 0 0,1-1 0,-1 1 0,1 0 0,0 0 0,-1-1 0,3 2 0,4-1 0,-1 1 0,1 1 0,-1-1 0,1 1 0,-1 1 0,0-1 0,9 5 0,50 31 0,-29-16 0,-27-17-273,0 1 0,-1 1 0,0-1 0,15 15 0,-17-12-6553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0.7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57 24575,'0'0'0,"0"-1"0,0 1 0,0 0 0,0 0 0,0 0 0,0 0 0,0 0 0,0 0 0,0 0 0,0 0 0,0 0 0,0-1 0,0 1 0,0 0 0,0 0 0,0 0 0,0 0 0,0 0 0,0 0 0,0 0 0,0 0 0,0 0 0,1 0 0,-1 0 0,0 0 0,0-1 0,0 1 0,0 0 0,0 0 0,0 0 0,0 0 0,0 0 0,0 0 0,0 0 0,0 0 0,1 0 0,-1 0 0,0 0 0,0 0 0,0 0 0,0 0 0,0 0 0,0 0 0,0 0 0,0 0 0,0 0 0,0 0 0,1 0 0,-1 0 0,0 0 0,0 0 0,0 0 0,0 0 0,0 0 0,0 0 0,7 6 0,6 6 0,9 15 0,53 59 0,-74-86 0,-1 1 0,1-1 0,-1 1 0,0-1 0,1 1 0,-1-1 0,1 1 0,-1-1 0,1 0 0,-1 1 0,1-1 0,0 0 0,-1 1 0,1-1 0,-1 0 0,1 0 0,0 1 0,-1-1 0,1 0 0,0 0 0,-1 0 0,1 0 0,0 0 0,-1 0 0,1 0 0,0 0 0,0-1 0,-1 1 0,1-1 0,0 0 0,-1 1 0,1-1 0,-1 1 0,1-1 0,-1 0 0,0 0 0,1 1 0,-1-1 0,1 0 0,-1 0 0,0 1 0,0-1 0,0 0 0,1-1 0,0-7 0,0 0 0,-1-17 0,0 21 0,-8-78 0,6 64 0,2 18 0,-1 0 0,1 0 0,0 1 0,0-1 0,0 0 0,0 0 0,0 0 0,0 0 0,0 0 0,0 1 0,0-1 0,0 0 0,0 0 0,0 0 0,1 0 0,-1 1 0,0-1 0,1 0 0,-1 0 0,1 1 0,-1-1 0,0 0 0,1 0 0,0 1 0,-1-1 0,1 1 0,-1-1 0,1 0 0,0 1 0,-1-1 0,1 1 0,0-1 0,0 1 0,-1 0 0,1-1 0,0 1 0,0 0 0,0 0 0,0-1 0,-1 1 0,1 0 0,0 0 0,0 0 0,0 0 0,0 0 0,-1 0 0,3 0 0,1 1 0,0 0 0,0 0 0,0 0 0,0 1 0,0-1 0,0 1 0,0 0 0,5 3 0,14 10-341,0 2 0,-2 0-1,21 21 1,-32-28-6485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1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 24575,'0'2'0,"0"1"0,1-1 0,-1 0 0,1 1 0,0-1 0,-1 0 0,1 0 0,0 0 0,0 1 0,0-1 0,1 0 0,1 3 0,2 0 0,-1 0 0,1 0 0,0 0 0,7 4 0,2 1 0,0-1 0,1 0 0,16 6 0,-20-10 0,0-1 0,0 0 0,0 0 0,0-1 0,14 2 0,-23-5 0,0 0 0,0 1 0,1-1 0,-1 0 0,0 0 0,1-1 0,-1 1 0,0 0 0,0-1 0,1 1 0,-1-1 0,0 0 0,0 0 0,0 0 0,0 0 0,0 0 0,0 0 0,0-1 0,0 1 0,0 0 0,-1-1 0,1 0 0,-1 1 0,1-1 0,-1 0 0,1 0 0,-1 0 0,0 0 0,0 0 0,0 0 0,0 0 0,0 0 0,0-3 0,0-1 0,1 0 0,-2 1 0,1-1 0,0 0 0,-1 0 0,0 0 0,-1 0 0,1 1 0,-1-1 0,-3-10 0,0 3 0,-1-1 0,-1 1 0,-7-15 0,7 13 0,7 9 0,8 6 0,3 6 0,0 0 0,-1 0 0,0 1 0,-1 0 0,1 1 0,-2 1 0,15 14 0,-8-8 0,26 19 0,-19-18-1365,-14-11-5461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1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97 24575,'25'18'0,"2"-2"0,37 17 0,-53-28 0,0 0 0,15 3 0,-22-7 0,0 0 0,-1 0 0,1-1 0,0 1 0,0-1 0,-1 0 0,1 0 0,0 0 0,-1-1 0,1 1 0,6-2 0,-9 1 0,0 1 0,0-1 0,0 1 0,0-1 0,0 1 0,0-1 0,0 0 0,0 1 0,-1-1 0,1 0 0,0 0 0,0 0 0,-1 1 0,1-1 0,0 0 0,-1 0 0,1 0 0,-1 0 0,1 0 0,-1-1 0,1 0 0,-1-1 0,1 1 0,-1-1 0,0 1 0,0-1 0,0 1 0,-1-1 0,1 1 0,-1-1 0,0-3 0,-3-4 0,0 1 0,-1-1 0,-8-13 0,8 16 0,3 4 0,0 0 0,0 0 0,0-1 0,1 1 0,-3-7 0,4 10 0,0 0 0,0-1 0,1 1 0,-1 0 0,0 0 0,0 0 0,1 0 0,-1 0 0,0-1 0,0 1 0,1 0 0,-1 0 0,0 0 0,1 0 0,-1 0 0,0 0 0,0 0 0,1 0 0,-1 0 0,0 0 0,1 0 0,-1 0 0,0 0 0,0 0 0,1 0 0,-1 1 0,0-1 0,1 0 0,-1 0 0,0 0 0,0 0 0,1 1 0,11 3 0,9 6 0,-1 1 0,21 14 0,-22-12 0,43 21 0,-61-34 0,0 1 0,0-1 0,0 1 0,0-1 0,0 1 0,0-1 0,0 0 0,1 0 0,-1 1 0,0-1 0,0 0 0,0 0 0,0 0 0,0 0 0,0 0 0,0-1 0,1 1 0,-1 0 0,0 0 0,0-1 0,1 0 0,-1 0 0,0 0 0,0 1 0,0-1 0,-1 0 0,1 0 0,-1 0 0,1 0 0,-1 0 0,1 0 0,-1 0 0,1 0 0,-1 0 0,0-1 0,1 1 0,-1 0 0,0 0 0,0-2 0,0-5 0,-1-1 0,1 0 0,-2 1 0,-2-12 0,3 16 0,0-1 0,0-1 0,0 0 0,0-1 0,0 1 0,0-12 0,1 17 0,0 0 0,0 0 0,0 0 0,1 0 0,-1 0 0,0 1 0,0-1 0,0 0 0,1 0 0,-1 0 0,0 0 0,1 1 0,-1-1 0,1 0 0,-1 0 0,1 1 0,0-1 0,-1 0 0,1 1 0,0-1 0,-1 0 0,1 1 0,0-1 0,-1 1 0,1-1 0,0 1 0,0 0 0,0-1 0,0 1 0,-1 0 0,1 0 0,0-1 0,0 1 0,0 0 0,0 0 0,0 0 0,0 0 0,0 0 0,0 0 0,-1 0 0,1 0 0,2 1 0,10 3 0,0 0 0,1 1 0,-1 0 0,-1 1 0,19 11 0,8 3 0,-3-2-1365,-21-11-5461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2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190 282 24575,'-6'-35'0,"-19"-61"0,21 84 0,0 1 0,-1-1 0,-1 1 0,1 0 0,-2 1 0,0-1 0,0 1 0,-15-16 0,21 25 0,0 0 0,-1-1 0,1 1 0,0 0 0,-1 0 0,1 0 0,-1 0 0,1 0 0,-1 0 0,0 0 0,1 1 0,-1-1 0,0 0 0,0 1 0,1-1 0,-1 1 0,0 0 0,0 0 0,1 0 0,-1-1 0,0 2 0,0-1 0,0 0 0,0 0 0,1 1 0,-4 0 0,2 0 0,1 1 0,-1 0 0,1 0 0,0 0 0,-1 0 0,1 0 0,0 0 0,0 0 0,0 1 0,0-1 0,1 1 0,-1 0 0,1-1 0,-3 7 0,2-3 0,0 0 0,0 0 0,0 0 0,1 0 0,0 0 0,0 1 0,1-1 0,-1 0 0,1 1 0,2 7 0,-2-11 0,0 0 0,1 0 0,0-1 0,-1 1 0,1 0 0,1 0 0,-1-1 0,0 1 0,0-1 0,1 1 0,0-1 0,-1 0 0,1 1 0,0-1 0,0 0 0,0 0 0,0 0 0,1-1 0,-1 1 0,0 0 0,1-1 0,-1 0 0,1 1 0,4 0 0,14 4 0,1-2 0,0-1 0,0 0 0,0-2 0,32-1 0,-20-1 0,40 6 0,-62-4 0,12 3 0,-1-2 0,1 0 0,27-2 0,-51 0 0,1 0 0,0 0 0,0 0 0,0-1 0,0 1 0,0 0 0,0 0 0,0 0 0,0-1 0,0 1 0,0 0 0,-1-1 0,1 1 0,0-1 0,0 1 0,0-1 0,-1 0 0,1 1 0,0-1 0,-1 0 0,1 1 0,0-1 0,-1 0 0,1 0 0,-1 1 0,1-2 0,-1 0 0,1 0 0,-1 1 0,0-1 0,0 1 0,0-1 0,-1 0 0,1 1 0,0-1 0,0 1 0,-1-1 0,1 0 0,-1 1 0,0-1 0,0 0 0,-4-7 0,0 0 0,0 1 0,-13-14 0,3 6 0,-18-15 0,22 23 0,1-1 0,0-1 0,1 0 0,0 0 0,-14-21 0,20 22 120,3 9-150,-1 0 1,1 0-1,0 0 0,0 0 0,0 0 1,0 0-1,0-1 0,0 1 1,0 0-1,0 0 0,0 0 1,0 0-1,0-1 0,0 1 0,0 0 1,0 0-1,0 0 0,0 0 1,0 0-1,0-1 0,0 1 1,0 0-1,0 0 0,1 0 0,-1 0 1,0 0-1,0 0 0,0-1 1,0 1-1,0 0 0,0 0 1,0 0-1,0 0 0,0 0 0,1 0 1,-1 0-1,0 0 0,0 0 1,0-1-1,0 1 0,0 0 1,1 0-1,-1 0 0,0 0 0,0 0 1,0 0-1,0 0 0,0 0 1,1 0-1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3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239 110 24575,'-1'-1'0,"-32"-21"0,0 1 0,-1 1 0,-49-19 0,80 37 0,1 1 0,-1 1 0,1-1 0,-1 0 0,0 1 0,1-1 0,-1 1 0,0 0 0,1 0 0,-1 0 0,0 0 0,-3 1 0,5-1 0,0 1 0,0 0 0,0-1 0,0 1 0,0 0 0,0-1 0,0 1 0,0 0 0,0 0 0,0 0 0,1 0 0,-1 0 0,0 0 0,1 0 0,-1 0 0,1 0 0,-1 0 0,1 0 0,-1 0 0,1 0 0,0 0 0,0 1 0,-1-1 0,1 0 0,0 0 0,0 0 0,0 0 0,0 1 0,1 0 0,-1 6 0,1-1 0,0 1 0,1-1 0,0 0 0,0 1 0,1-1 0,-1 0 0,1 0 0,1-1 0,0 1 0,6 9 0,2 0 0,1-1 0,0 0 0,17 15 0,-27-27 0,0-1 0,0 0 0,0 0 0,0 0 0,1 0 0,-1 0 0,1-1 0,-1 1 0,1-1 0,-1 0 0,6 1 0,-7-2 0,-1 1 0,0-1 0,0 0 0,1 0 0,-1 0 0,0-1 0,0 1 0,0 0 0,1 0 0,-1-1 0,0 1 0,0 0 0,0-1 0,1 1 0,-1-1 0,0 0 0,0 1 0,0-1 0,0 0 0,0 0 0,0 0 0,-1 1 0,1-1 0,0 0 0,0 0 0,-1 0 0,1 0 0,0-1 0,-1 1 0,1 0 0,-1 0 0,1 0 0,-1 0 0,0-1 0,1 1 0,-1 0 0,0-2 0,1-4 0,0-1 0,-1 1 0,-1-10 0,1-11 0,0 27 0,0 1 0,0 0 0,0-1 0,0 1 0,0 0 0,0 0 0,0-1 0,0 1 0,0 0 0,1 0 0,-1-1 0,0 1 0,0 0 0,0 0 0,0-1 0,0 1 0,0 0 0,1 0 0,-1 0 0,0-1 0,0 1 0,0 0 0,1 0 0,-1 0 0,0 0 0,0-1 0,1 1 0,-1 0 0,0 0 0,0 0 0,1 0 0,-1 0 0,0 0 0,0 0 0,1 0 0,-1 0 0,0 0 0,1 0 0,-1 0 0,0 0 0,0 0 0,1 0 0,-1 0 0,0 0 0,0 0 0,1 0 0,-1 0 0,0 0 0,0 0 0,1 1 0,-1-1 0,0 0 0,0 0 0,0 0 0,1 1 0,14 10 0,-14-10 0,52 51 69,-29-28-786,27 22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3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24575,'51'87'0,"73"123"0,-86-154 0,69 82 0,-87-118 55,-14-14-528,1 0-1,8 13 1,-9-10-6353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3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515 75 24575,'-195'-55'0,"158"48"0,-1 1 0,1 2 0,-53 2 0,71 2-118,6 0 243,-23 2-1,33-1-249,0 0 1,-1-1-1,1 1 0,0 0 1,0 1-1,0-1 0,0 0 1,0 1-1,0 0 0,0 0 1,-5 3-1,1 4-6701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8:54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107 349 24575,'-10'-15'0,"2"3"0,0 1 0,-1-1 0,0 1 0,-1 1 0,-14-13 0,23 22 0,1 0 0,-1 1 0,1-1 0,-1 1 0,0 0 0,1-1 0,-1 1 0,1-1 0,-1 1 0,0 0 0,1 0 0,-1-1 0,0 1 0,1 0 0,-1 0 0,0 0 0,0 0 0,1-1 0,-1 1 0,0 0 0,0 0 0,1 1 0,-1-1 0,0 0 0,1 0 0,-1 0 0,0 0 0,0 1 0,0 0 0,0 0 0,1-1 0,-1 1 0,0 0 0,1 0 0,-1 0 0,1 0 0,-1 0 0,1 0 0,0 0 0,-1 0 0,1 1 0,0-1 0,0 0 0,0 2 0,-1 4 0,2-1 0,-1 1 0,0 0 0,4 12 0,0-5 0,2 3 0,-6-16 0,-4-10 0,-6-5 0,10 14 0,0 0 0,0 0 0,0 0 0,0 0 0,0 0 0,0 0 0,0 0 0,0 0 0,0 0 0,0 1 0,0-1 0,0 0 0,0 0 0,0 0 0,0 0 0,0 0 0,0 0 0,0 0 0,0 0 0,0 0 0,0 0 0,0 0 0,0 0 0,0 0 0,0 0 0,0 0 0,0 0 0,0 0 0,0 0 0,0 0 0,0 0 0,0 0 0,0 0 0,0 0 0,0 0 0,0 0 0,0 0 0,0 0 0,-1 0 0,1 0 0,0 0 0,0 0 0,0 0 0,0 0 0,0 0 0,0 0 0,0 0 0,0 0 0,0 0 0,0 0 0,0 0 0,0 0 0,0 0 0,0 0 0,0 0 0,0 0 0,0 0 0,0 0 0,0 0 0,5 8 0,2 2 0,1-1 0,1 0 0,-1-1 0,1 0 0,1-1 0,0 1 0,0-2 0,14 8 0,-18-11 0,-1 0 0,1 0 0,0-1 0,0 0 0,0 0 0,0-1 0,0 1 0,9 0 0,-13-2 0,0 0 0,-1 0 0,1 0 0,0-1 0,0 1 0,-1 0 0,1-1 0,0 1 0,0-1 0,-1 1 0,1-1 0,-1 0 0,1 0 0,0 0 0,-1 0 0,0 0 0,1 0 0,-1 0 0,0 0 0,1 0 0,-1-1 0,0 1 0,0-1 0,0 1 0,0-1 0,0 1 0,0-1 0,-1 1 0,1-1 0,0 0 0,-1 1 0,0-1 0,1-2 0,0-1 0,0-1 0,0 0 0,-1 1 0,0-1 0,0 0 0,0 1 0,-1-1 0,0 0 0,0 1 0,0-1 0,-1 1 0,0-1 0,0 1 0,0 0 0,-1 0 0,0 0 0,0 0 0,0 0 0,0 1 0,-1-1 0,-6-6 0,9 11 0,0-1 0,1 1 0,-1 0 0,1-1 0,-1 1 0,1-1 0,-1 0 0,1 1 0,0-1 0,-1 1 0,1-1 0,0 1 0,-1-1 0,1 0 0,0 1 0,0-1 0,-1 0 0,1 0 0,0 1 0,0-1 0,0 0 0,0 1 0,0-1 0,0-1 0,1 2 0,-1-1 0,1 0 0,-1 1 0,1-1 0,-1 1 0,1-1 0,-1 1 0,1-1 0,0 1 0,-1 0 0,1-1 0,0 1 0,-1 0 0,1-1 0,0 1 0,0 0 0,-1 0 0,2 0 0,7-2 0,0 2 0,0-1 0,9 2 0,-12-1 0,24 0 0,0 1 0,0 1 0,-1 2 0,0 1 0,40 12 0,-44-9 0,-1 1 0,0 0 0,0 2 0,-1 1 0,23 16 0,-43-26 0,-5-2 0,-10-5 0,-19-11 0,9 2 0,-87-58 0,85 55 0,2-2 0,-31-30 0,48 43 0,0 0 0,1 0 0,-1-1 0,1 1 0,1-1 0,-1 0 0,1 0 0,0 0 0,-2-11 0,4 15 0,0 0 0,1 0 0,-1 1 0,1-1 0,0 0 0,0 0 0,0 0 0,0 1 0,0-1 0,0 0 0,1 0 0,0 1 0,-1-1 0,1 0 0,0 1 0,0-1 0,1 1 0,-1-1 0,0 1 0,1-1 0,0 1 0,-1 0 0,1 0 0,0 0 0,0 0 0,0 0 0,0 0 0,1 1 0,2-3 0,-1 2-105,1 1 0,-1-1 0,0 1 0,1 0 0,0 0 0,-1 0 0,1 1 0,0-1 0,-1 1 0,1 0 0,0 1 0,7 1 0,7 1-6721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06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87 24575,'-3'-1'0,"-17"-11"0,19 12 0,1-1 0,0 1 0,0 0 0,0 0 0,0 0 0,-1 0 0,1-1 0,0 1 0,0 0 0,0 0 0,0 0 0,0-1 0,0 1 0,0 0 0,0 0 0,0 0 0,-1-1 0,1 1 0,0 0 0,0 0 0,0-1 0,0 1 0,0 0 0,0 0 0,0 0 0,1-1 0,-1 1 0,0 0 0,0 0 0,0-1 0,1 0 0,-1 1 0,1-1 0,0 1 0,-1-1 0,1 1 0,0-1 0,0 1 0,-1 0 0,1-1 0,0 1 0,0 0 0,0 0 0,1-1 0,16-1 0,0 0 0,1 1 0,34 2 0,-11 0 0,338 8 0,-56 0 0,-60-3 0,430 0 0,-439-7 0,-252 1 0,-1 1 0,-1-1 0,1 0 0,-1 0 0,1 0 0,-1 0 0,1 0 0,-1-1 0,1 1 0,-1 0 0,1-1 0,-1 1 0,0-1 0,1 1 0,-1-1 0,3-1 0,-4 1 0,0 1 0,0 0 0,0 0 0,0 0 0,0-1 0,0 1 0,0 0 0,0 0 0,0-1 0,0 1 0,-1 0 0,1 0 0,0 0 0,0-1 0,0 1 0,0 0 0,0 0 0,0 0 0,-1 0 0,1 0 0,0-1 0,0 1 0,0 0 0,0 0 0,-1 0 0,1 0 0,0 0 0,0 0 0,0 0 0,-1-1 0,1 1 0,0 0 0,0 0 0,-1 0 0,1 0 0,0 0 0,0 0 0,0 0 0,-1 0 0,-10-2 0,-43-1 0,-62 3 0,41 2 0,37-2 0,-638-16 0,264-22 0,276 24 0,73 10 0,-100 4 0,34 14 0,35-4 0,54-5 0,38-4 0,-1-1 0,1 0 0,-1 1 0,1-1 0,-1 1 0,1 0 0,-1 0 0,1 0 0,-4 2 0,6-1 0,5-1 0,4-2 0,60-7 0,1 3 0,87 5 0,-71 1 0,248 8-695,-166-3 447,380 22 177,-278-13 47,-175-8-126,-39-2 546,-1-2 0,100-8 0,56-16-396,-106 18 0,-105 3-21,-1 0 0,1 0 0,0 0 0,0 0 0,0 0 0,0 0 0,0 0 0,0 0 0,0 0 0,0 0 0,0 0 0,0 0 0,0 1 0,0-1 0,0 0 0,0 0 0,0 0 0,0 0 0,0 0 0,0 0 0,0 0 0,0 0 0,0 0 0,0 0 0,0 1 0,0-1 0,0 0 0,0 0 0,0 0 0,0 0 0,1 0 0,-1 0 0,0 0 0,0 0 0,0 0 0,0 0 0,0 0 0,0 0 0,0 0 0,0 0 0,0 0 0,0 1 0,0-1 0,0 0 0,0 0 0,1 0 0,-1 0 0,0 0 0,0 0 0,0 0 0,0 0 0,0 0 0,0 0 0,0 0 0,0 0 0,0 0 0,0 0 0,1 0 0,-1 0 0,0 0 0,0 0 0,0-1 0,0 1 0,0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3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32 274 24575,'-14'-8'0,"0"0"0,14 8 0,0-1 0,-1 1 0,1-1 0,0 1 0,-1-1 0,1 1 0,0-1 0,0 1 0,0-1 0,-1 0 0,1 1 0,0-1 0,0 1 0,0-1 0,0 0 0,0 1 0,0-1 0,0 1 0,0-1 0,0 1 0,0-1 0,0 0 0,1 1 0,-1-1 0,0 0 0,2-2 0,-1 0 0,1 1 0,-1-1 0,1 1 0,0 0 0,0-1 0,0 1 0,0 0 0,1 0 0,-1 0 0,4-2 0,31-17 0,-32 18 0,69-31 0,105-35 0,-145 58 0,199-60-1365,-213 67-5461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5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278 472 24575,'0'-8'0,"-3"-90"0,2 84 0,-2-1 0,1 1 0,-2-1 0,-8-21 0,-1 9 0,-1 0 0,-28-40 0,14 26 0,19 29 0,0-1 0,-1 2 0,0 0 0,-1 0 0,-1 1 0,-15-11 0,24 18 0,0 1 0,0 0 0,0-1 0,0 1 0,-1 1 0,1-1 0,-1 1 0,-5-3 0,8 4 0,0 0 0,0 0 0,0 0 0,0 0 0,1 0 0,-1 0 0,0 0 0,0 0 0,0 0 0,0 1 0,0-1 0,1 0 0,-1 1 0,0-1 0,0 0 0,0 1 0,0 0 0,0 0 0,0 0 0,0 0 0,0 0 0,0 0 0,0 0 0,0 1 0,1-1 0,-1 0 0,0 1 0,1-1 0,-1 0 0,1 1 0,-1 1 0,-1 6 0,1-1 0,0 0 0,0 1 0,1-1 0,0 0 0,0 1 0,1-1 0,0 1 0,5 15 0,-1-8 0,1 0 0,1-1 0,0 0 0,10 15 0,-9-17 0,0-1 0,2 0 0,-1 0 0,1-1 0,1-1 0,0 1 0,1-2 0,0 0 0,0 0 0,1-1 0,0 0 0,18 7 0,-14-9 0,-1 0 0,1-1 0,0 0 0,0-2 0,0 0 0,1-1 0,-1 0 0,1-2 0,-1 0 0,26-4 0,-7-1 0,39-10 0,-65 12 0,0 0 0,0-1 0,0 0 0,0 0 0,0-1 0,-1 0 0,0-1 0,13-10 0,-20 13 0,0 1 0,0 0 0,0-1 0,-1 0 0,1 1 0,0-1 0,-1 0 0,0 0 0,0 0 0,0 0 0,0 0 0,0 0 0,0 0 0,0-6 0,-1-4 0,0 0 0,-1-17 0,-1 4 0,2 20 0,-1 1 0,1 0 0,-1 0 0,-1 0 0,1 0 0,-1 0 0,1 0 0,-1 0 0,-1 0 0,1 1 0,-5-8 0,6 11 0,-1-1 0,1 0 0,0 0 0,-1 1 0,0-1 0,1 1 0,-1-1 0,0 1 0,0 0 0,0 0 0,0 0 0,0 0 0,0 0 0,0 0 0,0 0 0,0 1 0,0-1 0,0 1 0,-1-1 0,1 1 0,0 0 0,0 0 0,-1 0 0,1 0 0,0 1 0,0-1 0,0 0 0,-1 1 0,-2 1 0,1 0 0,0 1 0,-1 0 0,1 0 0,0 0 0,0 0 0,1 1 0,-1 0 0,1-1 0,0 1 0,0 1 0,0-1 0,0 0 0,1 1 0,0-1 0,0 1 0,0 0 0,0-1 0,1 1 0,-2 9 0,4-11 0,-1 0 0,0 1 0,1-1 0,0 0 0,0 0 0,0 0 0,0 0 0,0 0 0,1 0 0,-1 0 0,1 0 0,0 0 0,0-1 0,0 1 0,0 0 0,0-1 0,1 0 0,-1 0 0,1 0 0,-1 0 0,1 0 0,3 2 0,0-1 0,0 0 0,0 0 0,1 0 0,-1-1 0,1 0 0,0 0 0,0 0 0,-1-1 0,11 1 0,-1-2 0,7 1 0,-1 0 0,1-2 0,23-4 0,-41 4-72,-1 0 1,0 0-1,-1 0 0,1 0 0,0-1 0,0 0 0,0 1 0,-1-2 1,1 1-1,-1 0 0,0-1 0,0 1 0,0-1 0,0 0 0,0 0 1,0 0-1,-1 0 0,3-5 0,-1-1-6754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5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24575,'21'12'0,"-1"0"0,2-1 0,-1-1 0,2-1 0,42 11 0,-64-19 0,0-1 0,0 0 0,-1 1 0,1-1 0,0 0 0,0 0 0,0 0 0,0 0 0,0 1 0,-1-1 0,1 0 0,0 0 0,0-1 0,0 1 0,0 0 0,0 0 0,-1 0 0,1-1 0,0 1 0,0 0 0,0-1 0,-1 1 0,1 0 0,0-1 0,0 1 0,-1-1 0,1 1 0,0-1 0,-1 0 0,1 1 0,-1-1 0,1 0 0,-1 1 0,1-1 0,-1 0 0,1 0 0,-1 0 0,0 1 0,1-1 0,-1 0 0,0 0 0,0 0 0,0 0 0,1 1 0,-1-1 0,0 0 0,0 0 0,0 0 0,-1 0 0,1 0 0,0 1 0,0-3 0,-2-5 0,1 1 0,-1-1 0,0 0 0,-4-9 0,5 16 0,0-1 0,0-1 0,0 0 0,1 1 0,-1-1 0,1 0 0,-1 0 0,1-4 0,0 7 0,0-1 0,0 1 0,0 0 0,0-1 0,0 1 0,0-1 0,0 1 0,1-1 0,-1 1 0,0 0 0,0-1 0,0 1 0,1-1 0,-1 1 0,0 0 0,1-1 0,-1 1 0,0 0 0,1-1 0,0 1 0,-1-1 0,1 1 0,0 0 0,0 0 0,0-1 0,0 1 0,-1 0 0,1 0 0,0 0 0,0 0 0,0 0 0,0 0 0,0 1 0,-1-1 0,1 0 0,1 1 0,120 37-1365,-104-34-5461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5.8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4 24575,'-16'-2'0,"-29"1"0,41 1 0,0 0 0,0 1 0,0-1 0,0 1 0,1 0 0,-1 0 0,0 0 0,1 0 0,-1 1 0,1-1 0,-1 1 0,1 0 0,-5 4 0,7-6 0,1 1 0,-1 0 0,0 0 0,0 0 0,1 0 0,-1 0 0,0 0 0,1 0 0,-1 0 0,1 0 0,-1 0 0,1 0 0,0 0 0,-1 1 0,1-1 0,0 0 0,0 0 0,0 0 0,0 0 0,0 2 0,0-1 0,1 1 0,-1-1 0,1 0 0,0 0 0,0 1 0,0-1 0,0 0 0,0 0 0,3 3 0,-1 0 0,2 0 0,-1 0 0,1-1 0,0 1 0,0-1 0,8 6 0,-6-6 0,0 0 0,1-1 0,-1 1 0,1-1 0,0-1 0,10 3 0,-16-4 0,0-1 0,1 0 0,-1 0 0,0 1 0,0-1 0,0-1 0,0 1 0,1 0 0,-1 0 0,0-1 0,0 0 0,0 1 0,0-1 0,0 0 0,0 0 0,0 0 0,0 0 0,0 0 0,0 0 0,-1-1 0,1 1 0,0-1 0,-1 1 0,1-1 0,-1 1 0,0-1 0,3-3 0,2-13 0,-6 16 0,1 0 0,-1-1 0,1 1 0,0 0 0,0 0 0,0 0 0,0 0 0,0 0 0,0 0 0,3-3 0,-4 5 0,1 0 0,-1 0 0,1 0 0,-1 0 0,1 0 0,-1 0 0,1 0 0,-1 0 0,1 0 0,-1 0 0,1 0 0,-1 0 0,1 0 0,-1 0 0,1 0 0,-1 1 0,1-1 0,-1 0 0,0 0 0,1 0 0,-1 1 0,1-1 0,-1 0 0,0 1 0,1-1 0,-1 0 0,1 1 0,12 13 0,-11-11 0,57 64 0,92 135 0,-149-199 0,0 0 0,-1 1 0,1-1 0,-1 0 0,1 1 0,-1 0 0,0-1 0,0 1 0,0 4 0,-1-7 0,0 0 0,0 1 0,0-1 0,0 0 0,0 0 0,-1 0 0,1 0 0,0 1 0,-1-1 0,1 0 0,-1 0 0,1 0 0,-1 0 0,1 0 0,-1 0 0,0 0 0,0 0 0,1 0 0,-1 0 0,0-1 0,0 1 0,0 0 0,0 0 0,0-1 0,0 1 0,0 0 0,0-1 0,0 0 0,0 1 0,-1-1 0,1 1 0,-1-1 0,-6 2 12,0-1 0,-1 0 0,1 0 0,0-1 0,0 0 0,-1 0 0,1-1 0,0 0 0,-13-3 0,3-1-383,0-1-1,0-1 1,-17-9 0,18 8-6455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6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29 139 24575,'-2'-1'0,"-15"-11"0,10 10 0,7 3 0,0-1 0,-1 0 0,1 0 0,0 0 0,0 0 0,0 0 0,0 1 0,0-1 0,-1 0 0,1 0 0,0 0 0,0 1 0,0-1 0,0 0 0,0 0 0,0 0 0,0 1 0,0-1 0,0 0 0,0 0 0,0 1 0,0-1 0,0 0 0,0 0 0,0 0 0,0 1 0,0-1 0,0 0 0,0 0 0,0 0 0,0 1 0,1-1 0,2 9 0,1-1 0,0 0 0,1 0 0,0 0 0,0-1 0,1 0 0,8 10 0,5 6 0,163 199 0,-168-207 0,4 3 0,-1 2 0,16 23 0,-32-42 0,0 0 0,-1 0 0,1 0 0,-1 0 0,1 0 0,-1 0 0,0 0 0,1-1 0,-1 1 0,0 0 0,1 0 0,-1 1 0,0-1 0,0 0 0,0 2 0,0-3 0,0 0 0,-1 0 0,1 1 0,0-1 0,0 0 0,0 1 0,-1-1 0,1 0 0,0 0 0,-1 1 0,1-1 0,0 0 0,0 0 0,-1 0 0,1 1 0,0-1 0,-1 0 0,1 0 0,-1 0 0,1 0 0,0 0 0,-1 0 0,1 0 0,0 0 0,-1 0 0,1 0 0,0 0 0,-1 0 0,-3 0 0,0-1 0,0 1 0,0-1 0,1-1 0,-1 1 0,-5-3 0,-18-8 0,1-2 0,0-1 0,2-1 0,-1-2 0,-37-35 0,60 52 0,1 0 0,0 0 0,0-1 0,0 1 0,0 0 0,0-1 0,1 1 0,-1 0 0,0-1 0,1 1 0,-1-1 0,1 1 0,-1-1 0,1 1 0,-1-4 0,1 4 0,1 0 0,-1 0 0,0 1 0,0-1 0,1 0 0,-1 0 0,0 0 0,1 0 0,-1 1 0,1-1 0,-1 0 0,1 0 0,-1 1 0,1-1 0,0 0 0,-1 1 0,1-1 0,0 1 0,0-1 0,-1 1 0,1-1 0,0 1 0,0-1 0,0 1 0,-1 0 0,1-1 0,0 1 0,0 0 0,1 0 0,10-3 0,0 2 0,1-1 0,-1 1 0,22 2 0,50 8 0,-84-9 0,6 1 0,14 2 0,0 0 0,0-2 0,0 0 0,26-3 0,-41 1 0,1 0 0,-1 0 0,0 0 0,1-1 0,-1 0 0,0 0 0,0-1 0,9-5 0,-11 6 0,0 0 0,0-1 0,0 0 0,-1 0 0,1 0 0,-1 0 0,0 0 0,0 0 0,0-1 0,0 1 0,0-1 0,-1 1 0,1-1 0,0-4 0,0 1 0,-1-1 0,0 0 0,-1-1 0,0 1 0,0 0 0,-1 0 0,0 0 0,0 0 0,0 0 0,-1 1 0,-1-1 0,1 0 0,-7-11 0,0 1 0,-1 0 0,0 0 0,-2 1 0,-15-19 0,-19-15 0,40 45 0,-1 0 0,0 0 0,1 1 0,-2 0 0,-13-7 0,21 12 0,-1-1 0,1 1 0,-1 0 0,1-1 0,-1 1 0,1 0 0,-1-1 0,0 1 0,1 0 0,-1 0 0,0 0 0,1 0 0,-1 0 0,1 0 0,-1 0 0,0 0 0,1 0 0,-1 0 0,0 0 0,1 0 0,-1 0 0,0 0 0,1 0 0,-1 1 0,1-1 0,-1 0 0,0 1 0,0 0 0,1 0 0,0-1 0,0 1 0,-1 0 0,1 0 0,0 0 0,0 0 0,0-1 0,0 1 0,0 0 0,0 0 0,0 0 0,0 0 0,1-1 0,-1 1 0,0 0 0,1 1 0,2 6 0,0 1 0,8 11 0,-11-19 0,16 26 0,2 0 0,1-1 0,29 31 0,77 61 0,-121-114 0,0-1 0,0 1 0,1-1 0,-1-1 0,8 5 0,-11-7 0,0 1 0,1-1 0,-1 0 0,0 1 0,0-1 0,0 0 0,1 0 0,-1 0 0,0 0 0,0 0 0,1 0 0,-1 0 0,0 0 0,0-1 0,1 1 0,-1 0 0,0-1 0,0 1 0,0-1 0,0 1 0,1-1 0,-1 0 0,0 1 0,0-1 0,0 0 0,0 0 0,-1 0 0,1 1 0,1-2 0,3-5 0,-1 0 0,0 0 0,0 0 0,-1 0 0,0-1 0,3-8 0,-3 7 0,0-1 0,1 2 0,9-16 0,-11 22 0,0-1 0,0 0 0,0 1 0,0-1 0,1 1 0,-1 0 0,1 0 0,0 0 0,-1 0 0,1 0 0,0 1 0,0-1 0,0 1 0,6-2 0,-1 2 0,-1-1 0,1 2 0,0-1 0,-1 1 0,1 0 0,0 1 0,-1 0 0,1 0 0,-1 1 0,1 0 0,-1 0 0,0 0 0,0 1 0,0 0 0,7 5 0,8 4 0,-1 1 0,-1 1 0,24 22 0,-38-31-273,-1 0 0,0 0 0,0 0 0,6 10 0,-4-4-6553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7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234 279 24575,'-9'-6'0,"1"0"0,-2 1 0,1 0 0,0 1 0,-1 0 0,0 0 0,0 1 0,0 0 0,0 1 0,-1 0 0,1 1 0,0 0 0,-1 0 0,1 1 0,-17 3 0,24-3 0,1 0 0,-1 1 0,1 0 0,0 0 0,-1-1 0,1 1 0,0 0 0,-1 1 0,1-1 0,0 0 0,0 1 0,0-1 0,0 1 0,1 0 0,-1-1 0,-3 5 0,3-3 0,0 1 0,-1 0 0,1 0 0,1 0 0,-1 0 0,1 1 0,-1-1 0,1 0 0,-1 6 0,2-5 0,-1 0 0,0 1 0,1-1 0,0 0 0,1 1 0,-1-1 0,1 1 0,0-1 0,0 0 0,0 0 0,1 1 0,0-1 0,0 0 0,0-1 0,1 1 0,4 6 0,-4-7 0,0-1 0,1 1 0,0-1 0,-1 0 0,1 0 0,1 0 0,-1 0 0,0-1 0,1 0 0,-1 0 0,1 0 0,0 0 0,-1-1 0,1 0 0,0 0 0,0 0 0,0 0 0,0-1 0,0 0 0,0 0 0,0 0 0,0-1 0,0 1 0,0-1 0,-1 0 0,1-1 0,0 1 0,8-5 0,-5 3 0,1-1 0,-1 0 0,-1 0 0,1-1 0,-1 0 0,0 0 0,11-11 0,-15 13 0,-1 0 0,1 0 0,-1 0 0,0 0 0,0-1 0,0 1 0,-1-1 0,1 1 0,-1-1 0,0 1 0,0-1 0,0 0 0,0 0 0,0 1 0,-1-1 0,0 0 0,0 0 0,0 0 0,0 0 0,-1-4 0,-1 0 0,0 1 0,-1-1 0,0 1 0,0 0 0,0-1 0,-1 1 0,-5-7 0,-37-46 0,22 30 0,2 2 0,3 2 0,-1 1 0,-41-40 0,58 63 0,2 4 0,6 10 0,11 14 0,3 1 0,1 0 0,1-2 0,1-1 0,2 0 0,0-2 0,1-1 0,1-1 0,1-1 0,47 25 0,-7-10-1365,-57-29-5461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8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132 177 24575,'1'-36'0,"-1"17"0,1 1 0,-2-1 0,-3-19 0,3 35 0,1 1 0,-1 0 0,1 0 0,-1-1 0,0 1 0,0 0 0,0 0 0,0 0 0,0 0 0,-1 0 0,1 0 0,-1 0 0,1 0 0,-1 1 0,0-1 0,1 1 0,-1-1 0,0 1 0,0-1 0,0 1 0,0 0 0,0 0 0,0 0 0,-3 0 0,2 0 0,1 1 0,-1-1 0,0 1 0,1 0 0,-1 0 0,0 0 0,1 0 0,-1 1 0,0-1 0,1 1 0,-1-1 0,1 1 0,-1 0 0,1 0 0,-1 0 0,1 0 0,0 1 0,0-1 0,-1 1 0,1-1 0,-2 3 0,0 0 0,1-1 0,0 1 0,0-1 0,1 1 0,-1 0 0,1 0 0,0 0 0,0 0 0,0 1 0,0-1 0,1 0 0,-1 1 0,1-1 0,1 1 0,-1 0 0,0-1 0,1 1 0,0 0 0,0-1 0,1 1 0,-1 0 0,1-1 0,0 1 0,0-1 0,1 1 0,-1-1 0,1 1 0,0-1 0,0 0 0,0 0 0,1 0 0,-1 0 0,1 0 0,6 5 0,-1-1 0,1 0 0,1-1 0,-1-1 0,1 1 0,0-2 0,1 1 0,-1-1 0,1-1 0,12 4 0,-5-4 0,1 0 0,-1-1 0,1-1 0,35 0 0,-41-2-120,-5 0 183,0 0 1,1 0-1,13-3 0,-21 3-114,1-1-1,-1 1 0,0 0 1,1-1-1,-1 1 0,0-1 1,1 1-1,-1-1 0,0 0 1,0 1-1,0-1 0,0 0 1,0 0-1,0 0 0,0 0 1,0 0-1,0 0 0,0 0 1,0 0-1,0 0 0,-1 0 1,1-1-1,-1 1 0,1 0 1,-1 0-1,1-1 0,-1 1 1,1-2-1,-1-8-6774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9.0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1 117 24575,'15'1'0,"0"1"0,0 1 0,0 0 0,0 1 0,-1 1 0,0 0 0,17 9 0,37 12 0,-58-24 0,-1 1 0,0-1 0,1-1 0,-1 0 0,16 0 0,-24-1 0,0 0 0,1 0 0,-1 0 0,0 0 0,1 0 0,-1-1 0,0 1 0,0 0 0,0-1 0,1 1 0,-1-1 0,0 1 0,0-1 0,0 1 0,0-1 0,0 0 0,0 0 0,0 0 0,0 1 0,0-1 0,0 0 0,0 0 0,0-2 0,0 2 0,0-1 0,-1 0 0,1 0 0,-1 0 0,0 1 0,0-1 0,0 0 0,1 0 0,-2 0 0,1 0 0,0 0 0,0 1 0,-1-1 0,0-2 0,-1-4 0,-1 0 0,0 1 0,-1-1 0,1 1 0,-10-13 0,1 4 0,1 1 0,-13-22 0,24 37 0,-1-1 0,1 1 0,0 0 0,0-1 0,-1 1 0,1-1 0,0 1 0,0-1 0,0 1 0,0-1 0,0 1 0,-1-1 0,1 1 0,0-1 0,0 1 0,0-1 0,0 1 0,0-1 0,1 1 0,-1-1 0,0 1 0,0-1 0,0 1 0,0-1 0,0 1 0,1 0 0,-1-1 0,0 1 0,0-1 0,1 1 0,-1-1 0,1 0 0,0 1 0,1-1 0,-1 1 0,0-1 0,0 1 0,0-1 0,0 1 0,1 0 0,-1-1 0,0 1 0,0 0 0,2 0 0,6 0 0,0 0 0,15 4 0,-20-4 0,23 5 0,-1 1 0,0 2 0,40 16 0,-52-19-1365,-1-1-5461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19.6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181 130 24575,'-15'-13'0,"-49"-35"0,56 43 0,0 0 0,0 0 0,-1 1 0,0 0 0,-17-5 0,25 9 0,0 0 0,0-1 0,0 1 0,-1 0 0,1 0 0,0 0 0,0 0 0,0 0 0,0 0 0,0 0 0,0 0 0,0 0 0,0 0 0,-1 1 0,1-1 0,0 0 0,0 1 0,0-1 0,0 1 0,0-1 0,0 1 0,1 0 0,-2 0 0,1 0 0,0 1 0,0-1 0,1 0 0,-1 0 0,0 1 0,1-1 0,-1 0 0,1 1 0,0-1 0,-1 0 0,1 1 0,0-1 0,0 1 0,0-1 0,0 3 0,0-1 0,1 1 0,-1-1 0,1 0 0,-1 0 0,1 1 0,0-1 0,1 0 0,-1 0 0,0 0 0,1 0 0,0 0 0,-1-1 0,1 1 0,5 5 0,-1-4 0,0-1 0,0 1 0,0-1 0,0 0 0,1-1 0,-1 0 0,1 0 0,0 0 0,-1-1 0,13 2 0,8-2 0,40-2 0,-26-1 0,-34 2 0,-1 0 0,0 0 0,0-1 0,1 0 0,9-3 0,-15 4 0,1-1 0,-1 1 0,0-1 0,0 1 0,1-1 0,-1 0 0,0 0 0,0 0 0,0 0 0,0 1 0,0-1 0,0 0 0,0-1 0,0 1 0,-1 0 0,1 0 0,0 0 0,-1 0 0,1-1 0,-1 1 0,1 0 0,-1-1 0,0 1 0,1 0 0,-1-1 0,0 1 0,0 0 0,0-1 0,0 1 0,0-1 0,0 1 0,-1-2 0,1 0 0,-1 0 0,1-1 0,-1 1 0,0 0 0,-1 0 0,1 0 0,0 0 0,-1 0 0,0 0 0,0 0 0,0 0 0,-3-3 0,1 2 0,-1 0 0,1 0 0,-1 0 0,0 0 0,0 1 0,-8-4 0,1 2 0,-1 0 0,1 1 0,-1 0 0,0 1 0,-22-3 0,27 5-151,-1 1-1,1 0 0,0 1 0,-1 0 1,1 0-1,0 1 0,0 0 1,-11 4-1,6-1-6674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0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1 144 24575,'10'0'0,"-1"1"0,1 0 0,0 1 0,-1 0 0,1 0 0,10 5 0,53 27 0,-50-23 0,36 14 0,-53-23 0,-3-1 0,-1 0 0,0 0 0,1 0 0,-1-1 0,1 1 0,-1-1 0,6 1 0,-8-2 0,1 1 0,0 0 0,-1 0 0,1-1 0,-1 1 0,1 0 0,0-1 0,-1 1 0,1-1 0,-1 1 0,1 0 0,-1-1 0,1 0 0,-1 1 0,1-1 0,-1 1 0,0-1 0,1 1 0,-1-1 0,0 0 0,1 1 0,-1-1 0,0 0 0,0 1 0,0-1 0,0 0 0,1 1 0,-1-1 0,0 0 0,0 1 0,0-1 0,-1 0 0,1 1 0,0-2 0,0-3 0,-1 0 0,1-1 0,-1 1 0,0 0 0,-1 1 0,1-1 0,-1 0 0,0 0 0,0 0 0,-4-5 0,-2-3 0,-21-24 0,3 4 0,26 33 0,0 0 0,0 0 0,-1 0 0,1-1 0,0 1 0,0 0 0,0 0 0,0 0 0,0-1 0,-1 1 0,1 0 0,0 0 0,0 0 0,0-1 0,0 1 0,0 0 0,0 0 0,0 0 0,0-1 0,0 1 0,0 0 0,0 0 0,0 0 0,0-1 0,0 1 0,0 0 0,0 0 0,0-1 0,0 1 0,0 0 0,0 0 0,0 0 0,1-1 0,6 1 0,16 8 0,-20-6 0,6 1 0,61 22 0,-61-22 0,1-1 0,0 0 0,-1-1 0,1 0 0,13 0 0,-22-1 0,1 0 0,-1 0 0,0 0 0,0 0 0,0 0 0,1 0 0,-1-1 0,0 1 0,0-1 0,0 1 0,0-1 0,0 1 0,0-1 0,0 1 0,0-1 0,0 0 0,0 0 0,0 1 0,0-1 0,0 0 0,-1 0 0,1 0 0,0 0 0,0 0 0,-1 0 0,1 0 0,-1 0 0,1 0 0,-1-1 0,0 1 0,1 0 0,-1 0 0,0 0 0,0 0 0,0-1 0,0 1 0,0 0 0,0 0 0,0 0 0,0-3 0,-2-4 0,1-1 0,-1 1 0,-1 0 0,-5-13 0,6 14 0,1 7 0,1-1 0,0 1 0,0-1 0,-1 1 0,1-1 0,0 0 0,0 1 0,0-1 0,0 0 0,0 1 0,0-1 0,0 1 0,0-1 0,0 0 0,0 1 0,0-1 0,0 0 0,0 1 0,0-1 0,0 1 0,1-1 0,-1 0 0,0 1 0,1-1 0,-1 0 0,1 0 0,0 1 0,0 0 0,-1-1 0,1 1 0,0 0 0,0-1 0,0 1 0,0 0 0,-1 0 0,1 0 0,0 0 0,0 0 0,0-1 0,0 2 0,0-1 0,1 0 0,6 1 0,0 1 0,-1 0 0,11 4 0,-12-4 0,93 35-1365,-86-33-5461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0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24575,'27'8'0,"11"4"0,5 0 0,-4 1 0,-5 1 0,-6-2 0,-5-2 0,-5 2 0,-4-3-8191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0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24575,'15'-3'0,"4"2"0,0 4 0,-1 3 0,-4 4 0,-5-1-8191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1.2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0 173 24575,'18'0'0,"0"1"0,0 0 0,0 2 0,-1 0 0,1 0 0,-1 2 0,0 0 0,0 2 0,25 12 0,-41-19 0,-1 1 0,1-1 0,0 1 0,0-1 0,0 1 0,0-1 0,-1 0 0,1 1 0,0-1 0,0 0 0,0 0 0,0 1 0,0-1 0,0 0 0,0 0 0,0 0 0,0 0 0,0 0 0,0-1 0,0 1 0,0 0 0,1-1 0,-2 1 0,1-1 0,-1 0 0,1 1 0,-1-1 0,1 0 0,-1 1 0,0-1 0,1 0 0,-1 0 0,0 1 0,0-1 0,1 0 0,-1 0 0,0 0 0,0 1 0,0-1 0,0 0 0,0 0 0,0 0 0,-1 0 0,0-7 0,0 1 0,-1 0 0,0 0 0,-4-10 0,-6-11 0,7 19 0,1 0 0,0-1 0,0 0 0,1 0 0,0 0 0,1 0 0,-1-11 0,3 19 0,0 1 0,0-1 0,0 1 0,0-1 0,0 1 0,1-1 0,-1 1 0,1-1 0,-1 1 0,1 0 0,-1-1 0,1 1 0,0-1 0,-1 1 0,1 0 0,0 0 0,0 0 0,0-1 0,2-1 0,0 2 0,-1-1 0,1 1 0,-1-1 0,1 1 0,-1 0 0,1 0 0,-1 0 0,1 1 0,0-1 0,3 0 0,4 0 0,1 0 0,-1 1 0,1 1 0,17 2 0,5 3-273,1 2 0,-1 1 0,-1 1 0,58 27 0,-77-30-6553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2.0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11 24575,'-37'-4'0,"-45"-3"0,74 7 0,0 1 0,0-1 0,0 1 0,0 1 0,1-1 0,-1 1 0,-13 5 0,18-5 0,0 0 0,0 0 0,0 0 0,0 0 0,1 0 0,-1 1 0,1-1 0,-1 1 0,1 0 0,0 0 0,0 0 0,0 0 0,1 0 0,-1 0 0,1 0 0,-1 0 0,1 1 0,0-1 0,0 0 0,1 1 0,-1-1 0,1 1 0,-1-1 0,1 1 0,0-1 0,2 7 0,-2-5 0,0 0 0,1 0 0,0 0 0,1-1 0,-1 1 0,1-1 0,-1 1 0,1-1 0,1 1 0,-1-1 0,1 0 0,-1 0 0,1 0 0,0 0 0,1-1 0,-1 1 0,0-1 0,1 0 0,5 4 0,0-3 0,1 1 0,0-1 0,0-1 0,0 0 0,0 0 0,0-1 0,1 0 0,-1-1 0,1 0 0,19-1 0,-28 0 0,1 0 0,-1 0 0,0-1 0,1 1 0,-1-1 0,0 1 0,0-1 0,0 0 0,1 0 0,-1 0 0,0 0 0,0 0 0,0-1 0,-1 1 0,1 0 0,0-1 0,0 0 0,-1 1 0,1-1 0,-1 0 0,1 0 0,-1 0 0,0 0 0,0 0 0,0 0 0,0 0 0,0 0 0,0 0 0,-1 0 0,1-1 0,-1 1 0,1 0 0,-1-4 0,0 0 0,0 0 0,0 0 0,-1 0 0,0 0 0,0 0 0,0 0 0,-1 0 0,0 0 0,0 0 0,-1 1 0,-4-9 0,0 3 0,4 7 0,1 1 0,0 0 0,0-1 0,0 1 0,1-1 0,-2-5 0,2 9 0,1 0 0,0 0 0,0-1 0,0 1 0,0 0 0,0-1 0,0 1 0,0 0 0,0 0 0,0-1 0,0 1 0,0 0 0,0-1 0,0 1 0,0 0 0,1 0 0,-1-1 0,0 1 0,0 0 0,0 0 0,0-1 0,0 1 0,0 0 0,1 0 0,-1-1 0,0 1 0,0 0 0,1 0 0,-1 0 0,0-1 0,0 1 0,0 0 0,1 0 0,-1 0 0,0 0 0,1 0 0,-1-1 0,0 1 0,0 0 0,1 0 0,-1 0 0,0 0 0,1 0 0,-1 0 0,0 0 0,0 0 0,1 0 0,-1 0 0,0 0 0,1 0 0,-1 1 0,0-1 0,0 0 0,1 0 0,17 6 0,-17-6 0,68 38 127,-4-3-1619,-53-29-5334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2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24575,'7'3'0,"6"2"0,4 7 0,3 5 0,2 5 0,3 3 0,1 3 0,2 1 0,1 1 0,0 0 0,-2 0 0,-1 0 0,0-3 0,-1-4 0,-4-3 0,-2-2 0,-2-2 0,-4-4-8191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2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0 24575,'-27'3'0,"-12"0"0,-1 3 0,6 2 0,7 0 0,7 1 0,5 2 0,3-2 0,3 1 0,3 1 0,0-2 0,1 1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3.3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20 24575,'-5'-2'0,"-10"-3"0,-27-5 0,38 9 0,1 0 0,-1 1 0,1 0 0,-1 0 0,0 0 0,1 0 0,-1 0 0,1 1 0,-1 0 0,1-1 0,-1 1 0,1 1 0,-6 2 0,8-4 0,0 1 0,0-1 0,0 1 0,0 0 0,1 0 0,-1-1 0,0 1 0,0 0 0,1 0 0,-1 0 0,1 0 0,-1 0 0,1 0 0,-1 0 0,1 0 0,-1 0 0,1 0 0,0 0 0,0 0 0,-1 2 0,1 0 0,0-1 0,1 1 0,-1 0 0,0-1 0,1 1 0,0-1 0,-1 1 0,3 3 0,1 4 0,2 0 0,-1-1 0,9 10 0,-13-17 0,5 15 0,-5-16 0,-1 0 0,0 1 0,1-1 0,-1 0 0,1 1 0,-1-1 0,1 0 0,0 1 0,1 1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3.7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86 24575,'-1'0'0,"0"0"0,0 0 0,0 0 0,0 0 0,0 1 0,0-1 0,0 0 0,0 1 0,0-1 0,0 0 0,0 1 0,0-1 0,0 1 0,0 0 0,0-1 0,0 1 0,1 0 0,-1-1 0,0 1 0,0 0 0,1 0 0,-1 0 0,0 0 0,1-1 0,-1 1 0,1 0 0,0 0 0,-1 0 0,1 0 0,-1 0 0,1 0 0,0 0 0,0 0 0,0 1 0,0-1 0,0 0 0,0 0 0,0 2 0,0 0 0,0 0 0,1 1 0,-1-1 0,1 1 0,0-1 0,0 0 0,0 1 0,0-1 0,1 0 0,2 5 0,0-4 0,-1 0 0,1 0 0,0 0 0,0 0 0,0-1 0,0 0 0,1 0 0,-1 0 0,1-1 0,0 1 0,-1-1 0,1 0 0,0 0 0,1-1 0,-1 1 0,0-1 0,0-1 0,1 1 0,-1-1 0,0 1 0,1-2 0,-1 1 0,0 0 0,11-3 0,-14 2 0,0-1 0,0 1 0,0 0 0,0 0 0,0-1 0,0 1 0,-1-1 0,1 1 0,0-1 0,-1 0 0,1 0 0,-1 0 0,0 0 0,0 0 0,0 0 0,0 0 0,0 0 0,0 0 0,0 0 0,-1-1 0,1 1 0,-1 0 0,1-1 0,-1 1 0,0 0 0,0-3 0,0-5 0,0 0 0,-1 0 0,0 0 0,-5-17 0,5 22 0,-1 0 0,1 1 0,-1-1 0,0 1 0,0-1 0,-1 1 0,1 0 0,-1 0 0,0 0 0,0 0 0,-1 1 0,1-1 0,-1 1 0,-7-6 0,8 7 0,0 0 0,0 1 0,0-1 0,-1 1 0,1 0 0,0 0 0,0 0 0,-1 0 0,1 1 0,-1-1 0,1 1 0,0 0 0,-1 0 0,1 0 0,-1 0 0,1 1 0,0-1 0,-1 1 0,1 0 0,0 0 0,-1 0 0,-3 2 0,-7 6-1365,2-1-5461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24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175 200 24575,'36'10'0,"-55"-14"0,1-2 0,0 0 0,-34-17 0,42 17 0,0 1 0,0-2 0,1 1 0,0-1 0,0-1 0,1 1 0,0-2 0,-7-8 0,13 15 0,0-1 0,1 1 0,-1 0 0,1-1 0,0 1 0,0-1 0,0 0 0,0 1 0,0-1 0,0 0 0,1 0 0,-1 1 0,1-1 0,0 0 0,0 0 0,0 0 0,1-5 0,-1 6 0,1 0 0,0 0 0,0-1 0,0 1 0,0 0 0,1 0 0,-1 0 0,1 0 0,-1 0 0,1 1 0,-1-1 0,1 0 0,0 1 0,0-1 0,0 1 0,0 0 0,0 0 0,0-1 0,0 1 0,0 1 0,4-2 0,5-1-127,0 1 0,0 0 0,0 1-1,0 1 1,0-1 0,0 2 0,18 2 0,-24-3-221,19 3-6478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35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1772 753 24575,'2'0'0,"19"-2"0,-21 2 0,0 0 0,0 0 0,1-1 0,-1 1 0,0 0 0,0 0 0,0 0 0,0 0 0,1 0 0,-1 0 0,0 0 0,0-1 0,0 1 0,0 0 0,0 0 0,0 0 0,1 0 0,-1-1 0,0 1 0,0 0 0,0 0 0,0 0 0,0-1 0,0 1 0,0 0 0,0 0 0,0 0 0,0-1 0,0 1 0,0 0 0,0 0 0,-7-10 0,-10-5 0,-1 1 0,-38-22 0,15 11 0,-23-20 0,-49-29 0,94 63 0,-104-53 0,74 46 0,0 1 0,-88-15 0,102 24 0,-265-75 0,275 76 0,-10-6 0,-38-18 0,39 15 0,-39-12 0,37 16 0,0 3 0,-57-9 0,-8 4 0,5 0 0,44 5 0,46 7 0,0 1 0,0-1 0,1 0 0,-1 0 0,0-1 0,-7-5 0,13 8 0,-1 0 0,1 0 0,0 0 0,-1-1 0,1 1 0,0 0 0,0-1 0,-1 1 0,1 0 0,0-1 0,0 1 0,-1 0 0,1-1 0,0 1 0,0 0 0,0-1 0,0 1 0,0 0 0,0-1 0,-1 1 0,1-1 0,0 1 0,0 0 0,0-1 0,0 1 0,0-1 0,0 1 0,1-1 0,-1 1 0,0 0 0,0-1 0,0 1 0,0 0 0,0-1 0,1 1 0,-1 0 0,0-1 0,0 1 0,0 0 0,1-1 0,-1 1 0,0 0 0,1-1 0,-1 1 0,0 0 0,0 0 0,1-1 0,-1 1 0,1 0 0,-1 0 0,0 0 0,1 0 0,-1-1 0,1 1 0,22-9 0,47-1 0,100-1 0,8-1 0,-137 6 0,1-1 0,67-23 0,-105 29 0,-5 3 0,-12 8 0,-21 11 0,16-13 0,-1-1 0,0 0 0,0-2 0,0 0 0,-1-1 0,-27 1 0,-122-3 0,94-3 0,22 1 0,-54-1 0,77-5 0,26 5 0,0-1 0,0 1 0,0 0 0,-1 1 0,1-1 0,0 1 0,-1 0 0,1 0 0,0 0 0,-6 1 0,9 0 0,0-1 0,1 0 0,-1 0 0,0 1 0,1-1 0,-1 0 0,1 1 0,-1-1 0,1 0 0,-1 1 0,0-1 0,1 1 0,0-1 0,-1 1 0,1-1 0,-1 1 0,1-1 0,-1 1 0,1 0 0,0-1 0,0 1 0,-1 0 0,1-1 0,0 2 0,0 0 0,0 0 0,0-1 0,0 1 0,0 0 0,0-1 0,0 1 0,1-1 0,-1 1 0,1 0 0,0 1 0,2 3 0,1 0 0,-1 0 0,9 11 0,4 1 0,0 0 0,1-2 0,1 0 0,1-1 0,27 17 0,106 52 0,-133-75 0,-19-9 0,13 8 0,-13-8 0,1 0 0,-1 0 0,1 1 0,-1-1 0,0 0 0,1 0 0,-1 1 0,0-1 0,1 0 0,-1 0 0,0 1 0,0-1 0,1 0 0,-1 1 0,0-1 0,0 0 0,0 1 0,1-1 0,-1 1 0,0-1 0,0 0 0,0 1 0,0-1 0,0 1 0,0-1 0,0 0 0,0 1 0,0-1 0,0 1 0,0 0 0,-3 0-1365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36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21 119 24575,'0'-1'0,"-1"1"0,0-1 0,1 1 0,-1 0 0,0 0 0,1-1 0,-1 1 0,0 0 0,0 0 0,1 0 0,-1 0 0,0 0 0,0 0 0,1 0 0,-1 0 0,0 0 0,0 0 0,1 0 0,-1 1 0,0-1 0,1 0 0,-1 0 0,0 1 0,1-1 0,-2 1 0,2 0 0,-1 0 0,1-1 0,0 1 0,0 0 0,0 0 0,-1 0 0,1 0 0,0-1 0,0 1 0,0 0 0,0 0 0,1 0 0,-1-1 0,0 1 0,0 0 0,0 0 0,1 0 0,0 1 0,1 5 0,2-1 0,-1 1 0,9 11 0,-2-5 0,0-1 0,1-1 0,0 1 0,1-2 0,15 12 0,-21-17 0,1-1 0,0 0 0,0 0 0,0 0 0,0-1 0,1 0 0,-1-1 0,1 1 0,0-1 0,-1-1 0,1 0 0,10 1 0,-16-2 0,-1 0 0,1 0 0,0-1 0,0 1 0,-1 0 0,1-1 0,0 1 0,-1-1 0,1 1 0,0-1 0,-1 0 0,1 0 0,-1 0 0,1 0 0,-1 0 0,0 0 0,1 0 0,-1 0 0,0 0 0,0-1 0,0 1 0,0-1 0,0 1 0,0 0 0,0-1 0,0 0 0,0-2 0,1-1 0,-1-1 0,0 1 0,0-1 0,0 1 0,-1 0 0,0-1 0,0-8 0,34 51 0,-29-34 0,0 1 0,-1-1 0,1 0 0,1 0 0,-1-1 0,0 1 0,1-1 0,-1 0 0,1-1 0,0 1 0,7 0 0,-5-1 0,1 0 0,0-1 0,-1 0 0,1 0 0,0-1 0,0 0 0,8-2 0,-14 2 0,0-1 0,1 1 0,-1 0 0,0-1 0,0 0 0,0 1 0,0-1 0,-1 0 0,1-1 0,0 1 0,-1 0 0,1-1 0,-1 0 0,0 1 0,0-1 0,0 0 0,0 0 0,-1 0 0,1 0 0,-1 0 0,0-1 0,0 1 0,0 0 0,0-1 0,0 1 0,0-6 0,-1 2 0,1 0 0,-1-1 0,0 1 0,-1 0 0,0 0 0,0 0 0,-1 0 0,0 0 0,0 0 0,0 0 0,-1 1 0,-3-7 0,-1 2 0,1 0 0,-1 0 0,-1 1 0,-16-17 0,20 23 0,0 1 0,-1-1 0,1 1 0,-1 0 0,1 1 0,-1-1 0,0 1 0,0 0 0,0 0 0,0 0 0,0 1 0,-1 0 0,-10-1 0,-18 1-1365,20 1-5461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38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272 185 24575,'-7'-9'0,"-1"0"0,0 1 0,0 0 0,-1 0 0,-18-12 0,23 18 0,0 0 0,1 0 0,-1 1 0,0-1 0,0 1 0,0 0 0,0 0 0,0 0 0,0 0 0,-1 1 0,1 0 0,0 0 0,0 0 0,0 0 0,0 1 0,-1-1 0,1 1 0,0 0 0,-7 3 0,8-3 0,-1 1 0,0 0 0,1 0 0,-1 0 0,1 0 0,0 0 0,0 1 0,0 0 0,0-1 0,0 1 0,1 0 0,-1 1 0,1-1 0,-1 0 0,1 1 0,0-1 0,1 1 0,-1-1 0,1 1 0,-1 0 0,1 0 0,0 0 0,1 0 0,-1 0 0,1 0 0,-1 0 0,1 0 0,0 0 0,1 0 0,-1 0 0,1 0 0,-1-1 0,1 1 0,1 0 0,-1 0 0,0 0 0,1-1 0,0 1 0,0 0 0,0-1 0,0 0 0,4 5 0,0-2 0,0 0 0,0-1 0,0 0 0,1 0 0,-1 0 0,1-1 0,1 0 0,-1 0 0,0-1 0,1 0 0,0 0 0,9 1 0,-6-1 0,0-1 0,0 0 0,0-1 0,1 0 0,-1-1 0,0 0 0,0-1 0,16-3 0,-23 4 0,-1-1 0,1 0 0,-1-1 0,1 1 0,-1-1 0,0 1 0,0-1 0,0 0 0,0 0 0,0 0 0,0-1 0,-1 1 0,1-1 0,2-3 0,-3 4 0,-1-1 0,1 1 0,-1 0 0,0-1 0,0 1 0,0-1 0,0 1 0,-1-1 0,1 1 0,-1-1 0,1 0 0,-1 1 0,0-1 0,0 0 0,0 1 0,0-1 0,-1 0 0,1 1 0,-1-1 0,-1-2 0,-3-10 0,-1 1 0,0 0 0,-2 0 0,1 1 0,-2 0 0,0 0 0,0 1 0,-12-12 0,8 11 0,-1 0 0,0 1 0,-1 1 0,0 0 0,0 1 0,-23-11 0,33 18 0,0 1 0,0 0 0,0 0 0,0 1 0,-1-1 0,1 1 0,-1 0 0,1 1 0,0-1 0,-1 1 0,-5 1 0,8-1 0,0 1 0,-1-1 0,1 1 0,0 0 0,0 1 0,0-1 0,0 0 0,0 1 0,1 0 0,-1-1 0,0 1 0,1 0 0,-1 1 0,1-1 0,0 0 0,0 1 0,0-1 0,0 1 0,-3 5 0,1-1 0,1 0 0,0 0 0,0 0 0,1 1 0,0-1 0,0 1 0,0-1 0,1 1 0,1 0 0,-1-1 0,1 1 0,0 0 0,1-1 0,0 1 0,0 0 0,1-1 0,0 1 0,0-1 0,1 1 0,6 12 0,-6-13 0,2 0 0,-1 0 0,1 0 0,0 0 0,0 0 0,1-1 0,0 0 0,0-1 0,0 1 0,1-1 0,0 0 0,0-1 0,0 1 0,0-1 0,1-1 0,0 1 0,0-2 0,0 1 0,10 2 0,-16-5-72,0 1 1,-1-1-1,1 0 0,0 0 0,0 0 0,0 0 0,-1 0 0,1 0 1,0 0-1,0 0 0,-1-1 0,1 1 0,0-1 0,0 1 0,-1-1 1,1 1-1,0-1 0,2-2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38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11 183 24575,'-2'-7'0,"0"0"0,0 0 0,0-1 0,1 1 0,-1-14 0,2 18 0,0 1 0,1-1 0,-1 1 0,0 0 0,1-1 0,-1 1 0,1 0 0,0-1 0,0 1 0,0 0 0,0 0 0,0 0 0,1 0 0,-1 0 0,0 0 0,1 0 0,0 0 0,-1 0 0,1 1 0,0-1 0,0 1 0,2-2 0,4-1 0,0 0 0,1 0 0,-1 1 0,1 0 0,16-3 0,49-5 0,-37 7 0,87-10 72,41-6-1509,-144 16-5389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39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32 24575,'-1'-1'0,"0"0"0,1-1 0,-1 1 0,0 0 0,0 0 0,0 0 0,0 0 0,0 0 0,0 0 0,-1 0 0,1 0 0,-3-1 0,4 2 0,0 0 0,0 0 0,0 0 0,0 0 0,0 0 0,0 0 0,-1 0 0,1 0 0,0 0 0,0 1 0,0-1 0,0 0 0,0 0 0,-1 0 0,1 0 0,0 0 0,0 0 0,0 0 0,0 0 0,0 0 0,0 0 0,0 0 0,0 1 0,-1-1 0,1 0 0,0 0 0,0 0 0,0 0 0,0 0 0,0 0 0,0 1 0,0-1 0,0 0 0,0 0 0,0 0 0,0 0 0,0 0 0,0 0 0,0 1 0,2 12 0,6 11 0,1 0 0,1 0 0,1-1 0,1-1 0,1 0 0,0 0 0,2-2 0,1 0 0,1 0 0,21 19 0,-32-34 0,-1 0 0,1 0 0,1-1 0,-1 0 0,12 6 0,-17-10 0,1 1 0,0 0 0,-1-1 0,1 1 0,-1-1 0,1 1 0,0-1 0,-1 0 0,1 0 0,0 1 0,0-1 0,-1 0 0,1-1 0,0 1 0,-1 0 0,1 0 0,0-1 0,-1 1 0,1-1 0,0 0 0,-1 1 0,1-1 0,-1 0 0,1 0 0,-1 0 0,0 0 0,1 0 0,-1 0 0,0 0 0,2-2 0,1-3 0,-1 0 0,1 0 0,-1 0 0,0 0 0,0 0 0,-1 0 0,0-1 0,0 0 0,-1 1 0,1-1 0,-1 0 0,-1 0 0,0 1 0,1-1 0,-2 0 0,1 0 0,-3-9 0,3 1 0,0 15 0,0 0 0,0 0 0,0 0 0,1 0 0,-1-1 0,0 1 0,0 0 0,0 0 0,0 0 0,0 0 0,0 0 0,1 0 0,-1 0 0,0 0 0,0 0 0,0-1 0,0 1 0,1 0 0,-1 0 0,0 0 0,0 0 0,0 0 0,0 0 0,1 0 0,-1 0 0,0 0 0,0 0 0,0 0 0,0 0 0,0 0 0,1 1 0,-1-1 0,0 0 0,0 0 0,0 0 0,0 0 0,1 0 0,-1 0 0,0 0 0,19 18 0,-12-10 0,8 6 0,1 0 0,0-1 0,1-1 0,0-1 0,1 0 0,20 8 0,-27-14 0,1 0 0,0-1 0,0 0 0,0-1 0,1-1 0,-1 0 0,1 0 0,-1-1 0,1-1 0,0 0 0,14-3 0,-24 3 0,0-1 0,0 1 0,0-1 0,0 0 0,0 0 0,0-1 0,0 1 0,-1-1 0,1 1 0,0-1 0,-1 0 0,1 0 0,-1 0 0,0 0 0,0 0 0,0 0 0,0-1 0,0 1 0,0-1 0,-1 1 0,1-1 0,-1 0 0,0 0 0,0 0 0,0 0 0,0 0 0,0 0 0,0 0 0,-1 0 0,0 0 0,1 0 0,-1 0 0,0 0 0,-1 0 0,0-5 0,-1-2 0,0 0 0,-1 0 0,0 1 0,-1-1 0,0 1 0,0 0 0,-11-16 0,4 8 0,-2 0 0,-25-27 0,31 37-105,1 1 0,-1 0 0,0 1 0,0-1 0,-1 1 0,1 1 0,-1-1 0,0 1 0,-1 1 0,1-1 0,-1 1 0,-13-2 0,8 3-6721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0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7 24575,'-8'-3'0,"-4"0"0,-3 2 0,-1 2 0,-1 3 0,-2 0 0,0 1 0,0-2 0,-1 0 0,-2-2 0,-2 0 0,0-1 0,-1 0 0,0 0 0,1-3 0,2 0 0,2-3 0,6 0-8191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0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47 24575,'-30'-10'0,"-11"-3"0,-2 1 0,4 4 0,6 4 0,7 5 0,4 5 0,5 1 0,2 3 0,1-2 0,1-1 0,-1 0 0,3-1-8191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87 142 24575,'-4'0'0,"-1"0"0,0 1 0,0-1 0,0 1 0,1 0 0,-1 1 0,0-1 0,1 1 0,-1 0 0,1 0 0,0 0 0,-7 5 0,9-6 0,1 0 0,-1 1 0,1-1 0,-1 1 0,1 0 0,-1-1 0,1 1 0,0 0 0,0 0 0,0 0 0,0 0 0,0 0 0,0 0 0,1 0 0,-1 0 0,1 0 0,-1 0 0,1 1 0,0-1 0,0 0 0,0 0 0,0 0 0,0 1 0,0-1 0,1 0 0,-1 0 0,1 0 0,-1 0 0,1 0 0,1 2 0,1 4 0,1-1 0,0 0 0,0 0 0,0 0 0,1-1 0,0 0 0,1 0 0,-1 0 0,1 0 0,0-1 0,0 0 0,13 7 0,-11-7 0,1 0 0,0-1 0,1 0 0,-1-1 0,1 0 0,-1 0 0,1-1 0,0 0 0,17 0 0,-17-1 0,0-1 0,0-1 0,0 1 0,0-2 0,0 1 0,16-6 0,-21 5 0,-1 0 0,1 0 0,-1 0 0,0-1 0,0 1 0,0-1 0,0 0 0,0 0 0,-1-1 0,0 1 0,1-1 0,-1 1 0,0-1 0,-1 0 0,5-8 0,-4 6 0,-1-1 0,1 1 0,-2 0 0,1-1 0,-1 1 0,1-1 0,-2 0 0,1 0 0,-1 1 0,0-1 0,0 0 0,-1 1 0,0-1 0,0 0 0,-1 1 0,0-1 0,0 1 0,0 0 0,-1-1 0,0 1 0,-5-7 0,3 4 0,-2-1 0,1 2 0,-1-1 0,0 1 0,-1 0 0,0 0 0,-1 1 0,1 0 0,-1 0 0,-1 1 0,1 0 0,-14-5 0,-30-8-1365,31 13-5461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1206 563 24575,'-75'-47'0,"-441"-195"0,224 108 0,50 22 0,183 90-1365,37 17-5461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9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31 24575,'-1'6'0,"-1"0"0,1 0 0,1 0 0,-1 1 0,1-1 0,0 0 0,0 0 0,1 1 0,-1-1 0,2 0 0,-1 0 0,1 0 0,-1 0 0,2 0 0,-1-1 0,1 1 0,-1 0 0,2-1 0,-1 0 0,8 9 0,-1-1 0,1-2 0,0 1 0,1-1 0,0-1 0,0 0 0,1-1 0,16 8 0,-23-14 0,1 1 0,-1-1 0,1-1 0,0 0 0,0 0 0,13 2 0,-18-4 0,0 0 0,1 1 0,-1-1 0,0-1 0,0 1 0,0 0 0,1-1 0,-1 1 0,0-1 0,0 1 0,3-3 0,-3 3 0,-1-1 0,0 0 0,0 0 0,0 0 0,0 0 0,0 0 0,0 0 0,0 0 0,-1 0 0,1 0 0,0 0 0,0-1 0,-1 1 0,1 0 0,-1-1 0,1 1 0,-1 0 0,0-1 0,0 1 0,1-2 0,-1-3 0,-1 1 0,1-1 0,-1 0 0,0 1 0,0-1 0,-1 1 0,0-1 0,0 1 0,0 0 0,-1 0 0,-3-6 0,-5-13 0,11 24 0,0 0 0,-1-1 0,1 1 0,0-1 0,0 1 0,0 0 0,0-1 0,-1 1 0,1-1 0,0 1 0,0 0 0,0-1 0,0 1 0,0-1 0,0 1 0,0 0 0,0-1 0,0 1 0,0-1 0,0 1 0,1 0 0,-1-1 0,0 1 0,0-1 0,0 1 0,0 0 0,1-1 0,-1 0 0,1 1 0,0 0 0,-1 0 0,1-1 0,0 1 0,-1 0 0,1 0 0,0 0 0,-1 0 0,1 0 0,0 0 0,-1 0 0,1 0 0,0 0 0,-1 1 0,2-1 0,27 13 0,-26-12 0,11 6 0,1 0 0,0-2 0,0 1 0,1-2 0,18 3 0,-27-5 0,0-2 0,-1 1 0,1-1 0,0 0 0,0 0 0,0-1 0,-1 0 0,1 0 0,0 0 0,-1-1 0,1 0 0,-1-1 0,0 1 0,12-8 0,-16 9 0,1-1 0,-1 0 0,0 0 0,0 0 0,0 0 0,0 0 0,0-1 0,0 1 0,0 0 0,-1-1 0,1 0 0,-1 1 0,0-1 0,0 0 0,0 0 0,0 1 0,0-1 0,0 0 0,-1 0 0,0 0 0,1 0 0,-1 0 0,0 0 0,-1 0 0,0-6 0,0 5 0,0-1 0,-1 0 0,1 1 0,-1-1 0,0 1 0,0 0 0,-1-1 0,1 1 0,-1 0 0,0 1 0,0-1 0,0 0 0,-1 1 0,1 0 0,-6-4 0,2 2-105,0 1 0,0 1 0,0 0 0,-1 0 0,1 0 0,-1 1 0,0 0 0,1 0 0,-1 1 0,0 0 0,0 0 0,-15 1 0,8 1-6721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9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27 24575,'-29'-5'0,"-13"-1"0,-1 0 0,4 1 0,6 1 0,9 4 0,6 2 0,4 3 0,1 1 0,3 2 0,2-1 0,-2-1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45 24575,'-27'-7'0,"-14"-3"0,-2 1 0,3 1 0,7 3 0,3 2 0,5 1 0,4 1 0,3 4 0,5 0-8191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50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8 24575,'-5'-7'0,"5"10"0,4 15 0,5 3 0,2 0 0,0 0 0,1-1 0,1 0 0,1-1 0,1-1 0,31 31 0,-2-14-1365,-32-26-5461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50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24575,'2'3'0,"4"3"0,2 2 0,4 4 0,1 1 0,1 1 0,1 1 0,0 2 0,0-1 0,0-1 0,0-1 0,0 0 0,-1 0 0,-2-2-8191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5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439 83 24575,'-29'-14'0,"-15"-6"0,-3 1 0,3 4 0,5 5 0,6 5 0,2 8 0,2 4 0,4 4 0,0 3 0,1 1 0,-1 3 0,1-1 0,5-4-8191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58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2330 92 24575,'155'-61'0,"-130"53"0,1 2 0,0 0 0,0 2 0,33-1 0,-41 4 0,3 0 0,1 1 0,0 1 0,23 3 0,-45-4 0,1 0 0,-1 0 0,0 0 0,0 0 0,0 0 0,1 0 0,-1 0 0,0 0 0,0 0 0,0 0 0,1 0 0,-1 0 0,0 0 0,0 1 0,0-1 0,0 0 0,1 0 0,-1 0 0,0 0 0,0 0 0,0 0 0,0 0 0,1 1 0,-1-1 0,0 0 0,0 0 0,0 0 0,0 0 0,0 1 0,0-1 0,0 0 0,0 0 0,1 0 0,-1 0 0,0 1 0,0-1 0,0 0 0,-6 6 0,-13 1 0,-11 1 0,-1-2 0,-59 5 0,-65-8 0,109-3 0,-193-1-72,-232 4-298,1 19 132,-98 28 99,292-30 379,62-5 82,197-13-241,-16 1 7,-65-3 0,83-4-88,13 0 0,8-2 0,4 1 0,0 1 0,0-1 0,1 1 0,0 1 0,21-4 0,58-3 0,-87 9 0,507-21-1243,2 24-216,-448-1 1431,609 23-1517,-3 18 230,-644-41 1337,77 5 2865,-230-24-206,-576-31-6961,445 41 3667,-273 27-1,477-14-2070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2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1373 1696 24575,'0'-10'0,"-2"-1"0,1 1 0,-1-1 0,-1 1 0,0 0 0,0 0 0,-1 0 0,0 1 0,-1-1 0,0 1 0,-11-14 0,-8-8 0,-47-49 0,70 79 0,-217-222-445,-91-97-1630,157 152 1626,-256-369 0,301 351 3213,107 185-2697,-1-1 0,0 0 0,0 1 0,0-1 1,0 1-1,0 0 0,0-1 0,0 1 0,-2-2 0,2 3-109,1 0 1,-1 0-1,1-1 0,-1 1 0,1 0 0,-1 0 0,1 0 0,-1 0 0,1 0 0,-1 0 1,1 0-1,-1 0 0,1 0 0,-1 0 0,1 0 0,-1 1 0,1-1 0,-1 0 0,1 0 1,-1 0-1,1 1 0,-1-1 0,1 0 0,0 0 0,-1 1 0,1-1 0,-1 0 0,1 1 1,0-1-1,-1 1 0,1-1 0,-1 1 0,-6 8-6784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4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74 24575,'-6'-8'0,"3"11"0,2-1 0,1 0 0,0 0 0,0-1 0,0 1 0,0 0 0,0 0 0,1-1 0,0 4 0,3 6 0,1 0 0,0 0 0,1 0 0,0 0 0,1-1 0,0 0 0,1 0 0,0-1 0,1 0 0,-1-1 0,13 9 0,-17-14 0,0-1 0,0 1 0,0-1 0,0 0 0,0-1 0,1 1 0,-1-1 0,1 0 0,-1 0 0,1 0 0,0 0 0,-1-1 0,9 0 0,-11 0 0,0-1 0,1 1 0,-1 0 0,0-1 0,0 1 0,0-1 0,0 0 0,0 0 0,0 0 0,0 0 0,0 0 0,0 0 0,-1 0 0,1-1 0,0 1 0,-1 0 0,1-1 0,-1 0 0,1 1 0,-1-1 0,0 0 0,0 0 0,0 0 0,0 0 0,0 0 0,0 0 0,0 0 0,-1 0 0,1 0 0,0-3 0,0-7 0,0 1 0,-1-1 0,0 1 0,-1-1 0,-3-17 0,5 21 0,4 7 0,13 14 0,-8-6 0,4 1 0,1 0 0,0-2 0,1 0 0,24 6 0,-29-9 0,-1-1 0,1-1 0,-1 0 0,1 0 0,-1-1 0,1 0 0,-1-1 0,14-3 0,-21 4 0,-1-1 0,1 0 0,-1 1 0,1-1 0,-1 0 0,0 0 0,1-1 0,-1 1 0,0-1 0,0 1 0,0-1 0,0 1 0,0-1 0,0 0 0,0 0 0,-1 0 0,1 0 0,-1 0 0,2-4 0,-2 4 0,0 0 0,-1 0 0,1 0 0,-1 0 0,0 0 0,1-1 0,-1 1 0,0 0 0,0 0 0,0 0 0,-1 0 0,1-1 0,0 1 0,-1 0 0,0 0 0,1 0 0,-1 0 0,0 0 0,0 0 0,0 0 0,0 0 0,0 0 0,-3-1 0,-1-3 11,0 0 0,0 1 0,-1 0 0,0 0 0,0 0 0,0 1-1,-1 0 1,0 0 0,1 1 0,-11-4 0,4 2-308,0 1 0,0 0 0,-1 1 0,-24-2 0,21 4-6529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66 24575,'-27'-13'0,"-11"-3"0,-2 0 0,4 4 0,7 5 0,7 5 0,4 5 0,4 1 0,0 4 0,1 2 0,0 1 0,0 0 0,2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4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37 24575,'-30'-7'0,"-11"-3"0,-2 1 0,1 1 0,6 6 0,7 1 0,5 5 0,2 4 0,5 0-8191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5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24575,'-4'-3'0,"5"9"0,7 9 0,28 36 0,76 83 0,-61-76 0,-39-43-1365,-3-3-5461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5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24575,'-2'2'0,"1"4"0,3 3 0,7 5 0,4 4 0,5 3 0,1 2 0,3 0 0,0 0 0,-2-1 0,2-1 0,-2-2 0,0-3 0,-5 0 0,-5-4-8191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6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608 38 24575,'-27'-7'0,"-14"-3"0,-4 0 0,-1 3 0,7 4 0,1 3 0,3 1 0,2 4 0,2 0 0,-1 2 0,0 2 0,-2 0 0,-3 0 0,-2-1 0,1 1 0,4-1 0,7-3-8191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6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 24575,'-1'0'0,"0"0"0,1 0 0,-1 0 0,0 1 0,0-1 0,0 0 0,0 1 0,0-1 0,0 1 0,0-1 0,1 1 0,-1-1 0,0 1 0,0 0 0,1-1 0,-1 1 0,0 0 0,1 0 0,-1-1 0,1 1 0,-1 0 0,1 0 0,-1 0 0,1 0 0,-1 0 0,1 1 0,-7 28 0,6-24 0,-14 113 0,0 5 0,11-100 0,-2-1 0,0 1 0,-11 24 0,15-43-151,-1 0-1,1 1 0,-1-1 0,0 0 1,-1 0-1,1-1 0,-1 1 1,-8 7-1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19:46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24575,'1'-3'0,"0"-4"0,1 0 0,0 0 0,1 0 0,5-11 0,-7 17 0,0-1 0,0 1 0,0-1 0,0 1 0,0-1 0,1 1 0,-1 0 0,0 0 0,1 0 0,-1-1 0,1 1 0,0 1 0,-1-1 0,1 0 0,0 0 0,-1 1 0,1-1 0,0 1 0,0-1 0,-1 1 0,1 0 0,0-1 0,3 1 0,3 1 0,0 0 0,0 1 0,0-1 0,0 1 0,-1 1 0,1-1 0,-1 2 0,0-1 0,12 7 0,-15-7 0,0-1 0,0 1 0,0 0 0,0 0 0,-1 0 0,1 1 0,-1-1 0,0 1 0,0 0 0,0 0 0,-1 0 0,1 0 0,-1 1 0,0-1 0,0 1 0,2 8 0,-3-9 0,-1-1 0,0 1 0,0 0 0,0-1 0,0 1 0,-1 0 0,1 0 0,-1-1 0,0 1 0,0-1 0,0 1 0,-1-1 0,1 1 0,-5 5 0,-1 2 0,-1-1 0,-19 19 0,20-22 0,1 0 0,-1 0 0,1 0 0,1 1 0,-1 0 0,-5 11 0,11-18 0,-1 0 0,1 0 0,0 0 0,0-1 0,-1 1 0,1 0 0,0 0 0,0 0 0,0 0 0,0 0 0,0 0 0,0 0 0,0 0 0,0 0 0,1 0 0,-1 0 0,0 0 0,1-1 0,-1 1 0,0 0 0,1 0 0,-1 0 0,1 0 0,-1-1 0,1 1 0,0 0 0,-1 0 0,1-1 0,0 1 0,-1-1 0,1 1 0,0 0 0,0-1 0,0 1 0,-1-1 0,1 0 0,0 1 0,0-1 0,2 1 0,4 1 0,0 0 0,1 0 0,-1-1 0,8 0 0,-8 0 0,18 1-273,0 0 0,0-2 0,0-1 0,41-7 0,-51 5-6553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4722 2337 24575,'0'-2'0,"-1"0"0,1 0 0,-1 0 0,1 0 0,-1 0 0,0 0 0,0 1 0,0-1 0,0 0 0,0 0 0,0 1 0,0-1 0,-1 1 0,1-1 0,0 1 0,-1 0 0,1-1 0,-1 1 0,0 0 0,1 0 0,-4-1 0,-5-4 0,0 1 0,-17-5 0,21 8 0,-189-84 0,70 29 0,-121-48-935,-569-261-3954,-414-310 2103,1104 602 2762,-359-209-337,-10 20 88,-46 26 2886,365 163-1939,160 68-458,-8-4 878,-1 0 0,0 1 0,0 2 1,-38-7-1,60 14-1201,-1 0 0,1 0 0,-1 0 0,1 0-1,-1 0 1,1 1 0,-1-1 0,1 1 0,-5 2 0,-5 2-6719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3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24575,'-6'-7'0,"2"10"0,3-2 0,1 1 0,-1 0 0,1-1 0,0 1 0,0 0 0,0-1 0,0 1 0,0 3 0,6 20 0,1 0 0,1-1 0,1 0 0,12 23 0,-13-28 0,17 32 0,34 49 0,-21-37 0,-35-57 0,0-2 0,0 1 0,0 0 0,-1 0 0,1 0 0,-1 0 0,0 0 0,-1 0 0,3 10 0,-7-9-1365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3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24575,'20'-5'0,"11"-2"0,5 1 0,2 1 0,-1 2 0,-5 0 0,-2 2 0,-4 1 0,-2 0 0,-2 0 0,-2 0 0,-3 0 0,-1 1 0,-4-1-8191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3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24575,'0'21'0,"0"-1"0,1 1 0,2 0 0,0-1 0,1 0 0,1 0 0,10 27 0,1-15 0,2 0 0,39 52 0,-18-29 0,-36-50-118,10 16 370,-13-20-335,1 0-1,-1 0 1,1 0 0,-1 0 0,0 0-1,0 0 1,1 0 0,-1 0-1,0 0 1,0 0 0,0 0 0,0 1-1,0-1 1,0 0 0,0 0 0,-1 0-1,0 2 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4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16 24575,'0'-1'0,"0"0"0,0 1 0,0-1 0,0 0 0,-1 0 0,1 1 0,0-1 0,-1 0 0,1 1 0,0-1 0,-1 0 0,1 1 0,-1-1 0,1 1 0,-1-1 0,1 1 0,-1-1 0,1 1 0,-1-1 0,0 1 0,1-1 0,-1 1 0,0 0 0,1-1 0,-2 1 0,1 0 0,1 1 0,-1-1 0,0 0 0,1 1 0,-1 0 0,0-1 0,1 1 0,-1-1 0,1 1 0,-1 0 0,1-1 0,-1 1 0,1 0 0,-1 0 0,1-1 0,0 1 0,-1 0 0,1 0 0,0 0 0,0-1 0,0 1 0,-1 0 0,1 1 0,-4 20 0,2 0 0,-1 38 0,0 0 0,-2-19 0,3 0 0,1 0 0,7 68 0,-4-97 0,0 1 0,1-1 0,0 0 0,1 0 0,1 0 0,-1-1 0,2 0 0,0 0 0,0 0 0,1 0 0,0-1 0,1 0 0,0-1 0,0 1 0,1-2 0,15 12 0,-13-12-170,1 0-1,0-1 0,0-1 1,1 0-1,0-1 0,0 0 1,15 3-1,-16-6-6655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1 207 24575,'13'-5'0,"18"-4"0,-2-2 0,1-1 0,42-24 0,-67 33 0,0-1 0,-1 0 0,1 0 0,-1 0 0,0 0 0,0 0 0,-1-1 0,1 0 0,-1 0 0,0 0 0,2-6 0,-4 9 0,0 1 0,0-1 0,-1 0 0,1 0 0,-1 0 0,1 0 0,-1 0 0,0 0 0,0 0 0,0 1 0,0-1 0,0 0 0,0 0 0,0 0 0,-1 0 0,1 0 0,-1 0 0,1 0 0,-1 0 0,0 1 0,0-1 0,0 0 0,0 1 0,0-1 0,0 0 0,0 1 0,-1-1 0,1 1 0,0 0 0,-1-1 0,1 1 0,-1 0 0,0 0 0,1 0 0,-4-2 0,-1 1 0,0 0 0,0-1 0,0 2 0,0-1 0,0 1 0,0 0 0,0 0 0,0 1 0,0 0 0,-1 0 0,1 0 0,-11 2 0,11-1 0,1 1 0,0-1 0,-1 1 0,1 0 0,0 0 0,0 0 0,0 1 0,0-1 0,1 1 0,-1 1 0,1-1 0,-1 1 0,1-1 0,-5 7 0,6-5 0,0-1 0,0 1 0,1 0 0,0-1 0,0 1 0,0 0 0,0 0 0,1 0 0,0 1 0,0-1 0,0 0 0,1 0 0,-1 1 0,1-1 0,1 0 0,-1 0 0,1 1 0,0-1 0,0 0 0,0 0 0,1 0 0,0 0 0,4 9 0,-2-7 0,0 0 0,0 0 0,0 0 0,1-1 0,0 0 0,1 0 0,-1 0 0,1-1 0,0 1 0,0-1 0,1-1 0,0 1 0,-1-1 0,2-1 0,8 5 0,4-2 0,1 0 0,-1-1 0,37 4 0,-43-8 0,0-1 0,0 0 0,0 0 0,0-2 0,0 0 0,22-5 0,-32 6-170,-1-1-1,1 1 0,-1 0 1,0-1-1,0 0 0,1 0 1,4-4-1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5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24575,'0'0'0,"0"0"0,0 0 0,0 0 0,0 0 0,0 0 0,0 0 0,0 0 0,0 0 0,0 0 0,0 0 0,0 0 0,0 0 0,0 0 0,0 0 0,0 0 0,0 0 0,0 0 0,0 0 0,0 0 0,0 0 0,0 0 0,0 1 0,0-1 0,0 0 0,0 0 0,0 0 0,0 0 0,0 0 0,0 0 0,0 0 0,-1 0 0,1 0 0,0 0 0,0 0 0,0 0 0,0 0 0,0 0 0,0 0 0,0 0 0,0 0 0,0 0 0,0 0 0,0 0 0,0 0 0,0 0 0,0 0 0,0 0 0,0 0 0,0 0 0,0 0 0,0 0 0,0 0 0,0 0 0,0 0 0,-1 0 0,1 0 0,2 8 0,5 10 0,21 37 0,62 88 0,-68-109 0,-16-26 0,86 140 0,-90-144 0,0 0 0,0 1 0,0-1 0,-1 1 0,1 0 0,0 7 0,-2-11 0,0 0 0,0-1 0,0 1 0,0 0 0,0 0 0,0 0 0,0 0 0,0-1 0,0 1 0,0 0 0,-1 0 0,1 0 0,0-1 0,-1 1 0,1 0 0,0 0 0,-1-1 0,1 1 0,-1 0 0,1-1 0,-1 1 0,1-1 0,-1 1 0,0 0 0,1-1 0,-1 0 0,0 1 0,1-1 0,-1 1 0,0-1 0,0 0 0,1 1 0,-1-1 0,0 0 0,0 0 0,0 0 0,0 1 0,1-1 0,-1 0 0,0 0 0,0 0 0,0 0 0,1-1 0,-1 1 0,0 0 0,-1 0 0,-7-2 0,1 1 0,-1-2 0,0 1 0,1-1 0,-1 0 0,1-1 0,0 0 0,-9-6 0,-59-44 0,69 48-136,0 0-1,0 0 1,1-1-1,-1 0 1,2 0-1,-1 0 1,1-1-1,0 0 0,-6-15 1,5 9-6690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5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64 24575,'-10'-18'0,"-3"-2"0,1 4 0,2 7 0,2 8 0,4 6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5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86 24575,'-1'3'0,"1"-1"0,-1 1 0,0 0 0,1-1 0,0 1 0,-1 0 0,1-1 0,0 1 0,0 0 0,1 0 0,-1-1 0,1 1 0,-1 0 0,1-1 0,0 1 0,0-1 0,0 1 0,0-1 0,3 5 0,0 0 0,0-1 0,1 1 0,-1-1 0,2 0 0,8 9 0,-5-8 0,48 40 0,-52-43 0,1 0 0,0-1 0,-1 0 0,1 0 0,0 0 0,1-1 0,-1 0 0,12 3 0,-17-5 0,1 0 0,-1 0 0,1 0 0,-1 0 0,1 0 0,-1 0 0,1 0 0,-1 0 0,1-1 0,-1 1 0,1-1 0,-1 1 0,1-1 0,-1 1 0,1-1 0,-1 0 0,0 0 0,0 1 0,1-1 0,-1 0 0,1-2 0,0 1 0,-1 0 0,0 0 0,1 0 0,-1 0 0,0 0 0,0 0 0,-1-1 0,1 1 0,0 0 0,-1-1 0,1 1 0,-1-4 0,0 0 0,1 0 0,-2 0 0,1-1 0,-1 1 0,0 0 0,0 0 0,-1 0 0,0 0 0,-4-10 0,-3 2 0,7 12 0,1 0 0,-1 0 0,1 0 0,-1-1 0,1 1 0,-1-4 0,2 6 0,0 0 0,-1 0 0,1 0 0,0 0 0,0-1 0,0 1 0,0 0 0,0 0 0,0 0 0,0 0 0,0-1 0,0 1 0,0 0 0,0 0 0,0 0 0,0 0 0,0 0 0,1-1 0,-1 1 0,0 0 0,0 0 0,0 0 0,0 0 0,0 0 0,0 0 0,0-1 0,0 1 0,0 0 0,0 0 0,1 0 0,-1 0 0,0 0 0,0 0 0,0 0 0,0 0 0,0-1 0,0 1 0,1 0 0,-1 0 0,0 0 0,0 0 0,0 0 0,0 0 0,1 0 0,-1 0 0,0 0 0,0 0 0,0 0 0,0 0 0,0 0 0,1 0 0,-1 0 0,0 0 0,0 0 0,0 1 0,11 1 0,-10-1 0,2 0 0,25 9 0,41 9 0,-60-17 0,0-1 0,0 0 0,1 0 0,-1-1 0,0 0 0,1 0 0,-1-1 0,18-5 0,-26 6 0,1 0 0,0-1 0,0 0 0,-1 1 0,1-1 0,0 0 0,-1 0 0,1 0 0,-1 0 0,1 0 0,-1 0 0,1-1 0,-1 1 0,0 0 0,0-1 0,1 1 0,-1-1 0,0 1 0,0-1 0,-1 0 0,1 1 0,0-1 0,0 0 0,-1 1 0,1-1 0,-1 0 0,0 0 0,1 0 0,-1 0 0,0 1 0,0-1 0,0 0 0,-1-3 0,1 2 0,-1-1 0,0 0 0,0 1 0,-1-1 0,1 1 0,0-1 0,-1 1 0,0 0 0,0 0 0,0 0 0,0 0 0,-1 0 0,1 0 0,-1 0 0,-5-3 0,-2-1-195,-1 0 0,0 1 0,-1 1 0,0 0 0,0 0 0,-24-5 0,18 6-6631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06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24575,'1'-1'0,"1"0"0,-1 0 0,1 0 0,0 0 0,-1 0 0,1 0 0,0 0 0,0 0 0,0 1 0,-1-1 0,1 1 0,0-1 0,0 1 0,0 0 0,0 0 0,0 0 0,0 0 0,0 0 0,0 0 0,0 0 0,0 1 0,0-1 0,0 1 0,-1-1 0,1 1 0,3 2 0,4 1 0,-1 0 0,0 1 0,0 1 0,9 7 0,13 13 0,-2 2 0,49 60 0,33 75 0,-91-132 0,-2 1 0,-1 1 0,-1 0 0,-2 1 0,17 70 0,-28-95 0,-1 0 0,0 1 0,0-1 0,-1 1 0,-1-1 0,1 0 0,-1 1 0,-4 11 0,3-14 0,0-1 0,0 1 0,-1-1 0,0 0 0,-1 0 0,1 0 0,-1 0 0,0-1 0,-1 1 0,1-1 0,-11 9 0,0-3-195,0 0 0,0-2 0,-1 0 0,0 0 0,-1-1 0,-22 6 0,9-3-6631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0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191 217 24575,'-22'-24'0,"16"17"0,1 1 0,-1 0 0,0 0 0,0 0 0,-1 1 0,1 0 0,-1 1 0,-9-5 0,4 3 0,5 2 0,1 1 0,-1 0 0,0 0 0,-1 0 0,1 1 0,0 0 0,-15-1 0,21 3 0,1 0 0,-1 0 0,1 0 0,-1 0 0,1 0 0,-1 0 0,1 0 0,0 0 0,-1 0 0,1 0 0,-1 1 0,1-1 0,-1 0 0,1 0 0,-1 0 0,1 1 0,0-1 0,-1 0 0,1 1 0,0-1 0,-1 0 0,1 1 0,0-1 0,-1 0 0,1 1 0,0-1 0,-1 1 0,1 0 0,0 0 0,0 0 0,0 0 0,0 0 0,0-1 0,0 1 0,0 0 0,0 0 0,1 0 0,-1 0 0,0-1 0,0 1 0,1 0 0,0 1 0,1 1 0,0 1 0,0 0 0,1-1 0,-1 0 0,5 4 0,3 2 0,1 0 0,0-1 0,0 0 0,1-1 0,0-1 0,0 0 0,1 0 0,-1-1 0,23 5 0,-23-6 0,-5-1 0,0-1 0,0 0 0,0 0 0,10 0 0,-16-2 0,0 1 0,0-1 0,-1 0 0,1 0 0,0 0 0,0 0 0,0 0 0,-1 0 0,1-1 0,0 1 0,0 0 0,-1 0 0,1-1 0,0 1 0,0 0 0,-1-1 0,1 1 0,0 0 0,-1-1 0,1 1 0,0-1 0,-1 0 0,1 1 0,-1-1 0,1 1 0,-1-1 0,1 0 0,-1 1 0,0-1 0,1 0 0,-1 1 0,0-1 0,1 0 0,-1 0 0,0 1 0,0-1 0,0 0 0,0 0 0,1 0 0,-1 1 0,0-1 0,-1 0 0,1 0 0,0 0 0,0 1 0,0-1 0,0 0 0,-1 0 0,0-4 0,-1 0 0,1 1 0,-1-1 0,0 1 0,-1 0 0,1 0 0,-1 0 0,1 0 0,-1 0 0,0 0 0,-6-4 0,-5-6 0,-22-14 0,35 27 0,-41-28 0,38 26 0,-1 1 0,1-1 0,-1 1 0,0 0 0,0 1 0,0-1 0,-8 0 0,12 1 0,0 1 0,0 0 0,0 0 0,0 0 0,0 0 0,0 0 0,0 0 0,0 1 0,0-1 0,0 0 0,0 0 0,0 1 0,0-1 0,0 1 0,0-1 0,0 1 0,0-1 0,0 1 0,1-1 0,-1 1 0,0 0 0,0-1 0,1 1 0,-2 2 0,1-1 0,0 0 0,0 0 0,0 0 0,0 0 0,1 0 0,-1 1 0,1-1 0,-1 0 0,1 0 0,0 1 0,0 1 0,0 3 0,1-1 0,0 1 0,0-1 0,0 1 0,1-1 0,0 0 0,4 9 0,-3-10 0,0-1 0,0 0 0,1 0 0,0 0 0,0 0 0,0 0 0,0-1 0,0 0 0,1 0 0,0 0 0,-1 0 0,1-1 0,0 0 0,1 0 0,5 2 0,-8-3 0,0-1 0,-1 1 0,1-1 0,0 1 0,0-1 0,-1 0 0,1 0 0,0-1 0,0 1 0,0 0 0,-1-1 0,1 0 0,4-1 0,-5 1 0,-1 0 0,1 0 0,0-1 0,0 1 0,-1 0 0,1-1 0,-1 1 0,1-1 0,-1 0 0,0 1 0,1-1 0,-1 0 0,0 0 0,0 0 0,0 0 0,-1 0 0,1 0 0,0 0 0,0-3 0,0-1 0,-1 1 0,0 0 0,1-1 0,-2 1 0,1-1 0,-1 1 0,0 0 0,0-1 0,0 1 0,-1 0 0,1 0 0,-6-9 0,1 2 0,0 1 0,-1 0 0,0 0 0,-12-12 0,18 22 0,0-1 0,0 1 0,0 0 0,0 0 0,-1 0 0,1 0 0,0 0 0,-1 0 0,1 0 0,-1 0 0,1 0 0,-1 1 0,1-1 0,-1 1 0,1-1 0,-1 1 0,0 0 0,1-1 0,-1 1 0,0 0 0,-2 0 0,2 1 0,0-1 0,1 1 0,-1-1 0,1 1 0,-1 0 0,1 0 0,0 0 0,-1 0 0,1 0 0,0 0 0,-1 0 0,1 0 0,0 0 0,0 1 0,0-1 0,0 0 0,0 1 0,0-1 0,1 1 0,-1-1 0,0 1 0,0 1 0,-1 5 0,0-1 0,0 1 0,1 0 0,0-1 0,0 1 0,1 0 0,0 0 0,0 0 0,1 0 0,0-1 0,0 1 0,1 0 0,0-1 0,0 1 0,1-1 0,6 14 0,-7-19 0,0 0 0,0 0 0,1 0 0,-1 0 0,1 0 0,-1-1 0,1 1 0,-1-1 0,1 0 0,0 1 0,-1-1 0,1 0 0,0-1 0,0 1 0,0-1 0,0 1 0,6-1 0,-2 1 0,1-1 0,-1 0 0,1-1 0,-1 0 0,1 0 0,7-3 0,-11 3 0,0-1 0,0 1 0,0-1 0,0 0 0,0 0 0,-1-1 0,1 1 0,-1-1 0,1 0 0,-1 0 0,0 0 0,0 0 0,-1 0 0,1-1 0,0 1 0,-1-1 0,0 0 0,0 0 0,0 1 0,-1-2 0,1 1 0,-1 0 0,0 0 0,0 0 0,0 0 0,-1-1 0,1 1 0,-1-9 0,0 8 0,-1 0 0,1 1 0,-1-1 0,0 0 0,0 0 0,-1 1 0,1-1 0,-1 1 0,0-1 0,0 1 0,-1 0 0,1-1 0,-1 1 0,0 1 0,0-1 0,0 0 0,-1 1 0,1-1 0,-1 1 0,0 0 0,0 0 0,0 1 0,0-1 0,0 1 0,-8-3 0,4 2 0,1 1 0,-1 1 0,0-1 0,0 1 0,0 0 0,0 1 0,0 0 0,0 0 0,0 1 0,0 0 0,0 1 0,0-1 0,0 1 0,-12 5 0,16-5 0,-1 0 0,1 1 0,-1-1 0,1 1 0,0 0 0,0 0 0,1 0 0,-1 0 0,0 1 0,1-1 0,0 1 0,0 0 0,0 0 0,0 0 0,1 1 0,0-1 0,0 1 0,0-1 0,0 1 0,0 0 0,1-1 0,0 1 0,0 0 0,0 8 0,1-6 0,0-1 0,0 0 0,0 1 0,1-1 0,0 0 0,0 0 0,1 1 0,0-1 0,0 0 0,4 9 0,-3-11 0,-1-1 0,1 1 0,0 0 0,0-1 0,0 1 0,0-1 0,1 0 0,0 0 0,-1 0 0,1-1 0,0 0 0,0 1 0,0-1 0,1 0 0,4 1 0,0 0 0,1 0 0,0 0 0,-1-1 0,1-1 0,0 1 0,0-2 0,0 1 0,18-3 0,-24 2 0,-1-1 0,1 1 0,-1-1 0,1 0 0,-1-1 0,0 1 0,1 0 0,-1-1 0,0 0 0,0 0 0,0 0 0,0 0 0,0 0 0,0-1 0,-1 1 0,1-1 0,-1 0 0,0 1 0,0-1 0,0 0 0,0-1 0,0 1 0,-1 0 0,1 0 0,-1-1 0,0 1 0,1-6 0,-1 5 0,0 0 0,-1 0 0,0 0 0,0 0 0,0 0 0,-1 0 0,1 0 0,-1 0 0,0 0 0,0 0 0,0 1 0,-1-1 0,1 0 0,-1 0 0,0 1 0,0-1 0,0 1 0,0 0 0,-1 0 0,-5-6 0,2 3 0,-1-1 0,0 2 0,0-1 0,-1 1 0,1 0 0,-1 1 0,0 0 0,-11-4 0,14 6 0,1 0 0,-1 1 0,0 0 0,0 0 0,0 0 0,1 0 0,-1 1 0,0 0 0,0 0 0,0 0 0,0 1 0,-9 2 0,12-2 0,-1 0 0,0 0 0,1 0 0,-1 1 0,1-1 0,-1 1 0,1 0 0,0 0 0,0 0 0,0 0 0,0 0 0,0 0 0,0 0 0,0 1 0,1-1 0,-1 1 0,1-1 0,0 1 0,-1-1 0,1 1 0,1 0 0,-2 4 0,1-3 0,0 0 0,1 0 0,-1-1 0,1 1 0,0 0 0,0 0 0,0 0 0,1 0 0,0-1 0,-1 1 0,1 0 0,0-1 0,4 8 0,-3-6 0,1 0 0,0 0 0,1 0 0,0 0 0,-1-1 0,1 0 0,0 0 0,7 6 0,-1-3 0,0-1 0,0 0 0,0 0 0,1-1 0,-1 0 0,1-1 0,0-1 0,19 5 0,-26-7 0,-1-1 0,1 0 0,0 1 0,-1-1 0,1 0 0,0-1 0,-1 1 0,1-1 0,-1 1 0,1-1 0,-1 0 0,1-1 0,-1 1 0,0 0 0,1-1 0,-1 0 0,5-4 0,-6 5 0,0-1 0,0 0 0,0 0 0,-1 0 0,1 0 0,-1-1 0,1 1 0,-1 0 0,0 0 0,0-1 0,0 1 0,0-1 0,-1 1 0,1-1 0,-1 1 0,1-1 0,-1 0 0,0 1 0,0-1 0,0 0 0,0 1 0,-1-1 0,1 1 0,-1-1 0,-1-4 0,0 1 0,0 0 0,-1 0 0,0 1 0,0-1 0,-1 1 0,0-1 0,0 1 0,-6-6 0,0 1 0,-1 0 0,-19-14 0,23 19 0,-1 0 0,0 1 0,0 0 0,0 1 0,0 0 0,-13-3 0,17 4 0,-1 1 0,0 1 0,1-1 0,-1 1 0,0-1 0,0 1 0,1 1 0,-1-1 0,0 1 0,0 0 0,1 0 0,-1 0 0,-6 3 0,9-3 0,0 1 0,0-1 0,0 1 0,1-1 0,-1 1 0,1 0 0,-1-1 0,1 1 0,0 0 0,0 0 0,0 0 0,0 0 0,0 0 0,0 1 0,0-1 0,1 0 0,-1 0 0,1 0 0,-1 1 0,1-1 0,0 0 0,0 1 0,0-1 0,0 0 0,1 5 0,0-3 0,-1 0 0,1 0 0,0 0 0,0 0 0,0 0 0,1-1 0,-1 1 0,1 0 0,0-1 0,0 1 0,0-1 0,0 1 0,6 5 0,-4-6 12,1 0 0,-1 0 0,1 0 0,0-1 0,0 1 0,0-1 0,0 0 0,0 0 0,6 0 0,-8-1-95,0 0 1,0-1-1,0 0 1,0 0-1,0 0 1,0 0-1,0 0 1,0 0-1,0-1 1,0 1-1,0-1 1,0 0-1,-1 0 1,1 0-1,0 0 1,0-1-1,3-2 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20 24575,'-140'-18'0,"120"17"0,0 1 0,1 0 0,-1 2 0,0 0 0,-20 6 0,38-8 0,0 1 0,0-1 0,0 1 0,0 0 0,0 0 0,0 0 0,0 0 0,0 0 0,1 0 0,-1 0 0,0 0 0,0 1 0,1-1 0,-1 1 0,1-1 0,0 1 0,-1 0 0,1-1 0,0 1 0,0 0 0,0 0 0,0 0 0,0 0 0,1 0 0,-2 3 0,2-2 0,0 0 0,0 0 0,0 0 0,0 0 0,0 0 0,1 1 0,-1-1 0,1 0 0,0 0 0,0 0 0,0 0 0,1-1 0,-1 1 0,0 0 0,1 0 0,3 4 0,4 3 0,0 0 0,0-1 0,1 0 0,0 0 0,0-1 0,1-1 0,20 11 0,90 36 0,-55-28 0,-36-13 0,-15-7 0,1 0 0,-1 2 0,-1-1 0,22 16 0,-35-22 0,0 0 0,0 0 0,1 0 0,-1 0 0,0 0 0,-1 0 0,1 0 0,0 0 0,0 1 0,0-1 0,-1 0 0,1 0 0,0 1 0,-1-1 0,1 1 0,-1-1 0,0 0 0,1 3 0,-1-3 0,-1 0 0,1 1 0,0-1 0,-1 0 0,1 0 0,-1 0 0,1 0 0,-1 0 0,1 0 0,-1 0 0,0 0 0,1 0 0,-1-1 0,0 1 0,0 0 0,0 0 0,0-1 0,0 1 0,0 0 0,0-1 0,0 1 0,0-1 0,0 1 0,-1 0 0,-10 3 0,1 0 0,-1-1 0,0 0 0,0-1 0,-21 2 0,-65-3 0,59-2 0,20 1 0,0 0 0,-1-2 0,1 0 0,0-1 0,0-1 0,-20-6 0,37 9-72,1 0 1,-1 0-1,1 1 0,-1-1 0,1 0 0,-1 0 0,1 0 0,-1-1 1,1 1-1,0 0 0,0 0 0,0-1 0,-1 1 0,1-1 0,1 1 1,-1-1-1,0 1 0,-1-3 0,-1-6-6754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2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12 24575,'-1'4'0,"0"1"0,0 0 0,0 0 0,0-1 0,1 1 0,0 0 0,0 0 0,1 0 0,-1-1 0,1 1 0,0 0 0,0 0 0,0-1 0,1 1 0,0-1 0,0 1 0,0-1 0,0 0 0,1 0 0,0 0 0,0 0 0,0 0 0,0 0 0,0-1 0,1 0 0,-1 1 0,1-1 0,7 4 0,1 1 0,0-1 0,1 0 0,0 0 0,0-1 0,1-1 0,0 0 0,0-1 0,0-1 0,21 3 0,-32-6 0,0 0 0,0 0 0,1 0 0,-1 0 0,0 0 0,1-1 0,-1 0 0,0 0 0,0 1 0,0-2 0,0 1 0,0 0 0,0-1 0,0 1 0,0-1 0,0 0 0,-1 0 0,1 0 0,-1 0 0,0-1 0,1 1 0,-1-1 0,0 1 0,0-1 0,0 0 0,-1 1 0,1-1 0,-1 0 0,0 0 0,2-4 0,-2 2 0,0-1 0,0 0 0,0 1 0,0-1 0,-1 1 0,0-1 0,0 0 0,0 0 0,-1 1 0,0-1 0,0 1 0,-1-1 0,1 1 0,-1-1 0,0 1 0,-5-9 0,-13-14 0,6 17 0,13 11 0,1 0 0,-1 0 0,1-1 0,-1 1 0,1 0 0,-1 0 0,1 0 0,-1 0 0,0 0 0,1 0 0,-1 0 0,1 0 0,-1 0 0,0 0 0,1 0 0,-1 1 0,1-1 0,-1 0 0,1 0 0,-1 0 0,1 1 0,-1-1 0,0 1 0,1-1 0,-1 1 0,1-1 0,-1 1 0,1-1 0,0 1 0,0 0 0,-1-1 0,1 1 0,0-1 0,0 1 0,-1 0 0,1-1 0,0 1 0,0 0 0,0-1 0,0 1 0,0-1 0,0 1 0,0 0 0,0-1 0,0 1 0,1 0 0,-1-1 0,0 1 0,0-1 0,0 1 0,1 0 0,0 0 0,9 17 0,-1-6 0,0-1 0,1 0 0,0-1 0,1 0 0,0-1 0,0 0 0,23 14 0,-27-20 0,-1 0 0,1 0 0,-1 0 0,1-1 0,0 0 0,0 0 0,13 1 0,-15-3 0,-1 0 0,1 0 0,-1 0 0,1-1 0,-1 0 0,1 0 0,-1 0 0,0 0 0,1-1 0,-1 1 0,0-1 0,0 0 0,6-4 0,8-12 0,-17 17 0,-1-1 0,1 1 0,0 0 0,0 0 0,0-1 0,0 1 0,1 0 0,-1 0 0,0 0 0,0 0 0,1 1 0,-1-1 0,0 0 0,1 0 0,-1 1 0,1-1 0,-1 1 0,1-1 0,-1 1 0,1 0 0,-1 0 0,1 0 0,0-1 0,-1 1 0,1 1 0,-1-1 0,1 0 0,-1 0 0,4 1 0,23 10-1365,-16-6-5461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3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131 569 24575,'-5'-2'0,"-10"-3"0,-27-5 0,38 9 0,1 0 0,-1 1 0,1 0 0,-1 0 0,0 0 0,1 0 0,-1 0 0,1 1 0,-1 0 0,1-1 0,-1 1 0,1 1 0,-6 2 0,8-4 0,0 1 0,0-1 0,0 1 0,0 0 0,0-1 0,1 1 0,-1 0 0,0 0 0,1 0 0,-1 0 0,0 0 0,1 0 0,-1 0 0,1 0 0,-1 0 0,1 0 0,0 0 0,-1 0 0,1 0 0,0 0 0,0 1 0,0 1 0,0-1 0,0 0 0,0 1 0,1-1 0,-1 1 0,1-1 0,0 0 0,0 0 0,1 4 0,3 2 0,0 1 0,1-1 0,10 12 0,-8-11 0,-1-1 0,2-1 0,-1 1 0,1-1 0,0-1 0,1 0 0,10 6 0,-15-9 0,1-1 0,0 0 0,-1 0 0,1 0 0,0 0 0,0-1 0,0 0 0,0 0 0,0-1 0,0 1 0,0-1 0,1-1 0,-1 1 0,10-3 0,-14 2 0,0 1 0,1-1 0,-1 0 0,0-1 0,1 1 0,-1 0 0,0 0 0,0-1 0,0 0 0,0 1 0,-1-1 0,1 0 0,0 0 0,-1 0 0,1 0 0,1-3 0,-1 1 0,0-1 0,0 1 0,-1 0 0,0-1 0,1 1 0,-2-1 0,1 1 0,0-9 0,-1 6 0,0 0 0,-1 0 0,1 1 0,-1-1 0,-1 0 0,1 0 0,-1 1 0,-1-1 0,1 1 0,-1 0 0,0 0 0,-5-8 0,8 13 0,-1 1 0,1-1 0,0 1 0,-1-1 0,1 1 0,-1-1 0,1 1 0,-1-1 0,1 1 0,-1-1 0,1 1 0,-1 0 0,1-1 0,-1 1 0,0 0 0,1-1 0,-1 1 0,-1 0 0,2 0 0,0 0 0,0 0 0,-1 0 0,1 1 0,0-1 0,0 0 0,-1 0 0,1 1 0,0-1 0,0 0 0,0 0 0,-1 1 0,1-1 0,0 0 0,0 0 0,0 1 0,0-1 0,0 0 0,0 1 0,0-1 0,0 0 0,0 1 0,0-1 0,0 0 0,0 1 0,0 3 0,0-1 0,0 1 0,0 0 0,1-1 0,1 6 0,2 3 0,1 0 0,1 0 0,0 0 0,0-1 0,1 0 0,0-1 0,1 1 0,16 16 0,-18-21 0,1-1 0,-1 1 0,2-1 0,-1-1 0,0 1 0,1-1 0,0 0 0,0-1 0,0 0 0,0 0 0,1-1 0,-1 0 0,1 0 0,8 0 0,-9-1 0,0-1 0,0 0 0,0 0 0,-1-1 0,1 0 0,0 0 0,0-1 0,10-4 0,-14 5 0,-1-1 0,0 1 0,1-1 0,-1 0 0,0-1 0,0 1 0,0 0 0,0-1 0,-1 0 0,1 1 0,-1-1 0,0 0 0,1 0 0,-1-1 0,-1 1 0,1 0 0,0-1 0,-1 1 0,2-7 0,1-5 0,-2 1 0,0-1 0,0 0 0,-1 0 0,-1 0 0,-1 1 0,0-1 0,-1 0 0,-6-25 0,-2 7 0,-1 0 0,-1 1 0,-19-34 0,-12-18 0,-90-130 0,131 211 0,-1-3 0,-1 1 0,0 0 0,-1 0 0,1 0 0,-1 0 0,1 0 0,-2 1 0,-7-5 0,13 8 0,0 1 0,0 0 0,-1 0 0,1 0 0,0 0 0,0 0 0,0 0 0,-1 0 0,1 0 0,0 0 0,0 0 0,0 0 0,-1 0 0,1 0 0,0 0 0,0 0 0,0 0 0,-1 0 0,1 0 0,0 0 0,0 0 0,0 1 0,-1-1 0,1 0 0,0 0 0,0 0 0,0 0 0,0 0 0,0 0 0,-1 1 0,1-1 0,0 0 0,0 0 0,0 1 0,-3 8 0,3 11 0,2-3 0,1 0 0,1-1 0,10 30 0,24 45 0,-21-56 0,1-2 0,2 0 0,2-1 0,0-1 0,2-1 0,2-2 0,0 0 0,2-1 0,0-2 0,2-1 0,50 31 0,-36-29-1365,-27-17-5461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3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258 747 24575,'8'-35'0,"5"-72"0,-12 86 0,-2-1 0,0 1 0,-1 0 0,-9-38 0,-6 4 0,-2 1 0,-3 0 0,-56-99 0,57 117 0,-43-55 0,63 90 0,-1-1 0,1 0 0,0 1 0,-1 0 0,1-1 0,-1 1 0,1 0 0,-1 0 0,1 0 0,-1 0 0,0 0 0,0 0 0,-3-1 0,4 2 0,1 0 0,-1 0 0,1 0 0,-1 0 0,1 0 0,-1 0 0,1 0 0,-1 0 0,1 1 0,-1-1 0,1 0 0,0 0 0,-1 0 0,1 1 0,-1-1 0,1 0 0,-1 0 0,1 1 0,0-1 0,-1 1 0,0 0 0,0 0 0,0 0 0,1 0 0,-1 1 0,0-1 0,1 0 0,-1 0 0,1 1 0,0-1 0,-1 0 0,1 2 0,-1 6 0,1 1 0,0-1 0,0 0 0,1 1 0,0-1 0,0 0 0,5 15 0,25 63 0,-31-86 0,20 46 24,1-2 0,3 0 0,1-1 0,37 46 0,-37-58-272,1-1 1,2-1-1,1-1 1,2-1-1,52 36 1,-60-49-6579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4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24575,'17'17'0,"6"9"0,-1 1 0,-4 0 0,-8-6 0,-6-6-8191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35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28 115 24575,'-3'-2'0,"1"-1"0,-1 1 0,1 0 0,-1 1 0,-5-4 0,8 5 0,0 0 0,-1 0 0,1 0 0,0 0 0,0-1 0,0 1 0,0 0 0,-1 0 0,1 0 0,0 0 0,0 0 0,0 0 0,0 0 0,-1 0 0,1 0 0,0 0 0,0 0 0,0 0 0,0 0 0,-1 0 0,1 0 0,0 0 0,0 0 0,0 0 0,0 0 0,-1 0 0,1 1 0,0-1 0,0 0 0,0 0 0,0 0 0,0 0 0,-1 0 0,1 0 0,0 0 0,0 1 0,0-1 0,4 13 0,3 1 0,2 0 0,0 0 0,0-1 0,1 0 0,20 18 0,-23-24 0,0-1 0,0 0 0,1 0 0,0-1 0,0 0 0,0 0 0,1-1 0,-1 0 0,1 0 0,0-1 0,10 2 0,-17-4 0,0-1 0,0 0 0,0 1 0,1-1 0,-1 0 0,0 0 0,0 0 0,0-1 0,1 1 0,-1 0 0,0-1 0,0 0 0,0 1 0,0-1 0,0 0 0,0 0 0,4-2 0,-5 1 0,1 0 0,0 1 0,-1-1 0,1 0 0,-1 0 0,0 0 0,0 0 0,0-1 0,0 1 0,0 0 0,0 0 0,0-1 0,-1 1 0,1 0 0,-1-1 0,1-2 0,-1-3 0,0 0 0,0-1 0,-1 1 0,-2-11 0,0-7 0,3 26 0,1 0 0,-1 0 0,0 0 0,0 0 0,0 0 0,1 0 0,-1 0 0,0 0 0,0 0 0,0 0 0,1 0 0,-1 0 0,0 0 0,0 0 0,0 0 0,1 0 0,-1 0 0,0 0 0,0 0 0,0 0 0,1 0 0,-1 0 0,0 1 0,0-1 0,0 0 0,0 0 0,1 0 0,-1 0 0,0 0 0,0 0 0,0 1 0,0-1 0,0 0 0,0 0 0,1 0 0,-1 1 0,0-1 0,0 0 0,0 0 0,12 12 0,-8-8 0,14 12 0,0-2 0,1 0 0,0 0 0,1-2 0,30 14 0,-33-18 0,0-2 0,0 0 0,0-1 0,1 0 0,-1-2 0,1 0 0,30 1 0,-45-4 0,1 0 0,-1-1 0,1 1 0,-1 0 0,1-1 0,-1 0 0,1 0 0,-1 0 0,1 0 0,-1 0 0,0-1 0,0 0 0,0 1 0,0-1 0,0 0 0,4-4 0,-5 4 0,0 0 0,-1-1 0,1 1 0,-1-1 0,1 1 0,-1-1 0,0 0 0,0 1 0,0-1 0,0 0 0,-1 0 0,1 1 0,-1-1 0,1 0 0,-1 0 0,0 0 0,0 0 0,-1 0 0,1 0 0,-1-4 0,-2-4 12,0 0 0,-1 0 0,0 0 0,-1 1 0,0 0 0,-1 0 0,0 0 0,0 0 0,-10-11 0,-5-2-507,-1 1 0,-27-23 0,30 30-6331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0:42.9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1694 87 24575,'18'0'0,"-15"0"0,-11 0 0,-206-9 0,-36 0 0,45 4 0,-314-1 0,417 14 0,-34-1 0,-111-7 0,222-3 0,24 3 0,1 0 0,-1-1 0,1 1 0,-1 0 0,1 0 0,-1 0 0,1 0 0,-1-1 0,1 1 0,0 0 0,-1-1 0,1 1 0,-1 0 0,1 0 0,0-1 0,-1 1 0,0-1 0,1 0 0,1 1 0,-1-1 0,0 1 0,0 0 0,0-1 0,0 1 0,0-1 0,0 1 0,0 0 0,1-1 0,-1 1 0,0-1 0,0 1 0,1 0 0,-1-1 0,0 1 0,0 0 0,1 0 0,-1-1 0,0 1 0,1 0 0,-1 0 0,0-1 0,1 1 0,-1 0 0,1 0 0,3-2 0,-1 0 0,1 0 0,-1 1 0,1 0 0,0 0 0,0 0 0,-1 0 0,8 0 0,34 0 0,-26 1 0,205 0 0,171-5 0,-94-2-467,-133 4 272,-161 3 195,22 0 0,0-2 0,37-6 0,-66 8 0,0 0-1,-1 0 1,1 0 0,0 0-1,0 0 1,0 0 0,0 0 0,0 0-1,0 0 1,0 0 0,0 0 0,0 0-1,0 0 1,0 0 0,0 0-1,0 0 1,0-1 0,0 1 0,0 0-1,0 0 1,0 0 0,0 0-1,0 0 1,0 0 0,0 0 0,0 0-1,0 0 1,0 0 0,0 0-1,0 0 1,0 0 0,0 0 0,0 0-1,0 0 1,0 0 0,0 0-1,0 0 1,0 0 0,0 0 0,0 0-1,0 0 1,0 0 0,0 0 0,0 0-1,0 0 1,0 0 0,0 0-1,0 0 1,-7-2-14,-11-1 152,-141-8-951,122 10-6013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04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13 376 24575,'0'0'0,"-1"1"0,1-1 0,0 0 0,-1 0 0,1 0 0,-1 0 0,1 0 0,-1 0 0,1 0 0,-1 0 0,1 0 0,0 0 0,-1 0 0,1-1 0,-1 1 0,1 0 0,0 0 0,-1 0 0,1 0 0,-1-1 0,1 1 0,0 0 0,-1-1 0,1 1 0,0 0 0,-1 0 0,1-1 0,0 1 0,0 0 0,-1-1 0,1 1 0,0-1 0,-1 1 0,2-1 0,-1 1 0,0-1 0,1 1 0,-1-1 0,1 1 0,-1-1 0,0 1 0,1-1 0,-1 1 0,1 0 0,-1-1 0,1 1 0,-1 0 0,1 0 0,-1-1 0,1 1 0,-1 0 0,1 0 0,0 0 0,-1-1 0,1 1 0,-1 0 0,1 0 0,1 0 0,36-7 0,-24 4 0,0 0 0,21 0 0,52 4 0,43-2 0,-86-6 0,-28 4 0,25-1 0,-21 2 0,22-4 0,-23 3 0,30-1 0,-15 4 0,-15 1 0,1-1 0,0-1 0,37-7 0,-35 4 0,1 1 0,1 2 0,-1 0 0,28 3 0,2-1 0,46-8 0,4-1 0,372 9 0,-453-2 0,30-6 0,-30 4 0,28-1 0,47 5 0,68-2 0,-52-14 0,-39 2 0,-53 7 0,1 2 0,35-2 0,-37 5 0,23-5 0,-24 3 0,28-1 0,-19 4 0,0-1 0,31-6 0,-32 3 0,47 1 0,-47 2 0,48-6 0,54-7 0,-95 9 0,0 3 0,64 2 0,-36 1 0,637-1 0,-680 1 0,29 5 0,-37-4 0,0 0 0,1-1 0,-1 0 0,1-1 0,-1 0 0,1 0 0,11-4 0,165-40 0,-68 19 0,139-11 0,-163 30 0,16-2 0,-60 4 0,61 2 0,-71 3 0,-31-1 0,0 2 0,18 3 0,-17-2 0,-1-1 0,15 1 0,-4-2 0,0-1 0,0-1 0,-1-1 0,28-6 0,-19 2 0,0 0 0,0 2 0,47 0 0,-62 3 0,-1 0 0,18-4 0,-16 2 0,23-1 0,-22 3 0,8 1 0,48-8 0,-30 0 0,1 2 0,72 0 0,287 6 0,-386 1 0,0 1 0,21 4 0,-9 0 0,3 0 0,-21-3 0,1-1 0,20 1 0,36 5 0,-46-5 0,32 1 0,-32-4 0,1-2 0,33-5 0,-36 4 0,-1 1 0,36 2 0,10-2 0,-26-4 0,-28 3 0,-1 1 0,16-1 0,3 3-1365,-17 0-5461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05.5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2067 1 24575,'-84'0'0,"-89"1"0,95 7 0,25-2 0,2-1 0,-76 5 0,-361-10 0,222-1 0,245 2 0,-30 5 0,-12 1 0,-106-6 0,-80 4 0,81 4-1365,142-8-5461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06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3694 1 24575,'-222'10'0,"171"-7"0,-326 37 0,245-24 0,-72 11 0,-89 9 0,288-36 0,-409 12 0,331-12 0,49 1 0,-33 7 0,23-2 0,15-2 0,0 2 0,-49 17 0,32-8 0,-22 2 0,-109 14 0,-87-12 0,-25-19 0,146 0 0,59 7 0,11 0 0,-30 0 0,-15 1 0,-3 2 0,83-6 0,15-1-455,0 2 0,-26 7 0,36-8-6371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08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17 671 24575,'23'-17'0,"-1"-2"0,32-34 0,-32 31 0,-15 15 0,0-1 0,-1 0 0,0 0 0,0-1 0,-1 1 0,0-1 0,-1 0 0,0-1 0,0 1 0,-1-1 0,0 0 0,-1 0 0,0 0 0,1-13 0,-2 10 0,-1-1 0,-1 1 0,0-1 0,0 1 0,-2 0 0,1 0 0,-2-1 0,0 2 0,0-1 0,-9-15 0,-3-3 0,6 11 0,1 1 0,-9-26 0,-1-26 0,17 67 0,0 0 0,0-1 0,0 1 0,-1 0 0,1 0 0,-1 0 0,0 1 0,0-1 0,0 1 0,0-1 0,-1 1 0,0 0 0,1 0 0,-1 1 0,0-1 0,0 1 0,-9-4 0,13 6 0,-1 0 0,0 0 0,1 0 0,-1-1 0,1 1 0,-1 0 0,0 0 0,1 0 0,-1 0 0,0 0 0,1 1 0,-1-1 0,1 0 0,-1 0 0,0 0 0,1 0 0,-1 1 0,1-1 0,-1 0 0,1 1 0,-1-1 0,1 0 0,-1 1 0,1-1 0,-1 0 0,1 1 0,-1-1 0,1 1 0,0-1 0,-1 1 0,1-1 0,0 1 0,-1-1 0,1 1 0,0 0 0,0-1 0,0 1 0,-1 0 0,-5 31 0,4-19 0,-1-2 0,1 1 0,0 0 0,1-1 0,0 1 0,1 0 0,0 0 0,1 0 0,1 0 0,-1-1 0,2 1 0,0-1 0,6 17 0,58 107 0,-46-94 0,-15-30 0,0 0 0,1 0 0,1-1 0,-1 1 0,2-2 0,-1 1 0,1-1 0,11 8 0,-13-12 0,1 0 0,-1 0 0,1-1 0,0 0 0,0 0 0,0-1 0,0 0 0,1-1 0,-1 0 0,1 0 0,0-1 0,12 1 0,-12-1 40,0-2 0,15-1 0,-21 2-146,0-1 0,-1 1 0,1-1 0,-1 0 0,1 0 0,-1 0-1,0 0 1,1 0 0,-1-1 0,0 1 0,0-1 0,0 1 0,3-4 0,2-3-6720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10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33 24575,'0'0'0,"0"0"0,0 0 0,1 0 0,-1 0 0,0 0 0,0 0 0,0 0 0,0 0 0,1 0 0,-1 0 0,0 0 0,0 0 0,0 0 0,1 0 0,-1 0 0,0 0 0,0 0 0,0 0 0,0 0 0,1 0 0,-1 0 0,0 0 0,0-1 0,0 1 0,0 0 0,0 0 0,0 0 0,1 0 0,-1 0 0,0-1 0,0 1 0,0 0 0,0 0 0,0 0 0,0 0 0,0-1 0,0 1 0,0 0 0,0 0 0,0-1 0,0 10 0,4 7 0,0 1 0,1-1 0,12 26 0,28 43 0,-38-71 0,-51-108 0,42 90 0,0-1 0,0 1 0,0 0 0,1-1 0,-1 1 0,1-1 0,0 1 0,1-1 0,-1 0 0,1 1 0,0-1 0,0 0 0,1 1 0,-1-1 0,2-4 0,-1 6 0,-1 0 0,1 0 0,0 0 0,1 1 0,-1-1 0,0 1 0,1-1 0,0 1 0,-1-1 0,1 1 0,0 0 0,0 0 0,0 0 0,1 0 0,-1 0 0,0 0 0,1 0 0,-1 1 0,1 0 0,-1-1 0,1 1 0,0 0 0,0 0 0,4-1 0,11 0 0,0 0 0,-1 2 0,1 0 0,29 4 0,-39-3-47,-1 0 0,1 1 0,0 0 0,-1 1 0,0-1 0,1 2 0,-1-1 0,0 1 0,-1 0-1,1 0 1,-1 1 0,0 0 0,0 0 0,0 0 0,0 1 0,-1 0 0,0 0 0,-1 0 0,1 1 0,-1-1 0,0 1 0,-1 0-1,1 0 1,-2 1 0,1-1 0,-1 1 0,0-1 0,2 13 0,-3-7-6779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30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396 53 24575,'0'-1'0,"1"-1"0,-1 1 0,1 0 0,0-1 0,-1 1 0,1-1 0,0 1 0,0 0 0,0 0 0,0 0 0,0-1 0,0 1 0,0 0 0,0 0 0,0 0 0,0 1 0,1-1 0,1-1 0,25-12 0,26-2 0,-80 35 0,-5-2 0,-1-2 0,-39 12 0,9-1 0,45-18 0,0-1 0,-31 9 0,26-11 0,0 0 0,1 2 0,0 1 0,-24 11 0,38-15 0,1 0 0,-1-1 0,0 1 0,0-1 0,0-1 0,-10 4 0,14-8 0,7-2 0,10-4 0,120-39 0,-23 9 0,-35 12 0,30-13 0,-93 35 0,-19 10 0,-18 11 0,7-8 0,-1-1 0,1-1 0,-2 0 0,-19 4 0,-25 9 0,-7 2 0,50-17 0,1 1 0,0 1 0,0 0 0,-22 13 0,29-11 0,10-7 0,1 0 0,-1-1 0,0 1 0,0-1 0,0 0 0,0 1 0,0-1 0,0 0 0,0 0 0,-1 0 0,-2 0 0,6-2 0,-1-1 0,0 1 0,1-1 0,0 1 0,-1 0 0,1-1 0,0 1 0,0 0 0,0-1 0,1-1 0,4-2 10,-1 0 0,1 0 0,0 1 0,0 0 0,0 0 0,1 0 0,-1 1 0,1-1 0,0 2 0,0-1 0,10-2 0,-1 2-381,0 0-1,1 1 1,32 0 0,-36 2-6455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31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0 24575,'0'5'0,"1"-1"0,-1 1 0,1-1 0,3 9 0,3 14 0,0 22 0,-3-28 0,1 40 0,-4-22 0,-3 66 0,0-85 0,-2-1 0,0 1 0,-1-1 0,-1 0 0,0 0 0,-2-1 0,0 0 0,-1 0 0,-1 0 0,0-2 0,-2 1 0,0-1 0,0-1 0,-24 22 0,26-29 8,-22 14-1,-8 5 32,37-24-197,-1 0 1,1 0-1,0 0 0,0 0 1,1 0-1,-1 1 0,1 0 1,-3 4-1,1 1-6668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33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0 502 24575,'2'-1'0,"0"0"0,0 0 0,0 0 0,-1-1 0,1 1 0,0 0 0,-1-1 0,1 1 0,-1-1 0,0 1 0,1-1 0,-1 0 0,2-3 0,1-1 0,13-15 0,14-18 0,37-60 0,-60 83 0,-2 1 0,0-1 0,0 0 0,-2 0 0,0-1 0,3-32 0,-6 43 0,-1 0 0,0-1 0,-1 1 0,1 0 0,-1 0 0,-1 0 0,1 0 0,-1 0 0,0 1 0,0-1 0,-1 0 0,1 1 0,-1-1 0,-4-4 0,1 1 0,-1 0 0,0 1 0,0 0 0,0 1 0,-1 0 0,0 0 0,-13-8 0,21 14 0,-1 1 0,0-1 0,0 1 0,1-1 0,-1 1 0,0-1 0,0 1 0,0 0 0,0-1 0,1 1 0,-1 0 0,0 0 0,0 0 0,0 0 0,0 0 0,0 0 0,0 0 0,0 0 0,0 0 0,0 0 0,1 0 0,-2 1 0,1-1 0,0 1 0,1-1 0,-1 1 0,0 0 0,1-1 0,-1 1 0,0 0 0,1-1 0,-1 1 0,1 0 0,0 0 0,-1 0 0,1-1 0,0 1 0,-1 0 0,1 0 0,0 0 0,0 1 0,-1 2 0,0 1 0,1-1 0,0 1 0,0 0 0,1-1 0,-1 1 0,3 7 0,32 126 0,-23-92 0,-2-4 0,3-1 0,32 76 0,-41-110 0,-1-1 0,1 1 0,0-1 0,0 0 0,1 0 0,0-1 0,0 1 0,0-1 0,1 0 0,-1-1 0,1 1 0,1-1 0,-1 0 0,0 0 0,1-1 0,0 0 0,0 0 0,0-1 0,0 0 0,0 0 0,0 0 0,1-1 0,-1 0 0,9-1 0,-15 0-54,0 0-1,0 0 0,1 0 1,-1 0-1,0 0 1,0 0-1,0-1 0,1 1 1,-1-1-1,0 1 1,0-1-1,0 1 0,0-1 1,0 1-1,0-1 0,0 0 1,0 0-1,0 0 1,0 1-1,0-1 0,-1 0 1,1 0-1,0 0 1,1-2-1,1-6-6771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34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184 281 24575,'-8'-2'0,"1"0"0,-1 1 0,0 0 0,0 0 0,0 1 0,-11 0 0,16 0 0,0 1 0,1 0 0,-1-1 0,0 1 0,0 0 0,0 0 0,1 1 0,-1-1 0,1 0 0,-1 1 0,1 0 0,-1 0 0,1-1 0,0 1 0,0 0 0,0 1 0,0-1 0,0 0 0,1 1 0,-3 2 0,2 0 0,0 0 0,0 0 0,0 1 0,0-1 0,1 1 0,0-1 0,0 1 0,0 8 0,0 2 0,4 28 0,-2-42 0,-1 1 0,1 0 0,0 0 0,0 0 0,0-1 0,0 1 0,0 0 0,0-1 0,1 1 0,0-1 0,-1 0 0,1 1 0,0-1 0,0 0 0,0 0 0,0 0 0,0 0 0,1-1 0,-1 1 0,1-1 0,-1 1 0,1-1 0,-1 0 0,1 0 0,0 0 0,0 0 0,-1 0 0,1-1 0,0 1 0,0-1 0,0 0 0,0 0 0,0 0 0,0 0 0,-1 0 0,1-1 0,0 1 0,0-1 0,0 0 0,-1 0 0,1 0 0,0 0 0,-1 0 0,1-1 0,-1 1 0,1-1 0,-1 1 0,0-1 0,1 0 0,-1 0 0,0 0 0,-1 0 0,4-4 0,-2 0 0,1-1 0,-1 1 0,-1-1 0,1 0 0,-1 0 0,-1 0 0,1 0 0,-1 0 0,0 0 0,-1 0 0,1 0 0,-1 0 0,-1 0 0,0-1 0,0 1 0,-2-7 0,-4-12 0,-1 0 0,-22-47 0,22 55 0,0-2 0,-1 0 0,-2 0 0,0 1 0,-1 1 0,0 0 0,-2 0 0,-27-26 0,41 43 0,-1 0 0,0 0 0,1 1 0,-1-1 0,0 1 0,0-1 0,0 0 0,0 1 0,0 0 0,0-1 0,0 1 0,0-1 0,-1 1 0,2 0 0,-1 0 0,1 0 0,0 0 0,0 0 0,-1 0 0,1 0 0,0 0 0,-1 0 0,1 1 0,0-1 0,0 0 0,-1 0 0,1 0 0,0 0 0,0 0 0,-1 1 0,1-1 0,0 0 0,0 0 0,0 1 0,-1-1 0,1 0 0,0 0 0,0 1 0,0-1 0,0 0 0,0 0 0,-1 1 0,1 1 0,0 0 0,-1 0 0,1 0 0,0 0 0,0 0 0,0 0 0,0 0 0,1 0 0,-1-1 0,1 1 0,-1 0 0,1 2 0,8 18 0,1-1 0,1 0 0,26 38 0,53 49 0,-37-57-267,-40-40-831,1 2-5728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0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0 24575,'-1'0'0,"0"0"0,0 0 0,0 0 0,0 1 0,0-1 0,0 0 0,0 0 0,0 1 0,0-1 0,1 0 0,-1 1 0,0-1 0,0 1 0,0-1 0,0 1 0,1-1 0,-1 1 0,0 0 0,0-1 0,1 1 0,-1 0 0,0 1 0,0 0 0,0 0 0,0-1 0,0 1 0,1 0 0,-1 0 0,1 0 0,0 0 0,-1 1 0,1-1 0,0 2 0,0 3 0,1-1 0,0 0 0,0 0 0,0 1 0,1-1 0,2 7 0,1-2 0,1-1 0,0 1 0,0-1 0,1 0 0,1-1 0,-1 0 0,2 0 0,-1 0 0,1-1 0,0 0 0,1-1 0,19 11 0,-28-17 0,0 0 0,0 0 0,1-1 0,-1 1 0,0-1 0,1 1 0,-1-1 0,1 1 0,-1-1 0,0 0 0,1 0 0,-1 1 0,1-1 0,-1 0 0,1 0 0,-1-1 0,1 1 0,-1 0 0,3-1 0,-2 0 0,-1 0 0,0 0 0,0 0 0,0 0 0,0 0 0,-1 0 0,1 0 0,0-1 0,0 1 0,-1 0 0,1 0 0,-1-1 0,1 1 0,-1 0 0,1-1 0,-1 1 0,0 0 0,0-1 0,0 1 0,0-1 0,0-1 0,0-7 0,0-1 0,-1 1 0,-1 0 0,0-1 0,0 1 0,-5-12 0,3 9 0,1 0 0,-3-22 0,5 35 0,1-1 0,0 0 0,0 0 0,0 0 0,0 1 0,0-1 0,0 0 0,0 0 0,0 1 0,0-1 0,0 0 0,0 0 0,0 0 0,1 1 0,-1-1 0,0 0 0,1 1 0,-1-1 0,0 0 0,1 1 0,-1-1 0,1 0 0,-1 1 0,1-1 0,-1 1 0,2-2 0,-1 2 0,0 0 0,0 0 0,0 0 0,0 0 0,0 0 0,0 0 0,0 0 0,0 0 0,0 0 0,0 0 0,0 0 0,0 1 0,0-1 0,0 0 0,0 1 0,2 0 0,5 4 0,0-1 0,-1 2 0,9 6 0,-15-11 0,35 30 0,37 29 0,-66-55 0,1 0 0,-1 0 0,1-1 0,0-1 0,0 1 0,0-1 0,1-1 0,11 3 0,-19-5 0,1 1 0,-1-1 0,1 0 0,-1 0 0,0 0 0,1 0 0,-1 0 0,0 0 0,1-1 0,-1 1 0,1 0 0,-1-1 0,0 1 0,0-1 0,1 1 0,-1-1 0,0 0 0,0 1 0,0-1 0,2-2 0,-1 2 0,-1-1 0,0 1 0,0-1 0,0 0 0,0 0 0,0 0 0,-1 1 0,1-1 0,0 0 0,-1 0 0,1 0 0,-1-4 0,1-2 0,-1-1 0,-1 0 0,1 0 0,-2 0 0,-1-8 0,-3-3 0,5 16 0,-1-1 0,1 1 0,0 0 0,0 0 0,1-1 0,-1-5 0,1 10 0,0-1 0,0 1 0,0 0 0,0-1 0,0 1 0,0 0 0,0 0 0,0-1 0,1 1 0,-1 0 0,0 0 0,0-1 0,0 1 0,0 0 0,0 0 0,1-1 0,-1 1 0,0 0 0,0 0 0,0 0 0,1-1 0,-1 1 0,0 0 0,0 0 0,1 0 0,-1 0 0,0 0 0,0 0 0,1-1 0,-1 1 0,0 0 0,1 0 0,11 2 0,12 11 0,-22-12 0,18 11-106,13 9-209,2-1 1,1-1-1,63 22 0,-86-37-6511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1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135 148 24575,'7'-15'0,"-2"-1"0,9-28 0,-5 10 0,-8 32 0,-1 1 0,1 0 0,-1 0 0,0 0 0,1 0 0,-1 0 0,0 0 0,0-1 0,0 1 0,0 0 0,0 0 0,0 0 0,0-1 0,0 1 0,-1 0 0,1 0 0,0 0 0,-1 0 0,1 0 0,-1 0 0,1 0 0,-1 0 0,1 0 0,-2-1 0,1 0 0,-1 1 0,0 0 0,1 0 0,-1 1 0,0-1 0,0 0 0,0 1 0,0-1 0,1 1 0,-1-1 0,0 1 0,0 0 0,0 0 0,-2 0 0,-100 3 0,102-3 0,1 0 0,0 0 0,-1 1 0,1-1 0,0 0 0,-1 1 0,1-1 0,0 1 0,0 0 0,-1-1 0,1 1 0,0 0 0,0 0 0,0 0 0,0 0 0,0 0 0,0 0 0,0 0 0,-1 2 0,1-1 0,0 1 0,-1-1 0,1 1 0,1 0 0,-1 0 0,0-1 0,0 1 0,1 0 0,0 3 0,-1 1 0,1 0 0,1 0 0,-1-1 0,1 1 0,1 0 0,-1-1 0,4 11 0,-1-10 0,-1 0 0,1-1 0,0 1 0,1-1 0,-1 0 0,1-1 0,0 1 0,1-1 0,-1 0 0,13 9 0,-8-8 0,1 0 0,-1 0 0,1-1 0,0 0 0,1 0 0,12 2 0,-5-3 0,0-2 0,1 1 0,-1-2 0,1-1 0,31-3 0,-49 3 7,1 0 0,-1-1-1,1 1 1,-1-1 0,1 0-1,-1 0 1,1 0-1,-1 0 1,0 0 0,1 0-1,-1-1 1,0 1 0,0-1-1,0 1 1,0-1 0,0 0-1,2-3 1,-2 2-131,0 0 0,0 0 1,-1-1-1,1 1 0,-1 0 0,0-1 1,0 0-1,0 1 0,0-1 0,0 1 1,-1-7-1,1-3-6702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2.1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266 497 24575,'-14'-2'0,"-165"-21"0,175 22 0,-1 1 0,1 0 0,0 0 0,-1 1 0,1-1 0,0 1 0,0 0 0,0 0 0,0 0 0,-5 3 0,7-3 0,0 0 0,1 0 0,0 0 0,-1 0 0,1 1 0,0-1 0,-1 0 0,1 1 0,0-1 0,0 0 0,0 1 0,0 0 0,0-1 0,1 1 0,-1-1 0,0 1 0,1 0 0,-1 0 0,1-1 0,0 1 0,-1 0 0,1 0 0,0 0 0,0-1 0,0 1 0,1 2 0,0 2 0,-1-1 0,2 0 0,-1 0 0,1 1 0,0-1 0,0 0 0,0-1 0,1 1 0,-1 0 0,1-1 0,1 1 0,-1-1 0,6 6 0,-2-3 0,0 0 0,1-1 0,0 1 0,1-1 0,-1-1 0,12 6 0,-13-8 0,0 0 0,0 0 0,0-1 0,0 1 0,1-2 0,-1 1 0,1-1 0,7 1 0,-11-2 0,0-1 0,0 1 0,-1 0 0,1-1 0,0 0 0,-1 0 0,1 0 0,-1 0 0,1-1 0,-1 1 0,1-1 0,-1 0 0,0 0 0,0 0 0,0 0 0,0-1 0,0 1 0,3-5 0,-1 1 0,0-1 0,-1 0 0,0 0 0,0 0 0,-1-1 0,0 1 0,0-1 0,-1 0 0,0 0 0,0 0 0,0 0 0,-1 0 0,-1 0 0,0 0 0,0-1 0,-1-8 0,-2-10 0,-1 0 0,-1 0 0,-15-40 0,-2 4 0,-3 0 0,-3 2 0,-36-59 0,62 116 0,-15-21 0,17 24 0,-1 0 0,1 1 0,-1-1 0,1 0 0,-1 0 0,1 1 0,-1-1 0,0 1 0,1-1 0,-1 1 0,0-1 0,1 1 0,-1-1 0,0 1 0,0-1 0,0 1 0,1 0 0,-1 0 0,0-1 0,0 1 0,0 0 0,0 0 0,1 0 0,-1 0 0,0 0 0,-1 0 0,1 1 0,0-1 0,0 1 0,0 0 0,1 0 0,-1-1 0,0 1 0,1 0 0,-1 0 0,0 0 0,1 0 0,-1 0 0,1 0 0,0 0 0,-1 0 0,1 0 0,0 0 0,-1 0 0,1 0 0,0 2 0,-1 25 0,1-21 0,1 15 0,0 0 0,2 0 0,0 0 0,10 32 0,-3-21 0,1-1 0,20 38 0,-22-52 0,1-1 0,1 0 0,0 0 0,19 20 0,-23-30 0,0 1 0,1-1 0,-1-1 0,1 1 0,1-1 0,-1-1 0,1 0 0,0 0 0,0 0 0,14 4 0,-18-8 0,0 0 0,0 1 0,1-2 0,-1 1 0,0 0 0,0-1 0,0 0 0,1 0 0,-1-1 0,0 1 0,0-1 0,0-1 0,0 1 0,0 0 0,0-1 0,0 0 0,-1 0 0,1-1 0,0 1 0,-1-1 0,0 0 0,0 0 0,0-1 0,0 1 0,0-1 0,-1 0 0,1 0 0,-1 0 0,0 0 0,0 0 0,-1-1 0,1 1 0,-1-1 0,0 0 0,0 0 0,-1 0 0,0 0 0,2-8 0,-2 6 0,2-9 0,0 15 0,3 9 0,6 13 0,1 0 0,24 29 0,-29-40 0,1-1 0,-1 0 0,1-1 0,1 0 0,0 0 0,0-1 0,11 6 0,-15-11 0,1 1 0,-1-1 0,0 0 0,1 0 0,9 0 0,-14-1 0,0-1 0,1 1 0,-1-1 0,0 0 0,0 0 0,1 0 0,-1 0 0,0-1 0,1 1 0,-1-1 0,0 1 0,0-1 0,0 0 0,0 0 0,0 0 0,1 0 0,-2 0 0,5-3 0,-6 4 5,0-1-1,1 1 0,-1-1 1,0 0-1,1 1 0,-1-1 1,0 0-1,0 1 0,0-1 0,0 0 1,1 1-1,-1-1 0,0 0 1,0 1-1,0-1 0,0 0 1,-1 1-1,1-1 0,0 0 1,0 1-1,0-1 0,0 0 1,-1 1-1,1-1 0,0 0 1,-1 0-1,-11-15-1486,4 8-5344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2.4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24575,'0'3'0,"0"2"0,0 4 0,0 2 0,0 3 0,0 0 0,0 1 0,0-3-8191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3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27 24575,'8'13'0,"13"22"0,26 33 0,-38-57 0,0-1 0,0 0 0,1 0 0,0-1 0,1-1 0,0 0 0,13 7 0,-11-7 0,0-1 0,26 9 0,-36-15 0,0 0 0,0 0 0,0 0 0,0-1 0,1 1 0,-1-1 0,0 0 0,0 1 0,1-1 0,-1-1 0,0 1 0,1 0 0,-1-1 0,0 0 0,0 0 0,0 0 0,0 0 0,0 0 0,4-3 0,-5 2 0,0 0 0,0 0 0,0 0 0,0 0 0,-1 0 0,0-1 0,1 1 0,-1-1 0,0 1 0,0-1 0,0 0 0,0 1 0,-1-1 0,1 0 0,-1 1 0,1-1 0,-1 0 0,0 0 0,0 1 0,-1-5 0,1-1 0,-1 0 0,-1 0 0,1 0 0,-2 0 0,-4-13 0,2 9 0,0-1 0,-2 1 0,1 0 0,-1 1 0,-1 0 0,-9-11 0,25 31 0,-1 0 0,9 14 0,-8-11 0,19 21 0,-18-24 0,1 0 0,0-1 0,0 0 0,1 0 0,0-1 0,13 6 0,-18-10 0,-1-1 0,1 0 0,-1 0 0,1 0 0,0-1 0,0 1 0,0-1 0,0-1 0,0 1 0,0-1 0,0 0 0,0-1 0,0 0 0,0 1 0,9-4 0,-13 3 0,-1 1 0,1-1 0,0 0 0,0 0 0,-1 0 0,1 0 0,-1 0 0,1-1 0,-1 1 0,1 0 0,-1-1 0,0 1 0,0-1 0,1 1 0,-1-1 0,0 0 0,-1 1 0,1-1 0,0 0 0,0 0 0,-1 1 0,1-1 0,0-3 0,0-4 0,0 0 0,-1-1 0,0 1 0,-2-9 0,2 11 0,-1 0 0,1 0 0,0 0 0,0 0 0,2-7 0,-2 14 0,0-1 0,0 1 0,1 0 0,-1-1 0,0 1 0,0-1 0,0 1 0,0 0 0,1-1 0,-1 1 0,0 0 0,0-1 0,1 1 0,-1 0 0,0-1 0,0 1 0,1 0 0,-1 0 0,0-1 0,1 1 0,-1 0 0,0 0 0,1 0 0,-1-1 0,1 1 0,-1 0 0,0 0 0,1 0 0,-1 0 0,1 0 0,-1 0 0,0 0 0,1 0 0,-1 0 0,1 0 0,-1 0 0,0 0 0,1 0 0,-1 0 0,1 0 0,-1 1 0,0-1 0,1 0 0,-1 0 0,0 0 0,1 1 0,-1-1 0,0 0 0,1 1 0,20 17 0,-16-13 0,-5-5 0,19 16 0,28 19 0,-41-31 0,0 0 0,0-1 0,1 0 0,-1 0 0,1-1 0,0 1 0,0-1 0,0-1 0,11 2 0,-16-3 0,0 1 0,0-1 0,0 0 0,0 0 0,0 0 0,0-1 0,0 1 0,0 0 0,0-1 0,0 1 0,0-1 0,0 0 0,0 0 0,-1 1 0,1-1 0,0 0 0,0-1 0,-1 1 0,1 0 0,-1 0 0,1-1 0,-1 1 0,0-1 0,1 1 0,-1-1 0,0 1 0,0-1 0,0 0 0,0 0 0,0 0 0,0-2 0,1-5 0,0 0 0,-1 0 0,0 0 0,0 0 0,-2-16 0,2-9 0,-1 34 0,0 0 0,0 0 0,0 0 0,0 0 0,0 0 0,0-1 0,0 1 0,0 0 0,0 0 0,0 0 0,0 0 0,0 0 0,0 0 0,0-1 0,0 1 0,0 0 0,0 0 0,0 0 0,0 0 0,0 0 0,0 0 0,1 0 0,-1-1 0,0 1 0,0 0 0,0 0 0,0 0 0,0 0 0,0 0 0,0 0 0,1 0 0,-1 0 0,0 0 0,0 0 0,0 0 0,0 0 0,0 0 0,1 0 0,-1 0 0,0 0 0,0 0 0,0 0 0,0 0 0,1 0 0,6 5 0,6 9 0,-12-13 0,5 7 0,1 1 0,0-2 0,1 1 0,0-1 0,0 0 0,11 6 0,-14-10 0,0 0 0,1 0 0,-1-1 0,1 0 0,-1 0 0,1-1 0,0 1 0,0-1 0,-1-1 0,1 1 0,0-1 0,11-1 0,-4-1 0,-1-1 0,1 0 0,-1-1 0,0-1 0,0 0 0,-1 0 0,1-1 0,-1-1 0,0 0 0,18-16 0,-13 8 0,-13 12 0,1-1 0,0 0 0,0 1 0,0 0 0,6-3 0,-9 5 0,1 0 0,0 0 0,0 1 0,0-1 0,-1 1 0,1 0 0,0-1 0,0 1 0,0 0 0,0 0 0,0 0 0,0 0 0,0 0 0,0 1 0,-1-1 0,1 1 0,0-1 0,2 2 0,21 8-341,0 2 0,-1 0-1,27 20 1,-41-26-6485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44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29 117 24575,'-5'-11'0,"0"1"0,1-1 0,-1 1 0,-3-21 0,8 30 0,0 1 0,0 0 0,-1 0 0,1 0 0,0 0 0,0 0 0,0 0 0,0 0 0,0 0 0,0-1 0,0 1 0,0 0 0,0 0 0,0 0 0,0 0 0,0 0 0,0 0 0,0-1 0,0 1 0,0 0 0,0 0 0,0 0 0,0 0 0,0 0 0,0 0 0,0-1 0,0 1 0,0 0 0,0 0 0,0 0 0,0 0 0,0 0 0,0 0 0,1-1 0,-1 1 0,0 0 0,0 0 0,0 0 0,0 0 0,0 0 0,0 0 0,0 0 0,0 0 0,1 0 0,-1 0 0,0 0 0,0 0 0,0 0 0,0 0 0,0-1 0,1 1 0,6 6 0,10 15 0,-16-18 0,17 19 0,1 0 0,1-1 0,0-1 0,2-1 0,0 0 0,37 22 0,-38-29 0,0-1 0,24 8 0,-35-15 0,0-1 0,1 0 0,-1-1 0,1 0 0,-1 0 0,22-1 0,-30-1 0,1 0 0,-1 0 0,1-1 0,-1 1 0,1-1 0,-1 0 0,0 1 0,1-1 0,-1 0 0,0-1 0,1 1 0,-1 0 0,0-1 0,0 1 0,0-1 0,0 1 0,0-1 0,-1 0 0,1 0 0,0 0 0,-1 0 0,1 0 0,-1 0 0,0-1 0,0 1 0,0 0 0,0-1 0,0 1 0,1-5 0,-1-3 0,1 0 0,-1 1 0,-1-1 0,1 0 0,-2 0 0,-1-14 0,2 21 0,-1 0 0,1 1 0,-1-1 0,1 1 0,-1-1 0,0 1 0,0-1 0,0 1 0,-3-5 0,3 7 0,1 4 0,2 6 0,2 3 0,0 0 0,1 0 0,1-1 0,0 0 0,1 0 0,0 0 0,17 20 0,-18-25 0,0-1 0,1 1 0,0-1 0,0-1 0,1 1 0,-1-1 0,1 0 0,0-1 0,1 0 0,-1 0 0,1-1 0,15 4 0,-19-6 0,0 0 0,0-1 0,-1 1 0,1-1 0,0 0 0,0 0 0,0-1 0,0 0 0,-1 0 0,1 0 0,0 0 0,-1-1 0,1 1 0,0-1 0,-1 0 0,0-1 0,0 1 0,0-1 0,0 0 0,0 0 0,0 0 0,-1 0 0,1-1 0,4-6 0,-4 5 0,0 0 0,-1-1 0,0 1 0,0-1 0,-1 0 0,1 0 0,-1 0 0,-1 0 0,1 0 0,-1 0 0,0 0 0,0-1 0,-1 1 0,0 0 0,0-1 0,0 1 0,-1 0 0,-2-11 0,0 6 14,-1 1-1,0 0 0,0 0 0,-1 0 1,-1 0-1,0 1 0,0 0 1,-10-12-1,11 15-137,-1 0 0,0 0 1,0 1-1,-1 0 0,1 0 0,-1 0 1,-1 1-1,1 0 0,0 0 0,-1 1 1,-12-4-1,0 2-6702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1:50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265 105 24575,'-2'-5'0,"0"0"0,0 0 0,0 0 0,-1 0 0,1 1 0,-1-1 0,0 1 0,-1-1 0,1 1 0,-1 0 0,1 0 0,-1 1 0,-1-1 0,1 1 0,0 0 0,-1 0 0,1 0 0,-11-4 0,6 3 0,-1 0 0,-1 1 0,1 0 0,0 1 0,-1 0 0,1 1 0,-1 0 0,-19 1 0,26 0 0,1 1 0,-1-1 0,1 1 0,-1 0 0,1 0 0,-1 0 0,1 1 0,0-1 0,0 1 0,0 0 0,0 0 0,0 0 0,0 0 0,0 0 0,1 1 0,-1-1 0,1 1 0,0 0 0,-1 0 0,1 0 0,1 0 0,-1 0 0,-3 7 0,4-7 0,-1 1 0,1 0 0,0 0 0,0 0 0,0 0 0,1 0 0,0 0 0,-1 0 0,1 1 0,1-1 0,-1 0 0,0 0 0,1 0 0,0 0 0,0 0 0,0 0 0,1 0 0,-1-1 0,1 1 0,4 6 0,-4-7 0,1 0 0,-1 0 0,1-1 0,0 0 0,0 1 0,0-1 0,0 0 0,1 0 0,-1 0 0,1-1 0,-1 1 0,1-1 0,6 2 0,7 0 0,30 3 0,-32-4 0,1 0 0,0-2 0,0 0 0,0 0 0,-1-1 0,1-1 0,0-1 0,29-9 0,-43 12 0,0-1 0,-1 1 0,1-1 0,0 0 0,-1 0 0,1 0 0,-1 0 0,1 0 0,-1 0 0,1 0 0,-1 0 0,0-1 0,1 1 0,-1-1 0,0 1 0,0 0 0,0-1 0,0 0 0,0 1 0,-1-1 0,1 0 0,0 1 0,0-4 0,-1 3 0,0-1 0,0 1 0,-1 0 0,1 0 0,0 0 0,-1-1 0,1 1 0,-1 0 0,0 0 0,0 0 0,0 0 0,0 0 0,0 0 0,0 0 0,-1 1 0,1-1 0,0 0 0,-1 1 0,-2-3 0,-1 0 0,1 0 0,-1 1 0,-1-1 0,1 1 0,0 0 0,-1 0 0,1 1 0,-1 0 0,0 0 0,-12-2 0,7 2 0,-1 1 0,1 0 0,-1 0 0,-22 3 0,32-1 0,-1-1 0,0 1 0,0-1 0,1 1 0,-1 0 0,0 0 0,1 0 0,-1 1 0,1-1 0,0 0 0,-1 1 0,1 0 0,0-1 0,0 1 0,0 0 0,0 0 0,0 0 0,0 0 0,-1 4 0,2-5 0,0 1 0,0 0 0,0 0 0,1-1 0,-1 1 0,1 0 0,-1 0 0,1 0 0,0 0 0,0 0 0,0 0 0,0 0 0,0 0 0,0 0 0,0 0 0,1 0 0,-1 0 0,1-1 0,0 1 0,-1 0 0,1 0 0,0 0 0,0-1 0,0 1 0,0 0 0,0-1 0,3 3 0,1 1 0,0 0 0,0-1 0,1 0 0,-1 0 0,1 0 0,0-1 0,0 0 0,0 0 0,0 0 0,1-1 0,7 2 0,5 0 0,1 0 0,31 1 0,-44-5 0,-1 0 0,1 0 0,0-1 0,0 0 0,0 0 0,-1 0 0,1-1 0,0 0 0,9-5 0,-14 6 0,0 0 0,0 0 0,-1 0 0,1 0 0,-1 0 0,1 0 0,-1 0 0,1-1 0,-1 1 0,0-1 0,1 1 0,-1-1 0,0 1 0,0-1 0,0 1 0,0-1 0,0 0 0,-1 0 0,1 1 0,0-1 0,-1 0 0,0 0 0,1 0 0,-1 0 0,0 0 0,0 0 0,0 0 0,0 0 0,0 1 0,0-1 0,-1 0 0,1 0 0,-1 0 0,1 0 0,-1 0 0,0 1 0,1-1 0,-3-3 0,-1-1 0,1 1 0,-1 0 0,0 0 0,-1 0 0,1 0 0,-1 0 0,0 1 0,-9-6 0,-46-26 0,60 36 0,-10-6 0,-1 1 0,1 1 0,-1 0 0,0 0 0,0 1 0,0 0 0,-15-1 0,22 3 0,1 1 0,-1 0 0,1 0 0,-1 0 0,0 0 0,1 1 0,-1-1 0,1 1 0,-1 0 0,1 0 0,0 0 0,-1 0 0,1 1 0,0 0 0,0-1 0,0 1 0,0 0 0,0 0 0,0 1 0,0-1 0,1 1 0,-1-1 0,1 1 0,0 0 0,0 0 0,-4 6 0,4-4 0,0 1 0,0-1 0,0 1 0,0 0 0,1-1 0,0 1 0,0 0 0,0 0 0,1 0 0,0 0 0,0 0 0,1 0 0,0 0 0,0 0 0,0-1 0,0 1 0,1 0 0,0-1 0,0 1 0,1-1 0,0 1 0,0-1 0,0 0 0,7 9 0,-5-8 0,1 0 0,-1-1 0,1 1 0,0-1 0,1 0 0,-1-1 0,1 1 0,0-1 0,0 0 0,0-1 0,1 0 0,-1 0 0,1-1 0,-1 0 0,1 0 0,0-1 0,0 1 0,10-1 0,-15-1 0,0 0 0,0-1 0,0 1 0,0 0 0,0-1 0,0 0 0,0 0 0,0 0 0,0 0 0,0 0 0,-1-1 0,1 1 0,0-1 0,-1 1 0,1-1 0,-1 0 0,0 0 0,1 0 0,-1-1 0,0 1 0,0 0 0,2-6 0,-2 5 0,0 0 0,-1-1 0,0 1 0,0-1 0,0 1 0,0-1 0,0 1 0,-1-1 0,0 0 0,0 1 0,0-1 0,0 0 0,0 1 0,-1-1 0,1 0 0,-1 1 0,0-1 0,0 1 0,-2-4 0,-1 0 0,0 0 0,0 0 0,-1 0 0,0 1 0,0-1 0,0 1 0,-1 1 0,0-1 0,0 1 0,-8-6 0,3 4 0,0 0 0,0 1 0,-1 0 0,1 0 0,-21-5 0,28 9 0,0 1 0,0 0 0,0 0 0,-1 1 0,1-1 0,0 1 0,0 0 0,-1 0 0,1 1 0,0-1 0,0 1 0,0 0 0,0 0 0,0 0 0,0 1 0,0-1 0,0 1 0,0 0 0,0 0 0,1 0 0,-1 1 0,1-1 0,0 1 0,-1 0 0,1 0 0,0 0 0,1 0 0,-1 0 0,1 1 0,-1-1 0,1 1 0,0 0 0,0 0 0,1 0 0,-3 6 0,3-5 0,-1 0 0,1 1 0,0-1 0,1 0 0,-1 1 0,1-1 0,0 1 0,1-1 0,-1 0 0,1 1 0,0-1 0,0 0 0,1 1 0,-1-1 0,1 0 0,0 0 0,1 0 0,-1-1 0,1 1 0,0 0 0,0-1 0,1 0 0,-1 0 0,1 0 0,0 0 0,0 0 0,0-1 0,0 0 0,1 0 0,0 0 0,-1 0 0,1-1 0,0 1 0,0-1 0,0-1 0,0 1 0,1-1 0,5 1 0,1-1 0,0 0 0,-1-1 0,1 0 0,0-1 0,19-4 0,-25 3 0,0 1 0,0-1 0,0-1 0,0 1 0,0-1 0,0 0 0,-1 0 0,1-1 0,-1 0 0,0 0 0,0 0 0,4-5 0,-7 7 0,0 0 0,-1 0 0,1-1 0,0 1 0,-1-1 0,0 1 0,0-1 0,1 1 0,-2-1 0,1 0 0,0 1 0,0-1 0,-1 0 0,0 0 0,1 0 0,-1-3 0,-1 1 0,1 1 0,-1-1 0,0 1 0,0 0 0,-1 0 0,1 0 0,-1 0 0,0 0 0,-4-7 0,0 3 0,0 0 0,0 0 0,-1 1 0,0 0 0,-1 0 0,1 1 0,-1 0 0,-14-9 0,17 12 0,-1 1 0,0-1 0,1 1 0,-1 0 0,0 0 0,0 1 0,0 0 0,-1 0 0,1 0 0,0 1 0,0 0 0,0 0 0,-10 2 0,12-2 0,1 1 0,-1 0 0,1 0 0,-1 1 0,1-1 0,-1 1 0,1-1 0,0 1 0,0 0 0,-1 1 0,2-1 0,-1 0 0,0 1 0,0-1 0,1 1 0,-1 0 0,1 0 0,0 0 0,0 0 0,0 1 0,0-1 0,1 0 0,-2 5 0,1 0-273,0 1 0,0-1 0,1 0 0,-1 16 0,2-11-6553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01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2943 6 24575,'0'0'0,"0"0"0,0-1 0,0 1 0,0 0 0,0 0 0,1 0 0,-1 0 0,0 0 0,0 0 0,0 0 0,0 0 0,0 0 0,0 0 0,0 0 0,0 0 0,0 0 0,0 0 0,1 0 0,-1 0 0,0-1 0,0 1 0,0 0 0,0 0 0,0 0 0,0 0 0,0 0 0,0 0 0,0 0 0,0 0 0,0 0 0,0-1 0,0 1 0,0 0 0,0 0 0,0 0 0,0 0 0,0 0 0,0 0 0,0 0 0,0-1 0,0 1 0,0 0 0,0 0 0,0 0 0,0 0 0,0 0 0,0 0 0,0 0 0,0 0 0,0 0 0,-1-1 0,1 1 0,0 0 0,0 0 0,0 0 0,0 0 0,-9 1 0,-10 6 0,6-1 0,0 1 0,1 0 0,0 1 0,1 1 0,0 0 0,-10 10 0,13-12 0,0 0 0,0-1 0,-10 6 0,-9 5 0,-10 12 0,-81 64 0,84-67 0,22-17 0,0 0 0,1 0 0,0 1 0,1 1 0,-11 13 0,11-11 0,0-1 0,-1 0 0,-22 18 0,-41 27 0,46-38 0,2 1 0,-25 25 0,-56 63 0,95-96 0,-1 1 0,-1-1 0,-24 17 0,-45 32 0,10-7 0,54-39 0,1 0 0,-30 33 0,19-18 0,16-15 0,0 0 0,-18 29 0,19-24 0,-24 26 0,4-14 0,-67 52 0,28-27 0,2 1 0,24-22 0,-43 45 0,30-16 0,-56 56 0,86-90 0,18-20 0,0 0 0,-1-1 0,-18 15 0,-17 11 0,-8 5 0,18-15 0,-53 50 0,32-25 0,-21 21 0,6-5 0,39-36 0,22-20 0,-1 1 0,-19 12 0,18-15 0,1 0 0,0 1 0,0 1 0,1 0 0,1 1 0,-18 23 0,9-6 0,-4 5 0,0-1 0,-33 34 0,-45 22 0,73-67 0,1 1 0,2 1 0,-43 51 0,61-65-96,1-4-327,1 1 0,-8 15 0,9-12-6403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02.9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792 812 24575,'2'-4'0,"0"-1"0,0 1 0,-1-1 0,0 1 0,0-1 0,0 1 0,0-1 0,-1 0 0,0 0 0,0 1 0,0-1 0,0 0 0,-1 1 0,0-1 0,0 0 0,0 1 0,0-1 0,-1 1 0,1 0 0,-1-1 0,-1 1 0,1 0 0,0 0 0,-1 0 0,-4-4 0,-7-8 0,0 1 0,-2 0 0,0 1 0,-23-16 0,23 18 0,-54-41-45,-312-261-651,367 299 714,-37-33-648,-80-98 0,123 132-5578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04.1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115 669 24575,'6'-2'0,"-1"0"0,0-1 0,0 1 0,0-1 0,0 0 0,0 0 0,-1-1 0,1 1 0,-1-1 0,0 0 0,6-8 0,-5 6 0,-1-1 0,0 0 0,0-1 0,0 1 0,-1-1 0,0 1 0,2-13 0,-1 5 0,-2-1 0,0 1 0,-1-1 0,-1 0 0,0 1 0,-1-1 0,-1 0 0,-3-16 0,-3 6 0,-1 1 0,-1-1 0,-1 1 0,-1 1 0,-17-27 0,12 23 0,1-1 0,-22-59 0,33 71 0,4 11 0,0 1 0,-1 0 0,1-1 0,-1 1 0,-1 0 0,1 0 0,-1 0 0,-4-7 0,6 12 0,1-1 0,0 1 0,0 0 0,-1 0 0,1-1 0,0 1 0,0 0 0,-1 0 0,1 0 0,0 0 0,0-1 0,-1 1 0,1 0 0,0 0 0,-1 0 0,1 0 0,0 0 0,-1 0 0,1 0 0,0 0 0,-1 0 0,1 0 0,0 0 0,0 0 0,-1 0 0,1 0 0,0 0 0,-1 0 0,1 0 0,0 0 0,-1 1 0,1-1 0,0 0 0,0 0 0,-1 0 0,1 0 0,0 1 0,0-1 0,-1 0 0,1 0 0,0 1 0,0-1 0,0 0 0,-1 0 0,1 1 0,0-1 0,0 0 0,0 0 0,0 1 0,0-1 0,0 0 0,-1 1 0,1-1 0,0 1 0,-5 19 0,4-17 0,-4 25 0,-3 49 0,8-62 0,0 0 0,1 0 0,1 0 0,0-1 0,6 18 0,2 0 0,17 32 0,-14-35 0,-7-15 0,0-1 0,1 0 0,1 0 0,0-1 0,1 0 0,0 0 0,1-1 0,18 17 0,-19-21 0,-1-1 0,1 0 0,0 0 0,0-1 0,1 0 0,0-1 0,-1 0 0,2 0 0,-1-1 0,0 0 0,1-1 0,18 2 0,16-2 0,57-5 0,-97 3-170,0-1-1,0 0 0,-1 0 1,1 0-1,0 0 0,-1-1 1,7-2-1,-2-2-6655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04.6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88 24575,'0'0'0,"0"0"0,0 0 0,0 0 0,-1 0 0,1 0 0,0 0 0,0 0 0,-1 0 0,1 0 0,0 0 0,0 0 0,0 0 0,-1 0 0,1 0 0,0 0 0,0 1 0,0-1 0,-1 0 0,1 0 0,0 0 0,0 0 0,0 0 0,-1 1 0,1-1 0,0 0 0,0 0 0,0 0 0,0 0 0,0 1 0,0-1 0,0 0 0,-1 0 0,1 0 0,0 1 0,0-1 0,0 0 0,3 10 0,10 8 0,-1-8 0,0 0 0,0 0 0,1-1 0,25 13 0,-37-22 0,0 1 0,0-1 0,0 1 0,0-1 0,0 1 0,0-1 0,0 0 0,0 0 0,0 1 0,0-1 0,0 0 0,0 0 0,0 0 0,0 0 0,0 0 0,0 0 0,0-1 0,0 1 0,0 0 0,0 0 0,2-1 0,-3 0 0,1 1 0,0-1 0,-1 0 0,1 1 0,-1-1 0,1 0 0,-1 0 0,1 0 0,-1 1 0,1-1 0,-1 0 0,0 0 0,1 0 0,-1 0 0,0 0 0,0 0 0,0 0 0,1-1 0,-1-3 0,0 0 0,-1 0 0,1 0 0,-1-1 0,0 1 0,0 1 0,-3-8 0,2 7 0,-5-12 0,1 0 0,-8-33 0,14 49 0,0 0 0,0 0 0,-1 0 0,1 0 0,0 0 0,0 0 0,0 0 0,0 0 0,1 0 0,-1 0 0,0 0 0,0 0 0,1 0 0,-1 0 0,0 0 0,1 0 0,-1 0 0,1 0 0,-1 0 0,1 1 0,0-1 0,-1 0 0,1 0 0,0 1 0,-1-1 0,1 0 0,0 1 0,0-1 0,0 1 0,0-1 0,0 1 0,-1-1 0,1 1 0,0-1 0,0 1 0,0 0 0,0 0 0,0 0 0,0-1 0,0 1 0,0 0 0,0 0 0,0 0 0,2 1 0,4-1 0,0 1 0,0 0 0,-1 0 0,1 1 0,8 3 0,-2-1-78,96 37 286,-84-30-706,-1 1-1,29 18 1,-41-21-6328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12.1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51 24575,'-7'-7'0,"-1"0"0,1-1 0,0 0 0,-8-12 0,17 19 0,5 5 0,9 5 0,142 126 0,-153-130 0,141 141 0,-134-134 0,83 96 0,-3-4 0,122 104 0,-152-153 0,54 62 0,-2-1 0,-89-92 0,61 52 0,74 58 0,-45-36 0,-40-33 0,30 23 0,-62-56 0,181 129 0,-203-149 0,-1 2 0,0 0 0,-1 1 0,0 1 0,19 22 0,-23-21 0,-6-6 0,0 0 0,0 1 0,9 15 0,-9-12 0,1 0 0,1-1 0,1-1 0,16 17 0,71 56 0,-78-68 0,1-1 0,44 28 0,-31-23 0,-7-2 0,-2 2 0,48 49 0,12 11 0,55 29 0,-91-66 0,-35-30 0,25 19 0,-27-24 0,21 20 0,-32-29-1365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14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1 571 24575,'7'0'0,"0"0"0,0 0 0,1-1 0,-1 0 0,0 0 0,0 0 0,0-1 0,0 0 0,0-1 0,-1 1 0,1-1 0,-1-1 0,1 1 0,-1-1 0,0 0 0,-1 0 0,8-8 0,-8 7 0,0-1 0,0 0 0,-1-1 0,0 1 0,0-1 0,0 1 0,-1-1 0,0 0 0,-1-1 0,1 1 0,-1 0 0,-1-1 0,1 1 0,0-12 0,-2 1 0,1 1 0,-2 0 0,-1 0 0,0 0 0,-6-24 0,-8-20 0,4 21 0,-6-50 0,17 85 0,0 0 0,0-1 0,-1 1 0,0 0 0,1 0 0,-2 0 0,1 0 0,0 1 0,-1-1 0,0 1 0,0-1 0,-1 1 0,1 0 0,-1 0 0,0 0 0,0 1 0,0-1 0,-6-3 0,10 7 0,-1-1 0,0 1 0,1 0 0,-1-1 0,0 1 0,0 0 0,1 0 0,-1-1 0,0 1 0,1 0 0,-1 0 0,0 0 0,0 0 0,1 0 0,-1 0 0,0 0 0,0 0 0,1 0 0,-1 0 0,0 1 0,0-1 0,1 0 0,-1 0 0,0 1 0,0-1 0,0 1 0,-1 1 0,1-1 0,0 0 0,-1 0 0,1 1 0,0-1 0,0 0 0,0 1 0,0-1 0,-1 3 0,0 3 0,-1 0 0,1 0 0,0 0 0,-1 9 0,1 0 0,1 1 0,1 0 0,0 0 0,1 0 0,1-1 0,1 1 0,0-1 0,1 1 0,1-1 0,0 0 0,2-1 0,13 27 0,0-3 0,47 67 0,-58-93 0,1-1 0,0 0 0,1-1 0,0 0 0,1-1 0,0 0 0,0 0 0,25 13 0,-33-22-105,-1 1 0,1-1 0,-1 1 0,1-1 0,0 0 0,0 0 0,-1 0 0,1-1 0,0 1 0,0-1 0,0 0 0,7-1 0,-2-2-6721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15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152 359 24575,'-11'-8'0,"0"0"0,-1 0 0,0 1 0,0 0 0,0 1 0,-27-9 0,38 15 0,-1-1 0,1 1 0,0 0 0,-1-1 0,1 1 0,0 0 0,-1 0 0,1 0 0,-1 0 0,1 0 0,0 0 0,-1 1 0,1-1 0,0 0 0,0 1 0,-1-1 0,1 1 0,0-1 0,0 1 0,-1 0 0,-1 1 0,2-1 0,0 1 0,0-1 0,0 1 0,0 0 0,0-1 0,0 1 0,0 0 0,0 0 0,1-1 0,-1 1 0,1 0 0,0 0 0,-1 3 0,1 3 0,0 1 0,0-1 0,1 0 0,0 0 0,0 0 0,4 10 0,-2-11 0,-1 0 0,1 0 0,1-1 0,-1 1 0,1-1 0,0 0 0,0 0 0,1 0 0,0-1 0,0 1 0,0-1 0,11 8 0,-13-11 0,0-1 0,0 1 0,0 0 0,0-1 0,0 1 0,0-1 0,0 0 0,0 0 0,1 0 0,-1 0 0,0-1 0,1 1 0,-1-1 0,1 0 0,-1 0 0,0 0 0,1 0 0,-1-1 0,1 0 0,-1 1 0,0-1 0,0 0 0,1-1 0,-1 1 0,0 0 0,0-1 0,0 0 0,0 0 0,2-2 0,0-1 0,0 1 0,0-1 0,-1-1 0,1 1 0,-1-1 0,-1 1 0,1-1 0,-1 0 0,0 0 0,0-1 0,-1 1 0,0-1 0,0 1 0,0-1 0,-1 0 0,0 1 0,0-1 0,-1-13 0,-1-1 0,-1-1 0,0 1 0,-2 1 0,-11-39 0,7 35 0,-1 1 0,-1 0 0,-1 1 0,0 0 0,-2 0 0,-1 1 0,-22-26 0,35 46 0,1 0 0,-1 1 0,0-1 0,0 0 0,0 0 0,0 1 0,0-1 0,1 0 0,-1 1 0,-1-1 0,1 1 0,-2-2 0,0 5 0,5 7 0,4 9 0,2-1 0,0-1 0,1 1 0,16 22 0,51 62 0,-60-82 0,2 3-113,-2-1-304,2-1-1,30 29 1,-40-43-6409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22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244 818 24575,'10'-33'0,"-1"-1"0,5-44 0,-12 65 0,-2 0 0,0 0 0,0 0 0,-1 0 0,0 0 0,-1 0 0,-1 0 0,0 1 0,-7-19 0,-83-167 0,26 59 0,47 95 0,2 0 0,-15-56 0,33 114 0,-1 0 0,0-1 0,-3 17 0,1-8 0,-5 29 0,4-33 0,1 0 0,1 1 0,1-1 0,0 1 0,2-1 0,2 21 0,1-19 0,1 0 0,1 0 0,1-1 0,1 0 0,0 0 0,1 0 0,1-1 0,1-1 0,1 1 0,0-2 0,1 0 0,1 0 0,1-2 0,0 1 0,33 23 0,54 29 120,-91-60-306,1-1 1,0-1-1,0 0 0,0-1 1,1 0-1,-1-1 1,17 3-1,-14-5-6640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22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135 145 24575,'-12'0'0,"0"0"0,0 1 0,0 0 0,0 1 0,-22 7 0,31-8 0,1 0 0,-1 0 0,1 0 0,-1 1 0,1-1 0,-1 1 0,1-1 0,0 1 0,0 0 0,0 0 0,0 0 0,0 0 0,-2 3 0,3-2 0,0-1 0,0 0 0,0 0 0,1 1 0,-1-1 0,1 0 0,-1 1 0,1-1 0,0 1 0,0-1 0,0 0 0,0 1 0,0-1 0,0 1 0,1-1 0,-1 0 0,1 1 0,1 2 0,0 1 0,1 1 0,1-1 0,-1 1 0,1-1 0,0 0 0,0 0 0,1-1 0,0 1 0,0-1 0,0 0 0,7 5 0,-8-7 0,0 0 0,0-1 0,0 1 0,0-1 0,0 0 0,0 0 0,0 0 0,1 0 0,-1-1 0,1 0 0,-1 0 0,1 0 0,0 0 0,-1-1 0,1 0 0,0 0 0,-1 0 0,7-1 0,-8 0 0,-1 0 0,1 0 0,-1 0 0,0 0 0,1 0 0,-1 0 0,0-1 0,0 1 0,0-1 0,0 1 0,0-1 0,0 0 0,0 0 0,-1 0 0,1 0 0,-1 0 0,1 0 0,-1-1 0,0 1 0,0 0 0,0-1 0,0 1 0,0-1 0,0 1 0,-1-1 0,1 1 0,-1-1 0,0 1 0,0-6 0,0 0 0,0 0 0,-1 0 0,0 0 0,-1 0 0,0 0 0,0 0 0,-1 1 0,-4-12 0,2 11 0,4 6 0,-1-1 0,1 0 0,0 1 0,0-1 0,0 0 0,-1-5 0,2 8 0,0 0 0,0 0 0,0-1 0,0 1 0,0 0 0,0 0 0,1 0 0,-1 0 0,0 0 0,0 0 0,0-1 0,0 1 0,1 0 0,-1 0 0,0 0 0,0 0 0,0 0 0,0 0 0,1 0 0,-1 0 0,0 0 0,0 0 0,0 0 0,0 0 0,1 0 0,-1 0 0,0 0 0,0 0 0,0 0 0,0 0 0,1 0 0,-1 0 0,0 0 0,0 1 0,0-1 0,0 0 0,1 0 0,-1 0 0,0 0 0,0 0 0,0 0 0,0 0 0,0 1 0,0-1 0,1 0 0,-1 0 0,0 0 0,0 1 0,9 5 0,10 9 0,0 2 0,2-1 0,-1-2 0,30 16 0,-22-17 0,0-1 0,45 12 0,60 7 0,-105-26 0,-25-4 0,1 0 0,-1-1 0,0 0 0,1 1 0,6-2 0,-9 1 0,-1 0 0,1 0 0,-1 0 0,1 0 0,-1-1 0,0 1 0,1 0 0,-1 0 0,1 0 0,-1-1 0,1 1 0,-1 0 0,1-1 0,-1 1 0,0 0 0,1-1 0,-1 1 0,0 0 0,1-2 0,-1 2 0,0-1 0,1 0 0,-1 1 0,0-1 0,0 0 0,0 1 0,0-1 0,0 0 0,-1 1 0,1-1 0,0 0 0,0 1 0,0-1 0,0 0 0,-1 1 0,1-1 0,0 0 0,-1 1 0,0-2 0,-8-11 0,-1-1 0,0 1 0,-1 0 0,-15-13 0,12 13 0,1-1 0,-15-20 0,24 28 0,1 0 0,-1 0 0,1-1 0,0 1 0,0-1 0,1 0 0,0 0 0,0 1 0,1-1 0,-1-8 0,1 10 0,1-1 0,0 0 0,0 1 0,0-1 0,1 1 0,-1-1 0,1 0 0,1 1 0,2-9 0,-3 12 0,0 0 0,1-1 0,-1 1 0,1 0 0,0-1 0,0 1 0,-1 0 0,1 0 0,1 1 0,-1-1 0,0 0 0,0 1 0,1-1 0,-1 1 0,0 0 0,1-1 0,0 1 0,-1 1 0,1-1 0,0 0 0,3 0 0,-2 1-76,1-1 1,0 1-1,0 0 0,0 1 0,-1-1 0,1 1 0,0 0 0,0 0 1,-1 1-1,1-1 0,-1 1 0,1 0 0,-1 0 0,0 0 1,0 1-1,0 0 0,7 5 0,2 3-6750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23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87 24575,'-8'-4'0,"-8"-7"0,-19-8 0,31 17 0,0 1 0,0-1 0,0 1 0,0-1 0,0 1 0,-1 1 0,1-1 0,0 0 0,-1 1 0,-7 0 0,11 0 0,0 1 0,0-1 0,0 0 0,0 0 0,0 1 0,0-1 0,0 1 0,0-1 0,0 1 0,0-1 0,1 1 0,-1-1 0,0 1 0,0 0 0,0 0 0,1-1 0,-1 1 0,0 0 0,1 0 0,-2 1 0,2 0 0,-1 0 0,0 1 0,0-1 0,1 0 0,0 0 0,-1 0 0,1 1 0,0-1 0,0 3 0,0 1 0,1 0 0,0 1 0,0-1 0,1 0 0,0 0 0,3 6 0,-2-4 0,1-1 0,0 1 0,1-1 0,-1-1 0,1 1 0,1 0 0,5 5 0,-7-9 0,-1 0 0,1-1 0,0 1 0,-1 0 0,1-1 0,0 0 0,0 0 0,1-1 0,-1 1 0,0-1 0,1 0 0,-1 0 0,1 0 0,5 0 0,-4 0 0,0-1 0,-1 0 0,1 0 0,-1 0 0,1-1 0,-1 0 0,1 0 0,-1 0 0,1-1 0,-1 0 0,0 0 0,0 0 0,0-1 0,0 1 0,0-1 0,-1 0 0,6-4 0,-9 6 0,0 0 0,0 0 0,0 0 0,0 0 0,0 1 0,0-1 0,0 1 0,0-1 0,1 1 0,-1-1 0,2 0 0,-2 1 0,-1 0 0,1 0 0,-1 0 0,0 0 0,1 0 0,-1 0 0,1 1 0,-1-1 0,1 0 0,-1 0 0,0 0 0,1 0 0,-1 1 0,1-1 0,-1 0 0,0 0 0,1 1 0,-1-1 0,0 0 0,1 1 0,-1-1 0,1 1 0,0 2 0,1 0 0,-1 0 0,0 0 0,0 1 0,0-1 0,0 0 0,0 5 0,-1-7 0,10 57 0,-2 0 0,0 73 0,-8-127 0,0-1 0,0 1 0,0-1 0,-1 1 0,0-1 0,1 1 0,-1-1 0,0 0 0,-3 6 0,3-8 0,0 0 0,0 0 0,1 0 0,-1 0 0,0 0 0,0 0 0,0 0 0,0 0 0,0-1 0,0 1 0,0 0 0,0-1 0,0 1 0,-1-1 0,1 1 0,0-1 0,0 0 0,0 1 0,-1-1 0,1 0 0,0 0 0,0 0 0,-1 0 0,1 0 0,0 0 0,0 0 0,-1-1 0,1 1 0,0 0 0,-2-1 0,-1-1 0,-1 1 0,0-1 0,1 0 0,-1 0 0,1-1 0,0 0 0,-1 1 0,1-1 0,0-1 0,1 1 0,-1 0 0,1-1 0,-1 0 0,1 0 0,0 0 0,1 0 0,-1 0 0,1-1 0,0 1 0,0-1 0,0 0 0,0 0 0,1 1 0,-2-10 0,2 8 0,1 0 0,-1 1 0,1-1 0,0 0 0,0 1 0,1-1 0,-1 0 0,1 1 0,1-1 0,-1 1 0,1-1 0,0 1 0,0 0 0,0 0 0,1 0 0,0 0 0,0 0 0,0 0 0,1 1 0,-1-1 0,8-6 0,1 3 0,0 0 0,0 0 0,0 1 0,1 1 0,0 0 0,25-8 0,89-15 0,-66 17 0,-35 6 0,35-8 0,-54 12 0,0 0 0,-1-1 0,1 0 0,-1 0 0,0-1 0,9-5 0,-13 8 0,-1-1 0,1 0 0,0 1 0,0-1 0,-1 0 0,1 0 0,-1 0 0,1 0 0,-1 0 0,0 0 0,0 0 0,0-1 0,0 1 0,0 0 0,-1 0 0,1-1 0,-1 1 0,1-1 0,-1-3 0,0 2 0,-1 1 0,1-1 0,-1 0 0,0 1 0,0-1 0,0 1 0,0-1 0,-1 1 0,1-1 0,-1 1 0,-4-6 0,2 4 0,0 0 0,0 1 0,0-1 0,0 1 0,-1 0 0,0 0 0,0 0 0,0 1 0,0-1 0,0 1 0,-1 1 0,1-1 0,-1 1 0,0 0 0,-8-2 0,12 4 0,1-1 0,0 1 0,-1 0 0,1 0 0,0 0 0,-1 0 0,1 0 0,-1 0 0,1 0 0,0 0 0,-1 1 0,1-1 0,0 0 0,-1 1 0,1-1 0,0 1 0,0-1 0,0 1 0,-1 0 0,1 0 0,0 0 0,0-1 0,0 1 0,0 0 0,0 0 0,0 0 0,1 0 0,-1 1 0,0-1 0,0 0 0,1 0 0,-1 0 0,1 1 0,-1-1 0,1 0 0,-1 1 0,1-1 0,0 0 0,-1 2 0,1 2 0,0-1 0,1 0 0,-1 0 0,1 1 0,-1-1 0,1 0 0,0 0 0,1 0 0,-1 0 0,1 0 0,3 7 0,5 2 0,-1 0 0,1 0 0,1-1 0,0-1 0,1 1 0,20 14 0,-6-8 0,1-1 0,40 20 0,-38-25-1365,-16-9-5461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24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31 24575,'0'0'0,"0"0"0,0 0 0,0 0 0,0 0 0,0 0 0,-1 0 0,1 0 0,0 0 0,0 0 0,0 0 0,0 0 0,0 0 0,0 0 0,-1 0 0,1 0 0,0 0 0,0 0 0,0 1 0,0-1 0,0 0 0,0 0 0,0 0 0,-1 0 0,1 0 0,0 0 0,0 0 0,0 1 0,0-1 0,0 0 0,0 0 0,0 0 0,0 0 0,0 0 0,0 0 0,0 1 0,0-1 0,0 0 0,0 0 0,0 0 0,0 0 0,0 0 0,0 1 0,3 8 0,7 7 0,20 17 0,1-2 0,53 41 0,-73-62 0,-6-6 0,12 11 0,1 0 0,1-2 0,0 0 0,40 20 0,-55-32 0,-1 1 0,1-1 0,-1 0 0,1 0 0,-1-1 0,1 1 0,0-1 0,-1 1 0,1-1 0,0 0 0,-1-1 0,1 1 0,4-1 0,-6 0 0,0 0 0,-1 0 0,1 0 0,0 0 0,0 0 0,-1 0 0,1 0 0,0-1 0,-1 1 0,1 0 0,-1-1 0,0 1 0,1-1 0,-1 0 0,0 1 0,0-1 0,0 0 0,0 0 0,0 0 0,-1 0 0,1 0 0,-1 0 0,1 0 0,0-3 0,-1-3 0,0 0 0,0 0 0,0 0 0,-1 0 0,0 0 0,0 0 0,-1 1 0,-3-10 0,1 6 0,2-1 0,-3-13 0,9 27 0,0 0 0,0 1 0,-1-1 0,1 1 0,4 4 0,-7-6 0,26 21 0,1-1 0,0-1 0,2-1 0,38 17 0,-58-32 0,0 0 0,0-1 0,0 0 0,0-1 0,11 1 0,-15-2 0,-1-1 0,0 0 0,0 0 0,0 0 0,1-1 0,-1 0 0,0 0 0,0 0 0,0 0 0,0-1 0,0 0 0,5-2 0,-7 2 0,-1-1 0,1 1 0,-1 0 0,1-1 0,-1 1 0,0-1 0,0 0 0,0 0 0,-1 0 0,1 0 0,0 0 0,-1 0 0,0 0 0,0-1 0,0 1 0,0 0 0,-1-1 0,1 1 0,-1-5 0,2-8 0,-2 0 0,-3-27 0,3 37-47,-1-1 0,0 1 0,0-1 0,-1 1 0,0 0 0,0-1 0,-1 1 0,1 0 0,-1 0-1,0 1 1,-1-1 0,0 0 0,0 1 0,0 0 0,0 0 0,-1 0 0,0 1 0,0 0 0,0 0 0,0 0 0,-1 0 0,1 1-1,-1 0 1,0 0 0,0 0 0,0 1 0,-1 0 0,-11-2 0,3 1-6779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26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251 185 24575,'-6'-4'0,"-185"-108"0,187 110 0,1 1 0,-1-1 0,1 1 0,-1 0 0,1 0 0,-1 0 0,-5-1 0,9 2 0,-1 0 0,0 1 0,0-1 0,0 0 0,0 0 0,1 0 0,-1 0 0,0 1 0,0-1 0,0 0 0,1 1 0,-1-1 0,0 1 0,1-1 0,-1 1 0,0-1 0,1 1 0,-1-1 0,0 1 0,1 0 0,-1-1 0,1 1 0,-1 0 0,1-1 0,0 1 0,-1 0 0,1 0 0,0-1 0,-1 1 0,1 0 0,0 0 0,0 0 0,0 0 0,0-1 0,0 1 0,0 0 0,0 1 0,0 7 0,0 1 0,0-1 0,1 0 0,1 0 0,-1 0 0,6 14 0,-5-16 0,0 0 0,1-1 0,-1 0 0,2 0 0,-1 0 0,1 0 0,-1 0 0,2-1 0,6 8 0,-8-10 0,0-1 0,0 0 0,1 0 0,-1 0 0,0-1 0,1 1 0,-1-1 0,1 0 0,0 0 0,-1 0 0,1 0 0,5 0 0,6 0 0,27-3 0,-18 1 0,-10 1 0,-1-1 0,1-1 0,19-5 0,-29 6 0,0 0 0,0 0 0,1-1 0,-1 1 0,0-1 0,-1 0 0,1-1 0,0 1 0,-1-1 0,1 1 0,-1-1 0,0 0 0,1 0 0,3-7 0,-6 9 0,0-1 0,0 1 0,0-1 0,-1 1 0,1-1 0,-1 0 0,1 1 0,-1-1 0,0 1 0,1-1 0,-1 0 0,0 1 0,0-1 0,0 0 0,0 1 0,-1-1 0,0-2 0,0 1 0,0 0 0,0 0 0,-1 0 0,1 0 0,-1 1 0,1-1 0,-1 1 0,-4-5 0,-1 0 0,1 2 0,-1-1 0,0 1 0,-1 0 0,-14-7 0,12 7 0,0 1 0,0 0 0,0 0 0,-1 1 0,0 1 0,-15-2 0,22 3 0,0 1 0,0 0 0,0 0 0,0 0 0,0 1 0,0-1 0,0 1 0,0 0 0,0 0 0,0 1 0,0-1 0,1 1 0,-1-1 0,1 1 0,-1 1 0,1-1 0,-1 0 0,1 1 0,0-1 0,-4 6 0,5-6 0,-1 1 0,1 0 0,0 0 0,0 0 0,0 0 0,1 0 0,-1 1 0,1-1 0,0 0 0,-1 1 0,2-1 0,-1 1 0,0-1 0,1 1 0,-1-1 0,1 1 0,0 0 0,0-1 0,1 1 0,-1-1 0,1 1 0,0 0 0,-1-1 0,2 1 0,-1-1 0,0 0 0,1 1 0,-1-1 0,1 0 0,0 0 0,0 0 0,0 0 0,3 3 0,2 1 0,0 1 0,0-1 0,1-1 0,0 1 0,0-1 0,0-1 0,1 1 0,-1-2 0,1 1 0,1-1 0,16 5 0,-10-4 0,0-2 0,0 0 0,1-1 0,-1-1 0,0 0 0,25-3 0,-37 2 0,-1-1 0,1 1 0,-1-1 0,0 0 0,0 0 0,1 0 0,-1 0 0,0-1 0,0 0 0,0 1 0,0-1 0,0 0 0,-1 0 0,4-3 0,-5 4 0,0-1 0,1 1 0,-1-1 0,0 0 0,0 1 0,0-1 0,0 0 0,0 0 0,-1 0 0,1 1 0,-1-1 0,1 0 0,-1 0 0,1 0 0,-1 0 0,0 0 0,0 0 0,0 0 0,0 0 0,-1 0 0,1 0 0,0 0 0,-1 0 0,1 0 0,-2-3 0,-3-5 0,0 0 0,0 1 0,-1-1 0,-1 1 0,1 0 0,-11-10 0,-51-44 0,44 43 0,-1 0 0,-41-23 0,65 42 0,0 1 0,0-1 0,0 1 0,0-1 0,0 0 0,0 1 0,0 0 0,0-1 0,0 1 0,-1 0 0,1-1 0,0 1 0,0 0 0,0 0 0,0 0 0,0 0 0,0 0 0,-1 0 0,1 0 0,0 0 0,0 1 0,0-1 0,0 0 0,0 1 0,0-1 0,0 1 0,0-1 0,0 1 0,0-1 0,0 1 0,0 0 0,0-1 0,0 1 0,1 0 0,-1 0 0,0 0 0,0 0 0,1 0 0,-1 0 0,1 0 0,-1 0 0,1 0 0,-1 0 0,1 0 0,-1 0 0,1 0 0,0 2 0,-3 6 0,2 0 0,-1 0 0,1 1 0,1 13 0,0-20 0,0 16 0,0-1 0,2 1 0,0 0 0,1 0 0,1-1 0,1 0 0,0 0 0,1 0 0,1 0 0,1-1 0,1 0 0,0-1 0,17 23 0,-24-36 0,0-1 0,0 0 0,0 0 0,1 0 0,-1 0 0,0 0 0,1 0 0,-1 0 0,1-1 0,-1 0 0,1 1 0,0-1 0,0 0 0,0 0 0,0 0 0,4 0 0,-5-1 0,-1 0 0,1 0 0,-1 0 0,1 0 0,-1 0 0,1-1 0,-1 1 0,1-1 0,-1 1 0,1-1 0,-1 1 0,1-1 0,-1 0 0,1 0 0,-1 1 0,0-1 0,0 0 0,1 0 0,-1 0 0,0-1 0,0 1 0,0 0 0,0 0 0,0-1 0,-1 1 0,1 0 0,0-1 0,0 1 0,-1-1 0,1 1 0,-1-1 0,1-1 0,0-5 0,1 0 0,-1 0 0,-1 0 0,0 0 0,0 0 0,0 0 0,-1 0 0,-1 0 0,1 0 0,-1 0 0,0 0 0,-1 1 0,0-1 0,-6-11 0,-6-9 0,-2 1 0,-25-33 0,39 56 0,-3-4 0,-26-32 0,29 37 0,0-1 0,-1 1 0,1 0 0,-1 0 0,0 0 0,0 0 0,-9-4 0,12 7 0,-1-1 0,1 1 0,0-1 0,0 1 0,-1 0 0,1-1 0,0 1 0,-1 0 0,1 0 0,-1 0 0,1 0 0,0 0 0,-1 0 0,1 0 0,0 1 0,-1-1 0,1 0 0,0 1 0,-1-1 0,1 1 0,0 0 0,-1 0 0,0 1 0,0-1 0,0 1 0,1-1 0,-1 1 0,1 0 0,0 0 0,0 0 0,-1 0 0,1 0 0,0 0 0,-1 5 0,-1 3 0,1 0 0,0 0 0,1 0 0,0 18 0,3 139 0,-3-196 0,0 1 0,-2-1 0,-9-41 0,10 61 0,-5-21 0,7 29 0,-1 0 0,1 0 0,0-1 0,0 1 0,0 0 0,0-1 0,0 1 0,1 0 0,-1 0 0,0 0 0,0-1 0,1 1 0,-1 0 0,1 0 0,-1 0 0,1 0 0,-1 0 0,3-3 0,-3 4 0,1 0 0,0-1 0,-1 1 0,1 0 0,0-1 0,0 1 0,0 0 0,-1 0 0,1-1 0,0 1 0,0 0 0,0 0 0,-1 0 0,1 0 0,0 0 0,0 0 0,0 1 0,-1-1 0,1 0 0,0 0 0,0 0 0,-1 1 0,1-1 0,0 0 0,0 1 0,-1-1 0,2 2 0,19 14 0,-18-13 0,16 15-1365,-1-2-5461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35.0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273 68 24575,'7'-17'0,"-5"10"0,0 1 0,1 0 0,-1 0 0,1 0 0,6-8 0,-8 14 0,-1-1 0,0 1 0,0 0 0,0-1 0,1 1 0,-1 0 0,0-1 0,0 1 0,1 0 0,-1-1 0,0 1 0,0 0 0,1 0 0,-1 0 0,0-1 0,1 1 0,-1 0 0,0 0 0,1 0 0,-1 0 0,1-1 0,-1 1 0,0 0 0,1 0 0,-1 0 0,1 0 0,1 9 0,-5 15 0,-2-9 0,-1 0 0,0-1 0,-11 17 0,-9 22 0,14-24 0,5-9 0,-1-2 0,-1 1 0,-12 19 0,-51 58 0,49-68 0,19-22 0,0 0 0,0 1 0,0-1 0,1 1 0,0 0 0,0 0 0,-3 12 0,2 0 0,-3 32 0,7-46 0,0 0 0,-1 0 0,0-1 0,0 1 0,0 0 0,-1-1 0,1 1 0,-1-1 0,0 1 0,0-1 0,-1 0 0,1 0 0,-1 0 0,0 0 0,0 0 0,0-1 0,-1 0 0,1 1 0,-1-1 0,-6 4 0,10-7 0,0 0 0,0 0 0,0 0 0,0 0 0,0 0 0,0 0 0,0-1 0,0 1 0,0 0 0,0 0 0,0 0 0,0 0 0,0 0 0,0 0 0,0 0 0,0 0 0,0 0 0,0 0 0,0 0 0,0 0 0,0 0 0,0-1 0,-1 1 0,1 0 0,0 0 0,0 0 0,0 0 0,0 0 0,0 0 0,0 0 0,0 0 0,0 0 0,0 0 0,0 0 0,0 0 0,0 0 0,0 0 0,0 0 0,-1 0 0,1 0 0,0 0 0,0 0 0,0 0 0,0 0 0,0 0 0,0 0 0,0 0 0,0 0 0,0 0 0,0 0 0,0 0 0,0 0 0,-1 0 0,1 0 0,0 0 0,0 0 0,0 0 0,0 0 0,0 0 0,0 0 0,0 0 0,0 1 0,0-1 0,0 0 0,0 0 0,0 0 0,4-9 0,7-11 0,-1 10 0,0 1 0,1-1 0,0 2 0,0 0 0,14-8 0,19-13 0,-24 13 0,-1 0 0,0-2 0,-1 0 0,31-39 0,-42 47 0,-1-1 0,1 0 0,-2 0 0,1 0 0,-2 0 0,1-1 0,-2 0 0,1 0 0,-2 0 0,0 0 0,0-1 0,0-13 0,-3-19 0,0 15 0,2 1 0,7-55 0,-2 47 0,-11 56 0,-1-1 0,-1 1 0,0-1 0,-17 29 0,14-30 0,1 1 0,1 1 0,1-1 0,1 1 0,0 0 0,-3 22 0,1-1 0,-18 76 0,17-89 0,0-1 0,-16 28 0,18-40 0,-2-1 0,1 1 0,-2-2 0,1 1 0,-17 14 0,26-26 7,-1-1 0,0 1 0,0 0 0,1-1 0,-1 1 1,0 0-1,1 0 0,-1 0 0,0 0 0,1 0 0,0-1 0,-1 1 0,1 0 0,-1 0 0,1 0 0,0 2 0,0-2-94,0 0-1,0 0 1,1 0 0,-1 0-1,1 0 1,-1 0 0,1-1-1,-1 1 1,1 0-1,-1 0 1,1 0 0,0-1-1,0 1 1,-1 0 0,1-1-1,1 2 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36.2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960 340 24575,'-73'-22'0,"2"-3"0,-127-64 0,110 48 0,-164-51 0,36 36-606,189 49-153,-8-1-6067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37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180 792 24575,'11'-8'0,"-1"0"0,0 0 0,-1 0 0,1-1 0,-1-1 0,-1 0 0,0 0 0,-1 0 0,0-1 0,0 0 0,6-17 0,-9 18 0,0 0 0,-1 0 0,0 0 0,-1-1 0,0 0 0,-1 1 0,0-1 0,-1 0 0,0 0 0,0 1 0,-1-1 0,-1 0 0,-5-20 0,-2 5 0,-1 1 0,-25-46 0,-35-44 0,52 87 0,-43-60 0,-16-27 0,61 91 0,16 24 0,0 0 0,0 0 0,0 0 0,0 0 0,0 0 0,0 0 0,0 0 0,0 0 0,0 0 0,-1 0 0,1 0 0,0 0 0,0 0 0,0 0 0,0 0 0,0-1 0,0 1 0,0 0 0,0 0 0,0 0 0,0 0 0,0 0 0,0 0 0,0 0 0,0 0 0,0 0 0,0 0 0,0 0 0,0 0 0,-1 0 0,1 0 0,0 0 0,0 0 0,0 0 0,0 0 0,0 0 0,0 0 0,0 0 0,0 0 0,0 1 0,0-1 0,0 0 0,0 0 0,0 0 0,0 0 0,0 0 0,0 0 0,0 0 0,0 0 0,0 0 0,0 0 0,0 0 0,0 0 0,0 0 0,0 0 0,-1 0 0,1 0 0,0 0 0,0 0 0,0 0 0,0 0 0,0 0 0,0 1 0,0-1 0,0 0 0,0 0 0,0 0 0,0 0 0,0 0 0,0 8 0,2 10 0,16 63 0,32 94 0,-40-143 0,2-1 0,1 0 0,2-1 0,22 34 0,-23-44 0,0-1 0,1-1 0,0 0 0,2-1 0,0 0 0,34 23 0,-48-37 0,16 10 0,40 21 0,-54-31 0,0-1 0,1 1 0,-1-1 0,1-1 0,-1 1 0,1-1 0,0 0 0,0 0 0,-1-1 0,1 0 0,0 0 0,0 0 0,7-2 0,-11 2-65,1-1 0,-1 0 0,1 0 0,-1 0 0,0 0 0,0 0 0,1-1 0,-1 1 0,0-1 0,0 1 0,0-1 0,-1 0 0,1 0 0,0 0 0,-1 0 0,1 0 0,-1 0 0,0 0 0,1-1 0,0-2 0,2-7-6761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38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43 24575,'-1'2'0,"1"-1"0,-1 0 0,1 1 0,-1-1 0,1 1 0,-1-1 0,1 1 0,0 0 0,0-1 0,0 1 0,0-1 0,0 1 0,0-1 0,0 1 0,1-1 0,-1 1 0,1 2 0,1-1 0,-1 0 0,1-1 0,-1 1 0,1 0 0,0-1 0,0 0 0,0 1 0,3 2 0,4 2 0,-1-1 0,1 0 0,0 0 0,10 4 0,-12-6 0,15 6 0,-21-9 0,0-1 0,0 0 0,0 1 0,1-1 0,-1 0 0,0 0 0,0 0 0,0 0 0,0 0 0,0 0 0,1 0 0,-1 0 0,0 0 0,0 0 0,0-1 0,2 0 0,-3 1 0,1-1 0,-1 1 0,1-1 0,-1 1 0,1-1 0,-1 0 0,0 1 0,1-1 0,-1 1 0,0-1 0,0 0 0,1 1 0,-1-1 0,0 0 0,0 0 0,0 1 0,0-1 0,0 0 0,0 1 0,0-1 0,0 0 0,0 0 0,0 1 0,0-1 0,-1 0 0,1 1 0,0-1 0,-1 0 0,-8-23 0,7 21 0,-15-22 0,-3-6 0,19 30 0,0-1 0,0 1 0,1-1 0,-1 1 0,0-1 0,1 1 0,0-1 0,-1 0 0,1 1 0,0-1 0,0 0 0,0 0 0,0 1 0,0-1 0,0 0 0,1-2 0,0 3 0,-1 0 0,1 0 0,0 0 0,-1 0 0,1 0 0,0 0 0,0 0 0,0 0 0,0 1 0,0-1 0,0 0 0,0 0 0,0 1 0,0-1 0,0 1 0,0-1 0,0 1 0,1-1 0,-1 1 0,0 0 0,0 0 0,1-1 0,-1 1 0,0 0 0,0 0 0,1 0 0,-1 0 0,0 0 0,0 1 0,0-1 0,2 1 0,6 0 0,-1 1 0,1 1 0,8 3 0,-15-5 0,11 4 0,-1-1 0,0 0 0,0 1 0,0 1 0,-1 0 0,0 1 0,15 10 0,-19-8-1365,-2 0-5461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45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24575,'44'6'0,"-29"-3"0,27 2 0,-18-3 0,0 1 0,25 7 0,-23-5 0,39 4 0,-9-4 0,56 14 0,-110-19 0,413 75 0,-323-52 0,-32-6 0,-16-9 0,49 4 0,-18-3 0,14 2 0,69 12 0,-43-3 0,39 9 0,7 0 0,26 13 0,187 32 0,-240-56 0,81 15 0,107 28 0,-237-44 0,185 30 0,386 45 0,-415-41 0,-169-35 0,42 4 0,-72-14 0,-23-2 0,27 0 0,25 3 0,1 0 0,-29-6 0,0-1 0,58 8 0,-42-2 0,14 3 0,-18 0 0,34 7 0,-1 5 0,112 11 0,-154-26 23,-25-2-717,37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48.0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1 747 24575,'40'-31'0,"45"-39"0,-76 61 0,0 0 0,0-1 0,-1 0 0,0-1 0,-1 0 0,8-15 0,-12 18 0,0 0 0,0 0 0,-1 0 0,0 0 0,-1 0 0,0 0 0,0 0 0,-1-1 0,-1-12 0,-2-8 0,-9-40 0,0 8 0,10 42 0,-42-230 0,43 246 0,1 1 0,-1-1 0,0 1 0,0-1 0,0 1 0,0 0 0,-1-1 0,1 1 0,0 0 0,-1 0 0,0 0 0,1 0 0,-5-3 0,5 4 0,0 1 0,0-1 0,0 1 0,0 0 0,0-1 0,0 1 0,0 0 0,0 0 0,0 0 0,0-1 0,0 1 0,-1 0 0,1 1 0,0-1 0,0 0 0,0 0 0,0 0 0,0 1 0,0-1 0,0 0 0,0 1 0,0-1 0,0 1 0,0-1 0,0 1 0,0-1 0,0 1 0,1 0 0,-1 0 0,0-1 0,0 1 0,1 0 0,-1 0 0,0 0 0,0 1 0,-5 6 0,1 0 0,0 0 0,0 1 0,1 0 0,0 0 0,-4 14 0,-12 60 0,18-68 0,1 0 0,0 0 0,1 1 0,0-1 0,2 0 0,-1 0 0,2 0 0,0 0 0,1 0 0,1 0 0,0-1 0,1 0 0,0 0 0,1 0 0,16 22 0,-14-22 0,1-2 0,0 1 0,1-1 0,1-1 0,0 0 0,0 0 0,1-2 0,0 1 0,1-1 0,0-1 0,0-1 0,1 0 0,-1-1 0,32 9 0,-41-14-151,1 0-1,-1 0 0,1 0 0,0 0 1,0-1-1,-1 0 0,1 0 1,10-2-1,-7-1-6674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48.7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212 419 24575,'-7'-10'0,"0"1"0,-1 1 0,0 0 0,-1 0 0,0 0 0,-12-7 0,16 11 0,0 1 0,-1 0 0,1 1 0,-1 0 0,1 0 0,-1 0 0,0 0 0,0 1 0,0 0 0,0 0 0,0 1 0,0-1 0,-11 2 0,15-1 0,-1 1 0,1 0 0,-1-1 0,1 1 0,0 0 0,-1 0 0,1 1 0,0-1 0,0 0 0,0 1 0,0-1 0,0 1 0,0-1 0,0 1 0,0 0 0,1 0 0,-1 0 0,1 0 0,-1 0 0,1 0 0,0 1 0,0-1 0,0 0 0,0 1 0,0-1 0,0 5 0,0-4 0,0 1 0,1 0 0,-1 0 0,1 0 0,0-1 0,0 1 0,0 0 0,0 0 0,1 0 0,0-1 0,0 1 0,0 0 0,0-1 0,0 1 0,1 0 0,3 5 0,-2-5 0,1 0 0,-1 0 0,1-1 0,0 1 0,0-1 0,1 0 0,-1 0 0,0 0 0,1-1 0,0 0 0,-1 0 0,1 0 0,0 0 0,0-1 0,0 0 0,11 2 0,2-2 0,0 0 0,1-1 0,26-4 0,-40 3 0,0 1 0,0-1 0,0 0 0,1-1 0,-1 1 0,0-1 0,-1 0 0,1-1 0,0 1 0,-1-1 0,1 1 0,-1-2 0,5-3 0,-6 4 0,0 0 0,-1 0 0,1-1 0,-1 1 0,0-1 0,0 1 0,0-1 0,0 0 0,-1 0 0,1 0 0,-1 0 0,0 0 0,0 0 0,-1 0 0,1 0 0,-1 0 0,0-6 0,-1-8 0,-1 1 0,-1-1 0,0 0 0,-1 1 0,-1 0 0,-9-20 0,-50-98 0,47 102 0,8 15 0,3 6 0,0 0 0,0 1 0,-9-12 0,15 23 0,0 0 0,0 0 0,0 0 0,0 0 0,0 0 0,0 0 0,0 0 0,0 0 0,0 0 0,0 0 0,-1 0 0,1 0 0,0 0 0,0 0 0,0-1 0,0 1 0,0 0 0,0 0 0,0 0 0,0 0 0,0 0 0,0 0 0,0 0 0,0 0 0,0 0 0,-1 0 0,1 0 0,0 0 0,0 0 0,0 0 0,0 0 0,0 0 0,0 0 0,0 0 0,0 0 0,0 0 0,0 0 0,0 0 0,-1 0 0,1 0 0,0 0 0,0 1 0,0-1 0,0 0 0,0 0 0,0 0 0,0 0 0,0 0 0,0 0 0,0 0 0,0 0 0,-2 6 0,1 8 0,3 1 0,0-1 0,0 0 0,2 0 0,7 21 0,26 56 0,-23-60 0,10 17-110,2-1 0,52 70-1,-48-74-923,-20-28-5792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58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24575,'2'9'0,"1"7"0,-2 0 0,-2-3-8191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59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24575,'0'0'0,"-1"0"0,1 1 0,0-1 0,-1 0 0,1 0 0,0 0 0,-1 0 0,1 0 0,0 1 0,-1-1 0,1 0 0,0 0 0,0 1 0,-1-1 0,1 0 0,0 0 0,0 1 0,-1-1 0,1 0 0,0 1 0,0-1 0,0 0 0,0 0 0,0 1 0,-1-1 0,1 0 0,0 1 0,0-1 0,0 1 0,0-1 0,0 0 0,0 1 0,0-1 0,0 0 0,0 1 0,0 0 0,3 15 0,-3-14 0,39 148 0,-22-89 0,-9-34 0,95 314 0,-103-339 0,3 3 0,-2 0 0,1 1 0,-1-1 0,2 11 0,-5-14-32,-2-5 112,-3-5-1493,1-2-5413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2:59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1 386 24575,'39'4'0,"-6"0"0,0-2 0,44-2 0,-72 0 0,0-1 0,0 0 0,0 0 0,-1 0 0,1 0 0,0-1 0,-1 0 0,1 0 0,-1 0 0,6-3 0,-8 3 0,0 0 0,0 0 0,0 0 0,0 0 0,-1 0 0,1 0 0,0 0 0,-1 0 0,1-1 0,-1 1 0,0-1 0,0 1 0,0-1 0,0 0 0,0 1 0,-1-1 0,1 0 0,-1 1 0,0-4 0,1-11 0,-2 1 0,0 0 0,-1 0 0,-1 0 0,0 0 0,-1 1 0,0-1 0,-12-23 0,0 5 0,-2 0 0,-32-45 0,49 77 0,0 1 0,0 0 0,0 0 0,0 0 0,0 0 0,0-1 0,0 1 0,0 0 0,-2-1 0,3 2 0,-1 0 0,1 0 0,0 0 0,0 0 0,0 0 0,0 0 0,-1 0 0,1 0 0,0 0 0,0 0 0,0 0 0,0 0 0,0 0 0,-1 0 0,1 0 0,0 0 0,0 1 0,0-1 0,0 0 0,0 0 0,-1 0 0,1 0 0,0 0 0,0 0 0,0 0 0,0 1 0,0-1 0,0 0 0,0 0 0,0 0 0,-1 0 0,1 0 0,0 1 0,0-1 0,0 0 0,0 0 0,0 0 0,0 0 0,0 1 0,0-1 0,0 0 0,0 0 0,0 0 0,0 0 0,0 1 0,0 3 0,1 0 0,-1 0 0,0 0 0,1 0 0,2 7 0,8 19 0,1-1 0,25 46 0,41 52 0,-58-96 0,-9-15 0,4 7 0,0 1 0,-1 1 0,18 47 0,-29-60-1365,-3-2-5461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0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 24575,'0'0'0,"-1"-1"0,1 0 0,-1 1 0,0-1 0,1 1 0,-1-1 0,1 1 0,-1-1 0,0 1 0,1-1 0,-1 1 0,0 0 0,0-1 0,1 1 0,-1 0 0,0 0 0,0-1 0,0 1 0,1 0 0,-1 0 0,0 0 0,0 0 0,0 0 0,0 0 0,1 0 0,-1 0 0,-1 1 0,1 0 0,-1 0 0,1 0 0,0 0 0,0 0 0,0 0 0,0 0 0,0 0 0,0 0 0,0 1 0,0-1 0,1 0 0,-1 1 0,-1 2 0,-1 6 0,0 1 0,0 0 0,-1 12 0,3-19 0,-9 114 0,6-45 0,-3-11 0,2-25 0,0 52 0,5-79 0,1 0 0,0 0 0,1-1 0,0 1 0,1 0 0,0-1 0,1 0 0,-1 1 0,2-1 0,-1-1 0,1 1 0,1-1 0,10 14 0,-6-11 0,0-1 0,1 0 0,0-1 0,1 0 0,0 0 0,0-1 0,0-1 0,25 10 0,-31-14-273,1-1 0,-1 0 0,0-1 0,14 2 0,-8-2-6553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1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18 232 24575,'44'-25'0,"-27"17"0,0-1 0,-1-1 0,-1 0 0,0-1 0,0-1 0,15-16 0,-29 26 0,1 0 0,-1 1 0,1-1 0,-1 0 0,0 0 0,1 0 0,-1 0 0,0-1 0,0 1 0,-1 0 0,1 0 0,0-1 0,-1 1 0,1 0 0,-1-1 0,0 1 0,0 0 0,0-1 0,0 1 0,0-1 0,0 1 0,-1 0 0,1-1 0,-1 1 0,0 0 0,0-1 0,1 1 0,-1 0 0,-1 0 0,1 0 0,0 0 0,0 0 0,-1 0 0,1 0 0,-3-2 0,0 0 0,-1 1 0,1-1 0,-1 0 0,0 1 0,0 0 0,0 0 0,0 1 0,0-1 0,0 1 0,-1 0 0,1 1 0,-1-1 0,-10 0 0,12 1 0,-1 1 0,1 0 0,0 0 0,-1 1 0,1-1 0,0 1 0,-1 0 0,1 0 0,0 0 0,0 1 0,0-1 0,0 1 0,-6 3 0,7-2 0,0-1 0,0 0 0,0 1 0,1 0 0,-1-1 0,1 1 0,0 0 0,0 0 0,0 1 0,0-1 0,0 0 0,1 1 0,0-1 0,-1 1 0,1-1 0,0 6 0,-1-1 0,1 0 0,0 0 0,1 0 0,-1 0 0,2 0 0,-1 0 0,4 15 0,-3-18 0,1 0 0,0 0 0,0 0 0,0 0 0,0 0 0,1-1 0,0 1 0,0-1 0,0 0 0,0 0 0,1 0 0,7 6 0,0-1 0,0-1 0,1 0 0,0-1 0,1 0 0,0-1 0,0 0 0,0-1 0,1-1 0,25 5 0,-12-5 0,-1-1 0,1-2 0,0 0 0,35-5 0,-57 4-170,-1-1-1,1 1 0,-1-1 1,0-1-1,1 1 0,-1 0 1,6-4-1,-1-1-6655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1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24575,'50'47'0,"84"101"0,-108-113 0,-1 1 0,-1 1 0,-3 1 0,20 46 0,-28-44 0,-12-37 0,-1 0 0,1-1 0,-1 1 0,0 0 0,1 0 0,-1 0 0,-1-1 0,1 1 0,0 0 0,-1 0 0,1 0 0,-3 4 0,3-6 0,-1 0 0,1-1 0,-1 1 0,0 0 0,0 0 0,1-1 0,-1 1 0,0 0 0,0-1 0,0 1 0,0 0 0,0-1 0,0 0 0,0 1 0,0-1 0,0 1 0,0-1 0,0 0 0,0 0 0,0 0 0,0 0 0,0 0 0,0 0 0,-1 0 0,1 0 0,0 0 0,0 0 0,0 0 0,-2-1 0,-4-1 0,1 0 0,-1-1 0,-8-3 0,13 5 0,-23-10 0,0-2 0,1 0 0,1-2 0,0 0 0,1-2 0,0-1 0,-34-37 0,52 51 0,1 0 0,-1-1 0,1 1 0,1-1 0,-1 0 0,1 0 0,-1 0 0,1 0 0,-2-10 0,4 12 0,-1 0 0,1 0 0,0 1 0,0-1 0,0 0 0,0 0 0,1 0 0,-1 0 0,1 0 0,0 1 0,0-1 0,0 0 0,0 1 0,0-1 0,0 0 0,1 1 0,-1-1 0,1 1 0,0 0 0,2-3 0,4-4-1365,0 1-5461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2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24575,'0'-3'0,"3"3"0,0 2 0,0 4 0,2 4 0,0 0-8191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2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31 112 24575,'-1'-1'0,"0"0"0,-1 1 0,1-1 0,-1 0 0,1 0 0,-1 1 0,1-1 0,-1 1 0,1 0 0,-1-1 0,1 1 0,-1 0 0,0 0 0,-2 0 0,4 0 0,0 0 0,0 0 0,-1 0 0,1 0 0,0 0 0,0 1 0,-1-1 0,1 0 0,0 0 0,0 0 0,-1 0 0,1 1 0,0-1 0,0 0 0,-1 0 0,1 0 0,0 1 0,0-1 0,0 0 0,0 0 0,0 1 0,-1-1 0,1 0 0,0 0 0,0 1 0,0-1 0,0 0 0,0 0 0,0 1 0,0 0 0,0 0 0,0 0 0,0 0 0,1 1 0,-1-1 0,0 0 0,1 0 0,-1 0 0,1 0 0,-1 0 0,1 0 0,0 0 0,5 8 0,1-1 0,0 0 0,0 0 0,1-1 0,-1 0 0,2 0 0,-1-1 0,1 0 0,12 6 0,2 0 0,1-2 0,40 14 0,-59-23 0,0 0 0,-1 0 0,1 0 0,0 0 0,0-1 0,0 0 0,0 0 0,0 0 0,-1-1 0,1 1 0,9-4 0,-12 4 0,-1-1 0,1 0 0,0 1 0,-1-1 0,1 0 0,-1 0 0,1 0 0,-1 0 0,1-1 0,-1 1 0,0 0 0,1-1 0,-1 1 0,0-1 0,0 1 0,0-1 0,0 1 0,0-1 0,-1 0 0,1 1 0,0-1 0,-1 0 0,1 0 0,-1 1 0,0-1 0,0 0 0,0 0 0,1 0 0,-2 0 0,1 1 0,0-1 0,0 0 0,0 0 0,-1-2 0,-2-5 0,0 0 0,-1 0 0,1 0 0,-2 1 0,1-1 0,-1 1 0,-1 0 0,-10-12 0,7 8 0,1 0 0,-10-17 0,17 28 0,1 0 0,-1 0 0,1 1 0,0-1 0,-1 0 0,1 0 0,0 0 0,-1 0 0,1 0 0,0 1 0,0-1 0,0 0 0,0 0 0,0 0 0,0 0 0,0 0 0,0 0 0,0 0 0,0 0 0,0 0 0,1 1 0,-1-1 0,1-1 0,-1 1 0,1 1 0,0-1 0,-1 1 0,1-1 0,0 1 0,0 0 0,0-1 0,-1 1 0,1 0 0,0-1 0,0 1 0,0 0 0,0 0 0,0 0 0,-1 0 0,1 0 0,0 0 0,0 0 0,1 0 0,7 1 0,0 1 0,-1 0 0,14 5 0,-17-6 0,31 11 0,55 16 0,-82-26 0,1-1 0,-1 1 0,1-2 0,-1 1 0,1-1 0,0-1 0,15-2 0,-24 3 5,1 0-1,-1 0 0,1-1 0,-1 1 1,1-1-1,-1 1 0,0-1 0,1 1 1,-1-1-1,0 0 0,1 0 1,-1 0-1,0 0 0,0 0 0,0 0 1,0 0-1,0 0 0,0 0 0,0 0 1,0 0-1,0-1 0,0 1 1,-1 0-1,1-1 0,-1 1 0,1 0 1,0-4-1,-1 3-103,0-1 0,0 0 0,0 1 0,-1-1 0,1 0 0,-1 1 0,0-1 0,1 1 0,-1-1 0,0 1 0,0-1 0,-1 1 0,1 0 0,-3-4 0,-6-7-6727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3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24575,'1'-1'0,"-1"1"0,1 0 0,0-1 0,-1 1 0,1 0 0,0-1 0,-1 1 0,1 0 0,0 0 0,0 0 0,-1 0 0,1 0 0,0 0 0,0 0 0,-1 0 0,1 0 0,0 0 0,0 0 0,-1 0 0,1 0 0,0 0 0,-1 1 0,1-1 0,1 1 0,16 9 0,-18-10 0,15 12 0,0 0 0,23 24 0,-10-8 0,125 131 0,-130-132 0,-2 1 0,-1 1 0,-1 1 0,18 40 0,-32-59 0,0 0 0,-1 0 0,-1 1 0,0-1 0,-1 1 0,0 0 0,0 0 0,-1 14 0,-1-18 0,-1 0 0,0-1 0,0 1 0,-1 0 0,0 0 0,0 0 0,-1-1 0,0 0 0,0 1 0,-1-1 0,0 0 0,0 0 0,-6 6 0,2-3-195,-2 0 0,1-1 0,-1 0 0,0-1 0,-1 0 0,-18 10 0,8-6-6631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4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24575,'7'59'0,"17"69"0,25 54 0,23 125 0,-69-292-151,-2 0-1,1 0 0,-2 1 0,0-1 1,-1 0-1,0 0 0,-1 0 1,-6 20-1,2-16-6674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0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27 24575,'-2'-2'0,"1"-1"0,-1 0 0,1 0 0,-1 1 0,0-1 0,0 1 0,-4-4 0,6 6 0,-1 0 0,1 0 0,0-1 0,-1 1 0,1 0 0,0 0 0,-1-1 0,1 1 0,-1 0 0,1 0 0,0 0 0,-1 0 0,1 0 0,-1 0 0,1 0 0,-1 0 0,1 0 0,0 0 0,-1 0 0,1 0 0,-1 0 0,1 0 0,-1 0 0,0 1 0,0 0 0,1-1 0,-1 1 0,0 0 0,1-1 0,-1 1 0,0 0 0,1 0 0,-1-1 0,1 1 0,-1 0 0,1 0 0,0 0 0,-1 0 0,1 1 0,-8 28 0,1 0 0,2 0 0,-3 59 0,5-48 0,2-15 0,1 0 0,1-1 0,2 1 0,0-1 0,1 0 0,9 28 0,58 142 0,-64-179-195,-1 0 0,-1 0 0,-1 0 0,0 0 0,-1 1 0,1 27 0,-3-25-6631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0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0 24575,'10'6'0,"0"-1"0,1 0 0,0-1 0,0-1 0,0 1 0,1-2 0,13 3 0,3 0 0,-18-3 0,-13-4 0,-16-4 0,-16 3 0,-63 3 0,-17-1 0,103-1-1365,3-2-5461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0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24 24575,'-30'-5'0,"-12"-1"0,-1 0 0,4 1 0,9 4 0,7 2 0,7 1-8191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206 757 24575,'7'-27'0,"-1"0"0,-2 0 0,0 0 0,-1-34 0,-3 39 0,-2 1 0,0-1 0,-2 0 0,0 1 0,-13-39 0,-24-40 0,-80-142 0,83 164 0,116 282 0,-52-131 0,29 125 0,-36-121 0,-19-76-9,2 6 42,0 0-1,0 0 1,5 10-1,-6-16-89,-1 1 0,1-1 0,0 0 0,0 0-1,-1 0 1,1 1 0,0-1 0,0 0 0,0 0 0,0 0-1,0-1 1,0 1 0,0 0 0,1 0 0,-1 0 0,0-1-1,0 1 1,1-1 0,-1 1 0,0-1 0,1 0 0,-1 1-1,1-1 1,-1 0 0,3 0 0,6-1-6769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2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335 206 24575,'-39'-17'0,"-69"-21"0,85 33 0,1 0 0,-1 1 0,0 1 0,-39 0 0,60 3 0,0 0 0,1 0 0,-1 0 0,1 0 0,-1 0 0,1 1 0,-1-1 0,1 0 0,-1 1 0,1 0 0,0-1 0,-1 1 0,1 0 0,-1-1 0,1 1 0,0 0 0,0 0 0,0 0 0,-1 0 0,0 2 0,1-1 0,1-1 0,-1 0 0,1 1 0,-1-1 0,1 1 0,0-1 0,0 1 0,-1-1 0,1 1 0,0-1 0,0 1 0,1-1 0,-1 1 0,0-1 0,0 1 0,1-1 0,-1 0 0,1 1 0,-1-1 0,2 3 0,5 8 0,0 0 0,0 0 0,1 0 0,1-1 0,0-1 0,0 0 0,1 0 0,1 0 0,14 10 0,-6-7 0,1 0 0,0-2 0,1 0 0,39 15 0,-56-25 0,-1 0 0,1 0 0,-1 0 0,1 0 0,0-1 0,-1 1 0,1-1 0,0 0 0,-1 0 0,1 0 0,0-1 0,0 1 0,-1-1 0,1 0 0,-1 0 0,1 0 0,-1-1 0,1 1 0,-1-1 0,0 0 0,0 0 0,0 0 0,0 0 0,0 0 0,0-1 0,0 1 0,-1-1 0,1 0 0,-1 0 0,0 0 0,0 0 0,0 0 0,0 0 0,0-1 0,-1 1 0,0 0 0,1-1 0,-1 0 0,-1 1 0,1-1 0,0 1 0,-1-1 0,0 0 0,0 0 0,0 1 0,0-1 0,0 0 0,-1 1 0,0-1 0,0 0 0,0 1 0,-2-5 0,-2-3 0,0-1 0,-1 1 0,-1 0 0,0 1 0,0 0 0,-1 0 0,-1 0 0,1 1 0,-1 0 0,-1 1 0,-12-9 0,20 16 0,1 0 0,0 1 0,0-1 0,0 0 0,0 1 0,0-1 0,-1 1 0,1-1 0,0 1 0,0 0 0,-1 0 0,0-1 0,1 1 0,1 0 0,0 1 0,-1-1 0,1 0 0,0 0 0,-1 0 0,1 0 0,0 0 0,-1 0 0,1 1 0,0-1 0,0 0 0,-1 0 0,1 0 0,0 1 0,0-1 0,-1 0 0,1 0 0,0 1 0,0-1 0,0 0 0,-1 0 0,1 1 0,0-1 0,0 0 0,0 1 0,0-1 0,0 0 0,0 1 0,0 1 0,-1 0 0,2 1 0,-1-1 0,0 0 0,0 0 0,1 0 0,-1 0 0,1 1 0,0-1 0,0 0 0,-1 0 0,3 2 0,4 9 0,1 0 0,1-1 0,0 0 0,1 0 0,0-1 0,1 0 0,0-1 0,0 0 0,1-1 0,1 0 0,-1-1 0,2-1 0,-1 0 0,1 0 0,0-1 0,0-1 0,22 5 0,-34-9 0,18 4 0,0-1 0,33 4 0,-46-8 0,-1 0 0,1 0 0,-1-1 0,1 1 0,-1-1 0,1-1 0,-1 1 0,0-1 0,0-1 0,0 1 0,0-1 0,9-5 0,-10 5 0,1 0 0,0 0 0,-1 1 0,1-1 0,0 2 0,0-1 0,0 0 0,8 0 0,-13 2 0,0 0 0,0 0 0,0 0 0,0-1 0,1 1 0,-1 0 0,0-1 0,0 1 0,0-1 0,0 0 0,0 1 0,0-1 0,0 0 0,0 1 0,0-1 0,0 0 0,-1 0 0,1 0 0,0 0 0,0 0 0,0-1 0,0 0 0,-1 0 0,1 1 0,-1-1 0,0 0 0,0 1 0,0-1 0,1 0 0,-2 0 0,1 1 0,0-1 0,0 0 0,0 1 0,-1-3 0,-2-5 0,-1 1 0,1 0 0,-1 0 0,-8-12 0,-8-10 0,6 10 0,1 0 0,0-1 0,2-1 0,-12-32 0,22 53 0,1 0 0,-1 0 0,1-1 0,0 1 0,-1 0 0,1-1 0,0 1 0,0-1 0,0 1 0,0 0 0,0-1 0,0 1 0,0-1 0,0 1 0,1 0 0,-1-1 0,0 1 0,1 0 0,-1 0 0,1-1 0,0 1 0,-1 0 0,1 0 0,0 0 0,1-2 0,0 2 0,-1 0 0,1 0 0,0 0 0,0 0 0,0 0 0,0 0 0,1 1 0,-1-1 0,0 1 0,0-1 0,0 1 0,0 0 0,1 0 0,-1 0 0,3 0 0,4 1 14,0 0-1,0 1 0,0 0 0,0 0 1,0 1-1,0 0 0,-1 1 1,12 6-1,-4-1-384,-1 1-1,0 1 1,17 15 0,-23-17-6455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3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193 145 24575,'-30'-8'0,"-37"-10"0,58 16 0,1 1 0,-1 0 0,0 0 0,1 1 0,-15 1 0,22-1 0,-1 0 0,1 1 0,-1-1 0,1 0 0,-1 1 0,1-1 0,0 1 0,-1-1 0,1 1 0,-1 0 0,1-1 0,0 1 0,0 0 0,-1 0 0,1 0 0,0 0 0,0 0 0,-1 2 0,1-2 0,1 0 0,-1 0 0,1 1 0,-1-1 0,1 0 0,0 1 0,0-1 0,-1 0 0,1 1 0,0-1 0,0 0 0,0 1 0,0-1 0,1 0 0,-1 1 0,1 1 0,0 2 0,1 0 0,0 0 0,1-1 0,-1 1 0,1-1 0,0 1 0,0-1 0,0 0 0,4 4 0,0-2 0,0 1 0,0-2 0,1 1 0,0-1 0,0 0 0,0-1 0,0 0 0,1 0 0,0 0 0,-1-2 0,1 1 0,0-1 0,1 0 0,-1-1 0,0 0 0,0 0 0,1-1 0,16-2 0,-20 1 0,0 0 0,0-1 0,0 0 0,0 0 0,0-1 0,-1 1 0,1-1 0,-1-1 0,0 1 0,1-1 0,-2 0 0,1 0 0,0 0 0,-1-1 0,8-9 0,-13 17 0,0 0 0,1-1 0,-1 1 0,1 0 0,0 0 0,0 3 0,-1 8 0,-7 41 0,2 0 0,3 1 0,7 91 0,-1-126 0,1 32 0,-4-48 0,0 0 0,0 0 0,-1 0 0,0 0 0,0 0 0,0 0 0,0 0 0,-3 5 0,4-9 0,-1 0 0,1 0 0,-1 0 0,1-1 0,-1 1 0,0 0 0,1 0 0,-1-1 0,0 1 0,0 0 0,1 0 0,-1-1 0,0 1 0,0-1 0,0 1 0,0-1 0,0 1 0,0-1 0,0 0 0,0 1 0,0-1 0,0 0 0,0 0 0,0 0 0,0 0 0,0 0 0,0 0 0,0 0 0,0 0 0,0 0 0,0 0 0,0-1 0,0 1 0,0 0 0,0-1 0,0 1 0,0 0 0,0-1 0,1 1 0,-1-1 0,-2-1 0,-3-2 0,0 0 0,1-1 0,-1 0 0,-7-8 0,4 2 0,0 0 0,0-1 0,1 0 0,1 0 0,-11-24 0,8 11 0,2 1 0,-8-35 0,15 55 0,0 0 0,0-1 0,0 1 0,1 0 0,0-1 0,0 1 0,0 0 0,1-1 0,-1 1 0,1 0 0,0-1 0,0 1 0,0 0 0,1 0 0,0 0 0,0 0 0,0 0 0,0 0 0,0 1 0,1-1 0,-1 1 0,1-1 0,0 1 0,0 0 0,1 0 0,-1 0 0,8-4 0,6-5 0,1 2 0,1 0 0,39-14 0,64-14 0,-60 21 0,232-76 0,-285 90 0,5-1 0,-1 0 0,25-13 0,-35 16 0,-1 0 0,1-1 0,-1 1 0,0-1 0,1 0 0,-1 1 0,0-1 0,0 0 0,0 0 0,0-1 0,-1 1 0,1 0 0,0-1 0,-1 1 0,0-1 0,1 1 0,-1-1 0,0 0 0,0 1 0,0-6 0,-1 6 0,0 0 0,0 0 0,0 0 0,-1 1 0,1-1 0,-1 0 0,1 0 0,-1 0 0,0 1 0,0-1 0,0 0 0,0 1 0,0-1 0,0 0 0,0 1 0,0 0 0,-1-1 0,1 1 0,0 0 0,-1-1 0,1 1 0,-1 0 0,0 0 0,1 0 0,-1 1 0,0-1 0,-3-1 0,-4-1 0,0 0 0,0 0 0,0 1 0,-11-1 0,8 2 0,0 0 0,0 0 0,0 1 0,0 1 0,0 0 0,1 0 0,-1 1 0,0 1 0,-12 4 0,19-5 0,0 0 0,0 1 0,0-1 0,0 1 0,0 0 0,1 0 0,-1 1 0,1-1 0,0 1 0,0 0 0,0 0 0,1 1 0,-1-1 0,1 1 0,0-1 0,0 1 0,1 0 0,0 0 0,-1 0 0,2 1 0,-3 8 0,3-9 0,0 1 0,0 0 0,1 0 0,0-1 0,0 1 0,0 0 0,1 0 0,0-1 0,0 1 0,0 0 0,4 8 0,-2-6 0,1 0 0,0-1 0,0 1 0,1-1 0,0 0 0,1 0 0,6 7 0,-1-3 0,1 0 0,1-1 0,0 0 0,0-1 0,1 0 0,0-1 0,29 11 0,-28-14-105,1-1 0,-1 0 0,1-1 0,0 0 0,1-1 0,-1-1 0,0-1 0,0 0 0,0-1 0,1-1 0,-1-1 0,25-6 0,-21 3-6721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24575,'0'0'0,"-1"0"0,0 0 0,1 0 0,-1 0 0,1 0 0,-1 0 0,1 0 0,-1 1 0,0-1 0,1 0 0,-1 0 0,1 0 0,-1 1 0,1-1 0,-1 0 0,1 0 0,-1 1 0,1-1 0,-1 1 0,1-1 0,-1 0 0,1 1 0,0-1 0,-1 1 0,0 0 0,1 0 0,0 0 0,0 0 0,0 0 0,-1 0 0,1 0 0,0 0 0,0 0 0,0 0 0,1 0 0,-1 0 0,0 0 0,0 0 0,1 1 0,1 4 0,1 0 0,-1-1 0,7 10 0,62 87 0,44 76 0,-104-160 0,20 43 0,-28-54 0,0 0 0,-1 0 0,0 0 0,0 0 0,-1 0 0,0 1 0,1 7 0,-2-14 0,0 1 0,0-1 0,0 0 0,0 0 0,-1 0 0,1 0 0,0 0 0,0 1 0,-1-1 0,1 0 0,-1 0 0,1 0 0,-1 0 0,1 0 0,-1 0 0,0 0 0,1 0 0,-1 0 0,0-1 0,0 1 0,-1 1 0,1-1 0,-1-1 0,1 1 0,-1 0 0,0-1 0,1 1 0,-1-1 0,0 1 0,1-1 0,-1 0 0,0 0 0,0 0 0,-2 0 0,-5-1 0,1 0 0,0-1 0,0 0 0,-13-6 0,2 0-1365,2 0-5461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6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1 519 24575,'48'13'0,"0"-2"0,87 9 0,-132-19 0,0-1 0,0 0 0,0 0 0,0-1 0,0 1 0,0 0 0,0-1 0,-1 0 0,5-1 0,-6 2 0,0-1 0,-1 1 0,1-1 0,0 0 0,0 1 0,0-1 0,-1 0 0,1 0 0,0 1 0,-1-1 0,1 0 0,-1 0 0,1 0 0,-1 0 0,1 0 0,-1 0 0,0 0 0,1 0 0,-1 0 0,0 0 0,0 0 0,0 0 0,0 0 0,0 0 0,0 0 0,0 0 0,0 0 0,0-2 0,-4-14 0,0 1 0,-1-1 0,-1 1 0,-1 0 0,0 1 0,-10-17 0,-6-13 0,3 2 0,-10-20 0,-40-122 0,69 183 0,-2-8 0,1 0 0,0 0 0,-2-20 0,6 26 0,2 8 0,4 9 0,31 81 0,15 34 0,-28-71 0,4 9 0,69 114 0,-97-179-39,0 4-82,2 0 1,-1 0-1,1 0 1,0 0-1,0-1 1,0 0-1,0 1 1,1-2-1,-1 1 0,11 5 1,-6-6-6706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7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0 24575,'-12'28'0,"1"0"0,1 0 0,2 1 0,-7 39 0,12-49 0,2 0 0,0 1 0,0-1 0,2 1 0,1-1 0,0 0 0,9 33 0,-4-28 0,1 0 0,1-1 0,2 0 0,0-1 0,26 38 0,-28-47 0,0 0 0,1-1 0,1-1 0,0 0 0,1 0 0,0-1 0,0 0 0,1-1 0,0-1 0,21 10 0,-29-16 20,0 0 0,1 0 0,0 0 0,-1-1 0,10 1 0,-13-2-107,0 1-1,1-1 1,-1-1 0,0 1-1,0 0 1,1 0 0,-1-1-1,0 1 1,0-1-1,0 0 1,0 1 0,1-1-1,-1 0 1,0-1 0,-1 1-1,5-3 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7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63 263 24575,'21'7'0,"38"9"0,-51-14 0,0-1 0,0 0 0,0 0 0,0-1 0,0 0 0,0-1 0,0 0 0,10-2 0,-15 2 0,-1 1 0,0-1 0,1 0 0,-1 0 0,0 0 0,1 0 0,-1-1 0,0 1 0,0-1 0,0 1 0,0-1 0,0 0 0,-1 1 0,1-1 0,-1 0 0,1 0 0,-1 0 0,2-3 0,-1 1 0,-1 0 0,0 0 0,0 1 0,0-1 0,0 0 0,-1 0 0,1 0 0,-1 0 0,0 0 0,-1-7 0,0 2 0,-1 0 0,0 0 0,0 0 0,-1 0 0,0 0 0,-1 1 0,0 0 0,0-1 0,-7-9 0,2 8 0,1-1 0,-1 2 0,-1-1 0,0 1 0,0 1 0,-12-8 0,14 11 0,1 1 0,-1-1 0,1 2 0,-1-1 0,0 1 0,-1 0 0,1 1 0,0 0 0,-1 0 0,-11 0 0,17 2 0,1 0 0,0 0 0,0 0 0,0 0 0,-1 0 0,1 1 0,0-1 0,0 1 0,0-1 0,0 1 0,0 0 0,0 0 0,0 0 0,0 0 0,0 0 0,1 1 0,-1-1 0,0 0 0,1 1 0,-1 0 0,1-1 0,-1 1 0,1 0 0,0-1 0,0 1 0,0 0 0,0 0 0,0 0 0,0 0 0,0 0 0,0 0 0,1 0 0,-1 1 0,1-1 0,0 2 0,-1 4 0,1 0 0,0 0 0,0 0 0,0 0 0,1 0 0,1 0 0,0 0 0,3 11 0,0-8 0,0 0 0,0 0 0,1-1 0,1 0 0,0 0 0,0-1 0,1 0 0,0 0 0,0-1 0,1 0 0,18 13 0,-5-6 0,0-1 0,1-1 0,1-2 0,31 12 0,-37-16 0,1-1 0,-1-1 0,1-1 0,0 0 0,0-1 0,0-1 0,23-1 0,-38-2 0,0 1 0,1-1 0,-1 0 0,1 0 0,-1 0 0,0-1 0,0 0 0,0 1 0,0-1 0,0-1 0,5-3 0,-7 5 0,-1 0 0,1 0 0,-1-1 0,1 1 0,-1 0 0,0-1 0,0 1 0,0-1 0,0 0 0,0 1 0,0-1 0,0 0 0,0 1 0,-1-1 0,1 0 0,-1 0 0,1 0 0,-1 0 0,0 1 0,1-1 0,-1 0 0,0 0 0,-1 0 0,1 0 0,0 0 0,0 0 0,-1 0 0,0-3 0,-16-25-1365,9 17-5461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24575,'143'201'-1470,"-119"-160"1531,-1 0 0,-3 2 0,20 54 0,-37-88 68,-1 0 0,1 0 0,-1 0 0,-1 0 0,0 1 0,0-1 0,-1 12 0,0-21-122,0 1 0,0 0-1,0-1 1,0 1 0,0 0 0,0-1-1,-1 1 1,1 0 0,0-1-1,0 1 1,-1 0 0,1-1 0,0 1-1,-1-1 1,1 1 0,0 0 0,-1-1-1,1 1 1,-1-1 0,1 1 0,-1-1-1,1 0 1,-1 1 0,1-1-1,-1 1 1,0-1 0,0 0-5,0 0 0,0 1 0,0-1 0,-1 0 0,1-1 0,0 1 0,0 0 0,0 0 0,0 0 0,0-1 0,0 1 0,0 0 0,0-1 0,-1 0 0,-5-3-7,1 0 0,0-1 0,-8-7 0,14 12 7,-15-14-1367,2 1-5461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8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29 24575,'-7'-10'0,"-3"-1"0,1 5 0,1 4 0,3 7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8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98 24575,'-7'-10'0,"2"3"0,17 14 0,21 17 0,61 40 0,-78-54 0,1-1 0,-1-1 0,1-1 0,19 6 0,-29-11 0,0 0 0,0-1 0,0 0 0,0 0 0,0-1 0,0 1 0,0-2 0,0 1 0,13-3 0,-17 2 0,0 0 0,-1 0 0,1 0 0,-1 0 0,1 0 0,-1 0 0,1-1 0,-1 1 0,0-1 0,0 0 0,1 1 0,-1-1 0,-1 0 0,1 0 0,0-1 0,0 1 0,-1 0 0,1-1 0,-1 1 0,0 0 0,0-1 0,0 0 0,0 1 0,0-1 0,0 0 0,-1 1 0,1-5 0,0-2 0,-1 0 0,-1 0 0,1 0 0,-2-1 0,1 1 0,-1 0 0,0 0 0,-1 1 0,-4-11 0,6 18 0,1 1 0,0-1 0,0 1 0,0 0 0,-1-1 0,1 1 0,0-1 0,0 1 0,0 0 0,0-1 0,0 1 0,0-1 0,0 1 0,0-1 0,0 1 0,0-1 0,0 1 0,0 0 0,0-1 0,1 1 0,-1-1 0,8 1 0,16 16 0,-14-10 0,2 0 0,0 0 0,0-1 0,0-1 0,1 0 0,13 3 0,-22-6 0,0 0 0,0-1 0,0 1 0,0-1 0,0 0 0,0 0 0,0 0 0,0-1 0,0 1 0,0-1 0,0 0 0,0 0 0,0 0 0,0-1 0,-1 1 0,1-1 0,-1 0 0,1 0 0,-1 0 0,6-5 0,-8 5 6,0 1-1,0 0 1,0-1-1,0 1 0,0-1 1,0 0-1,0 1 1,-1-1-1,1 0 1,0 1-1,-1-1 1,0 0-1,1 1 0,-1-1 1,0 0-1,0 0 1,0 0-1,0 1 1,0-1-1,-1 0 1,0-2-1,0-1-217,0 0 0,-1 0 0,0 1-1,0-1 1,-1 1 0,-3-6 0,-5-5-6614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4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24575,'28'16'0,"0"1"0,-1 1 0,-1 1 0,0 1 0,-2 1 0,0 2 0,-2 0 0,0 1 0,-2 2 0,28 43 0,-32-41 0,0-1 0,-3 2 0,0 0 0,-2 0 0,-1 1 0,-1 1 0,-2 0 0,-1 0 0,-1 0 0,1 62 0,-7-83 0,0-1 0,0 1 0,0 0 0,-1-1 0,-1 0 0,0 1 0,0-1 0,-1 0 0,0 0 0,0-1 0,-1 1 0,0-1 0,0 0 0,-1 0 0,0-1 0,-1 1 0,0-2 0,0 1 0,0-1 0,-1 0 0,0 0 0,0-1 0,-16 8 0,-2 0-1365,3-3-5461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4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 24575,'-4'1'0,"1"1"0,-1-1 0,1 1 0,-1 0 0,1 0 0,0 0 0,0 1 0,0-1 0,0 1 0,0 0 0,0 0 0,1 0 0,-1 0 0,1 0 0,0 1 0,0-1 0,0 0 0,0 1 0,1 0 0,0-1 0,-1 1 0,1 0 0,0 0 0,1 0 0,-1 0 0,1 0 0,0 0 0,0-1 0,0 1 0,1 7 0,2 3 0,0-1 0,1 1 0,1-1 0,7 17 0,31 51 0,-29-55 0,9 15 0,34 68 0,-48-90 0,-2 0 0,0 1 0,8 39 0,-14-55-97,0 0-1,-1 0 1,0-1-1,0 1 1,0 0-1,0 0 1,0 0-1,-1 0 1,0 0-1,0 0 1,0-1-1,0 1 0,-3 6 1,-2-1-6729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5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24575,'-3'38'0,"1"0"0,2 0 0,10 72 0,-5-85 0,1 0 0,1 0 0,0 0 0,2-1 0,2 0 0,21 37 0,24 22 0,-35-54 0,-1 1 0,22 46 0,-36-60-1365,-2-3-5461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5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669 175 24575,'-143'-97'0,"118"82"0,-2 1 0,1 1 0,-51-16 0,73 27 0,-1 1 0,1 0 0,-1 0 0,1 0 0,-1 1 0,1-1 0,-1 1 0,-7 1 0,10-1 0,0 1 0,0 0 0,-1 0 0,1-1 0,0 1 0,0 0 0,0 1 0,0-1 0,0 0 0,1 1 0,-1-1 0,0 1 0,1-1 0,-1 1 0,1 0 0,-1-1 0,1 1 0,-2 4 0,-3 6 0,0 0 0,1 1 0,1-1 0,0 1 0,-3 21 0,-5 18 0,11-50 0,0 1 0,0-1 0,0 1 0,0-1 0,0 0 0,0 1 0,-1-1 0,1 0 0,-1 0 0,1 0 0,-1 0 0,0 0 0,0-1 0,0 1 0,0 0 0,0-1 0,0 1 0,-4 0 0,3 0 0,-1-1 0,0 0 0,1 0 0,-1 0 0,0-1 0,0 1 0,1-1 0,-1 0 0,0 0 0,0-1 0,-5 0 0,0-1 0,-1-1 0,1 1 0,0-2 0,0 1 0,0-1 0,0-1 0,1 0 0,0 0 0,-9-7 0,17 12-2,-18-15-680,-18-19 1,27 24-6145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560 54 24575,'-13'-6'0,"-71"-26"0,72 28 0,-1 1 0,1 0 0,-1 1 0,-22-1 0,32 2 0,0 1 0,0 0 0,0 1 0,0-1 0,0 1 0,0-1 0,1 1 0,-1 0 0,0 0 0,0 0 0,1 0 0,-1 0 0,0 1 0,1-1 0,-1 1 0,1 0 0,0 0 0,0 0 0,-1 0 0,1 0 0,1 0 0,-3 3 0,-1 3 0,1 1 0,0-1 0,0 1 0,1 0 0,-3 13 0,-7 19 0,12-39 0,0 0 0,0 0 0,0 1 0,-1-1 0,1 0 0,-1 0 0,1 0 0,-1 0 0,0-1 0,0 1 0,0 0 0,0-1 0,0 0 0,0 1 0,0-1 0,-1 0 0,1 0 0,0 0 0,-1 0 0,1 0 0,-1-1 0,1 1 0,-1-1 0,1 0 0,-1 1 0,1-1 0,-1 0 0,1-1 0,-5 0 0,-6-1 0,0 0 0,0-2 0,1 1 0,-17-9 0,-87-46-1365,99 49-5461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6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24575,'0'22'0,"3"14"0,0 7 0,0 3 0,2 1 0,0-3 0,2-1 0,-1 0 0,2-6 0,-1-4 0,-2-7-8191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24575,'-1'0'0,"0"0"0,0 0 0,0 0 0,0 0 0,0 0 0,0 0 0,0 1 0,0-1 0,0 0 0,0 1 0,0-1 0,0 0 0,0 1 0,1-1 0,-1 1 0,0 0 0,0-1 0,0 1 0,1-1 0,-1 1 0,-1 1 0,1 0 0,1-1 0,-1 1 0,0-1 0,1 1 0,-1 0 0,1-1 0,0 1 0,-1 0 0,1 0 0,0-1 0,0 4 0,1 4 0,0 0 0,1 0 0,5 16 0,-6-22 0,19 52 0,2-2 0,40 71 0,-42-86 0,27 44 0,-25-44 0,28 62 0,-45-86-1365,-3-4-5461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9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1 432 24575,'56'14'0,"0"-2"0,76 6 0,-129-18 0,0 1 0,1-1 0,-1 0 0,0 0 0,0-1 0,0 1 0,0-1 0,1 1 0,-1-1 0,0 0 0,0 0 0,0 0 0,0 0 0,-1-1 0,1 1 0,0-1 0,0 0 0,-1 0 0,1 0 0,-1 0 0,0 0 0,0-1 0,1 1 0,-2-1 0,1 1 0,0-1 0,0 0 0,-1 1 0,1-1 0,-1 0 0,0 0 0,0 0 0,0 0 0,0-6 0,1-1 0,-1 0 0,0 0 0,-1-1 0,0 1 0,0 0 0,-1 0 0,-1 0 0,0 0 0,0 0 0,-6-15 0,-6-9 0,-27-51 0,25 55 0,-14-23 0,16 30 0,-16-37 0,30 60 0,0 0 0,0 0 0,0 0 0,0 0 0,0 0 0,0 0 0,0-1 0,1 1 0,-1 0 0,0 0 0,0 0 0,0 0 0,0 0 0,0 0 0,0 0 0,0 0 0,0 0 0,0 0 0,0 0 0,0 0 0,0 0 0,0 0 0,0 0 0,9 13 0,11 21 0,65 155 0,-11-21 0,-20-55-1365,-46-98-5461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3:59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24575,'-11'25'0,"1"1"0,0-1 0,3 2 0,0-1 0,-6 53 0,11-59 0,2 0 0,0 0 0,1 1 0,2-1 0,0 0 0,0 0 0,2-1 0,12 33 0,-4-21 0,1 0 0,2 0 0,31 46 0,-35-62 0,0 1 0,0-2 0,2 0 0,-1 0 0,2-1 0,0-1 0,31 20 0,-30-24-1365,-3-2-5461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61 192 24575,'44'-46'0,"-32"36"0,-1-1 0,-1 0 0,0-1 0,0 0 0,-1-1 0,9-17 0,-17 28 0,0 1 0,-1 0 0,1 0 0,0 0 0,-1-1 0,0 1 0,1 0 0,-1 0 0,0-1 0,1 1 0,-1 0 0,0-1 0,0 1 0,0 0 0,0-1 0,-1 1 0,1 0 0,0-1 0,0 1 0,-1 0 0,1-1 0,-1 1 0,1 0 0,-1 0 0,0-2 0,-1 2 0,0 0 0,1-1 0,-1 1 0,0 0 0,0 0 0,0 1 0,1-1 0,-1 0 0,0 0 0,0 1 0,0-1 0,0 1 0,0 0 0,0 0 0,-1 0 0,-1 0 0,-3 0 0,-1 0 0,1 1 0,0 0 0,0 0 0,0 1 0,0 0 0,0 0 0,0 0 0,1 1 0,-1 0 0,1 1 0,-11 7 0,13-8 0,0 0 0,0 0 0,0 0 0,1 1 0,-1 0 0,1 0 0,0 0 0,0 0 0,0 0 0,1 1 0,0-1 0,0 1 0,0-1 0,0 1 0,1 0 0,-1 0 0,1 0 0,-1 10 0,3-10 0,-1 1 0,1-1 0,-1 0 0,2 0 0,-1 0 0,0 0 0,1 0 0,0 0 0,0 0 0,1 0 0,-1 0 0,1-1 0,0 0 0,0 1 0,0-1 0,1 0 0,0 0 0,0-1 0,5 5 0,5 3 0,1-1 0,0-1 0,1 0 0,23 10 0,-26-13 0,1-1 0,0 0 0,0-1 0,0 0 0,1-1 0,-1-1 0,1 0 0,-1-1 0,1 0 0,16-3 0,-29 2-68,0 0 0,0 0-1,0 0 1,0-1 0,0 1 0,0-1-1,0 0 1,0 1 0,0-1 0,0 0-1,0 0 1,-1 0 0,1-1 0,0 1-1,-1 0 1,1 0 0,-1-1-1,1 1 1,2-4 0,-1-4-6758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0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24575,'20'27'0,"8"14"0,3 5 0,-2-1 0,-6-3 0,-4-3 0,-4-4 0,-3-3 0,-2-4 0,-2-5 0,-1-3 0,-1-4 0,-4-3 0,-5-7 0,-4-7 0,-3-3 0,-1-1-8191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0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24575,'5'-8'0,"1"1"0,1 3 0,-5 6 0,-1 4 0,-2 4 0,-1 2 0,1 0-8191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1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5 113 24575,'0'1'0,"-1"0"0,0 0 0,1 0 0,0 0 0,-1 0 0,1 1 0,0-1 0,-1 0 0,1 0 0,0 0 0,0 0 0,0 0 0,0 1 0,0-1 0,0 0 0,0 0 0,0 0 0,1 0 0,-1 0 0,0 0 0,1 0 0,-1 1 0,1-1 0,0 1 0,15 25 0,-7-19 0,-1 1 0,1-1 0,0 0 0,1-1 0,0 0 0,0-1 0,0 0 0,1-1 0,0 0 0,0 0 0,0-1 0,1-1 0,16 4 0,-24-7 0,1 0 0,-1 0 0,1 0 0,-1 0 0,0-1 0,1 0 0,-1 0 0,0 0 0,0-1 0,1 1 0,-1-1 0,0 0 0,0 0 0,5-4 0,-7 5 0,0-1 0,0 1 0,-1 0 0,1-1 0,0 1 0,-1-1 0,0 1 0,1-1 0,-1 0 0,0 0 0,0 1 0,0-1 0,0 0 0,0 0 0,0 0 0,0 0 0,-1 0 0,1 0 0,-1 0 0,0-1 0,1 1 0,-1 0 0,0 0 0,0 0 0,-1 0 0,1 0 0,0-1 0,-1 1 0,1 0 0,-1 0 0,-1-3 0,-1-3 0,6 10 0,8 7 0,-3-4 0,1 0 0,0-1 0,0 0 0,0 0 0,0-1 0,1 0 0,-1-1 0,1 0 0,0-1 0,0 1 0,-1-2 0,21 0 0,-26-1 0,1 1 0,-1-1 0,1 0 0,-1 0 0,1 0 0,-1-1 0,0 1 0,0-1 0,0 0 0,1 0 0,-2-1 0,1 1 0,0-1 0,0 0 0,-1 0 0,0 0 0,0 0 0,1-1 0,-2 1 0,1-1 0,0 0 0,-1 1 0,0-1 0,0-1 0,0 1 0,0 0 0,-1 0 0,1-1 0,0-7 0,-1 7 12,-1 0 0,0 0 0,0 0 0,0 0 0,0 0 0,-1 0 0,0 0 0,0 0 0,-3-7 0,0 0-507,-2 1 0,-9-18 0,6 15-6331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24575,'38'15'-92,"-2"3"-1,0 1 0,-1 1 0,-1 2 1,-1 2-1,48 43 0,-48-35-15,0 2 0,-2 1 0,-2 2 0,-2 1 0,33 58-1,-48-74 191,-1 1-1,-1 0 0,-1 0 0,-1 1 0,-1 0 0,-1 0 0,3 37 0,-8-49-46,0-1-1,-1 0 0,0 1 0,-1-1 0,0 1 0,-1-1 0,-1 0 1,0 0-1,0 0 0,-1 0 0,0 0 0,-1-1 0,0 0 0,0 0 1,-1 0-1,-1-1 0,0 0 0,-11 13 0,4-10-375,-1 0 0,0 0-1,-22 11 1,14-9-6485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2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24575,'-5'27'0,"-2"17"0,1 5 0,4 1 0,4 1 0,4-2 0,5-2 0,1-1 0,2-1 0,2-1 0,-1-3 0,0-4 0,-2-3 0,-4-7-8191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02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24575,'19'44'0,"-2"0"0,-2 1 0,-1 1 0,7 50 0,3 113 0,-19-138 0,20 93 0,-19-136-1365,0-5-5461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27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507 86 24575,'-27'-11'0,"-28"-10"0,-73-19 0,111 36 0,0 1 0,0 0 0,0 1 0,-1 1 0,1 1 0,0 0 0,-1 2 0,-32 5 0,43-5 0,0 0 0,1 0 0,-1 1 0,1 0 0,-1 0 0,1 1 0,0-1 0,0 1 0,1 1 0,-1-1 0,1 1 0,-9 9 0,12-11 0,-1 1 0,1-1 0,0 1 0,0-1 0,0 1 0,1 0 0,-1 0 0,1 0 0,0 0 0,0 0 0,0 0 0,1 0 0,-1 0 0,1 0 0,0 0 0,0 0 0,1 0 0,-1 0 0,1 0 0,0 1 0,0-1 0,3 7 0,0-1 0,1 1 0,1-2 0,0 1 0,0 0 0,1-1 0,0 0 0,0-1 0,1 0 0,0 0 0,10 7 0,12 7 0,56 30 0,-29-18 0,-56-33 0,1 0 0,0 0 0,-1 0 0,1 1 0,-1-1 0,1 1 0,-1-1 0,1 1 0,1 2 0,-3-4 0,0 1 0,0-1 0,0 0 0,0 0 0,0 1 0,0-1 0,0 0 0,0 0 0,1 1 0,-1-1 0,0 0 0,0 1 0,0-1 0,-1 0 0,1 0 0,0 1 0,0-1 0,0 0 0,0 0 0,0 1 0,0-1 0,0 0 0,0 0 0,0 0 0,-1 1 0,1-1 0,0 0 0,0 1 0,-1-1 0,0 1 0,0-1 0,0 1 0,0-1 0,0 0 0,0 1 0,0-1 0,0 0 0,0 1 0,0-1 0,-2 0 0,-35 2 0,-70-5 0,90 2-341,0-1 0,0 0-1,-30-10 1,39 9-6485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28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24575,'0'0'0,"-1"0"0,1 0 0,0 0 0,-1 0 0,1 0 0,0 0 0,0 0 0,-1 0 0,1 1 0,0-1 0,0 0 0,-1 0 0,1 0 0,0 0 0,0 1 0,-1-1 0,1 0 0,0 0 0,0 0 0,0 1 0,-1-1 0,1 0 0,0 0 0,0 1 0,0-1 0,0 0 0,0 1 0,0-1 0,-1 0 0,1 0 0,0 1 0,0-1 0,0 0 0,0 1 0,0-1 0,0 0 0,0 1 0,0-1 0,0 0 0,1 0 0,-1 1 0,0-1 0,0 0 0,0 1 0,0-1 0,0 0 0,1 1 0,6 16 0,-6-15 0,3 5 0,0 0 0,0-1 0,1 1 0,0-1 0,0 0 0,1 0 0,-1-1 0,9 6 0,1 0 0,0-1 0,24 12 0,-35-20 0,-1-1 0,1 1 0,-1-1 0,1 0 0,0 0 0,-1 0 0,1-1 0,0 1 0,0-1 0,-1 0 0,1 0 0,0 0 0,0-1 0,0 1 0,-1-1 0,7-1 0,-8 1 0,1 0 0,-1-1 0,0 1 0,1 0 0,-1-1 0,0 1 0,0-1 0,0 0 0,0 1 0,0-1 0,-1 0 0,1 0 0,-1-1 0,1 1 0,-1 0 0,1 0 0,-1-1 0,0 1 0,0 0 0,-1-1 0,1 1 0,0-1 0,-1 0 0,1-3 0,-1-1 0,0 0 0,0 0 0,0 1 0,-3-10 0,0-11 0,3 27 0,-1 0 0,1 0 0,0-1 0,0 1 0,0 0 0,0-1 0,0 1 0,0 0 0,0 0 0,0-1 0,0 1 0,0 0 0,0 0 0,1-1 0,-1 1 0,0 0 0,0-1 0,0 1 0,0 0 0,0 0 0,0 0 0,1-1 0,-1 1 0,0 0 0,0 0 0,0-1 0,1 1 0,-1 0 0,0 0 0,0 0 0,0 0 0,1-1 0,8 5 0,13 16 0,-19-16 0,12 9 0,-1-2 0,1 0 0,1 0 0,0-2 0,1 0 0,-1-1 0,2 0 0,-1-2 0,1 0 0,26 5 0,-41-10 0,1-1 0,0 1 0,0-1 0,0 0 0,0 0 0,0 0 0,8-2 0,-11 2 0,1-1 0,-1 1 0,1-1 0,-1 0 0,1 1 0,-1-1 0,1 0 0,-1 0 0,0 0 0,0 0 0,1 0 0,-1 0 0,0-1 0,0 1 0,0 0 0,0-1 0,0 1 0,0 0 0,-1-1 0,1 1 0,0-3 0,5-14 0,-6 13 0,1 1 0,1 0 0,-1 0 0,1 0 0,-1 0 0,1 1 0,3-6 0,-4 8 0,0 0 0,0 1 0,0-1 0,0 0 0,0 0 0,0 1 0,0-1 0,0 1 0,0-1 0,1 1 0,-1-1 0,0 1 0,0-1 0,0 1 0,1 0 0,-1 0 0,0 0 0,1 0 0,-1 0 0,0 0 0,0 0 0,1 0 0,-1 0 0,0 1 0,0-1 0,0 0 0,1 1 0,-1-1 0,2 2 0,85 39 16,-68-30-246,0 0 0,1-2-1,1 0 1,0-2 0,31 7 0,-39-12-6596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29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296 531 24575,'-113'-59'0,"93"50"0,0 1 0,0 1 0,-40-8 0,57 14 0,-1 1 0,1-1 0,0 1 0,0 0 0,0 0 0,0 0 0,0 1 0,0-1 0,0 1 0,0-1 0,-5 3 0,7-2 0,-1-1 0,1 1 0,0 0 0,-1 0 0,1 0 0,0 0 0,0 0 0,0 1 0,0-1 0,0 0 0,0 0 0,0 1 0,0-1 0,1 0 0,-1 1 0,0-1 0,1 1 0,-1-1 0,1 1 0,0 0 0,-1-1 0,1 1 0,0 2 0,0 2 0,0 0 0,1 0 0,-1 0 0,1-1 0,1 1 0,-1 0 0,1-1 0,0 1 0,0-1 0,0 0 0,1 1 0,0-1 0,0 0 0,0-1 0,1 1 0,0 0 0,0-1 0,0 0 0,0 0 0,0 0 0,1-1 0,0 1 0,0-1 0,5 3 0,-2-2 0,-1 0 0,1-1 0,-1 0 0,1 0 0,0 0 0,0-1 0,0-1 0,1 1 0,-1-1 0,0-1 0,1 1 0,-1-1 0,0-1 0,0 0 0,1 0 0,11-3 0,-17 3 0,0 0 0,-1-1 0,1 1 0,-1 0 0,1-1 0,-1 1 0,0-1 0,1 0 0,-1 0 0,0 0 0,0 0 0,0 0 0,-1 0 0,1 0 0,0-1 0,-1 1 0,0-1 0,1 1 0,-1-1 0,0 0 0,0 1 0,-1-1 0,1 0 0,-1 0 0,1-5 0,0 12 0,-1 0 0,1-1 0,-1 1 0,1 0 0,1-1 0,-1 1 0,0 0 0,1-1 0,0 0 0,-1 1 0,1-1 0,1 0 0,2 4 0,-1-2 0,0 0 0,0 0 0,0-1 0,1 0 0,0 1 0,0-1 0,0-1 0,8 6 0,-8-7 0,1 0 0,-1 0 0,0 0 0,1 0 0,0-1 0,-1 0 0,1 0 0,0 0 0,-1-1 0,1 0 0,0 0 0,0 0 0,-1-1 0,1 0 0,0 0 0,-1 0 0,1-1 0,-1 0 0,1 0 0,-1 0 0,0-1 0,0 0 0,0 0 0,0 0 0,0 0 0,-1-1 0,0 0 0,0 0 0,0 0 0,0 0 0,0-1 0,-1 0 0,5-7 0,-3 1 0,-1 1 0,-1-1 0,0 1 0,0-1 0,-1 0 0,0 0 0,-1 0 0,0-1 0,-2-18 0,-2-8 0,-14-57 0,2 14 0,11 52 0,-4-24 0,2 0 0,2-64 0,2 161 0,2 0 0,3 1 0,10 62 0,-9-88 0,0 0 0,1 0 0,1-1 0,1 1 0,1-2 0,0 1 0,1-1 0,1 0 0,1-1 0,19 23 0,-21-30 0,0 0 0,1-1 0,0 0 0,0 0 0,1-1 0,0 0 0,0-1 0,19 7 0,-22-10 0,1 0 0,-1-1 0,1 0 0,-1 0 0,1-1 0,0 0 0,0 0 0,-1-1 0,1 0 0,0-1 0,0 0 0,-1 0 0,12-4 0,-15 3 0,-1 0 0,1-1 0,-1 1 0,0-1 0,0 0 0,0 0 0,0 0 0,-1-1 0,1 1 0,-1-1 0,0 0 0,0 0 0,0 0 0,-1 0 0,0 0 0,1-1 0,-1 1 0,1-6 0,2-5 0,0 0 0,-1-1 0,-1 1 0,2-21 0,-2-154 0,-4 104 0,0 69 0,-1 0 0,-8-32 0,9 46 0,1 3 0,0-1 0,0 0 0,0 1 0,0-1 0,0 1 0,0-1 0,-1 0 0,1 1 0,0-1 0,0 1 0,-1-1 0,1 1 0,0-1 0,-1 1 0,1-1 0,0 1 0,-2-2 0,-2 8 0,-1 19 0,2 17 0,2-1 0,6 59 0,-3-87 0,0 0 0,1 0 0,0 0 0,1-1 0,0 1 0,1-1 0,13 23 0,-13-28 0,0 1 0,1-1 0,0 0 0,0-1 0,0 1 0,1-1 0,0-1 0,0 1 0,0-1 0,1 0 0,0-1 0,12 6 0,-2-4-170,-1-1-1,1-1 0,0 0 1,0-1-1,1-1 0,-1-1 1,33-1-1,-38-1-6655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45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24575,'2'-12'0,"-2"8"0,0 0 0,1 1 0,0-1 0,-1 0 0,1 1 0,1-1 0,-1 0 0,3-4 0,-3 9 0,0 1 0,0-1 0,0 0 0,-1 1 0,1-1 0,0 0 0,0 1 0,-1-1 0,1 1 0,0 1 0,19 99 0,-12-55 0,2 10 0,-2 0 0,-3 0 0,-2 1 0,-6 61 0,1-105 0,0 0 0,-6 14 0,1 1 0,7-28 0,-1 0 0,1 0 0,0 0 0,0 0 0,0 0 0,0 0 0,0 0 0,0 0 0,0 0 0,0 0 0,0 0 0,0 0 0,1 0 0,-1 0 0,0 0 0,1 1 0,-1-1 0,1-1 0,-1 0 0,1 1 0,-1-1 0,1 1 0,-1-1 0,0 0 0,1 0 0,-1 1 0,1-1 0,-1 0 0,1 0 0,-1 1 0,1-1 0,0 0 0,-1 0 0,1 0 0,-1 0 0,1 0 0,-1 0 0,2 0 0,3-1 0,0 0 0,-1 0 0,1 0 0,0-1 0,6-3 0,2 0 0,27-4 0,0 2 0,0 1 0,43 0 0,-33 3 0,65-3 0,67-7 0,-180 13 4,-1 0 1,0 0-1,0 0 0,0 0 0,0 0 0,0-1 0,0 1 0,0 0 0,0-1 1,0 1-1,0-1 0,0 1 0,0-1 0,0 1 0,-1-1 0,1 0 0,0 1 1,0-1-1,0 0 0,-1 0 0,1 1 0,0-1 0,-1 0 0,1 0 0,-1 0 1,1 0-1,-1 0 0,1-2 0,-1 2-78,0-1-1,0 1 1,-1-1 0,1 1 0,0 0-1,-1-1 1,1 1 0,-1-1 0,1 1-1,-1 0 1,0-1 0,0 1 0,0 0-1,1 0 1,-1-1 0,0 1 0,0 0-1,-1 0 1,-1-1 0,-5-5-6752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46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171 191 24575,'-2'29'0,"1"0"0,1 0 0,7 51 0,25 83 0,-15-89 0,-15-53 0,-6-15 0,4-5 0,-1-1 0,1 0 0,-1 0 0,1 0 0,-1 0 0,1 0 0,-1 0 0,1 0 0,-1-1 0,1 1 0,-1 0 0,1 0 0,-1 0 0,1 0 0,-1-1 0,1 1 0,0 0 0,-1 0 0,0-1 0,-4-3 0,0 0 0,-1 0 0,2-1 0,-1 1 0,0-1 0,-3-6 0,-24-36 0,18 25 0,10 17 0,-15-23 0,1-1 0,1 0 0,1-1 0,-15-43 0,25 58 0,2-1 0,0 0 0,1 0 0,0 0 0,0-26 0,4 34 0,-1 1 0,1-1 0,0 1 0,1-1 0,0 1 0,0-1 0,0 1 0,1 0 0,0 0 0,0 0 0,1 1 0,0-1 0,0 1 0,6-7 0,-2 5 0,1 0 0,-1 1 0,1-1 0,1 2 0,-1 0 0,1 0 0,0 0 0,0 1 0,1 1 0,-1 0 0,1 0 0,0 1 0,0 1 0,0-1 0,14 1 0,-8 0 0,-1 1 0,1 1 0,0 1 0,0 0 0,0 1 0,-1 1 0,1 0 0,-1 2 0,26 9 0,-39-13 0,1 1 0,0 0 0,-1 0 0,1 0 0,-1 1 0,0-1 0,0 1 0,0-1 0,0 1 0,0 0 0,-1 0 0,1 1 0,-1-1 0,0 0 0,0 1 0,2 4 0,-3-5 0,0-1 0,-1 1 0,1 0 0,-1 0 0,1 0 0,-1 0 0,0 0 0,0-1 0,0 1 0,-1 0 0,1 0 0,-1 0 0,0 0 0,1 0 0,-1-1 0,0 1 0,0 0 0,-1-1 0,1 1 0,-1-1 0,1 1 0,-1-1 0,-2 3 0,-3 2 0,1-1 0,-2 1 0,1-1 0,-1-1 0,0 1 0,0-1 0,0 0 0,-1-1 0,0 0 0,-9 3 0,-12 2 0,-54 10 0,-10-9 130,10-2-1625,68-6-5331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47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 24575,'-1'0'0,"0"-1"0,-1 1 0,1 0 0,0-1 0,0 1 0,0 0 0,-1 0 0,1 0 0,0 0 0,0 0 0,-1 0 0,1 0 0,0 0 0,0 1 0,0-1 0,0 0 0,-1 1 0,1-1 0,0 1 0,0-1 0,0 1 0,0-1 0,0 1 0,0 0 0,0 0 0,0-1 0,0 1 0,0 0 0,1 0 0,-1 0 0,0 0 0,0 0 0,1 0 0,-1 0 0,1 0 0,-1 0 0,1 1 0,-1-1 0,1 0 0,0 0 0,0 0 0,0 1 0,-1 1 0,1 4 0,0 0 0,0 1 0,0-1 0,1 0 0,0 1 0,2 6 0,18 57 0,45 104 0,-48-132 0,-14-31 0,0-3 0,0 0 0,9 17 0,-13-25 1,0-1 0,0 0 0,0 0 0,0 0-1,0 0 1,0 0 0,0 0 0,0 0 0,1 1 0,-1-1-1,0 0 1,0 0 0,0 0 0,0 0 0,0 0 0,0 0-1,0 0 1,0 0 0,0 0 0,0 1 0,0-1 0,0 0-1,1 0 1,-1 0 0,0 0 0,0 0 0,0 0 0,0 0 0,0 0-1,0 0 1,0 0 0,1 0 0,-1 0 0,0 0 0,0 0-1,0 0 1,0 0 0,0 0 0,0 0 0,0 0 0,1 0-1,-1 0 1,0 0 0,0 0 0,0 0 0,0 0 0,0 0-1,0 0 1,0 0 0,0 0 0,1 0 0,-1 0 0,0-1-1,0 1 1,0 0 0,0 0 0,0 0 0,0 0 0,0 0-1,0 0 1,0 0 0,0 0 0,0-1 0,0 1 0,0 0-1,0 0 1,0 0 0,1 0 0,0-9-1227,-1 9 1029,0-9-6629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47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0 121 24575,'25'-12'0,"12"-5"0,4 2 0,-4 2 0,-6 2 0,-2 2 0,-5 3 0,-3 2 0,-3 3 0,-2-3 0,-2 1 0,0 1 0,-3-3 0,0 1 0,-5 0 0,-4-1 0,-4-1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4:47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24575,'0'0'0,"0"1"0,0 0 0,1-1 0,-1 1 0,0-1 0,1 1 0,-1 0 0,0-1 0,1 1 0,-1-1 0,1 1 0,-1-1 0,1 1 0,-1-1 0,1 0 0,-1 1 0,1-1 0,0 0 0,-1 1 0,1-1 0,0 0 0,-1 0 0,1 1 0,0-1 0,-1 0 0,1 0 0,1 0 0,21 3 0,-20-3 0,25 0 0,-1-2 0,0 0 0,1-2 0,52-15 0,-72 17-91,0-1-1,0 0 1,8-5-1,-9 5-907,3-2-5827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1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0 451 24575,'2'-1'0,"-1"0"0,0 1 0,0-1 0,0 0 0,0 0 0,0 0 0,0-1 0,0 1 0,0 0 0,0 0 0,0 0 0,0-1 0,-1 1 0,1-1 0,0 1 0,-1 0 0,1-3 0,1-2 0,32-72 0,-19 42 0,35-62 0,37-47 0,-85 143-57,-1 1 0,0-1 1,0 0-1,0-1 0,0 1 0,0 0 0,0 0 0,-1 0 0,1 0 0,-1-1 0,1 1 1,-1 0-1,0-1 0,0 1 0,0 0 0,0 0 0,0-1 0,-1 1 0,1 0 1,-1-1-1,1 1 0,-1 0 0,-2-4 0,-3-3-6769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2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24575,'3'4'0,"-1"0"0,0 0 0,0 1 0,0-1 0,0 0 0,-1 1 0,0-1 0,0 1 0,0-1 0,0 8 0,1 1 0,9 40 0,-1-8 0,-3-1 0,4 75 0,-13-150 0,-9-41 0,3 21 0,0-5 0,1 20 0,3-1 0,-1-49 0,5 247 0,1-64 0,-1-95 0,0 1 0,0 0 0,0 1 0,0-1 0,0 1 0,1-1 0,-1 0 0,1 1 0,0-1 0,2 3 0,-3-5 0,0-1 0,0 0 0,0 0 0,0 0 0,0 0 0,0 0 0,0 1 0,0-1 0,1 0 0,-1 0 0,0 0 0,0 0 0,0 0 0,0 0 0,0 0 0,1 1 0,-1-1 0,0 0 0,0 0 0,0 0 0,0 0 0,1 0 0,-1 0 0,0 0 0,0 0 0,0 0 0,0 0 0,1 0 0,-1 0 0,0 0 0,0 0 0,0 0 0,1 0 0,-1 0 0,0 0 0,0 0 0,0 0 0,0-1 0,1 1 0,-1 0 0,0 0 0,0 0 0,0 0 0,0 0 0,0 0 0,0 0 0,1-1 0,-1 1 0,0 0 0,0 0 0,0 0 0,0 0 0,0 0 0,0-1 0,0 1 0,0 0 0,0 0 0,0-1 0,6-9 0,-3-1 0,0-1 0,-1 1 0,0 0 0,0-20 0,-2-49 0,-2 37 0,2 15 0,2 26 0,2 6 0,1 8 0,6 19-227,-2 0-1,-1 1 1,-1 0-1,-2 0 1,3 65-1,-8-82-6598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2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344 225 24575,'-3'-3'0,"-2"-3"0,-4-2 0,-3-4 0,-3-1 0,-3-1 0,-2-1 0,-3 0 0,-3 0 0,-1 0 0,-2-2 0,0-1 0,0 0 0,-1 1 0,3 1 0,4 3 0,5 3-8191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2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28 24575,'-10'-5'0,"0"1"0,0 0 0,-1 0 0,0 1 0,1 1 0,-22-3 0,24 4 0,-1 1 0,1 0 0,0 1 0,0 0 0,0 0 0,0 1 0,0 0 0,0 0 0,0 1 0,-7 3 0,1 1 0,-1-1 0,0 0 0,0-2 0,0 0 0,0 0 0,-24 2 0,25-8 0,11-2 0,8-1 0,4 0 0,-1 1 0,1 0 0,0 1 0,1-1 0,-1 2 0,0-1 0,18-1 0,-7 2 0,-1 1 0,38 2 0,-55 0 0,0-1 0,0 0 0,0 0 0,-1 1 0,1-1 0,0 1 0,0 0 0,0-1 0,-1 1 0,1 0 0,0 0 0,0 0 0,1 2 0,-3-3 0,0 0 0,0 1 0,1-1 0,-1 0 0,0 0 0,0 1 0,0-1 0,1 0 0,-1 1 0,0-1 0,0 1 0,0-1 0,0 0 0,0 1 0,0-1 0,0 0 0,0 1 0,0-1 0,0 0 0,0 1 0,0-1 0,0 1 0,0-1 0,0 0 0,0 1 0,-1 0 0,0 0 0,1 0 0,-1 0 0,0 0 0,0 0 0,0 0 0,0 0 0,0 0 0,0-1 0,0 1 0,0 0 0,-1 0 0,-8 3 0,0 0 0,0 0 0,-1-1 0,1 0 0,-1-1 0,-14 1 0,-30 7 0,44-7-1365,1 0-5461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2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83 24575,'0'12'0,"1"0"0,0-1 0,1 1 0,1 0 0,-1-1 0,2 0 0,0 0 0,0 0 0,1 0 0,0 0 0,1-1 0,0 0 0,1 0 0,0-1 0,11 13 0,-18-22 0,0 0 0,0 0 0,0 0 0,0 0 0,0 1 0,0-1 0,0 0 0,0 0 0,0 0 0,0 0 0,1 0 0,-1 0 0,0 0 0,0 0 0,0 1 0,0-1 0,0 0 0,0 0 0,0 0 0,0 0 0,0 0 0,0 0 0,0 0 0,0 0 0,1 0 0,-1 0 0,0 0 0,0 0 0,0 0 0,0 1 0,0-1 0,0 0 0,0 0 0,1 0 0,-1 0 0,0 0 0,0 0 0,0 0 0,0 0 0,0 0 0,0 0 0,0 0 0,1 0 0,-1 0 0,0-1 0,0 1 0,0 0 0,0 0 0,0 0 0,0 0 0,0 0 0,0 0 0,1 0 0,-1 0 0,0 0 0,0 0 0,0 0 0,0 0 0,0 0 0,0-1 0,0 1 0,-2-10 0,-8-14 0,-78-126 0,75 127 0,-16-39 0,94 256 0,-44-131-1365,-18-51-5461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3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378 334 24575,'-23'-24'0,"-11"-14"0,-8-2 0,-1 1 0,3 4 0,5 3 0,2 5 0,3 2 0,1 3 0,-6-5 0,2 2-8191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34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13 24575,'-15'-5'0,"-7"1"0,-3 1 0,4 3 0,2 3 0,2-1 0,2 1 0,1-1 0,0-1 0,-3 0 0,0-1 0,-2 0 0,-1 0 0,1-2 0,3-2-8191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3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24575,'8'3'0,"0"1"0,0-1 0,-1 2 0,1-1 0,-1 1 0,0 0 0,0 0 0,-1 1 0,1 0 0,-1 0 0,0 0 0,-1 1 0,0 0 0,0 0 0,0 1 0,-1-1 0,0 1 0,0 0 0,-1 0 0,0 0 0,-1 0 0,1 1 0,-2-1 0,1 1 0,-1 0 0,0 11 0,-2 26 0,-10 79 0,10-113-170,0 1-1,0-1 0,2 1 1,-1-1-1,2 1 0,0-1 1,5 20-1,-3-19-6655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3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24575,'42'-17'0,"-11"3"0,-1 3 0,2 0 0,37-7 0,-37 13-82,-14 3-239,-1-1 0,1-1 1,26-10-1,-31 9-6505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3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24575,'5'30'0,"4"14"0,3 5 0,2-4 0,1-4 0,-3-5 0,1-5 0,-1-4 0,-2-3 0,-3-4 0,-2-3 0,-2-4-8191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5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59 24575,'0'-6'0,"0"0"0,0 0 0,0 0 0,1 0 0,0 0 0,0 1 0,1-1 0,2-6 0,-4 13 0,0-1 0,0 0 0,0 0 0,0 0 0,0 0 0,0 0 0,0 0 0,0 0 0,0 0 0,0 0 0,0 0 0,0 0 0,0 0 0,0 0 0,0 0 0,0 0 0,0 0 0,0 0 0,0 0 0,0 0 0,0 0 0,0 1 0,0-1 0,0 0 0,0 0 0,0 0 0,0 0 0,0 0 0,0 0 0,0 0 0,0 0 0,0 0 0,0 0 0,0 0 0,1 0 0,-1 0 0,0 0 0,0 0 0,0 0 0,0 0 0,0 0 0,0 0 0,0 0 0,0 0 0,0 0 0,0 0 0,0 0 0,0 0 0,0 0 0,0 0 0,0 0 0,0 0 0,0 0 0,0 0 0,0 0 0,1 0 0,-1 0 0,0 0 0,0 0 0,0-1 0,0 1 0,0 0 0,0 0 0,0 0 0,0 0 0,0 0 0,0 0 0,0 0 0,2 8 0,0 8 0,-2 41 0,0-24 0,1 0 0,6 36 0,-2-29 0,-2-1 0,-4 66 0,0-37 0,1-53 0,0 50 0,9 70 0,-2-16 0,0-10 0,0-19 0,-7 99 0,-1-81 0,1 256 0,-8-269 0,1-5 0,7 206 0,0-140 0,-7-69 0,-1-6 0,9 42 0,-2 53 0,-5-113 0,-2 23 0,8-26 0,1-15 0,-7 68 0,-2-39 0,4 1 0,7 91 0,4-82 0,1 32 0,-8-30-1365,0-70-5461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5694 74 24575,'-29'-1'0,"-1"2"0,-41 7 0,37-4 0,1-1 0,-64-3 0,40-1 0,-63-6 0,7-1 0,-321 8 0,204 1 0,175 1 0,-64 12 0,22-2 0,88-11 0,-222 13 0,123-13 0,-157-3 0,58-12 0,124 9 0,-101-5 0,87 10 0,-146 1 0,158 5 0,42-2 0,0-2 0,-59-5 0,-110-18 0,14 3 0,129 12 0,-44-2 0,-473 9 0,484-9 0,1 1 0,21 0 0,3-1 0,-37 0 0,60 3 0,-107 3 0,80 3 0,62 0 0,-32 6 0,12-1 0,-64 6-68,-180 18-1229,252-29-5529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5:5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24575,'2'-4'0,"-1"0"0,1 1 0,0-1 0,0 0 0,0 1 0,0-1 0,0 1 0,1 0 0,0 0 0,0 0 0,0 0 0,0 0 0,0 1 0,5-4 0,-2 3 0,0 0 0,0 0 0,0 1 0,0 0 0,1 0 0,-1 0 0,1 1 0,7-1 0,7 1 0,-1 1 0,0 1 0,1 1 0,35 8 0,-19-2 0,-1 3 0,0 1 0,43 21 0,-26-7 0,67 45 0,12 22 0,-81-58 0,92 79 0,-45-10 0,-84-88 0,1 2 0,20 27 0,29 46 0,-36-52 0,39 67 0,-16-15 0,-29-55 0,-2 1 0,-2 0 0,20 58 0,-27-60 0,16 61 0,-25-83 0,1 1 0,-2 0 0,0 0 0,-1-1 0,-1 17 0,1-26-227,-1-1-1,0 1 1,0-1-1,0 1 1,-3 6-1,-3 2-6598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01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1372 58 24575,'-27'-15'0,"18"9"0,-1 1 0,0 1 0,-19-8 0,17 8 0,0 1 0,0 0 0,0 1 0,-1 0 0,1 1 0,0 1 0,-1-1 0,1 2 0,-25 3 0,-2 4 0,25-5 0,-1 0 0,0 1 0,0 0 0,-17 8 0,-7 8 0,16-8 0,-1 0 0,-1-2 0,-36 11 0,43-16 0,1 1 0,0 0 0,0 1 0,0 1 0,1 1 0,1 0 0,-1 1 0,2 1 0,-1 0 0,-14 15 0,16-14 0,-1-1 0,0-1 0,-1 0 0,0 0 0,-27 10 0,20-9 0,0 1 0,1 1 0,0 0 0,1 2 0,-21 19 0,13-8 0,1 2 0,-37 49 0,23-23 0,-74 108 0,100-137 0,1 1 0,2 1 0,0 0 0,1 0 0,2 1 0,1 1 0,-8 57 0,1 178-1365,16-236-5461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0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1685 0 24575,'-22'68'0,"-17"92"0,7-26 0,28-119 0,-2 0 0,0-1 0,0 0 0,-9 14 0,-38 53 0,19-32 0,23-31 0,-1-1 0,-16 16 0,20-25 0,1 0 0,-2-1 0,1 0 0,-1-1 0,-17 10 0,5-3 0,0 0 0,-20 19 0,23-18 0,0 0 0,-39 21 0,-67 31 0,95-51 0,-84 49 0,86-47 0,-93 53 0,97-58 0,9-5 0,1 0 0,-1-1 0,-24 7 0,15-8 0,0-1 0,-1 0 0,0-2 0,-26-1 0,36 0 0,1 0 0,-19 4 0,-18 2 0,-41-5-455,1-5 0,-105-15 0,165 14-6371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03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24575,'0'-1'0,"0"1"0,1 0 0,-1 0 0,0 0 0,0 0 0,0 0 0,0 0 0,0-1 0,1 1 0,-1 0 0,0 0 0,0 0 0,0 0 0,0 0 0,1 0 0,-1 0 0,0 0 0,0 0 0,0 0 0,1 0 0,-1 0 0,0 0 0,0 0 0,0 0 0,0 0 0,1 0 0,-1 0 0,0 0 0,0 0 0,0 0 0,0 0 0,1 0 0,-1 0 0,0 1 0,5 6 0,3 16 0,-6-17 0,1 10 0,1-1 0,-2 1 0,0 1 0,-1-1 0,-3 30 0,2-24 0,0 0 0,4 28 0,1-18 0,10 51 0,-12-71 0,1 0 0,0 0 0,1 0 0,11 19 0,5 6 0,3-1 0,1-1 0,33 37 0,-33-47 0,38 27 0,-19-16 0,29 30 0,-11-9 0,-4-4 0,-21-26-273,2-1 0,0-2 0,1-2 0,80 31 0,-102-46-6553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03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587 328 24575,'12'2'0,"0"0"0,-1 2 0,1-1 0,-1 1 0,21 11 0,-32-15 0,0 0 0,0 1 0,0-1 0,-1 0 0,1 0 0,0 0 0,0 0 0,0 0 0,0 0 0,0 0 0,0 0 0,0 0 0,0 0 0,0 0 0,0 0 0,0 0 0,0 0 0,0 0 0,0 1 0,0-1 0,0 0 0,0 0 0,0 0 0,0 0 0,0 0 0,0 0 0,0 0 0,0 0 0,0 0 0,0 0 0,0 0 0,0 0 0,0 0 0,0 0 0,0 1 0,0-1 0,0 0 0,0 0 0,0 0 0,1 0 0,-1 0 0,0 0 0,0 0 0,0 0 0,0 0 0,0 0 0,0 0 0,0 0 0,0 0 0,0 0 0,0 0 0,0 0 0,0 0 0,0 0 0,0 0 0,1 0 0,-1 0 0,0 0 0,0 0 0,0 0 0,0 0 0,0 0 0,0 0 0,0 0 0,0 0 0,-8-1 0,-11-4 0,-17-7 0,-160-56 0,138 44 0,-73-39 0,106 47 0,0-1 0,-23-21 0,-66-63-1365,97 85-5461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14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86 24575,'0'-4'0,"0"1"0,0-1 0,0 0 0,1 0 0,-1 0 0,1 1 0,0-1 0,0 1 0,2-6 0,-1 6 0,0 1 0,-1 0 0,1 0 0,0 0 0,0 0 0,0 1 0,0-1 0,0 0 0,0 1 0,0 0 0,1-1 0,-1 1 0,1 0 0,3-1 0,3-2 0,0 1 0,0 0 0,1 1 0,-1 0 0,13-1 0,-17 2 0,0 1 0,0 1 0,1-1 0,-1 1 0,0 0 0,0 0 0,0 0 0,0 1 0,0 0 0,0 0 0,6 3 0,6 4 0,37 23 0,-47-28 0,-1 1 0,0 0 0,0 0 0,-1 0 0,11 12 0,-15-13 0,1-1 0,0 1 0,-1 0 0,1-1 0,-1 1 0,0 0 0,0 0 0,0 0 0,-1 0 0,0 0 0,0 4 0,-3 45 0,3-52 0,0 3 0,-1 1 0,0 0 0,0 0 0,-1 0 0,1 0 0,-1-1 0,0 1 0,0-1 0,-1 0 0,1 1 0,-1-1 0,0 0 0,0 0 0,-1-1 0,1 1 0,-1-1 0,1 0 0,-1 1 0,0-2 0,0 1 0,-1 0 0,1-1 0,-1 0 0,1 0 0,-1 0 0,-6 1 0,-2 1 0,8-2 0,1 0 0,-1-1 0,0 1 0,1-1 0,-1-1 0,0 1 0,0 0 0,0-1 0,1 0 0,-1-1 0,0 1 0,-7-2 0,4 0 0,-11-3 0,0-1 0,-30-14 0,43 18 0,1-1 0,0 0 0,0-1 0,1 1 0,-1-1 0,1 0 0,0 0 0,0 0 0,0 0 0,0-1 0,1 0 0,-1 0 0,-3-8 0,4 6 0,0 0 0,0-1 0,0 1 0,1-1 0,0 1 0,1-1 0,0 0 0,0-14 0,1 19 0,0 0 0,0 0 0,1 0 0,0 0 0,0 0 0,-1 0 0,2 0 0,-1 0 0,0 0 0,1 1 0,-1-1 0,1 0 0,0 1 0,0-1 0,0 1 0,0 0 0,0 0 0,0 0 0,1 0 0,-1 0 0,1 0 0,-1 0 0,1 1 0,5-3 0,4-1 0,1 0 0,0 0 0,0 2 0,1 0 0,-1 0 0,0 1 0,1 1 0,24 0 0,-28 1 0,0 0 0,0 1 0,0 1 0,13 3 0,-17-3 0,0 0 0,0 1 0,-1-1 0,1 1 0,-1 1 0,0-1 0,0 1 0,6 5 0,-5-4 0,0 0 0,0 0 0,-1 1 0,0 0 0,0 0 0,0 0 0,-1 1 0,0 0 0,0 0 0,-1 0 0,0 0 0,0 0 0,0 1 0,-1-1 0,0 1 0,-1-1 0,1 16 0,-1-16 0,-1-1 0,-1 1 0,1-1 0,-1 0 0,0 1 0,-1-1 0,-3 12 0,3-15 0,1 0 0,-1 1 0,0-1 0,0 0 0,0 0 0,0 0 0,-1-1 0,1 1 0,-1 0 0,0-1 0,1 0 0,-1 1 0,0-1 0,-1-1 0,-3 3 0,-3 1 0,1-1 0,-1-1 0,0 0 0,0 0 0,0-1 0,0 0 0,-1 0 0,1-2 0,0 1 0,-1-1 0,1-1 0,-20-2 0,22 1 0,-1 0 0,1 0 0,0-1 0,0 0 0,0-1 0,0 1 0,1-1 0,-1-1 0,1 0 0,0 0 0,0 0 0,1-1 0,-1 0 0,1 0 0,1 0 0,-1-1 0,1 0 0,0 0 0,0 0 0,1-1 0,0 0 0,-3-8 0,3 6 0,1 0 0,0 0 0,0 0 0,1 0 0,-2-17 0,4 24 0,0 0 0,0-1 0,0 1 0,1 0 0,-1 0 0,1 0 0,0 0 0,0 0 0,0 0 0,0 0 0,0 0 0,1 0 0,-1 0 0,1 1 0,0-1 0,0 1 0,0-1 0,0 1 0,0-1 0,0 1 0,1 0 0,4-3 0,0 1-80,0-1 0,1 1-1,-1 1 1,1 0 0,0 0-1,0 0 1,0 1 0,1 0-1,-1 0 1,0 1 0,1 0 0,-1 1-1,1 0 1,-1 0 0,1 1-1,13 3 1,-13-1-6746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17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87 24575,'-1'-1'0,"1"0"0,0 0 0,-1 1 0,1-1 0,0 0 0,0 0 0,-1 0 0,1 0 0,0 1 0,0-1 0,0 0 0,0 0 0,0 0 0,0 0 0,0 0 0,0 1 0,1-1 0,-1 0 0,0 0 0,0 0 0,1 0 0,-1 1 0,1-1 0,-1 0 0,1 0 0,-1 1 0,1-1 0,-1 0 0,2 0 0,1-3 0,0 1 0,0-1 0,0 1 0,5-4 0,0 1 0,-1 1 0,1 0 0,0 0 0,0 1 0,0 0 0,16-4 0,-19 7 0,0 0 0,0 0 0,1 1 0,-1-1 0,0 1 0,1 1 0,-1-1 0,0 1 0,1 0 0,-1 0 0,0 0 0,0 1 0,5 2 0,-3-2 0,-1 1 0,1 1 0,-1-1 0,0 1 0,0 0 0,0 0 0,-1 1 0,1 0 0,-1 0 0,0 0 0,-1 1 0,1-1 0,-1 1 0,0 0 0,0 0 0,-1 1 0,0-1 0,0 1 0,2 8 0,-4-12 0,3 10 0,-1-1 0,-1 0 0,0 1 0,1 24 0,-3-34 0,0 0 0,0 0 0,-1 0 0,1 0 0,-1 0 0,0 0 0,0 0 0,0 0 0,0 0 0,-1 0 0,1 0 0,-1-1 0,1 1 0,-1 0 0,0-1 0,0 0 0,0 1 0,-1-1 0,1 0 0,0 0 0,-1 0 0,1 0 0,-1-1 0,0 1 0,-4 1 0,-4 1 0,-1 0 0,0-1 0,0-1 0,-21 3 0,-1-1 0,23-2 0,-1 0 0,0-1 0,0 0 0,1-1 0,-18-2 0,24 1 0,-1 0 0,0 0 0,1-1 0,-1 0 0,1 0 0,0 0 0,0-1 0,0 0 0,0 0 0,0 0 0,0-1 0,1 1 0,-5-5 0,3 1 0,0 1 0,1-1 0,0 0 0,0 0 0,0-1 0,1 0 0,0 1 0,-2-10 0,4 11 0,0-1 0,0 1 0,1 0 0,0 0 0,0-1 0,1 1 0,-1-1 0,1 1 0,1 0 0,0-1 0,2-10 0,-2 13 0,1 0 0,0 0 0,0 0 0,0 0 0,0 1 0,0-1 0,1 0 0,0 1 0,0 0 0,0 0 0,0 0 0,0 0 0,1 0 0,-1 1 0,1-1 0,0 1 0,0 0 0,-1 0 0,8-2 0,-4 2 0,0-1 0,0 1 0,1 1 0,-1 0 0,0 0 0,1 0 0,-1 1 0,0 0 0,1 0 0,12 3 0,-13-1 0,0 0 0,0 0 0,-1 1 0,1 1 0,-1-1 0,1 1 0,-1 0 0,-1 0 0,1 1 0,0-1 0,-1 1 0,0 1 0,0-1 0,-1 1 0,1 0 0,-1 0 0,-1 0 0,7 13 0,-4-5 0,0 0 0,-1 1 0,-1-1 0,0 1 0,-1 1 0,0-1 0,0 30 0,-3-42 0,0-1 0,0 0 0,0 1 0,0-1 0,-1 0 0,1 0 0,-1 1 0,0-1 0,1 0 0,-1 0 0,0 0 0,0 0 0,-1 0 0,1 0 0,0 0 0,-1 0 0,1 0 0,-1 0 0,1-1 0,-4 3 0,2-2 0,0 0 0,0-1 0,0 1 0,0-1 0,0 0 0,0 0 0,-1 0 0,1-1 0,0 1 0,-1-1 0,1 1 0,0-1 0,-7-1 0,0 0 0,-1 0 0,1-1 0,0-1 0,0 0 0,0 0 0,0 0 0,1-2 0,0 1 0,-11-7 0,13 6 0,0 0 0,0 0 0,1 0 0,0-1 0,0 0 0,0 0 0,1 0 0,0-1 0,0 0 0,1 0 0,-7-14 0,7 12 0,1 1 0,0-1 0,0 0 0,1 0 0,1 0 0,-1-1 0,2 1 0,-1-12 0,1 18 0,0 1 0,1-1 0,-1 0 0,1 1 0,-1-1 0,1 0 0,0 1 0,0-1 0,0 1 0,0 0 0,0-1 0,1 1 0,-1 0 0,1 0 0,-1 0 0,1 0 0,0 0 0,0 0 0,0 0 0,0 0 0,0 1 0,0-1 0,1 1 0,-1 0 0,0-1 0,1 1 0,-1 0 0,1 0 0,0 1 0,-1-1 0,1 1 0,4-1 0,5 0 0,1 0 0,-1 1 0,0 0 0,0 1 0,0 1 0,0 0 0,0 0 0,0 1 0,-1 1 0,1 0 0,-1 1 0,0 0 0,0 0 0,-1 1 0,16 12 0,-23-17-37,-1 1 0,0 0 1,0 0-1,0 0 0,0 0 0,0 0 0,0 0 0,-1 1 0,1-1 0,-1 0 0,1 1 0,-1 0 1,0-1-1,0 1 0,0 0 0,0-1 0,-1 1 0,1 0 0,-1 0 0,0-1 0,1 1 0,-1 0 1,-1 0-1,1 0 0,0 0 0,-1-1 0,1 1 0,-1 0 0,0 0 0,0-1 0,0 1 0,0-1 1,0 1-1,-1-1 0,1 1 0,-3 3 0,-6 4-6789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709 117 24575,'0'-3'0,"0"0"0,0 0 0,0 1 0,1-1 0,-1 0 0,1 0 0,-1 1 0,1-1 0,0 0 0,0 1 0,0-1 0,0 1 0,4-5 0,-3 4 0,1 1 0,-1-1 0,1 1 0,0 0 0,0 0 0,0 0 0,0 1 0,0-1 0,1 1 0,5-3 0,-1 2 0,1-1 0,-9 2 0,0 1 0,0 0 0,-1-1 0,1 1 0,0 0 0,0-1 0,-1 1 0,1 0 0,0 0 0,-1 0 0,1-1 0,0 1 0,-1 0 0,1 0 0,0 0 0,-1 0 0,1-1 0,0 1 0,-1 0 0,1 0 0,0 0 0,-1 0 0,1 0 0,-1 0 0,1 0 0,-1 0 0,-51-10 0,0 2 0,-62-1 0,48 5 0,-247-6 103,181 17-6094,94-4 3688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1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24575,'36'-19'0,"61"-24"0,-78 37 0,1 0 0,0 1 0,1 1 0,-1 0 0,22 0 0,-38 4 0,1 0 0,-1 0 0,0 1 0,1-1 0,-1 1 0,1 0 0,-1 0 0,0 0 0,5 3 0,-7-4 0,0 1 0,-1 0 0,1 1 0,-1-1 0,1 0 0,-1 0 0,1 1 0,-1-1 0,1 1 0,-1-1 0,0 1 0,0 0 0,0-1 0,0 1 0,0 0 0,-1 0 0,1 0 0,0 0 0,-1-1 0,1 1 0,-1 0 0,1 3 0,-1 3 0,1 1 0,-1 0 0,-1-1 0,1 1 0,-2-1 0,1 1 0,-1-1 0,0 1 0,-1-1 0,0 0 0,0 0 0,-1 0 0,0 0 0,0-1 0,0 0 0,-7 8 0,-10 12 0,15-20 0,0 1 0,0 0 0,0 0 0,1 0 0,0 1 0,-6 16 0,10-23 0,1 0 0,-1 0 0,1 0 0,0 0 0,0 0 0,-1-1 0,1 1 0,1 0 0,-1 0 0,0 0 0,0 0 0,1 0 0,-1 0 0,1-1 0,-1 1 0,1 0 0,0 0 0,1 2 0,0-1 0,0-1 0,0 0 0,0 1 0,1-1 0,-1 0 0,1 0 0,-1 0 0,1-1 0,0 1 0,3 1 0,5 2 0,0-1 0,1-1 0,-1 0 0,23 3 0,7-2 0,1-2 0,63-5 0,-87 1-1365,-3-2-5461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2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0 319 24575,'88'-18'0,"145"-47"0,-229 64 0,0-1 0,-1 1 0,1-1 0,0 0 0,-1-1 0,1 1 0,-1-1 0,0 1 0,0-1 0,5-6 0,-7 8 0,0 0 0,0 0 0,-1 0 0,1 0 0,0-1 0,-1 1 0,1 0 0,-1-1 0,0 1 0,1 0 0,-1-1 0,0 1 0,0 0 0,0-1 0,0 1 0,0 0 0,0-1 0,0 1 0,0 0 0,-1-1 0,1 1 0,0 0 0,-1-1 0,1 1 0,-1 0 0,0 0 0,1-1 0,-1 1 0,0 0 0,0 0 0,1 0 0,-1 0 0,0 0 0,0 0 0,0 0 0,-2 0 0,1-2 0,-1 1 0,0 1 0,0-1 0,0 0 0,0 1 0,0-1 0,-1 1 0,1 0 0,0 0 0,0 0 0,-1 1 0,1-1 0,-1 1 0,1-1 0,-1 1 0,1 0 0,-5 1 0,7-1 0,-1 1 0,0-1 0,0 0 0,1 1 0,-1-1 0,0 1 0,1 0 0,-1-1 0,0 1 0,1 0 0,-1 0 0,1 0 0,0 0 0,-1 0 0,1 1 0,0-1 0,-1 0 0,1 1 0,0-1 0,0 0 0,0 1 0,0 0 0,1-1 0,-1 1 0,0-1 0,1 1 0,-1 0 0,1-1 0,-1 1 0,1 0 0,0 0 0,0 0 0,0-1 0,0 3 0,0 2 0,1-1 0,0 1 0,0-1 0,1 1 0,-1-1 0,1 1 0,0-1 0,1 0 0,0 0 0,-1 0 0,1 0 0,1-1 0,-1 1 0,1-1 0,0 0 0,0 0 0,0 0 0,0 0 0,1-1 0,-1 1 0,1-1 0,0-1 0,0 1 0,0-1 0,6 3 0,11 0 0,1 0 0,-1-1 0,1-1 0,-1-1 0,1-1 0,0-1 0,23-4 0,-36 4 0,-1-1 0,0-1 0,1 0 0,-1 0 0,0-1 0,-1 0 0,18-9 0,-15 6 0,-1-1 0,0 0 0,0-1 0,0-1 0,11-12 0,-18 19 0,0 0 0,-1 0 0,1 0 0,0 0 0,0 1 0,1-1 0,-1 1 0,0 0 0,0 0 0,1 0 0,-1 0 0,0 0 0,1 1 0,-1 0 0,1-1 0,3 2 0,-4-2 0,0 1 0,0 1 0,0-1 0,-1 0 0,1 1 0,0 0 0,0-1 0,0 1 0,0 0 0,-1 0 0,1 1 0,-1-1 0,1 1 0,-1-1 0,1 1 0,-1 0 0,0 0 0,4 4 0,-33-20 0,7 1 0,1-1 0,0 0 0,-24-25 0,38 34 0,0 0 0,1 0 0,0 0 0,0-1 0,0 0 0,1 1 0,0-1 0,0 0 0,0-1 0,1 1 0,0 0 0,0-1 0,1 1 0,0-1 0,0 0 0,0 1 0,1-9 0,0 14 3,0 0 0,0-1 0,0 1 0,0 0 0,0 0 0,1 0 0,-1-1 0,1 1 0,-1 0-1,1 0 1,-1 0 0,1 0 0,-1 0 0,1 0 0,0 0 0,0 0 0,0 0 0,-1 0 0,1 0 0,0 0 0,0 1-1,0-1 1,0 0 0,0 1 0,0-1 0,1 0 0,-1 1 0,0 0 0,0-1 0,0 1 0,0 0 0,1-1 0,-1 1 0,0 0-1,0 0 1,1 0 0,-1 0 0,0 0 0,0 0 0,2 1 0,5 0-300,0 1 0,-1 0 0,0 0 0,15 6 0,-9-2-6529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2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75 142 24575,'-6'-2'0,"-26"-5"0,31 7 0,-1-1 0,0 1 0,0 0 0,0 0 0,0 0 0,0 0 0,0 1 0,0-1 0,0 0 0,0 1 0,0 0 0,1-1 0,-4 2 0,5-1 0,-1-1 0,0 1 0,1 0 0,-1-1 0,0 1 0,1 0 0,-1 0 0,1-1 0,-1 1 0,1 0 0,0 0 0,-1 0 0,1-1 0,0 1 0,0 0 0,-1 0 0,1 0 0,0 0 0,0 0 0,0 0 0,0 0 0,0-1 0,0 1 0,0 0 0,0 0 0,1 0 0,-1 0 0,0 0 0,1 0 0,-1-1 0,0 1 0,1 0 0,-1 0 0,1 0 0,0 0 0,3 5 0,0 0 0,0 0 0,6 6 0,-9-11 0,7 7 0,0 0 0,1-1 0,0 0 0,1 0 0,-1-1 0,1 0 0,1-1 0,-1 0 0,1 0 0,-1-1 0,1-1 0,0 0 0,1 0 0,-1-1 0,0-1 0,16 1 0,-25-2 0,1 0 0,0 0 0,0 0 0,0 0 0,-1-1 0,1 0 0,0 1 0,-1-1 0,1 0 0,0 0 0,-1 0 0,1 0 0,-1-1 0,0 1 0,1-1 0,-1 0 0,2-2 0,-2 2 0,0-1 0,0 1 0,-1-1 0,1 0 0,-1 0 0,0 0 0,0 0 0,0 0 0,0 0 0,0 0 0,-1 0 0,1 0 0,-1 0 0,0-6 0,0-10 0,0 0 0,-2 0 0,0 0 0,-5-20 0,6 34 0,-1-1 0,0 0 0,0 0 0,0 1 0,-1-1 0,0 1 0,0 0 0,0 0 0,0 0 0,-1 0 0,0 1 0,0-1 0,0 1 0,-1 0 0,1 0 0,-1 0 0,-5-2 0,7 4-76,0 1 1,0 0-1,0 0 0,-1 0 0,1 1 0,0-1 0,0 1 0,-1-1 1,1 1-1,0 0 0,-1 1 0,1-1 0,0 0 0,0 1 1,0 0-1,-1 0 0,-4 2 0,-4 3-6750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3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17 24575,'6'0'0,"0"0"0,0 1 0,-1-1 0,1 1 0,0 1 0,0-1 0,-1 1 0,1 0 0,-1 0 0,0 1 0,0-1 0,7 6 0,-9-7 0,-1 1 0,0 0 0,0 0 0,0 0 0,0 0 0,-1 1 0,1-1 0,-1 0 0,1 1 0,-1-1 0,0 1 0,0-1 0,0 1 0,0 0 0,0-1 0,0 1 0,-1 0 0,1 0 0,-1-1 0,0 1 0,0 0 0,0 0 0,0 0 0,-1 0 0,1-1 0,-1 1 0,-1 4 0,2-5 0,-1 1 0,0 0 0,0-1 0,-1 0 0,1 1 0,0-1 0,-1 0 0,1 1 0,-1-1 0,0 0 0,0 0 0,0 0 0,0-1 0,0 1 0,0 0 0,0-1 0,-1 1 0,1-1 0,0 0 0,-1 0 0,1 0 0,-1 0 0,-4 1 0,-5 0 0,1-1 0,0 0 0,0 0 0,-18-3 0,10 2 0,2-1 0,0 0 0,0-1 0,1-1 0,-28-8 0,37 9 0,1 0 0,-1-1 0,1 0 0,0-1 0,0 1 0,-6-6 0,9 7 0,0-1 0,0 1 0,1-1 0,-1 0 0,1 0 0,0 0 0,0 0 0,0 0 0,0-1 0,0 1 0,1-1 0,-2-4 0,2 6 0,1 0 0,-1 0 0,1 0 0,0 0 0,-1 0 0,1 0 0,0 0 0,0 0 0,0 0 0,1 0 0,-1 0 0,0 0 0,1 0 0,-1 0 0,1 0 0,0 0 0,0 1 0,0-1 0,1-2 0,0 1 0,0 1 0,0 0 0,0 0 0,0 0 0,1 1 0,-1-1 0,0 0 0,1 1 0,0-1 0,-1 1 0,1 0 0,3-1 0,6-1 0,0 0 0,0 1 0,0 1 0,0 0 0,15 1 0,5 0-1365,-18 1-5461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4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24575,'19'23'0,"-14"-16"0,0-1 0,1 1 0,-1-1 0,1-1 0,8 6 0,-13-9 0,1-1 0,0 0 0,-1-1 0,1 1 0,0 0 0,0 0 0,0-1 0,0 1 0,0-1 0,-1 1 0,1-1 0,0 0 0,0 0 0,0 0 0,0 0 0,0 0 0,0 0 0,0-1 0,0 1 0,0-1 0,0 1 0,0-1 0,-1 0 0,1 0 0,0 1 0,2-3 0,-2 1 0,0 1 0,0-1 0,0 1 0,0-1 0,0 0 0,0 0 0,-1 0 0,1 0 0,-1 0 0,0 0 0,1-1 0,0-3 0,8-31 0,-1 0 0,-8 35 0,0 0 0,0 0 0,0 0 0,0 0 0,0 0 0,1 0 0,-1 0 0,1 0 0,-1 0 0,1 1 0,0-1 0,0 1 0,2-2 0,-1 2 0,-1 0 0,1 0 0,-1 0 0,1 0 0,0 0 0,0 1 0,-1 0 0,1-1 0,0 1 0,0 0 0,0 0 0,-1 1 0,1-1 0,0 0 0,4 2 0,6 2 0,25 10 0,-15-5 0,-21-8-60,5 1-103,0 0 0,-1 1 0,1 0 0,-1 0-1,0 0 1,0 1 0,11 8 0,-9-3-6663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24575,'7'15'0,"1"-1"0,0-1 0,1 1 0,1-1 0,0-1 0,16 16 0,-20-23 0,1 1 0,-1-1 0,1 0 0,0-1 0,1 0 0,-1 0 0,1 0 0,-1-1 0,1 0 0,0-1 0,0 0 0,1 0 0,15 1 0,-18-2 0,0-1 0,0 0 0,0-1 0,0 1 0,0-1 0,0 0 0,-1-1 0,1 1 0,0-1 0,-1 0 0,1-1 0,-1 1 0,9-7 0,-10 6 0,0 0 0,0 0 0,-1-1 0,0 1 0,0-1 0,0 0 0,0 0 0,0 0 0,-1-1 0,0 1 0,1-1 0,-2 1 0,1-1 0,-1 1 0,1-1 0,-1 0 0,0-6 0,-1 2 0,0-1 0,-1 1 0,0-1 0,0 1 0,-1-1 0,-5-14 0,7 24 0,2 8 0,2 0 0,-1 1 0,1-1 0,1 0 0,-1-1 0,1 1 0,1-1 0,-1 0 0,1 0 0,11 10 0,-11-12 0,0 0 0,0-1 0,0 0 0,1 0 0,0 0 0,0 0 0,0-1 0,0 0 0,0-1 0,0 0 0,1 0 0,-1 0 0,15 0 0,-17-1 0,0-1 0,0 0 0,0-1 0,-1 1 0,1-1 0,0 0 0,0 0 0,4-2 0,-7 2 0,-1 0 0,1 0 0,0 0 0,-1 0 0,1 0 0,-1 0 0,0 0 0,1-1 0,-1 1 0,0 0 0,0-1 0,0 1 0,0-1 0,0 0 0,0 1 0,0-1 0,-1 0 0,1 1 0,0-1 0,-1 0 0,1 0 0,-1 0 0,0-3 0,1-47 0,-1 52 0,0-1 0,0 1 0,0 0 0,0 0 0,0 0 0,0-1 0,0 1 0,0 0 0,0 0 0,0 0 0,0-1 0,0 1 0,0 0 0,1 0 0,-1 0 0,0 0 0,0-1 0,0 1 0,0 0 0,0 0 0,1 0 0,-1 0 0,0 0 0,0 0 0,0 0 0,1-1 0,-1 1 0,0 0 0,0 0 0,0 0 0,1 0 0,-1 0 0,10 2 0,12 9 0,-17-8 0,14 7 0,39 14 0,-52-22 0,-1 0 0,1-1 0,0 0 0,0 0 0,0 0 0,0 0 0,0-1 0,0 0 0,0-1 0,0 1 0,11-3 0,-15 2 0,0 1 0,-1-1 0,1 0 0,-1 1 0,1-1 0,-1 0 0,1 0 0,-1 0 0,0 0 0,1 0 0,-1 0 0,0-1 0,0 1 0,0 0 0,0 0 0,0-1 0,0 1 0,0-1 0,-1 1 0,1-1 0,0 1 0,0-3 0,0-2 0,0 0 0,-1 0 0,1 0 0,-1 0 0,-1-6 0,1 7 0,-1 1 0,1-1 0,1 0 0,-1 0 0,1 0 0,1-7 0,-2 12 0,0-1 0,1 1 0,-1-1 0,0 1 0,1-1 0,-1 1 0,0-1 0,1 1 0,-1-1 0,0 1 0,1-1 0,-1 1 0,1 0 0,-1-1 0,1 1 0,-1 0 0,1-1 0,-1 1 0,1 0 0,-1 0 0,1-1 0,0 1 0,-1 0 0,2 0 0,-1 0 0,1 0 0,0 0 0,-1 0 0,1 0 0,0 0 0,-1 1 0,1-1 0,3 2 0,2 1 0,0 0 0,13 9 0,-18-10 0,57 38 0,38 23 0,-86-58-1365,-1-1-5461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6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24575,'0'-2'0,"0"1"0,0 4 0,-2 3 0,-2 4 0,-1 2 0,-3-1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6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24575,'9'3'0,"-1"0"0,1 1 0,-1-1 0,0 2 0,0-1 0,0 1 0,-1 0 0,10 9 0,3 4 0,26 32 0,42 62 0,-9-10 0,-49-67-682,40 37-1,-55-59-6143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6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 24575,'-30'0'0,"-11"2"0,-5 1 0,2 3 0,2 4 0,7 2 0,6 0 0,8-1-8191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7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24575,'-21'0'0,"-35"1"0,51 0 0,0 0 0,0 0 0,0 0 0,0 0 0,0 1 0,1-1 0,-1 1 0,-7 5 0,10-6 0,1 0 0,0 0 0,-1 0 0,1 0 0,0 0 0,0 0 0,-1 0 0,1 1 0,0-1 0,0 0 0,0 1 0,1-1 0,-1 1 0,0-1 0,1 1 0,-1 0 0,1-1 0,-1 1 0,0 3 0,1-3 0,0 1 0,1-1 0,-1 1 0,1-1 0,-1 1 0,1-1 0,0 0 0,-1 1 0,1-1 0,0 0 0,3 5 0,1 0 0,0-1 0,0 1 0,1-1 0,0-1 0,0 1 0,0-1 0,8 6 0,1-2 0,1 0 0,0-2 0,0 1 0,1-2 0,30 8 0,-21-8 0,-1-2 0,1-1 0,35 1 0,-57-4 12,1 0 0,0-1 0,0 1 0,0-1 0,0 0 0,0 0 0,-1 0 0,1-1 0,6-3 0,-9 4-65,-1 0 0,1 0 0,-1 0 0,1 0 0,-1 0 0,0 0 0,1-1 0,-1 1 0,0-1 0,0 1 0,0-1 0,0 1-1,0-1 1,0 0 0,-1 1 0,1-1 0,0 0 0,-1 1 0,0-1 0,1 0 0,-1 0 0,0 0 0,0 0 0,0 1 0,0-1 0,0 0 0,-1-3 0,-1-7-6773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7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24575,'12'20'0,"7"6"0,0 1 0,-1-1 0,-3-3 0,-2-5 0,-4-6-8191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7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24575,'5'3'0,"2"3"0,1 2 0,3 4 0,1 1 0,-1 1 0,-2-2-8191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7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173 239 24575,'-4'-1'0,"0"0"0,0 0 0,0 0 0,0-1 0,1 0 0,-1 0 0,0 0 0,1 0 0,-1 0 0,-5-6 0,1 2 0,-4-3 0,1 0 0,0 0 0,0-1 0,1 0 0,-16-23 0,21 26 0,1 0 0,-1 0 0,2-1 0,-1 1 0,1-1 0,0 0 0,1 0 0,0 0 0,0 0 0,0 0 0,0-15 0,4 11-1365,0 2-5461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29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46 382 24575,'-1'-1'0,"1"1"0,-1-1 0,0 0 0,1 1 0,-1-1 0,0 0 0,0 1 0,1-1 0,-1 1 0,0-1 0,0 1 0,0-1 0,0 1 0,0 0 0,1 0 0,-1-1 0,0 1 0,0 0 0,0 0 0,0 0 0,0 0 0,0 0 0,-2 0 0,2 1 0,0-1 0,0 1 0,0-1 0,0 1 0,1 0 0,-1-1 0,0 1 0,0 0 0,0 0 0,1 0 0,-1 0 0,0 0 0,1 0 0,-1 0 0,1 0 0,-1 2 0,-2 3 0,2 0 0,-1 0 0,1 1 0,0-1 0,-1 12 0,2-16 0,0 0 0,0 1 0,0-1 0,0 0 0,1 1 0,-1-1 0,1 0 0,0 1 0,-1-1 0,1 0 0,0 0 0,0 0 0,0 0 0,1 0 0,-1 0 0,0 0 0,3 2 0,-1-1 0,-1-2 0,1 1 0,0 0 0,0 0 0,-1-1 0,1 1 0,0-1 0,0 0 0,1 0 0,-1 0 0,0-1 0,4 1 0,15 1 0,0-1 0,0 0 0,0-2 0,-1-1 0,1-1 0,24-6 0,-40 7 0,0 1 0,0-1 0,0-1 0,0 1 0,0-1 0,0 0 0,8-6 0,-12 7 0,1 0 0,-1 0 0,0-1 0,1 1 0,-1 0 0,0-1 0,0 1 0,0-1 0,-1 0 0,1 1 0,-1-1 0,0 0 0,1 0 0,-1 0 0,0 0 0,1-7 0,-2 1 0,1 1 0,-1-1 0,-1 0 0,0 0 0,0 0 0,0 1 0,-1-1 0,-5-12 0,0 3 0,-2 0 0,-17-28 0,14 24 0,-12-32 0,17 37 0,0 1 0,-1-1 0,-1 1 0,-13-19 0,15 28 0,0-1 0,-1 1 0,0 0 0,0 1 0,0 0 0,-18-9 0,26 14 0,0 1 0,-1 0 0,1 0 0,-1-1 0,1 1 0,0 0 0,-1 0 0,1 0 0,0-1 0,-1 1 0,1 0 0,-1 0 0,1 0 0,0 0 0,-1 0 0,1 0 0,-1 0 0,1 0 0,-1 0 0,1 0 0,0 0 0,-1 0 0,1 0 0,-1 0 0,1 1 0,0-1 0,-1 0 0,1 0 0,0 0 0,-1 1 0,0-1 0,1 1 0,0 0 0,-1 0 0,1 0 0,0-1 0,-1 1 0,1 0 0,0 0 0,0 0 0,0 0 0,0 0 0,0 0 0,0-1 0,0 3 0,7 27 0,-1-17 0,1-1 0,1 1 0,0-2 0,0 1 0,1-1 0,1-1 0,16 15 0,25 30 0,-41-42 0,0 0 0,1-1 0,1 0 0,0-1 0,1-1 0,0 0 0,0-1 0,1 0 0,0-1 0,24 10 0,-13-7 0,-12-5 0,0-1 0,18 5 0,-8-5 0,0 0 0,0-2 0,0 0 0,0-2 0,40-2 0,-59 1 0,-1 0 0,0-1 0,0 0 0,1 0 0,-1 0 0,0 0 0,0 0 0,0 0 0,0-1 0,0 1 0,0-1 0,0 0 0,-1 0 0,1 0 0,-1 0 0,1-1 0,2-3 0,-2 2 0,-1 0 0,0 0 0,0 0 0,0 0 0,0-1 0,-1 1 0,1 0 0,-1-1 0,0 0 0,-1 1 0,1-7 0,0 2 0,-2 0 0,1 0 0,-1 0 0,0 0 0,-1 0 0,0 1 0,-1-1 0,0 1 0,0 0 0,0-1 0,-1 1 0,-8-12 0,10 17 0,0 1 0,0-1 0,-1 1 0,1-1 0,0 1 0,-1 0 0,1 0 0,-1 0 0,0 0 0,0 1 0,-3-2 0,5 2 0,1 1 0,-1 0 0,0 0 0,0 0 0,0-1 0,0 1 0,0 0 0,0 0 0,0 0 0,1 1 0,-1-1 0,0 0 0,0 0 0,0 0 0,0 1 0,0-1 0,-1 1 0,1 0 0,0 0 0,0 0 0,-1 0 0,1 0 0,0 0 0,0 0 0,0 1 0,0-1 0,1 0 0,-1 1 0,0-1 0,0 1 0,0 1 0,-1 1 0,0 1 0,1 0 0,0 0 0,-1 0 0,2-1 0,-1 1 0,0 0 0,1 0 0,0 0 0,0 0 0,0 0 0,1 0 0,0 0 0,0 0 0,0 0 0,1 0 0,-1-1 0,1 1 0,0 0 0,0-1 0,1 0 0,-1 1 0,1-1 0,0 0 0,0 0 0,1-1 0,-1 1 0,1-1 0,0 1 0,0-1 0,0 0 0,0-1 0,6 4 0,11 3 0,0-2 0,1 0 0,0-1 0,26 3 0,91 5 0,17-12-1365,-140-2-5461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6:30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3 0,3 2 0,0 1 0,0-2-8191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24575,'1'-1'0,"0"-1"0,0 1 0,0-1 0,0 1 0,0-1 0,0 1 0,1 0 0,-1 0 0,1 0 0,1-2 0,-3 3 0,0 0 0,0 0 0,0 0 0,0 0 0,0 0 0,1 0 0,-1 0 0,0 0 0,0 0 0,0 0 0,0 0 0,0 0 0,0 0 0,1 1 0,-1-1 0,0 0 0,0 0 0,0 0 0,0 0 0,0 0 0,0 0 0,0 0 0,1 0 0,-1 0 0,0 0 0,0 1 0,0-1 0,0 0 0,0 0 0,0 0 0,0 0 0,0 0 0,0 0 0,0 0 0,0 1 0,0-1 0,0 0 0,0 0 0,0 0 0,0 14 0,-5 54 0,5 81 0,1-63 0,-1 665 0,-7-569 0,-1-5 0,18 167 0,-3 22 0,-9-228 0,11 113 0,12 40 0,-14-202 0,0 22 0,0 1 0,1 7 0,-8-91 0,1-1 0,6 34 0,-2-29 0,-4-23 0,0 0 0,0 0 0,1 0 0,1 0 0,-1-1 0,1 1 0,1-1 0,4 9 0,4 8-1365,-8-14-5461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2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6358 1 24575,'-7'0'0,"0"1"0,0 1 0,0-1 0,0 1 0,-11 5 0,-15 3 0,-14-2 0,-1-1 0,0-3 0,-57-2 0,-313 6 0,89-3 0,5 1 0,89 6 0,-71 5 0,-111 6 0,214-14 0,-308-3 0,324-7 0,-32-7 0,120 2 0,-192-9 0,179 9 0,-79-2 0,-759 8 0,768 8 0,4-1 0,66-6 0,-206-3 0,136-20 0,26 2 0,146 19-114,-2 0-136,0 0-1,0 1 1,0 0 0,-23 4 0,25 0-6576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4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24575,'19'27'0,"10"14"0,4 5 0,1-1 0,1-5 0,-2-5 0,-1-3 0,-1-2 0,2-5 0,2 0 0,0-3 0,-3-2 0,-8-5-8191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5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553 0 24575,'-5'49'0,"-13"118"0,12-132 0,-1 0 0,-21 58 0,20-73 0,0 0 0,-2-1 0,0 0 0,-1 0 0,-1-1 0,-1-1 0,0 0 0,-31 29 0,19-24 30,-1-2 0,0 0 0,-55 29 0,33-25-773,-79 28 1,101-43-6084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5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1179 59 24575,'-44'14'0,"-2"-1"0,0-3 0,0-1 0,-1-3 0,-92 1 0,-84-18 0,-39-17 0,176 14 0,-87-25 0,126 22-1365,28 8-5461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2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24575,'249'-12'0,"-191"13"0,-1 3 0,78 14 0,-53 1-89,0 3 0,-1 4 0,141 66 0,-133-47-30,-3 5 0,158 118 0,-207-139-131,-1 2 1,-2 2 0,-1 1 0,30 40-1,-44-46-5981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2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24575,'49'59'0,"104"129"0,-119-141 0,-3 1 0,32 62 0,-54-90 20,0 0 0,-2 0 0,0 1 0,-1 0 0,2 22 0,-6-32-144,-1 0 0,0 1 1,-1-1-1,0 1 0,0-1 0,-2 0 1,1 1-1,-2-1 0,1 0 0,-1 0 1,-6 12-1,-1-4-6702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3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993 2 24575,'-101'-1'0,"-108"2"0,198 0 0,1 0 0,-1 1 0,1 0 0,0 0 0,-1 1 0,1 1 0,1 0 0,-1 0 0,-15 9 0,8-1 0,-1 1 0,2 0 0,-27 28 0,17-17 0,-2-2 0,0 0 0,-52 29 0,-6 4 0,-48 24 96,61-37-1557,56-33-5365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3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24575,'7'29'0,"3"13"0,-1 1 0,-1-2 0,-3-5 0,-2-6 0,-1-4 0,-1-3 0,-1-6-8191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24575,'-10'15'0,"-3"7"0,1 5 0,2 2 0,3 2 0,2-2 0,3-6-8191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6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407 232 24575,'-30'-22'0,"-16"-10"0,-11-4 0,-6-1-1478,2 3 1478,2 5 0,8 5 0,11 7-6713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6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24575,'-5'15'0,"-1"10"0,-1 2 0,2 3 0,2 0 0,3 0 0,5 1 0,1-2 0,2 1 0,2-1 0,-1-2 0,-1-4 0,-3-5-8191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7:37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52 24575,'-27'-10'0,"-12"-3"0,-1 1 0,4 2 0,5 5 0,8 4-8191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24575,'3'0'0,"0"3"0,2 3 0,4 2 0,-1 4 0,-1 1 0,-3 1 0,0 1 0,-3 0 0,-2-2 0,-3-2 0,-1 1 0,-2 0 0,0-2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1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24575,'0'25'0,"0"10"0,0 2 0,0-4 0,0-3 0,0-6 0,0-4 0,0-3 0,0-2 0,0-1 0,2 0 0,1-1 0,1 1 0,-2 0 0,0 0 0,-1 0 0,0-2-8191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2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24575,'6'23'0,"5"14"0,-2-1 0,7 65 0,-16-94 0,0 1 0,-1-1 0,0 0 0,0 0 0,0 0 0,-4 10 0,-18 40 0,15-39 0,5-9-227,0 0-1,0 0 1,0 0-1,1 1 1,-1 16-1,2-13-6598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3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7 24575,'0'-1'0,"0"1"0,-1-1 0,1 1 0,0-1 0,-1 1 0,1 0 0,0-1 0,-1 1 0,1 0 0,-1-1 0,1 1 0,-1 0 0,1-1 0,-1 1 0,1 0 0,-1 0 0,1 0 0,-1-1 0,1 1 0,-1 0 0,1 0 0,-1 0 0,0 0 0,1 0 0,-1 0 0,1 0 0,-1 0 0,1 0 0,-1 0 0,1 1 0,-1-1 0,1 0 0,-1 0 0,1 0 0,-1 1 0,1-1 0,-1 0 0,1 1 0,-1-1 0,1 0 0,-1 1 0,1-1 0,0 0 0,-1 1 0,1-1 0,0 1 0,-1-1 0,1 1 0,0-1 0,0 1 0,-1-1 0,1 1 0,0-1 0,0 1 0,0-1 0,0 1 0,-1 0 0,0 5 0,0-1 0,-1 1 0,2-1 0,-1 9 0,2 27 45,1 0-1,17 81 1,-9-71-795,2 59 1,-11-97-6077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8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8 24575,'-5'0'0,"4"0"0,-1 0 0,1 0 0,-1 0 0,0 0 0,1 0 0,-1 0 0,0-1 0,1 1 0,-1 0 0,0-1 0,1 0 0,-1 1 0,1-1 0,-2-1 0,20 6 0,217 79 0,-230-81 0,-2-1 0,1 0 0,-1 0 0,0 0 0,1 0 0,-1 0 0,0 1 0,0-1 0,2 3 0,-4-4 0,0 0 0,0 1 0,0-1 0,0 0 0,0 0 0,0 0 0,0 0 0,0 1 0,0-1 0,0 0 0,0 0 0,0 0 0,0 0 0,0 1 0,0-1 0,0 0 0,0 0 0,0 0 0,0 0 0,-1 0 0,1 1 0,0-1 0,0 0 0,0 0 0,0 0 0,0 0 0,0 0 0,-1 0 0,1 0 0,0 0 0,0 0 0,0 1 0,0-1 0,0 0 0,-1 0 0,1 0 0,0 0 0,0 0 0,0 0 0,0 0 0,-1 0 0,1 0 0,0 0 0,0 0 0,0 0 0,0 0 0,-1 0 0,1-1 0,-10 2 0,-9-4 0,0 0 0,1-2 0,-1 0 0,-30-14 0,19 7 0,-3 1 0,1-1 0,-43-20 0,66 26 0,15 6 0,15 5 0,215 83 0,-161-57 0,-73-30-58,-6-3 203,-6-2-1597,2 0-5374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0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26 24575,'5'-5'0,"15"-12"0,-19 16 0,-1 1 0,1 0 0,0-1 0,-1 1 0,1 0 0,0-1 0,0 1 0,-1 0 0,1 0 0,0 0 0,0 0 0,0 0 0,-1 0 0,1 0 0,0 0 0,0 0 0,0 0 0,-1 0 0,1 0 0,0 1 0,0-1 0,-1 0 0,1 0 0,0 1 0,0-1 0,-1 1 0,1-1 0,1 1 0,-2 0 0,1 0 0,-1-1 0,1 1 0,-1 0 0,0-1 0,1 1 0,-1 0 0,0 0 0,1-1 0,-1 1 0,0 0 0,0 0 0,0-1 0,0 1 0,0 0 0,0 0 0,0 0 0,0-1 0,0 1 0,0 0 0,0 0 0,0 0 0,-1-1 0,1 1 0,0 0 0,0 0 0,-1-1 0,1 1 0,-1 0 0,1-1 0,-1 2 0,-17 19 0,18-20 0,-16 14 0,-30 21 0,28-22 0,-23 22 0,26-21-113,5-6-137,1 1-1,-1 0 1,2 0-1,-13 21 1,16-23-6576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21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24575,'0'22'0,"1"1"0,6 32 0,38 136 0,-17-78 0,25 67 0,-9-33 0,-24-81 0,-12-44 0,-2 1 0,0 0 0,-1 0 0,3 42 0,-7-56-170,-1-1-1,1 1 0,1 0 1,0 0-1,0-1 0,1 1 1,4 10-1,-2-9-6655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10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24575,'-3'0'0,"-13"1"0,16 3 0,7 3 0,18 9 0,1-1 0,0-1 0,49 18 0,-69-29 0,32 10 0,-23-8 0,0 1 0,0 1 0,19 10 0,-65-31 0,11 6 0,-32-16 0,13 8 0,-63-39 0,92 48 0,1 2 0,17 13 0,4 2 0,1 0 0,0-1 0,19 10 0,0 0 0,26 14 0,-42-26 0,-1 2 0,0 0 0,-1 0 0,0 1 0,14 14 0,-23-18-69,-6-3 241,-11-6-1640,2-3-5358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11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8 24575,'0'0'0,"0"0"0,0-1 0,0 1 0,0 0 0,0 0 0,0-1 0,0 1 0,0 0 0,0 0 0,0-1 0,0 1 0,0 0 0,0 0 0,0-1 0,0 1 0,0 0 0,0 0 0,-1-1 0,1 1 0,0 0 0,0 0 0,0 0 0,0-1 0,0 1 0,-1 0 0,1 0 0,0 0 0,0-1 0,0 1 0,-1 0 0,1 0 0,0 0 0,0 0 0,-1 0 0,1 0 0,0 0 0,0-1 0,-1 1 0,-11 6 0,-16 21 0,22-20 0,-26 22 0,-65 43 0,25-20 0,61-44 0,7-5 0,-1 0 0,1 1 0,0-1 0,0 1 0,-4 5 0,8-9 2,0 0 0,0 0-1,0 0 1,0 0 0,0 0-1,1 0 1,-1 0-1,0 0 1,0 0 0,0 0-1,0 0 1,0 0 0,0 0-1,0 0 1,1 0 0,-1 0-1,0 0 1,0 0 0,0 0-1,0 0 1,0 0 0,0 0-1,0 0 1,1 0-1,-1 0 1,0 0 0,0 1-1,0-1 1,0 0 0,0 0-1,0 0 1,0 0 0,0 0-1,0 0 1,0 0 0,0 0-1,0 1 1,0-1 0,1 0-1,-1 0 1,0 0-1,0 0 1,0 0 0,0 0-1,0 1 1,0-1 0,0 0-1,0 0 1,0 0 0,0 0-1,0 0 1,-1 0 0,1 0-1,0 1 1,0-1 0,0 0-1,0 0 1,11-4-1463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11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 24575,'-4'-3'0,"5"8"0,7 8 0,5 2 0,0-1 0,2 0 0,-1-1 0,27 17 0,70 37 0,-12-17 0,-96-49-30,-5-2 105,-6-3-1485,0 0-5416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26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34 24575,'2'-7'0,"-1"5"0,0 0 0,0 0 0,0 0 0,-1-1 0,1 1 0,-1 0 0,1-1 0,-1 1 0,0-4 0,-11 17 0,-1 8 0,1 0 0,1 1 0,0 0 0,-8 27 0,10-19 0,-6 35 0,6-25 0,2-16 0,-1 0 0,-1-1 0,-13 25 0,2 5 0,16-39 0,-2 0 0,1-1 0,-2 1 0,1-1 0,-9 11 0,2-5 0,5-9 0,1 0 0,0 1 0,0-1 0,1 1 0,0 0 0,0 0 0,1 1 0,1-1 0,-4 16 0,4-3 0,-1 0 0,-1 0 0,-1-1 0,-1 0 0,-1 0 0,-19 36 0,21-44-35,1-1-1,0 1 0,0 0 1,1 1-1,1-1 0,-2 21 1,0-6-1081,2-15-5710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5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418 375 24575,'-29'-27'0,"-13"-11"0,-3-2 0,3 1 0,3 5 0,5 3 0,2 5 0,4 1 0,3 3 0,-1 0 0,3 1 0,3 3 0,1 0 0,5 5-8191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58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24575,'4'-1'0,"58"-10"0,-56 10 0,-1 1 0,1 0 0,0 0 0,-1 0 0,1 1 0,-1-1 0,1 1 0,9 4 0,-14-5 0,1 1 0,-1 0 0,1 0 0,-1 0 0,0 0 0,1 0 0,-1 0 0,0 0 0,0 0 0,0 0 0,0 1 0,0-1 0,0 0 0,0 1 0,-1-1 0,1 1 0,0-1 0,-1 1 0,1-1 0,-1 1 0,1-1 0,-1 1 0,0-1 0,0 1 0,0 0 0,0-1 0,0 1 0,0-1 0,0 4 0,-2 5 0,0 0 0,-1 0 0,-6 17 0,0-2 0,6-13 0,-2 8 0,1 0 0,-4 35 0,8-48 0,0 0 0,0 0 0,1 1 0,0-1 0,0 0 0,1 0 0,0 0 0,0-1 0,0 1 0,1 0 0,6 9 0,-3-5 0,0-1 0,1-1 0,0 1 0,1-1 0,12 12 0,-16-18 0,0 1 0,1-1 0,-1 0 0,1 0 0,0-1 0,0 0 0,0 1 0,0-2 0,0 1 0,1 0 0,-1-1 0,0 0 0,1-1 0,5 1 0,-2 0-119,0-1-131,0 1 1,-1-2 0,1 1 0,17-4 0,-17 1-6577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58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24575,'-20'0'0,"-9"2"0,-1 1 0,1 1 0,3-2 0,4 2 0,3 1 0,0-2 0,1 0 0,0-1 0,5-1-8191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59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45 24575,'-27'-7'0,"-11"-3"0,-2 1 0,4 1 0,5 3 0,5 2 0,5 1 0,7 1-8191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8:59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46 24575,'-29'-8'0,"-13"-2"0,-1 1 0,4 2 0,6 1 0,7 3 0,5 1 0,3 1 0,5 1-8191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0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24575,'4'0'0,"-1"0"0,0 0 0,1 1 0,-1-1 0,0 1 0,0 0 0,1-1 0,-1 1 0,0 1 0,0-1 0,0 0 0,4 4 0,-3-3 0,-1 1 0,0 1 0,1-1 0,-2 0 0,1 1 0,0 0 0,-1-1 0,4 9 0,1 1 0,-1 0 0,-1 0 0,0 1 0,-1 0 0,0 0 0,3 29 0,-7-40 0,0 0 0,0 0 0,0 0 0,-1 0 0,1-1 0,-1 1 0,0 0 0,1 0 0,-1 0 0,-1 0 0,1 0 0,0-1 0,-1 1 0,1-1 0,-1 1 0,0-1 0,0 1 0,0-1 0,0 0 0,0 0 0,0 0 0,-1 0 0,1 0 0,-1-1 0,1 1 0,-1-1 0,0 0 0,0 1 0,1-1 0,-1-1 0,0 1 0,0 0 0,0-1 0,0 1 0,0-1 0,-5 0 0,-3 0 0,0 0 0,0-1 0,0 0 0,0-1 0,0 0 0,0 0 0,-11-5 0,16 4 0,0 1 0,1-1 0,-1 0 0,0 0 0,1 0 0,0-1 0,0 0 0,0 0 0,0-1 0,0 1 0,1-1 0,0 0 0,-6-9 0,8 10 0,0 1 0,1-1 0,-1 0 0,1 0 0,0 0 0,0 0 0,1 0 0,-1 0 0,1-1 0,0 1 0,0 0 0,0 0 0,0 0 0,1 0 0,-1 0 0,1 0 0,3-7 0,-2 5 0,0 1 0,1-1 0,-1 1 0,1 0 0,1 0 0,-1 0 0,1 0 0,0 0 0,0 1 0,0 0 0,8-7 0,-8 9-114,-1 0 1,0 1-1,1-1 0,-1 1 0,1 0 1,-1 0-1,1 0 0,0 0 0,-1 1 1,1-1-1,6 1 0,2 0-6712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0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24575,'0'2'0,"2"1"0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0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3 24575,'7'1'0,"0"0"0,0 1 0,0 0 0,-1 0 0,1 1 0,-1 0 0,0 0 0,0 0 0,0 1 0,0 0 0,-1 0 0,1 0 0,-1 1 0,0-1 0,0 2 0,-1-1 0,1 0 0,-1 1 0,0 0 0,-1 0 0,1 0 0,3 9 0,-5-9 0,1 0 0,-1 0 0,0 1 0,-1-1 0,1 1 0,0 9 0,-2-14 0,0 0 0,-1 0 0,1 0 0,0-1 0,-1 1 0,1 0 0,-1 0 0,1 0 0,-1 0 0,0-1 0,0 1 0,0 0 0,0-1 0,0 1 0,0 0 0,0-1 0,0 0 0,-1 1 0,1-1 0,-1 0 0,1 1 0,-1-1 0,1 0 0,-1 0 0,0 0 0,-2 1 0,-2 0 0,1-1 0,-1 1 0,1-1 0,-1 0 0,1 0 0,-1-1 0,1 1 0,-1-1 0,0-1 0,1 1 0,-1-1 0,0 0 0,-7-2 0,-7-3 0,-1-1 0,-20-11 0,33 14 0,-1 0 0,1 0 0,0-1 0,-1 0 0,1 0 0,1-1 0,-1 0 0,-10-11 0,17 15 0,-1 0 0,0 0 0,0 0 0,1-1 0,0 1 0,-1 0 0,1 0 0,0-1 0,0 1 0,0-1 0,0 1 0,0-1 0,1 1 0,-1-1 0,1 1 0,0-1 0,0 0 0,0 1 0,0-1 0,0 0 0,0 1 0,1-1 0,-1 1 0,1-1 0,0 1 0,0-1 0,0 1 0,0-1 0,0 1 0,0 0 0,4-5 0,-3 5 7,0-1-1,0 0 1,1 1 0,-1 0-1,1-1 1,0 1 0,-1 0-1,1 1 1,0-1-1,0 0 1,0 1 0,1 0-1,-1-1 1,0 1 0,5-1-1,2 1-276,1 0 0,-1 0 0,18 2 0,-22-1-121,7 1-6435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1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24575,'11'4'0,"1"1"0,-1 0 0,-1 1 0,1 0 0,-1 0 0,0 1 0,0 1 0,15 15 0,-20-18 0,0 0 0,0 1 0,-1-1 0,0 1 0,0 0 0,-1 0 0,0 0 0,0 1 0,0-1 0,-1 1 0,0-1 0,0 1 0,0 0 0,-1 0 0,0 0 0,0 12 0,-2-18 0,1 1 0,0 0 0,0-1 0,-1 1 0,1-1 0,0 1 0,-1 0 0,0-1 0,1 1 0,-1-1 0,0 0 0,0 1 0,0-1 0,0 0 0,0 1 0,0-1 0,-2 2 0,1-1 0,-1-1 0,1 1 0,-1-1 0,1 0 0,-1 1 0,0-1 0,1 0 0,-1-1 0,-4 2 0,0-1 0,-1 0 0,1-1 0,-1 0 0,1 0 0,-1-1 0,1 0 0,-8-1 0,5 0 0,0-1 0,1 0 0,-1 0 0,1-1 0,-1 0 0,1-1 0,1 0 0,-1 0 0,1-1 0,0 0 0,0-1 0,0 0 0,1 0 0,-7-9 0,13 15 4,0 0 0,0-1-1,0 1 1,1-1-1,-1 0 1,0 1 0,1-1-1,-1 0 1,1 1 0,0-1-1,0 0 1,-1 1-1,1-1 1,0 0 0,0 0-1,1 1 1,-1-1 0,0 0-1,0 1 1,1-1-1,-1 0 1,1 1 0,0-1-1,-1 1 1,1-1 0,0 1-1,0-1 1,0 1-1,0-1 1,0 1 0,0 0-1,2-2 1,0 0-139,1-1 0,0 1 0,0 0 0,0 0 0,0 0 0,1 1 0,-1 0 0,1-1 0,-1 2 0,6-3 0,3 1-6691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2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24575,'-5'13'0,"0"0"0,0 1 0,1 0 0,1-1 0,0 1 0,1 0 0,0 1 0,1-1 0,1 0 0,0 0 0,1 0 0,5 29 0,6 5 0,2 1 0,26 62 0,-13-42 0,-24-59 0,32 101 0,-31-97 0,-2 1 0,0 0 0,0 0 0,-1 0 0,-3 26 0,2-39 5,0 0 0,0-1 0,0 1 0,0 0 0,-1 0 0,1 0 0,-1 0 0,0 0 0,1-1 0,-1 1 0,0 0 0,0 0 0,0-1 0,0 1 0,-1-1 0,1 1 0,0-1 0,-1 0 0,1 1 0,-1-1 0,1 0 0,-1 0 0,-2 2 0,1-2-111,0-1 0,0 1 0,0 0 0,0-1 0,-1 0 0,1 1-1,0-1 1,0 0 0,0-1 0,-1 1 0,1-1 0,0 1 0,-4-2 0,-5-2-6720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3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24575,'12'2'0,"7"1"0,0-2 0,-1-2 0,-1-3 0,-1-3 0,-3 0-8191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3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24575,'-1'17'0,"0"0"0,1-1 0,0 1 0,1 0 0,1-1 0,1 1 0,1-1 0,5 18 0,1-7 0,1 0 0,1-1 0,30 45 0,-34-59 0,14 24 0,-21-34 0,0 0 0,0 1 0,0-1 0,0 0 0,-1 1 0,1-1 0,-1 0 0,1 1 0,-1-1 0,0 0 0,0 1 0,0-1 0,-1 5 0,1-6-54,-1 0-1,1 0 0,-1 0 1,0 0-1,1 0 1,-1 0-1,0 0 0,0 0 1,0 0-1,0 0 1,0-1-1,1 1 0,-1 0 1,0-1-1,-1 1 0,1-1 1,0 1-1,0-1 1,0 1-1,0-1 0,0 0 1,0 1-1,-1-1 1,0 0-1,-9 2-6771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24575,'-4'13'0,"0"0"0,1 1 0,0-1 0,1 1 0,0-1 0,2 1 0,0 16 0,13 97 0,-13-122 0,9 49 0,30 101 0,-26-118 0,1-1 0,1-1 0,32 52 0,-38-73 24,1 0 0,0 0 0,2-1 0,20 19 0,-26-26-148,0-1 0,0 0 1,1 0-1,0-1 0,0 0 0,0 0 1,1-1-1,-1 0 0,1 0 0,-1-1 1,17 3-1,-12-4-6702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4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24575,'9'-8'0,"2"1"0,-1-1 0,1 2 0,1 0 0,17-8 0,-24 12 0,0 1 0,1-1 0,-1 1 0,0 0 0,1 0 0,-1 1 0,0 0 0,1 0 0,-1 0 0,1 0 0,-1 1 0,0 0 0,1 0 0,-1 0 0,8 4 0,-6-2 0,0 0 0,0 0 0,0 1 0,0 1 0,-1-1 0,0 1 0,0 0 0,0 0 0,-1 1 0,1-1 0,-1 1 0,0 0 0,-1 1 0,0-1 0,0 1 0,0 0 0,-1 0 0,0 0 0,4 13 0,-4-8 0,0 0 0,0 0 0,-1 0 0,0 1 0,-1-1 0,-1 0 0,0 1 0,0-1 0,-3 13 0,-6 60 0,8-75 0,1 1 0,1 0 0,-1 0 0,2 0 0,4 18 0,-4-24 8,0-1-1,0 1 1,0-1-1,1 0 1,-1 0-1,1 0 1,0 0-1,0-1 1,0 1-1,1-1 1,-1 0-1,1 0 1,0 0-1,0 0 1,8 4-1,-9-6-64,0 1 0,0-1 0,-1 0 0,1 0-1,0 0 1,0 0 0,0-1 0,0 1 0,0-1 0,0 0 0,0 0 0,1 0-1,-1 0 1,0-1 0,0 1 0,0-1 0,0 1 0,0-1 0,-1 0 0,1 0 0,0-1-1,0 1 1,0-1 0,-1 1 0,5-4 0,2-4-6769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4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0 24575,'-32'5'0,"-12"2"0,-3-1 0,6-1 0,6 1 0,8-1 0,5 0 0,2-2 0,1-2 0,2 0 0,2 0 0,2-1-8191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4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24575,'18'5'0,"0"1"0,-1 1 0,1 0 0,-2 2 0,1 0 0,-1 1 0,20 15 0,-17-8 0,-1-1 0,0 2 0,-1 1 0,-1 0 0,14 22 0,2 12 0,-1 2 0,-3 0 0,-3 2 0,20 64 0,-37-97 0,-1 1 0,7 48 0,-13-62 0,0 0 0,0 0 0,-2 0 0,1 0 0,-1 1 0,-1-1 0,0-1 0,0 1 0,-6 13 0,5-17-136,-1 0-1,1-1 1,-2 1-1,1-1 1,-1 0-1,0 0 1,0 0-1,0-1 0,-13 9 1,4-4-6690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5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0 24575,'-20'0'0,"-11"0"0,-3 0 0,2 0 0,4 0 0,4 0 0,4 0 0,3 0 0,2 0 0,1 0 0,0 0 0,0 0 0,1 0 0,1 0-8191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5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46 24575,'-27'-7'0,"-11"-3"0,-2 1 0,4 1 0,5 3 0,5 1 0,6 3 0,5 0-8191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6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2525 2 24575,'0'0'0,"5"0"0,0 1 0,1 0 0,-1 0 0,0 0 0,0 1 0,0 0 0,0 0 0,0 0 0,7 6 0,-12-8 0,1 0 0,-1 0 0,0 0 0,0 0 0,0 0 0,0 0 0,0 0 0,0 1 0,1-1 0,-1 0 0,0 0 0,0 0 0,0 0 0,0 1 0,0-1 0,0 0 0,0 0 0,0 0 0,0 0 0,0 1 0,0-1 0,0 0 0,0 0 0,0 0 0,0 0 0,0 1 0,0-1 0,0 0 0,0 0 0,0 0 0,0 0 0,0 1 0,0-1 0,0 0 0,-1 0 0,1 0 0,0 0 0,0 0 0,0 1 0,0-1 0,0 0 0,0 0 0,0 0 0,-1 0 0,1 0 0,0 0 0,0 0 0,0 0 0,0 0 0,-1 1 0,1-1 0,0 0 0,-11 4 0,9-4 0,-20 5 0,-1-1 0,0-1 0,0-2 0,-39-1 0,-22 2 0,-448 9 0,412-18 0,-48-1 0,-379 9 0,490-4 0,-62-10 0,0-1 0,59 8 0,-46-2 0,72 8 0,0-1 0,-1 2 0,-51 8 0,27 2 0,-83 19 0,78-18 98,29-6-1561,21-4-5363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7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7 24575,'-1'-1'0,"1"1"0,-1-1 0,0 0 0,0 1 0,1-1 0,-1 1 0,0-1 0,0 1 0,0 0 0,1-1 0,-1 1 0,0 0 0,0 0 0,0-1 0,0 1 0,0 0 0,0 0 0,1 0 0,-1 0 0,0 0 0,0 0 0,0 0 0,0 1 0,0-1 0,0 0 0,1 0 0,-3 1 0,2 1 0,0-1 0,1 0 0,-1 0 0,0 1 0,1-1 0,-1 1 0,1-1 0,-1 0 0,1 1 0,0-1 0,0 1 0,-1-1 0,1 1 0,0-1 0,0 1 0,1-1 0,-1 2 0,1 10 0,1 0 0,0 0 0,1 0 0,6 16 0,23 50 0,-17-44 0,67 183 0,-79-212 0,-1 1 0,1-1 0,-1 0 0,-1 1 0,3 13 0,-7-18 0,-2-5 0,-4-5 0,9 8 0,-11-12-1365,0 1-5461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8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0 24575,'-14'0'0,"-9"0"0,-1 0 0,0 0 0,2 0 0,2 0 0,3 3 0,0 0 0,2 0 0,-2 0 0,0-2 0,0 1 0,0-2 0,-1 0 0,0 0 0,0 0 0,0 0 0,5 0-8191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9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39 24575,'7'-2'0,"32"-10"0,73-12 0,-108 23 0,1 1 0,-1 1 0,0-1 0,0 0 0,0 1 0,0 0 0,0 0 0,0 0 0,0 1 0,0-1 0,0 1 0,-1 0 0,1 0 0,-1 0 0,1 1 0,-1-1 0,0 1 0,0-1 0,0 1 0,0 0 0,0 1 0,4 6 0,1 2 0,0 1 0,-1 0 0,0 0 0,-1 1 0,4 15 0,-3-6 0,-1 0 0,-1 1 0,2 38 0,-6-60 0,-1 1 0,0-1 0,0 1 0,0 0 0,0-1 0,-1 1 0,1-1 0,-1 1 0,0-1 0,1 0 0,-1 1 0,0-1 0,0 1 0,0-1 0,-1 0 0,1 0 0,-1 0 0,1 0 0,-3 3 0,1-3 0,-1 0 0,1 1 0,0-2 0,-1 1 0,1 0 0,-1-1 0,0 1 0,1-1 0,-1 0 0,0 0 0,0-1 0,-5 1 0,-5 0 0,-1 0 0,1-2 0,-1 0 0,1 0 0,-1-1 0,1-1 0,0-1 0,-15-5 0,4 0 0,1-1 0,0-2 0,-35-22 0,51 28 0,-1 0 0,2-1 0,-1 0 0,1 0 0,0 0 0,1-1 0,-1 0 0,-8-16 0,12 20 0,1-1 0,0 1 0,0-1 0,0 0 0,0 1 0,1-1 0,0 0 0,0 0 0,0 0 0,0 0 0,1 0 0,0 0 0,0 0 0,0 0 0,1 0 0,0 0 0,0 0 0,0 0 0,3-7 0,-2 9 7,-1 0 0,1 0 0,0 0 0,0 1 0,1-1 1,-1 1-1,0-1 0,1 1 0,0 0 0,-1 0 0,1 0 0,0 0 0,0 1 0,0-1 0,0 1 0,6-2 0,0 0-304,0 1 0,0 0 0,0 1 0,18-1 0,-15 1-6529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09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24575,'0'7'0,"0"6"0,0-1-8191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0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70 24575,'-9'-8'0,"-41"-31"0,46 36 0,-1 0 0,1 0 0,-1 1 0,0 0 0,0 0 0,1 0 0,-2 0 0,1 1 0,-7-2 0,11 3 0,-1 0 0,1 0 0,-1 0 0,1 0 0,-1 1 0,1-1 0,0 0 0,-1 0 0,1 1 0,-1-1 0,1 1 0,0 0 0,0-1 0,-1 1 0,1 0 0,0-1 0,0 1 0,0 0 0,-2 2 0,1 0 0,0-1 0,0 0 0,1 1 0,0-1 0,-1 1 0,1 0 0,0 0 0,0-1 0,0 5 0,-2 5 0,2 1 0,0-1 0,1 20 0,0-29 0,0 1 0,0 0 0,0 0 0,1 0 0,-1 0 0,1 0 0,0 0 0,0-1 0,0 1 0,1 0 0,-1-1 0,1 1 0,0 0 0,0-1 0,0 0 0,0 0 0,1 1 0,-1-1 0,1-1 0,0 1 0,0 0 0,0-1 0,0 1 0,0-1 0,0 0 0,1 0 0,-1 0 0,1-1 0,0 1 0,-1-1 0,8 2 0,-2-1 0,0 0 0,1 0 0,-1-1 0,0 0 0,1-1 0,-1 0 0,1 0 0,-1-1 0,1 0 0,9-3 0,-12 2 0,0 1 0,-1-2 0,1 1 0,-1-1 0,0 0 0,0 0 0,0-1 0,0 1 0,-1-1 0,1-1 0,-1 1 0,0-1 0,0 0 0,6-9 0,-9 12 0,-1 0 0,1-1 0,-1 0 0,1 1 0,-1-1 0,0 0 0,0 1 0,-1-1 0,1 0 0,-1 0 0,1 0 0,-1 0 0,0 0 0,0 0 0,0 1 0,0-1 0,0 0 0,-1 0 0,0 0 0,1 0 0,-1 0 0,0 1 0,-2-4 0,2 3 0,-1-1 0,-1 1 0,1 0 0,0 0 0,-1 0 0,0 0 0,1 1 0,-1-1 0,0 1 0,-1-1 0,1 1 0,0 0 0,0 0 0,-1 1 0,0-1 0,-5-1 0,-2 0-455,0 1 0,-20-2 0,16 3-6371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1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9 24575,'-11'8'0,"0"1"0,1 0 0,0 0 0,1 1 0,0 1 0,-7 11 0,14-19 0,0 0 0,1 0 0,-1 0 0,1 0 0,0 1 0,0-1 0,0 0 0,0 1 0,0-1 0,1 1 0,0-1 0,-1 1 0,1-1 0,1 1 0,-1-1 0,0 1 0,1-1 0,0 0 0,0 1 0,0-1 0,0 0 0,0 1 0,1-1 0,-1 0 0,1 0 0,0 0 0,0 0 0,4 4 0,4 6 0,1-1 0,0-1 0,1 0 0,24 18 0,-32-26 0,1 0 0,-1-1 0,1 1 0,0-1 0,0 0 0,0 0 0,0 0 0,0-1 0,0 0 0,0 0 0,0 0 0,1 0 0,-1-1 0,0 0 0,0 0 0,1-1 0,-1 1 0,9-3 0,-12 2 0,1 0 0,-1 1 0,0-1 0,1 0 0,-1-1 0,0 1 0,0 0 0,0-1 0,0 1 0,0-1 0,0 1 0,-1-1 0,1 0 0,0 0 0,-1 0 0,1 0 0,0-3 0,0 2 0,-1 0 0,0 0 0,0 0 0,-1 0 0,1-1 0,-1 1 0,0 0 0,1 0 0,-2-1 0,1 1 0,-1-5 0,-2-5 0,0 1 0,-1-1 0,0 1 0,-1 1 0,-9-17 0,6 15 0,0-1 0,0 1 0,-1 0 0,-1 1 0,-19-20 0,25 29-12,0 1-1,1-1 1,-1 1 0,-7-3-1,1 1-1290,1-1-5523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1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24575,'14'-7'0,"0"1"0,0 0 0,1 1 0,-1 0 0,28-4 0,-37 9 0,0-1 0,1 1 0,-1 0 0,1 0 0,-1 0 0,0 1 0,1 0 0,-1 0 0,0 0 0,0 1 0,0-1 0,0 1 0,0 1 0,0-1 0,0 1 0,-1 0 0,1 0 0,-1 0 0,0 0 0,4 5 0,-3-2 0,0-1 0,-1 2 0,0-1 0,0 0 0,-1 1 0,0 0 0,4 10 0,-2-3 0,-1 1 0,3 24 0,-4-17 0,-2-1 0,-1 1 0,0 0 0,-2-1 0,-6 34 0,6-46 0,0 0 0,1 0 0,0 0 0,1 0 0,1 15 0,-1-21 0,0-1 0,1 0 0,-1 0 0,1 0 0,-1 0 0,1 0 0,0 0 0,0 0 0,0 0 0,0 0 0,0-1 0,1 1 0,-1 0 0,0-1 0,1 1 0,-1-1 0,1 1 0,0-1 0,-1 0 0,1 1 0,0-1 0,0 0 0,0 0 0,0 0 0,0-1 0,0 1 0,0 0 0,0-1 0,4 1 0,4 0-97,0 0-1,1-1 1,-1 0-1,0-1 1,0 0-1,1 0 1,-1-1-1,0-1 1,0 0-1,0 0 1,-1-1-1,1 0 0,11-7 1,-12 5-6729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2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9 24575,'-30'-2'0,"-11"-1"0,0 0-8191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2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52 24575,'-27'-10'0,"-14"-3"0,-3 1 0,5 2 0,6 5 0,5 4 0,7 2 0,3 3 0,2 1 0,5-1-8191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2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24575,'15'29'0,"7"15"0,0 3 0,-1-3 0,-2-3 0,-5-6 0,-1-7 0,-3-8-8191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3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24575,'343'9'0,"-215"-2"-682,221-17-1,-324 7-6143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14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61 24575,'-2'-4'0,"-3"-8"0,0 1 0,-1 0 0,-7-12 0,11 24 0,2 5 0,2 7 0,36 117 0,-5-16 0,24 80-1365,-49-175-5461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2 102 24575,'1'-2'0,"0"0"0,0 0 0,0 0 0,0 0 0,1 0 0,-1 0 0,0 0 0,1 0 0,-1 0 0,1 1 0,0-1 0,3-2 0,2-2 0,-3 2 0,0 0 0,0 1 0,0-1 0,1 1 0,-1 0 0,1 1 0,0-1 0,0 1 0,0 0 0,0 0 0,0 0 0,9-1 0,2 1 0,0 1 0,31 1 0,-20 1 0,-21-1 0,-1 1 0,1 0 0,-1 0 0,0 0 0,1 0 0,-1 1 0,0 0 0,0 0 0,0 1 0,0-1 0,0 1 0,0 0 0,-1 0 0,1 1 0,6 6 0,0 3 0,0 0 0,0 0 0,16 28 0,6 21 0,-29-54 0,0 1 0,-1 0 0,0 0 0,-1 0 0,2 14 0,-4-20 0,0 0 0,0 0 0,-1 0 0,1 0 0,-1 0 0,0 0 0,0-1 0,0 1 0,0 0 0,0 0 0,-1 0 0,1-1 0,-1 1 0,1-1 0,-1 1 0,0-1 0,0 0 0,-1 0 0,1 0 0,0 0 0,-1 0 0,1 0 0,-1-1 0,-2 2 0,-5 3 0,0-1 0,-1 0 0,0-1 0,1 0 0,-15 3 0,14-5 0,-11 4 0,-36 3 0,51-8 0,0-1 0,0 0 0,0 0 0,0-1 0,0 0 0,0 0 0,0-1 0,0 0 0,-9-4 0,6 2 0,1 0 0,0-1 0,0-1 0,0 0 0,1 0 0,0 0 0,-12-12 0,16 13 0,1 0 0,-1 1 0,1-1 0,-1-1 0,1 1 0,1 0 0,-1-1 0,1 1 0,0-1 0,0 0 0,1 0 0,-1 0 0,1 0 0,0-8 0,0 1 0,1-1 0,1 0 0,3-18 0,-3 25 0,1 0 0,0 0 0,1 0 0,-1 0 0,1 1 0,1-1 0,-1 1 0,6-7 0,-3 5 0,0 0 0,1 1 0,0-1 0,1 1 0,0 1 0,0-1 0,16-9 0,-17 12 0,0 1 0,0 0 0,0 0 0,0 0 0,0 1 0,1 0 0,-1 1 0,1-1 0,0 2 0,-1-1 0,9 1 0,-8 1 0,-1 0 0,1 0 0,-1 1 0,0 1 0,0-1 0,0 1 0,0 0 0,0 0 0,0 1 0,9 8 0,-4-3 0,0 0 0,-1 1 0,0 1 0,12 16 0,-17-20 0,-1 1 0,0 1 0,0-1 0,-1 1 0,0 0 0,-1 0 0,0 0 0,0 1 0,-1-1 0,0 0 0,-1 1 0,1 15 0,-2-22 0,0-1 0,-1 1 0,1 0 0,-1 0 0,1 0 0,-1 0 0,0-1 0,0 1 0,0 0 0,-1-1 0,1 1 0,-1-1 0,1 1 0,-1-1 0,0 0 0,0 1 0,0-1 0,0 0 0,0 0 0,0-1 0,-1 1 0,1 0 0,-1-1 0,1 1 0,-1-1 0,1 0 0,-1 0 0,0 0 0,0 0 0,-2 0 0,-10 2 0,1-1 0,-1 0 0,1-1 0,-24-1 0,29-1 0,-8 1 0,1 0 0,-1-2 0,1 0 0,0-1 0,-31-10 0,42 12 0,1-1 0,0 0 0,0 0 0,0 0 0,0 0 0,0-1 0,0 1 0,1-1 0,-1 0 0,1 0 0,0-1 0,0 1 0,0-1 0,0 1 0,1-1 0,-1 0 0,1 0 0,0 0 0,0 0 0,0-1 0,1 1 0,0 0 0,0-1 0,0 1 0,0-1 0,0-5 0,3-63-1365,-2 61-5461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4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24575,'2'-2'0,"-1"-1"0,1 1 0,0-1 0,0 1 0,0 0 0,0 0 0,0 0 0,0 0 0,0 1 0,1-1 0,-1 0 0,1 1 0,-1 0 0,1-1 0,0 1 0,-1 0 0,1 1 0,0-1 0,0 0 0,0 1 0,-1-1 0,1 1 0,4 0 0,-2 1 0,-1 0 0,1 0 0,-1 0 0,0 0 0,1 1 0,-1 0 0,0 0 0,0 0 0,0 0 0,0 1 0,-1 0 0,1 0 0,-1 0 0,4 3 0,2 3 0,0 1 0,-1-1 0,0 1 0,0 1 0,-1 0 0,-1 0 0,6 12 0,-10-18 0,0-1 0,-1 1 0,1 0 0,-1-1 0,0 1 0,-1 0 0,1 0 0,-1 0 0,0 0 0,0 0 0,0 0 0,-1-1 0,0 1 0,0 0 0,0 0 0,0-1 0,-1 1 0,0 0 0,0-1 0,0 0 0,-4 6 0,-9 11 0,-2-1 0,-18 17 0,15-16 0,13-13 0,1-3 0,1 1 0,0 0 0,0 0 0,0 1 0,-7 12 0,12-18 0,-1 1 0,1-1 0,-1 0 0,1 1 0,0-1 0,-1 1 0,1-1 0,0 1 0,0-1 0,0 1 0,0-1 0,0 1 0,0-1 0,1 1 0,0 1 0,0-1 0,-1 0 0,1-1 0,0 1 0,1-1 0,-1 1 0,0-1 0,0 1 0,1-1 0,-1 0 0,0 0 0,1 0 0,0 1 0,-1-2 0,1 1 0,2 1 0,9 3 0,0 0 0,1-1 0,0 0 0,0-2 0,0 1 0,19-1 0,14 4 0,-44-6-31,17 4 108,38 0 1,-52-4-202,-1 0 0,1-1 0,0 1 0,-1-1 0,1 0-1,0-1 1,-1 0 0,0 0 0,1 0 0,-1 0 0,7-5 0,-2 0-6702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4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0 24575,'-30'5'0,"-11"2"0,-3-1 0,6-1 0,5-2 0,9 2 0,6 0 0,3-2 0,3 0 0,0-2 0,-1 0 0,1-1 0,1 0-8191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5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131 221 24575,'11'-19'0,"16"-39"0,-23 49 0,-1 0 0,-1 0 0,1-1 0,-2 1 0,1-1 0,0-16 0,-2 24 0,0-1 0,0 1 0,-1-1 0,1 1 0,0-1 0,-1 1 0,0-1 0,1 1 0,-1 0 0,0-1 0,0 1 0,0 0 0,-1 0 0,1-1 0,0 1 0,-1 0 0,0 0 0,1 1 0,-1-1 0,0 0 0,0 0 0,0 1 0,0 0 0,0-1 0,0 1 0,-1 0 0,1 0 0,0 0 0,-1 0 0,1 0 0,0 0 0,-1 1 0,1-1 0,-5 1 0,3-1 0,-1 1 0,1 0 0,-1 1 0,0-1 0,1 1 0,-1 0 0,1 0 0,-1 0 0,1 1 0,0-1 0,0 1 0,-1 0 0,1 0 0,0 1 0,1-1 0,-1 1 0,0 0 0,-3 4 0,2-2 0,0 1 0,1 0 0,0 0 0,0 0 0,0 0 0,1 0 0,0 1 0,0 0 0,1-1 0,0 1 0,0 0 0,0 0 0,1 0 0,0 1 0,1-1 0,-1 0 0,1 0 0,1 0 0,-1 1 0,1-1 0,1 0 0,-1 0 0,1 0 0,0 0 0,1-1 0,0 1 0,0 0 0,0-1 0,1 0 0,0 0 0,0 0 0,0 0 0,10 9 0,-5-6 0,1-1 0,1 1 0,0-1 0,0-1 0,0 0 0,1-1 0,0 0 0,0-1 0,1 0 0,0-1 0,0 0 0,0-1 0,0 0 0,14 0 0,-11-2 0,1-1 0,0 0 0,0-1 0,0-1 0,0-1 0,-1 0 0,1-1 0,-1-1 0,0 0 0,26-14 0,1 2 0,-30 12 0,0 0 0,12-7 0,-24 12 0,1-1 0,-1 0 0,0 0 0,0 0 0,0 1 0,0-1 0,0-1 0,0 1 0,0 0 0,0 0 0,0 0 0,0 0 0,0-1 0,-1 1 0,1 0 0,0-1 0,-1 1 0,1 0 0,-1-1 0,0 1 0,1-1 0,-1 1 0,0-1 0,0 1 0,0-1 0,0 1 0,0-1 0,0 1 0,-1-1 0,1 1 0,0-1 0,-1 1 0,1 0 0,-1-1 0,-1-1 0,-2-6 0,-1 1 0,0 0 0,-1 0 0,-9-11 0,6 9 0,-14-17 0,-13-15 0,34 38 0,-1 0 0,1 0 0,-1 0 0,1 0 0,0-1 0,1 1 0,-1-1 0,-1-8 0,3 12 5,0 0-1,0 0 0,0 0 0,0 0 1,0 0-1,0 0 0,0 0 0,0 0 1,0 1-1,0-1 0,1 0 1,-1 0-1,0 0 0,1 0 0,-1 0 1,1 0-1,-1 0 0,1 1 1,-1-1-1,1 0 0,-1 0 0,1 1 1,0-1-1,-1 0 0,1 1 0,0-1 1,1 0-1,1 0-169,-1 0 0,1 0 0,-1 0 0,1 0 0,0 0 0,-1 1 0,1 0 0,3-1 0,7 1-6661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5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76 24575,'-19'-8'0,"1"0"0,-1 0 0,0 2 0,0 0 0,-30-5 0,46 10 0,1 1 0,0 0 0,0 0 0,0-1 0,0 2 0,0-1 0,-1 0 0,1 0 0,0 1 0,0-1 0,0 1 0,0-1 0,0 1 0,0 0 0,0 0 0,0 0 0,0 0 0,-1 2 0,1-2 0,1 1 0,0-1 0,0 1 0,0 0 0,0 0 0,0-1 0,0 1 0,1 0 0,-1 0 0,0 0 0,1 0 0,0 0 0,-1 0 0,1 0 0,0 0 0,0 0 0,0 0 0,0 0 0,1 2 0,0 4 0,1-1 0,0 1 0,0-1 0,1 1 0,0-1 0,0 0 0,0 0 0,1 0 0,0-1 0,1 1 0,0-1 0,6 7 0,0-1 0,1 0 0,1-1 0,0-1 0,23 15 0,-23-17 0,0 0 0,1-2 0,0 1 0,23 5 0,-31-10 0,0-1 0,0 1 0,0-1 0,0-1 0,0 1 0,0-1 0,0 0 0,0 0 0,0-1 0,0 0 0,0 0 0,0 0 0,0-1 0,7-2 0,-10 2 0,-1 0 0,1 1 0,-1-1 0,0 0 0,1 0 0,-1 0 0,0 0 0,0-1 0,0 1 0,-1 0 0,1-1 0,0 0 0,-1 1 0,0-1 0,1 0 0,-1 0 0,0 1 0,-1-1 0,1 0 0,0 0 0,-1 0 0,0 0 0,0 0 0,0 0 0,0 0 0,0 0 0,-1-5 0,0 0 0,-1 0 0,0 0 0,0 0 0,-1 0 0,0 0 0,0 0 0,-1 1 0,-8-14 0,3 11-76,1-1 1,-2 2-1,1-1 0,-2 1 0,1 1 0,-1 0 0,0 0 0,-1 1 1,0 1-1,0-1 0,0 2 0,-1 0 0,1 1 0,-1 0 1,0 1-1,-1 0 0,-15-1 0,9 3-6750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6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24575,'33'-12'0,"-1"1"0,2 2 0,-1 1 0,46-4 0,-66 11 0,0 1 0,0 0 0,-1 1 0,1 0 0,0 1 0,16 5 0,-21-4 0,1 0 0,-1 1 0,0-1 0,0 2 0,0-1 0,-1 1 0,1 0 0,-1 1 0,0 0 0,6 7 0,-9-9 0,0 0 0,-1 1 0,1 0 0,-1 0 0,0 0 0,0 0 0,-1 0 0,0 1 0,0-1 0,0 1 0,0 0 0,-1-1 0,0 1 0,0 0 0,-1 0 0,1 0 0,-1 0 0,0-1 0,-1 1 0,-1 9 0,-3 4 0,-1 0 0,0-1 0,-1 0 0,-18 32 0,22-44 0,0 0 0,0-1 0,1 1 0,0 0 0,1 1 0,-1-1 0,1 0 0,0 0 0,1 1 0,-1-1 0,2 11 0,-1-13 0,1 1 0,0-1 0,0 0 0,0 0 0,1 0 0,0 0 0,0 0 0,0 0 0,0 0 0,0-1 0,1 1 0,-1-1 0,1 1 0,0-1 0,0 0 0,0 0 0,1-1 0,3 3 0,11 8 0,1-2 0,35 16 0,-42-22 0,-1-1 0,1-1 0,-1 1 0,1-2 0,0 0 0,19 1 0,-28-3-65,1 0 0,-1 0 0,0 0 0,0-1 0,0 0 0,0 0 0,0 0 0,0 0 0,0 0 0,0 0 0,-1-1 0,1 1 0,0-1 0,-1 0 0,1 0 0,-1 0 0,1 0 0,-1 0 0,0 0 0,3-5 0,0-3-6761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24575,'-27'0'0,"-11"2"0,-4 1 0,2 1 0,6-2 0,6 2 0,6 1 0,6-2-8191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6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0 24575,'-22'0'0,"-10"3"0,-1 0 0,1 0 0,5 0 0,4 1 0,3 0 0,1 0 0,0-1 0,2-2 0,1 0 0,1-3 0,0-1 0,3 0-8191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7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29 24575,'-29'-7'0,"-13"-3"0,-1 3 0,4 3 0,4 4 0,5 3 0,6 0 0,4 2 0,3 1 0,4-2-8191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27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78 118 24575,'-4'-3'0,"1"0"0,-2 0 0,1 1 0,0-1 0,0 1 0,-1 0 0,-5-2 0,9 4 0,0-1 0,0 1 0,0 0 0,0 0 0,0 0 0,0 0 0,0 0 0,0 0 0,0 0 0,0 0 0,0 0 0,0 1 0,0-1 0,0 0 0,0 0 0,0 1 0,0-1 0,0 1 0,0-1 0,0 1 0,0 0 0,0-1 0,1 1 0,-1 0 0,0-1 0,0 1 0,1 0 0,-1 0 0,0 0 0,1 0 0,-1 0 0,1-1 0,-1 1 0,1 0 0,0 0 0,-1 0 0,1 0 0,0 0 0,0 2 0,-3 7 0,1 0 0,1-1 0,0 1 0,1 0 0,-1 0 0,2 0 0,-1 0 0,2-1 0,-1 1 0,1 0 0,1-1 0,-1 1 0,2-1 0,-1 0 0,1 0 0,1 0 0,8 13 0,-6-13 0,0 1 0,1-1 0,0-1 0,0 1 0,1-2 0,0 1 0,1-1 0,-1 0 0,1-1 0,1 0 0,-1-1 0,1 0 0,0 0 0,15 3 0,-18-5 0,1-1 0,0-1 0,0 0 0,0 0 0,0 0 0,-1-1 0,1 0 0,0-1 0,17-3 0,-22 3 0,1-1 0,-1 1 0,0-1 0,0 0 0,0 0 0,0 0 0,-1-1 0,1 1 0,0-1 0,-1 0 0,0 0 0,0 0 0,0 0 0,0-1 0,0 1 0,0-1 0,-1 0 0,0 0 0,0 0 0,0 0 0,2-7 0,0 0 0,-1-1 0,-1 0 0,0-1 0,0 1 0,-1 0 0,-1 0 0,0-1 0,-1 1 0,0 0 0,-1 0 0,0-1 0,-1 1 0,0 1 0,-1-1 0,0 0 0,-8-13 0,8 16 0,-1 1 0,-1-1 0,1 1 0,-2 0 0,1 1 0,-1-1 0,0 1 0,0 0 0,-1 1 0,0 0 0,0 0 0,0 1 0,-1 0 0,0 0 0,0 1 0,0 1 0,-1-1 0,1 1 0,-1 1 0,-13-3 0,10 4-273,0 1 0,0 0 0,-1 0 0,-18 4 0,10 0-6553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2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142 128 24575,'66'246'0,"-65"-243"0,1 3 0,0-1 0,-1 1 0,0 0 0,0 0 0,-1-1 0,0 1 0,0 8 0,0-14 0,0 0 0,0 1 0,0-1 0,0 0 0,0 0 0,0 0 0,0 0 0,-1 1 0,1-1 0,0 0 0,0 0 0,0 0 0,0 0 0,0 1 0,-1-1 0,1 0 0,0 0 0,0 0 0,0 0 0,0 0 0,-1 0 0,1 0 0,0 0 0,0 0 0,0 1 0,-1-1 0,1 0 0,0 0 0,0 0 0,0 0 0,-1 0 0,1 0 0,0 0 0,0 0 0,-1 0 0,1 0 0,0-1 0,0 1 0,0 0 0,-1 0 0,1 0 0,0 0 0,0 0 0,0 0 0,0 0 0,-1 0 0,1-1 0,0 1 0,0 0 0,0 0 0,0 0 0,0 0 0,-1-1 0,1 1 0,0 0 0,0 0 0,0 0 0,0-1 0,-11-11 0,10 11 0,-105-151 0,87 121 0,3 0 0,0-1 0,-13-42 0,27 69 0,0 0 0,1 0 0,0 0 0,0 0 0,0 0 0,1-1 0,-1 1 0,2-9 0,-1 12 0,1 0 0,-1 0 0,1 1 0,0-1 0,-1 0 0,1 0 0,0 0 0,1 0 0,-1 1 0,0-1 0,0 0 0,1 1 0,-1-1 0,1 1 0,-1 0 0,1-1 0,-1 1 0,1 0 0,0 0 0,0 0 0,0 0 0,-1 0 0,1 1 0,3-2 0,1 0 0,1 1 0,-1 0 0,0 0 0,1 1 0,-1-1 0,0 1 0,1 1 0,-1-1 0,11 3 0,8 3 0,25 9 0,-37-10 0,90 34 0,-90-34 0,0 2 0,-1 0 0,0 0 0,0 2 0,18 15 0,-28-22 0,0 0 0,0 0 0,0 0 0,0 1 0,-1-1 0,1 0 0,-1 1 0,0-1 0,0 0 0,0 1 0,0 0 0,0-1 0,0 1 0,-1 0 0,1 2 0,-1-3 0,0-1 0,0 1 0,0-1 0,-1 1 0,1-1 0,0 1 0,-1 0 0,0-1 0,1 0 0,-1 1 0,0-1 0,0 1 0,1-1 0,-1 0 0,0 1 0,0-1 0,-1 0 0,1 0 0,0 0 0,0 0 0,0 0 0,-1 0 0,1 0 0,-1-1 0,1 1 0,0 0 0,-3 0 0,-4 2 0,0 0 0,-1-1 0,1 0 0,-1 0 0,0-1 0,-10 0 0,-57-2 0,40 0 0,8 0-682,-52-8-1,66 6-6143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3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303 112 24575,'-38'-14'0,"0"2"0,-1 2 0,0 1 0,-51-5 0,86 14 0,0 0 0,0 0 0,0 0 0,0 0 0,0 1 0,1 0 0,-1-1 0,0 1 0,-6 3 0,9-4 0,1 1 0,-1-1 0,0 1 0,0 0 0,0-1 0,0 1 0,1 0 0,-1-1 0,0 1 0,0 0 0,1 0 0,-1 0 0,1 0 0,-1 0 0,1-1 0,-1 1 0,1 0 0,-1 0 0,1 0 0,0 0 0,0 1 0,0-1 0,-1 0 0,1 0 0,0 0 0,0 0 0,0 0 0,1 0 0,-1 0 0,0 0 0,0 0 0,0 0 0,1 0 0,-1 0 0,1 0 0,-1 0 0,1 0 0,-1 0 0,2 1 0,2 6 0,1 0 0,1-1 0,-1 0 0,1 0 0,0 0 0,1-1 0,0 0 0,0 0 0,0 0 0,11 5 0,3 1 0,1-1 0,38 14 0,-48-20 0,1-1 0,0-1 0,-1 0 0,1-1 0,18 1 0,-25-3 0,-1 0 0,1 0 0,-1-1 0,0 1 0,1-1 0,-1 0 0,0-1 0,0 1 0,1-1 0,-1 0 0,0-1 0,-1 1 0,1-1 0,0 0 0,6-5 0,-9 6 0,0 0 0,0 0 0,0 0 0,-1 0 0,1 0 0,-1 0 0,1 0 0,-1-1 0,0 1 0,0 0 0,0-1 0,0 1 0,0-1 0,-1 1 0,1-1 0,-1 1 0,1-4 0,-2 3 0,1-1 0,0 0 0,-1 0 0,0 1 0,0-1 0,0 1 0,0-1 0,-1 1 0,1-1 0,-4-5 0,-2 0 0,0-1 0,0 1 0,-1 0 0,-1 1 0,1 0 0,-15-10 0,9 8-341,-1 1 0,0 0-1,-27-11 1,25 14-6485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24575,'0'29'0,"0"18"0,2 5 0,4-2 0,1-1 0,1-4 0,2-5 0,-1-7 0,1-4 0,1-2 0,-2-3 0,1-4 0,-2-2 0,0-2 0,-1-1 0,1-1 0,-1-3-8191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1 190 24575,'60'1'0,"-10"1"0,74-9 0,-110 6 0,1-2 0,-1 0 0,0 0 0,0-2 0,-1 1 0,1-2 0,-1 0 0,0 0 0,21-15 0,-30 18 0,-1 0 0,1 0 0,-1 0 0,0 0 0,0 0 0,0-1 0,-1 1 0,1-1 0,2-5 0,-5 8 0,1-1 0,0 1 0,-1-1 0,0 1 0,1-1 0,-1 0 0,0 1 0,0-1 0,1 0 0,-1 1 0,-1-1 0,1 0 0,0 1 0,0-1 0,-1 1 0,1-1 0,0 0 0,-1 1 0,0-1 0,1 1 0,-1-1 0,0 1 0,0 0 0,0-1 0,0 1 0,0 0 0,-2-3 0,-3-1 0,-1 0 0,1 1 0,-1 0 0,0 0 0,0 0 0,0 1 0,0 0 0,-1 0 0,1 1 0,-1 0 0,0 0 0,0 1 0,1 0 0,-1 0 0,0 1 0,0 0 0,0 0 0,0 1 0,0 0 0,1 1 0,-1-1 0,-14 6 0,19-5 0,0-1 0,0 1 0,0 0 0,1 0 0,-1 0 0,0 0 0,1 0 0,0 1 0,0-1 0,-1 1 0,1 0 0,1-1 0,-1 1 0,0 0 0,1 0 0,-1 0 0,1 0 0,0 0 0,0 0 0,0 1 0,1-1 0,-1 0 0,1 1 0,0-1 0,-1 0 0,2 4 0,-1-1 0,1 0 0,0 0 0,0 0 0,1 0 0,0 0 0,0 0 0,0-1 0,1 1 0,0-1 0,0 0 0,0 1 0,1-1 0,5 6 0,3 2 0,2-1 0,-1 0 0,2 0 0,0-1 0,0-1 0,1-1 0,0 0 0,0-1 0,1-1 0,0 0 0,1-2 0,-1 0 0,1 0 0,0-2 0,0 0 0,1-1 0,28-1 0,-40-1-227,1 0-1,0 0 1,0-1-1,-1-1 1,14-2-1,-12 0-6598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4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24575,'20'-8'0,"10"-3"0,0 0 0,0 3 0,57-10 0,-84 17 0,0 1 0,0 0 0,0 0 0,0 1 0,0-1 0,0 1 0,0-1 0,0 1 0,0 0 0,-1 0 0,1 0 0,0 0 0,0 1 0,-1-1 0,1 1 0,-1 0 0,0-1 0,1 1 0,-1 0 0,0 0 0,0 1 0,0-1 0,3 5 0,1 4 0,0 0 0,0 1 0,-1 0 0,5 16 0,-3-6 0,0-3 0,-1 0 0,0 0 0,-2 0 0,2 21 0,-5-31 0,0 1 0,-1 0 0,0 0 0,-1-1 0,-1 1 0,1 0 0,-1-1 0,-1 1 0,0-1 0,-4 11 0,1-9 0,2-4 0,1-1 0,0 1 0,-3 13 0,5-19 0,1 0 0,0 0 0,-1 0 0,1 1 0,0-1 0,0 0 0,0 0 0,0 0 0,0 1 0,0-1 0,1 0 0,-1 0 0,0 0 0,0 1 0,1-1 0,-1 0 0,1 0 0,-1 0 0,1 0 0,0 0 0,-1 0 0,1 0 0,0 0 0,0 0 0,-1 0 0,1-1 0,0 1 0,0 0 0,2 1 0,10 4 0,0 0 0,0 0 0,28 6 0,45 6 0,-51-12 0,-31-5-151,0 0-1,-1-1 0,1 0 0,0 0 1,-1 0-1,1 0 0,-1-1 1,6 0-1,0-2-6674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4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24575,'-30'5'0,"-11"2"0,-3-1 0,3-1 0,5-2 0,9 0-8191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46 24575,'-27'-7'0,"-11"-3"0,-2 0 0,4 3 0,5 2 0,5 1 0,6 2 0,2 2 0,3 0 0,4 3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5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65 24575,'-29'-10'0,"-13"-6"0,-1 1 0,4 2 0,7 5 0,5 5 0,8 6 0,5 1 0,4 0-8191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5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3 24575,'-9'3'0,"0"0"0,1 1 0,0 0 0,0 0 0,0 1 0,0 0 0,1 0 0,-10 9 0,15-12 0,0 1 0,-1-1 0,1 1 0,0 0 0,0-1 0,0 1 0,1 0 0,-1 0 0,1 0 0,-1 1 0,1-1 0,0 0 0,1 0 0,-1 1 0,0-1 0,1 1 0,0-1 0,0 0 0,0 1 0,0-1 0,0 1 0,1-1 0,-1 0 0,1 1 0,1 3 0,3 4 0,0 0 0,1 0 0,1 0 0,-1-1 0,2 0 0,-1 0 0,1-1 0,1 0 0,0 0 0,0-1 0,0 0 0,1-1 0,19 11 0,-22-15 0,0 0 0,0 0 0,1-1 0,-1 0 0,1 0 0,-1-1 0,1 0 0,0 0 0,-1-1 0,1 0 0,12-1 0,-17 0 0,1 1 0,-1-1 0,0 0 0,0 0 0,0 0 0,0-1 0,0 1 0,0-1 0,0 1 0,0-1 0,0 0 0,3-4 0,-4 4 0,0 0 0,-1 0 0,1 0 0,-1-1 0,0 1 0,1 0 0,-1-1 0,0 1 0,-1-1 0,1 1 0,0-1 0,-1 0 0,1 1 0,-1-1 0,0 0 0,0 1 0,0-6 0,-2-1 0,1-1 0,-1 1 0,-1-1 0,0 1 0,0 0 0,-1 0 0,0 0 0,0 0 0,-1 1 0,-6-9 0,2 5 0,0 0 0,-1 0 0,-1 1 0,0 1 0,-21-17 0,25 23-105,1 0 0,-1 0 0,0 1 0,0 0 0,0 0 0,0 1 0,0 0 0,-1 0 0,1 0 0,-1 1 0,1 0 0,-12 1 0,5 0-6721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6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24575,'14'9'0,"6"7"0,-2 2 0,-2-2-8191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97 24575,'-9'-7'0,"-8"-8"0,-1 0 0,-1 2 0,-1 0 0,-26-13 0,43 25 0,1 0 0,0 0 0,-1 0 0,1 0 0,-1 0 0,1 1 0,-1-1 0,1 1 0,-1 0 0,0 0 0,1 0 0,-1 0 0,1 0 0,-1 0 0,1 1 0,-4 0 0,4 0 0,0 0 0,0 0 0,0 1 0,0-1 0,1 0 0,-1 1 0,1-1 0,-1 1 0,1 0 0,-1-1 0,1 1 0,0 0 0,0 0 0,0 0 0,0 0 0,0 0 0,0 0 0,1 0 0,-2 3 0,-1 6 0,0 0 0,1 0 0,0 0 0,1 0 0,0 0 0,1 13 0,0-22 0,0 1 0,1-1 0,-1 0 0,0 1 0,1-1 0,0 1 0,0-1 0,0 0 0,0 1 0,0-1 0,0 0 0,0 0 0,1 0 0,-1 0 0,1 0 0,-1 0 0,1 0 0,0-1 0,0 1 0,0 0 0,0-1 0,0 0 0,0 1 0,0-1 0,1 0 0,-1 0 0,0 0 0,1 0 0,-1-1 0,0 1 0,1-1 0,-1 1 0,4-1 0,8 1 0,-1-1 0,0 0 0,1 0 0,-1-2 0,1 0 0,-1 0 0,0-1 0,0-1 0,0 0 0,-1-1 0,1 0 0,-1-1 0,15-10 0,-25 15 0,-1 0 0,1 0 0,-1 0 0,1 0 0,-1-1 0,0 1 0,0 0 0,0-1 0,0 1 0,0-1 0,0 1 0,0-1 0,1-3 0,-1 4 0,-1 0 0,0 0 0,0 0 0,0-1 0,0 1 0,0 0 0,0 0 0,0 0 0,0 0 0,-1 0 0,1-1 0,0 1 0,-1 0 0,1 0 0,-1 0 0,0-2 0,-1 0 0,-1 1 0,1-1 0,0 1 0,-1-1 0,0 1 0,1 0 0,-1 0 0,0 0 0,0 0 0,0 0 0,-1 1 0,-4-3 0,-27-5-1365,20 7-5461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29:37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23 24575,'-2'0'0,"1"-1"0,0 1 0,-1 0 0,1-1 0,-1 1 0,1 0 0,0 0 0,-1 0 0,1 0 0,-1 0 0,1 0 0,-1 0 0,1 1 0,0-1 0,-1 0 0,1 1 0,-1-1 0,1 1 0,0 0 0,0-1 0,-2 2 0,1 0 0,0-1 0,1 1 0,-1 0 0,0 0 0,1 0 0,-1 0 0,1 0 0,0 1 0,0-1 0,0 0 0,-1 3 0,-1 3 0,1-1 0,1 1 0,-1-1 0,1 1 0,1 0 0,-1 0 0,2 8 0,0-12 0,0 0 0,0 0 0,0 0 0,0 0 0,1 0 0,0 0 0,0 0 0,0 0 0,0 0 0,1-1 0,-1 1 0,1-1 0,0 0 0,0 0 0,0 0 0,0 0 0,1-1 0,5 4 0,-3-2 0,1 0 0,0 0 0,0-1 0,0 0 0,0 0 0,0-1 0,1 0 0,-1 0 0,13 0 0,-17-2 0,0 1 0,0-1 0,-1-1 0,1 1 0,0 0 0,0-1 0,0 0 0,-1 1 0,1-1 0,0 0 0,-1 0 0,1-1 0,-1 1 0,1-1 0,-1 1 0,4-4 0,-3 2 0,0 0 0,0 0 0,-1-1 0,1 1 0,-1 0 0,0-1 0,0 0 0,0 0 0,-1 1 0,3-8 0,-2 4 0,-1 1 0,0-1 0,0 1 0,0-1 0,-1 0 0,0 1 0,0-1 0,-1 1 0,0-1 0,0 0 0,-1 1 0,1-1 0,-1 1 0,-4-9 0,1 6-341,0 1 0,-1 0-1,-9-12 1,5 11-6485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4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2716 1778 24575,'-5'0'0,"1"-1"0,-1 0 0,1 0 0,-1 0 0,1 0 0,-1 0 0,1-1 0,0 0 0,-8-4 0,-3-4 0,-18-14 0,5 3 0,-338-219-922,171 115 573,-235-151-932,-402-269-2224,246 151 3408,507 334 2828,20 14-664,54 43-2171,0 0 0,0 0 0,-9-4 1,2 3-6317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5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40 24575,'-5'-4'0,"1"0"0,0 0 0,0 1 0,0 0 0,0 0 0,-1 0 0,1 0 0,-1 1 0,0 0 0,1 0 0,-1 0 0,-9-2 0,13 4 0,1 0 0,-1 0 0,1 0 0,0 0 0,-1 0 0,1 0 0,-1 0 0,1 0 0,-1 0 0,1 0 0,0 0 0,-1 0 0,1 1 0,-1-1 0,1 0 0,0 0 0,-1 0 0,1 1 0,0-1 0,-1 0 0,1 1 0,0-1 0,-1 0 0,1 1 0,0-1 0,-1 0 0,1 1 0,0-1 0,0 1 0,-1 0 0,1 0 0,0 1 0,0-1 0,0 0 0,-1 0 0,1 1 0,1-1 0,-1 0 0,0 0 0,0 2 0,11 27 0,10 8 0,3-1 0,27 34 0,2 4 0,-51-73 0,-1 0 0,0-1 0,0 1 0,0 0 0,0 0 0,-1 0 0,1 0 0,0-1 0,-1 1 0,1 0 0,-1 0 0,0 0 0,0 0 0,0 0 0,0 1 0,0-1 0,0 3 0,-1-4 0,1 0 0,-1 0 0,0 0 0,1 0 0,-1 0 0,0 0 0,0 0 0,1 0 0,-1 0 0,0-1 0,0 1 0,0 0 0,0-1 0,0 1 0,0 0 0,-1-1 0,1 1 0,0-1 0,0 1 0,0-1 0,0 0 0,-1 0 0,1 1 0,0-1 0,0 0 0,0 0 0,-1 0 0,1 0 0,0-1 0,-2 1 0,-25-3 0,0-2 0,1-1 0,-43-14 0,-18-4 0,32 12 0,-73-5 0,108 15-1365,2-1-5461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98 129 24575,'1'7'0,"0"0"0,1 1 0,-1-1 0,2 0 0,-1 0 0,1 0 0,4 8 0,4 11 0,12 31 0,48 84 0,-69-138 0,-1 1 0,1-1 0,-1 1 0,0-1 0,2 7 0,-3-9 0,0-1 0,0 1 0,0-1 0,0 0 0,0 1 0,0-1 0,0 1 0,0-1 0,0 1 0,0-1 0,0 1 0,0-1 0,-1 1 0,1-1 0,0 0 0,0 1 0,0-1 0,-1 1 0,1-1 0,0 0 0,0 1 0,-1-1 0,0 1 0,1-1 0,-1 0 0,0 0 0,1 0 0,-1 0 0,0 0 0,1 0 0,-1 0 0,0 0 0,1 0 0,-1 0 0,0 0 0,1 0 0,-1 0 0,0 0 0,1-1 0,-1 1 0,0 0 0,1 0 0,-2-1 0,-3-2 0,-1-1 0,1 1 0,-1-1 0,1 0 0,0 0 0,0-1 0,1 1 0,-6-8 0,-30-46 0,25 35 0,-3-7 0,1 0 0,1-1 0,2-1 0,1 0 0,-12-48 0,23 76 0,1 0 0,1-1 0,-1 1 0,0 0 0,1-1 0,0 1 0,0-1 0,0 1 0,1 0 0,-1-1 0,3-6 0,-2 9 0,0 0 0,0 0 0,0 0 0,0 0 0,1 0 0,-1 0 0,0 0 0,1 0 0,0 1 0,-1-1 0,1 1 0,0-1 0,0 1 0,0 0 0,0 0 0,0 0 0,0 0 0,0 0 0,0 0 0,0 0 0,0 1 0,1-1 0,3 0 0,5 0 0,-1 1 0,0 0 0,1 0 0,-1 1 0,0 1 0,1-1 0,-1 2 0,0-1 0,17 8 0,9 6 0,41 24 0,-67-34 0,-5-4 0,-1 1 0,1 0 0,0 1 0,-1-1 0,0 1 0,0 0 0,0 0 0,0 0 0,5 8 0,-8-10 0,-1-1 0,1 1 0,0-1 0,0 1 0,-1 0 0,1-1 0,-1 1 0,0-1 0,1 1 0,-1 0 0,0-1 0,0 1 0,0 0 0,0-1 0,0 1 0,-1 0 0,1-1 0,0 1 0,-1 0 0,1-1 0,-1 1 0,1-1 0,-1 1 0,0-1 0,0 1 0,0-1 0,0 1 0,0-1 0,0 0 0,0 1 0,0-1 0,0 0 0,-1 0 0,1 0 0,0 0 0,-2 1 0,-3 1 0,1 0 0,0 0 0,-1-1 0,0 0 0,1 0 0,-1 0 0,0 0 0,0-1 0,-11 1 0,-7-1 0,-28-2 0,26 1 0,-72-2-1365,81 2-5461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6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24575,'30'90'0,"4"-1"0,81 148 0,-103-220 0,-10-13 0,1-1 0,-1 0 0,0 1 0,0 0 0,0-1 0,2 8 0,-6-11-1365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7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76 24575,'-4'-3'0,"-9"-7"0,-1 0 0,0 0 0,0 2 0,-1 0 0,0 1 0,-25-9 0,38 15 0,0 0 0,0 1 0,0-1 0,0 1 0,0 0 0,0 0 0,0 0 0,1 0 0,-1 0 0,0 0 0,0 0 0,0 1 0,0-1 0,0 1 0,0-1 0,-2 2 0,3-1 0,1-1 0,-1 1 0,0 0 0,0 0 0,0 0 0,0 0 0,1 0 0,-1 0 0,1 0 0,-1 0 0,1 1 0,-1-1 0,1 0 0,-1 0 0,1 0 0,0 1 0,0-1 0,0 0 0,0 0 0,0 0 0,0 1 0,0-1 0,0 0 0,0 3 0,2 5 0,0 0 0,1 0 0,-1-1 0,2 1 0,-1 0 0,1-1 0,8 12 0,-2-4 0,0-2 0,24 27 0,-27-34 0,1 0 0,0-1 0,0 1 0,0-2 0,1 1 0,0-1 0,13 6 0,-16-9 0,0 0 0,-1 0 0,1 0 0,0-1 0,0 0 0,1 0 0,-1-1 0,0 1 0,0-1 0,0-1 0,0 1 0,0-1 0,9-2 0,-13 3 0,0-1 0,0 0 0,-1 1 0,1-1 0,0 0 0,0 0 0,-1 0 0,1 0 0,-1-1 0,1 1 0,-1 0 0,1 0 0,-1-1 0,0 1 0,0-1 0,0 0 0,1 1 0,0-4 0,-1 2 0,0 0 0,0-1 0,0 1 0,-1 0 0,0 0 0,1 0 0,-1-1 0,0 1 0,-1 0 0,0-5 0,-1-1 0,0 0 0,-1 0 0,0 0 0,0 0 0,-1 1 0,0 0 0,-6-8 0,8 13 0,-2-4 0,-1 0 0,-1 0 0,1 0 0,-9-8 0,12 16 0,3 3 0,3 5 0,9 12 0,1-1 0,1-1 0,0 0 0,2-1 0,0-1 0,1 0 0,35 24 0,-50-39-170,1 1-1,-1-1 0,1 0 1,0 0-1,0-1 0,0 1 1,4 0-1,2 1-6655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8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90 263 24575,'-7'-7'0,"1"2"0,1 0 0,-1 0 0,0 0 0,-1 1 0,1 0 0,-1 0 0,1 1 0,-14-5 0,20 7 0,0 1 0,-1 0 0,1 0 0,-1 0 0,1 0 0,-1 0 0,1 0 0,0-1 0,-1 1 0,1 0 0,-1 0 0,1 0 0,-1 0 0,1 1 0,0-1 0,-1 0 0,1 0 0,-1 0 0,1 0 0,-1 0 0,1 0 0,0 1 0,-1-1 0,1 0 0,0 0 0,-1 1 0,1-1 0,0 0 0,-1 0 0,1 1 0,0-1 0,-1 0 0,1 1 0,0 0 0,-1 0 0,1 0 0,0 1 0,0-1 0,0 0 0,0 0 0,1 0 0,-1 0 0,0 0 0,0 0 0,1 0 0,-1 0 0,1 1 0,16 28 0,-11-21 0,1 0 0,1 0 0,-1-1 0,1 0 0,1-1 0,0 1 0,0-2 0,0 1 0,0-1 0,16 7 0,-11-8 0,0 0 0,1 0 0,-1-2 0,1 1 0,-1-2 0,1 0 0,21 0 0,-20-2 0,0 0 0,0-1 0,-1-1 0,1-1 0,-1 0 0,0 0 0,16-7 0,-23 7 0,-1-1 0,1 1 0,-1-1 0,0-1 0,-1 1 0,1-1 0,-1 0 0,0-1 0,0 0 0,-1 0 0,1 0 0,-1 0 0,-1-1 0,1 0 0,5-11 0,-7 11 0,-1 0 0,1 0 0,-1 0 0,-1 0 0,1 0 0,-1 0 0,0-1 0,-1 1 0,0-1 0,0 1 0,-1 0 0,1-1 0,-2 1 0,1 0 0,-1 0 0,-4-12 0,1 8 0,0 0 0,-1 0 0,0 1 0,0 0 0,-1 0 0,-1 0 0,1 1 0,-1 0 0,-15-12 0,22 20 0,-1-1 0,0 0 0,0 1 0,-1-1 0,1 1 0,0 0 0,0 0 0,-1 0 0,1 0 0,0 0 0,-1 0 0,1 1 0,-1-1 0,1 1 0,-1 0 0,-2-1 0,3 2 0,1-1 0,-1 1 0,0-1 0,0 1 0,1 0 0,-1-1 0,0 1 0,1 0 0,-1 0 0,1 0 0,0 0 0,-1 1 0,1-1 0,0 0 0,-1 1 0,1-1 0,0 1 0,0-1 0,0 1 0,0-1 0,1 1 0,-2 3 0,-1 1 0,0 0 0,1 0 0,0 0 0,0 1 0,1-1 0,-1 1 0,2-1 0,-1 1 0,1 0 0,0-1 0,0 1 0,0 0 0,1-1 0,2 8 0,-1-9 0,-1 1 0,2-1 0,-1 1 0,1-1 0,0 0 0,0 0 0,0-1 0,1 1 0,-1 0 0,1-1 0,0 0 0,1 0 0,-1 0 0,1-1 0,-1 1 0,9 3 0,-3-2 0,1 0 0,0 0 0,1-1 0,-1-1 0,0 0 0,20 2 0,1-2 0,38-1 0,-65-2-227,1 0-1,-1 0 1,1-1-1,0 0 1,8-3-1,-5 1-6598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9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24575,'9'-19'0,"-4"7"0,1 1 0,7-13 0,-11 22 0,-1-1 0,1 1 0,-1 0 0,1 0 0,0 0 0,0 0 0,0 1 0,0-1 0,0 0 0,0 1 0,1 0 0,-1-1 0,0 1 0,1 0 0,-1 0 0,4-1 0,-5 2 0,0 0 0,0 0 0,1 0 0,-1 0 0,0 0 0,0 0 0,1 0 0,-1 0 0,0 1 0,0-1 0,0 0 0,0 1 0,1-1 0,-1 1 0,0-1 0,0 1 0,0 0 0,0-1 0,1 2 0,0 0 0,0 1 0,0-1 0,0 0 0,0 1 0,-1-1 0,1 1 0,2 5 0,-1 2 0,1 0 0,-1 1 0,1 13 0,-1-2 0,-2 0 0,-1 30 0,0-26 0,2 30 0,-1-48 0,0 0 0,1 0 0,0 0 0,0 0 0,1 0 0,0 0 0,7 12 0,-6-14 0,1 1 0,-1-1 0,1-1 0,1 1 0,-1-1 0,1 0 0,0 0 0,0-1 0,1 0 0,-1 0 0,1 0 0,10 4 0,-8-5 0,1 1 0,0-1 0,0-1 0,0 0 0,0 0 0,0-1 0,0 0 0,19-1 0,-28 0 5,1 0-1,0 0 1,0-1-1,-1 1 0,1 0 1,0-1-1,-1 1 1,1-1-1,-1 0 1,1 0-1,0 1 0,-1-1 1,0 0-1,1 0 1,-1 0-1,0-1 1,1 1-1,-1 0 1,0 0-1,0-1 0,0 1 1,0 0-1,0-1 1,0 1-1,0-1 1,0-3-1,0 2-110,0 0 0,-1 0 0,1 0 0,-1-1 0,0 1 0,0 0-1,0 0 1,-1 0 0,1-1 0,-1 1 0,0 0 0,0 0 0,-2-5 0,-3-5-6720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19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1 395 24575,'30'0'0,"-1"-1"0,1-1 0,-1-1 0,1-2 0,30-9 0,-55 13 0,0-1 0,0 0 0,0 0 0,-1-1 0,1 1 0,-1-1 0,0 0 0,0 0 0,0-1 0,0 1 0,-1-1 0,1 0 0,-1 0 0,0 0 0,0 0 0,0 0 0,-1-1 0,1 1 0,-1-1 0,0 0 0,0 0 0,-1 0 0,0 0 0,0 0 0,0 0 0,0 0 0,-1 0 0,1 0 0,-1 0 0,-1-1 0,1 1 0,-1 0 0,-2-10 0,1 13 0,1-1 0,0 0 0,-1 0 0,0 1 0,0-1 0,0 1 0,0-1 0,0 1 0,0 0 0,0 0 0,-1 0 0,1 0 0,-1 0 0,0 0 0,1 1 0,-1-1 0,-4-1 0,6 3 0,0-1 0,0 1 0,-1-1 0,1 1 0,0 0 0,0-1 0,-1 1 0,1 0 0,0 0 0,0 0 0,-1 0 0,1 0 0,0 0 0,-1 0 0,1 0 0,0 1 0,0-1 0,0 0 0,-1 1 0,1-1 0,0 1 0,0-1 0,0 1 0,0 0 0,0-1 0,0 1 0,0 0 0,0 0 0,0 0 0,0 0 0,0 0 0,0 0 0,1 0 0,-1 0 0,0 0 0,1 0 0,-1 0 0,1 1 0,-1-1 0,1 0 0,-1 0 0,1 0 0,0 3 0,-1-1 0,1 1 0,-1-1 0,1 1 0,0-1 0,0 1 0,0-1 0,1 1 0,-1-1 0,1 1 0,0-1 0,0 1 0,0-1 0,0 0 0,2 5 0,0-3 0,0-1 0,1 1 0,-1-1 0,1 1 0,0-1 0,0 0 0,0 0 0,6 4 0,2-1 0,1 1 0,-1-2 0,1 1 0,0-2 0,0 0 0,20 5 0,-12-5 0,0-2 0,0 0 0,0-1 0,0-1 0,0-1 0,0-1 0,0-1 0,0-1 0,0-1 0,-1 0 0,1-2 0,-1 0 0,32-15 0,-50 20 0,-1 0 0,1 0 0,0 0 0,0-1 0,0 1 0,-1 0 0,1-1 0,-1 1 0,1-1 0,-1 1 0,1-1 0,-1 0 0,0 0 0,2-3 0,-3 4 0,0 0 0,1 0 0,-1 0 0,0 0 0,0 0 0,0 0 0,0 0 0,0-1 0,0 1 0,0 0 0,-1 0 0,1 0 0,0 0 0,-1 0 0,1 0 0,0 0 0,-1 0 0,1 0 0,-1 0 0,0 0 0,1 0 0,-1 0 0,0 0 0,0 1 0,1-1 0,-1 0 0,0 0 0,0 1 0,-1-2 0,-13-8 0,-1 0 0,-31-14 0,-7-4 0,45 23 0,0-1 0,1 0 0,0 0 0,0-1 0,0 0 0,1 0 0,-10-14 0,15 18 0,0 1 0,0-1 0,1 0 0,-1 0 0,1 0 0,0-1 0,0 1 0,0 0 0,0 0 0,0-1 0,1 1 0,-1 0 0,1-1 0,0 1 0,0 0 0,1-1 0,-1 1 0,0 0 0,1-1 0,0 1 0,0 0 0,0 0 0,0-1 0,1 1 0,-1 0 0,1 0 0,2-3 0,-2 3 5,1 0 1,0 0-1,0 0 0,-1 1 0,1-1 0,1 1 1,-1 0-1,0 0 0,1 0 0,-1 0 1,1 1-1,-1-1 0,1 1 0,0 0 0,-1 0 1,1 0-1,0 1 0,0-1 0,0 1 0,0 0 1,0 0-1,5 1 0,1 0-191,0 0 1,1 1-1,-1 0 0,0 1 1,0 0-1,0 1 1,10 5-1,-5-1-6640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0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72 24575,'-8'-3'0,"-1"1"0,0 0 0,0 0 0,0 1 0,0 0 0,-1 1 0,-10 0 0,18 0 0,-1 1 0,0-1 0,0 1 0,1 0 0,-1-1 0,0 1 0,1 0 0,-1 1 0,1-1 0,-1 0 0,-4 4 0,6-3 0,0-1 0,-1 1 0,1-1 0,0 1 0,0 0 0,0-1 0,0 1 0,0 0 0,0 0 0,0 0 0,1 0 0,-1 0 0,1 0 0,-1 0 0,1 0 0,0 0 0,0 0 0,0 3 0,0-1 0,1 1 0,0 0 0,0-1 0,0 1 0,0-1 0,1 1 0,0-1 0,0 1 0,0-1 0,0 0 0,1 0 0,-1 0 0,1 0 0,0-1 0,1 1 0,-1-1 0,5 4 0,-3-3 0,1 1 0,-1-1 0,1 0 0,0-1 0,1 1 0,-1-1 0,1 0 0,-1-1 0,1 0 0,13 3 0,-16-5 0,1 1 0,0-1 0,0 0 0,-1 0 0,1 0 0,0-1 0,0 0 0,-1 0 0,1 0 0,0 0 0,-1-1 0,0 1 0,1-1 0,3-3 0,-5 3 0,0 0 0,0 0 0,0-1 0,0 0 0,-1 1 0,1-1 0,-1 0 0,0 0 0,1 0 0,-1 0 0,-1-1 0,1 1 0,-1 0 0,1-1 0,-1 1 0,0-1 0,0 0 0,0-4 0,1 0 15,-1-1 0,-1 0 0,0 1 0,0-1 0,-1 0 0,0 1 0,-4-17 0,4 21-98,0 0 1,-1 0-1,1 0 1,-1 0-1,0 0 1,0 1-1,-1-1 1,1 1-1,-1 0 1,1-1-1,-1 1 1,0 0-1,0 0 1,-1 1-1,1-1 1,-1 1-1,-7-4 1,-1 0-6744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1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24575,'103'176'0,"-83"-139"0,35 46 0,-33-53 0,-1 1 0,19 42 0,-37-68 0,-1 0 0,0 0 0,0 1 0,-1-1 0,3 11 0,-4-16 0,0 0 0,0 0 0,0 0 0,0 0 0,-1 0 0,1 0 0,0 0 0,0 0 0,0 0 0,0 0 0,0 0 0,0 0 0,0 0 0,0 0 0,0 0 0,0 0 0,0 0 0,0 0 0,0-1 0,0 1 0,0 0 0,0 0 0,0 0 0,0 0 0,0 0 0,0 0 0,0 0 0,0 0 0,0 0 0,0 0 0,0 0 0,-1 0 0,1 0 0,0 0 0,0 0 0,0 0 0,0 0 0,0 0 0,0 1 0,0-1 0,0 0 0,0 0 0,0 0 0,0 0 0,0 0 0,0 0 0,0 0 0,0 0 0,0 0 0,0 0 0,0 0 0,0 0 0,0 0 0,0 0 0,0 0 0,0 0 0,0 0 0,0 0 0,0 0 0,0 0 0,0 0 0,0 0 0,0 0 0,-5-5 0,-5-10 0,-17-51 0,23 57 0,2-1 0,-1 0 0,1 0 0,1 0 0,-1-10 0,2 18 0,0 1 0,0 0 0,0 0 0,0 0 0,0-1 0,0 1 0,0 0 0,1 0 0,-1 0 0,0 0 0,1 0 0,-1-1 0,1 1 0,0 0 0,-1 0 0,1 0 0,0 0 0,-1 1 0,1-1 0,0 0 0,0 0 0,1-1 0,0 2 0,-1-1 0,1 0 0,0 0 0,0 1 0,0-1 0,-1 1 0,1 0 0,0-1 0,0 1 0,0 0 0,0 0 0,3 1 0,2 0 0,0 0 0,0 1 0,0 0 0,-1 0 0,1 0 0,8 5 0,99 64 0,-47-26 0,-65-44-136,-1 0-1,1-1 1,-1 1-1,1 0 1,-1-1-1,1 1 1,-1-1-1,1 1 0,1-1 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1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89 434 24575,'6'-6'0,"11"-13"0,-1 0 0,19-29 0,-32 42 0,1 1 0,-1-1 0,-1 1 0,1-1 0,-1 0 0,0 0 0,0 0 0,-1 0 0,1-1 0,-1 1 0,-1 0 0,1-1 0,-1 1 0,-2-12 0,1 13 0,0 1 0,-1-1 0,0 0 0,0 1 0,-1-1 0,1 1 0,-1 0 0,0 0 0,0 0 0,0 0 0,0 0 0,-1 1 0,0-1 0,0 1 0,0 0 0,-6-4 0,4 4 0,0-1 0,0 1 0,0 1 0,0-1 0,-1 1 0,1 0 0,-1 0 0,1 1 0,-1 0 0,0 0 0,-11 0 0,16 1 0,0 0 0,0 1 0,0-1 0,0 0 0,0 0 0,1 1 0,-1 0 0,0-1 0,0 1 0,1 0 0,-1 0 0,0 0 0,1 0 0,-1 0 0,1 0 0,-1 0 0,1 0 0,-1 1 0,1-1 0,-2 3 0,1-1 0,1-1 0,0 1 0,0 0 0,1-1 0,-1 1 0,0 0 0,1 0 0,0-1 0,-1 1 0,1 0 0,0 0 0,1 4 0,0 2 0,1 0 0,0 0 0,1-1 0,0 0 0,0 1 0,1-1 0,9 15 0,-7-15 0,0 0 0,1 0 0,0-1 0,0 0 0,1 0 0,-1-1 0,2 0 0,-1 0 0,1-1 0,0 0 0,0 0 0,0-1 0,0 0 0,16 3 0,-3-2 0,1-1 0,-1-1 0,1-1 0,0-1 0,31-2 0,-40 0 0,0-1 0,0-1 0,0 0 0,0 0 0,-1-2 0,0 0 0,0 0 0,0-1 0,0-1 0,-1 0 0,0 0 0,19-17 0,-30 23 0,0 0 0,1 0 0,-1 0 0,0-1 0,0 1 0,0 0 0,0-1 0,0 1 0,0 0 0,0-1 0,0 1 0,-1-1 0,1 1 0,0-1 0,-1 0 0,1-1 0,-1 1 0,-1 1 0,1 0 0,0-1 0,0 1 0,-1-1 0,1 1 0,-1 0 0,0-1 0,1 1 0,-1 0 0,0 0 0,0 0 0,1-1 0,-1 1 0,0 0 0,0 0 0,0 0 0,0 0 0,-2 0 0,-9-10 0,-14-11 0,-26-30 0,45 44 0,0 0 0,1-1 0,0 1 0,1-1 0,0 0 0,0-1 0,1 1 0,-4-13 0,7 19 5,0 0 0,1 0 0,0 0 0,-1 0 0,1 0 0,0 0 0,1 0 0,-1 0 0,0 0 0,1 0 0,0 0 0,0 0 0,0 0 0,0 1 0,0-1 0,0 0 0,1 0 0,-1 1 0,1-1 0,0 1 0,0 0 0,0-1 0,3-2 0,-3 3-58,0 0 0,1 1 0,-1-1 0,0 1 0,0-1 0,1 1 0,-1 0 0,0 0 0,1 0 0,-1 0 0,1 1 0,-1-1 0,1 1-1,0-1 1,-1 1 0,1 0 0,0 0 0,-1 0 0,1 0 0,-1 1 0,1-1 0,0 1 0,-1 0 0,1-1 0,-1 1 0,1 0 0,2 2 0,5 3-6773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2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76 359 24575,'8'-7'0,"12"-13"0,33-42 0,-48 56 0,-1 0 0,0 0 0,-1-1 0,0 1 0,0-1 0,0 1 0,0-1 0,-1 0 0,-1 0 0,1 0 0,-1-1 0,1-12 0,-3 14 0,0 0 0,0 0 0,0 0 0,-1 0 0,0 0 0,0 1 0,-1-1 0,0 0 0,0 1 0,0 0 0,0 0 0,-1 0 0,-7-7 0,-5-5 0,-1 1 0,-21-16 0,36 30 0,-1 0 0,1 0 0,-1 0 0,0 1 0,0-1 0,0 1 0,0-1 0,0 1 0,0 0 0,-1 0 0,1 0 0,0 0 0,-4 0 0,6 1 0,-1 0 0,1 1 0,0-1 0,-1 0 0,1 0 0,0 0 0,-1 1 0,1-1 0,0 1 0,0-1 0,-1 1 0,1 0 0,0-1 0,0 1 0,0 0 0,0 0 0,0 0 0,0-1 0,0 1 0,0 0 0,0 0 0,1 1 0,-1-1 0,0 0 0,0 0 0,1 0 0,-1 0 0,1 1 0,-1-1 0,1 0 0,0 1 0,-1 1 0,0 2 0,0 1 0,0 0 0,0 0 0,1-1 0,0 1 0,0 0 0,1 0 0,-1-1 0,1 1 0,0 0 0,1-1 0,-1 1 0,5 10 0,-1-9 0,-1 1 0,1-1 0,0 0 0,0 0 0,1-1 0,0 1 0,0-1 0,10 7 0,6 3 0,2-1 0,0-1 0,0-2 0,45 17 0,-50-22-170,0-1-1,0-1 0,1 0 1,0-2-1,-1 0 0,1-1 1,29-1-1,-33-2-6655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3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40 24575,'-13'-7'0,"-1"1"0,0 0 0,0 2 0,0-1 0,0 2 0,-1 0 0,-19-2 0,32 5 0,1 0 0,-1 0 0,0 0 0,1 0 0,-1 0 0,0 0 0,1 0 0,-1 1 0,1-1 0,-1 1 0,1-1 0,-1 1 0,1 0 0,-1-1 0,1 1 0,-1 0 0,1 0 0,0 0 0,0 0 0,-1 0 0,1 0 0,-2 3 0,2-2 0,0 0 0,0 1 0,1-1 0,-1 0 0,1 1 0,-1-1 0,1 0 0,0 1 0,0-1 0,0 1 0,0-1 0,0 1 0,0-1 0,2 5 0,3 16 0,2 1 0,1-1 0,17 37 0,41 63 0,2-15 0,152 185 0,-200-268 0,-10-12 0,0 0 0,21 19 0,-36-47 0,-1 3-1365,1 0-5461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12 24575,'-32'-2'0,"-13"-2"0,-1 1 0,4 1 0,8 2 0,6 2 0,6 1 0,5 2 0,6 0 0,9-1 0,6-3 0,6-2 0,1-1-8191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3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69 24575,'-31'-13'0,"-42"-16"0,64 25 0,-1 2 0,0-1 0,0 1 0,0 1 0,-13-1 0,21 2 0,1-1 0,0 1 0,0 0 0,-1 0 0,1 0 0,0 0 0,0 1 0,0-1 0,-1 0 0,1 0 0,0 1 0,0-1 0,0 1 0,0-1 0,-1 1 0,1-1 0,0 1 0,0 0 0,0 0 0,0-1 0,0 1 0,1 0 0,-1 0 0,0 0 0,0 0 0,1 0 0,-1 0 0,0 0 0,1 0 0,-1 0 0,1 0 0,-1 1 0,1-1 0,0 0 0,-1 0 0,1 0 0,0 1 0,0-1 0,0 0 0,0 0 0,0 0 0,0 3 0,1-1 0,0 1 0,-1-1 0,1 1 0,1 0 0,-1-1 0,1 0 0,-1 1 0,1-1 0,0 0 0,0 0 0,0 0 0,1 0 0,2 3 0,2 0 0,1-1 0,0 0 0,-1 0 0,2 0 0,-1-1 0,0 0 0,1-1 0,0 0 0,0 0 0,0-1 0,0 0 0,0-1 0,0 0 0,1 0 0,-1-1 0,0 0 0,16-3 0,-23 3 0,-1 0 0,0 0 0,1 0 0,-1-1 0,0 1 0,0 0 0,1-1 0,-1 1 0,0-1 0,0 0 0,0 1 0,1-1 0,-1 0 0,0 0 0,0 1 0,0-1 0,1-1 0,-2 1 0,1 0 0,-1 0 0,0 0 0,1 0 0,-1 0 0,0 1 0,1-1 0,-1 0 0,0 0 0,0 0 0,0 0 0,0 0 0,0 0 0,0 0 0,0 0 0,0 0 0,0 0 0,-1-1 0,0-1 0,0-1 0,-1 1 0,1 0 0,-1-1 0,0 1 0,0 0 0,0 0 0,0 1 0,-1-1 0,-5-5 0,-4-1 0,-2-1 0,-27-13 0,-2-2 0,37 20-70,7 3 245,11 4-1645,-2 0-5356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3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336 422 24575,'-23'-9'0,"-116"-53"0,124 54 0,0 0 0,1-1 0,1-1 0,-1-1 0,2 0 0,-23-24 0,28 25 0,0 0 0,1 0 0,0-1 0,1 0 0,1 0 0,-1 0 0,2-1 0,-1 1 0,2-1 0,-1 0 0,2 0 0,0 0 0,0 0 0,2-24 0,-1 33 0,0 1 0,1-1 0,-1 0 0,1 1 0,-1-1 0,1 1 0,0-1 0,0 0 0,0 1 0,0 0 0,0-1 0,1 1 0,-1 0 0,1 0 0,-1-1 0,1 1 0,0 0 0,0 1 0,0-1 0,0 0 0,4-2 0,-1 2 0,0 0 0,1 0 0,-1 0 0,1 1 0,-1-1 0,1 1 0,-1 1 0,1-1 0,7 1 0,-1 0-85,-1 1 0,1 0-1,-1 1 1,0 0 0,0 0-1,0 1 1,0 1 0,0 0-1,-1 0 1,1 1 0,-1 1-1,0 0 1,-1 0 0,1 0-1,14 16 1,-10-9-6741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4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60 24575,'-44'-15'0,"-1"2"0,-1 2 0,-77-9 0,118 20 0,1 0 0,0 0 0,0 0 0,0 1 0,-1-1 0,1 1 0,0 0 0,0 0 0,0 0 0,0 1 0,-4 2 0,7-4 0,0 1 0,-1 0 0,1 0 0,0 0 0,0 0 0,0 0 0,0 0 0,0 0 0,0 0 0,0 0 0,0 1 0,1-1 0,-1 0 0,0 1 0,1-1 0,-1 0 0,1 1 0,-1-1 0,1 1 0,0-1 0,-1 0 0,1 1 0,0-1 0,0 1 0,0-1 0,0 1 0,0-1 0,1 1 0,-1-1 0,0 1 0,1-1 0,-1 0 0,1 1 0,0 1 0,3 4 0,0 0 0,0-1 0,0 1 0,1-1 0,0 0 0,0 0 0,0 0 0,1-1 0,0 0 0,12 9 0,-2-4 0,1 0 0,0-1 0,23 9 0,-33-15 0,11 4 0,-1 0 0,1-1 0,0-1 0,30 4 0,-47-9 0,0 0 0,1 1 0,-1-1 0,1 0 0,-1 0 0,1 0 0,-1 0 0,0-1 0,1 1 0,-1 0 0,1-1 0,-1 1 0,0-1 0,1 1 0,-1-1 0,0 1 0,0-1 0,1 0 0,-1 0 0,0 0 0,0 0 0,0 1 0,0-2 0,0 1 0,0 0 0,0 0 0,0 0 0,0 0 0,-1 0 0,2-3 0,-2 1 0,1 1 0,-1 0 0,0-1 0,0 1 0,0 0 0,0-1 0,0 1 0,0 0 0,-1-1 0,0 1 0,1 0 0,-1-1 0,0 1 0,0 0 0,0 0 0,0 0 0,0 0 0,-2-3 0,1 3 0,0-1 0,0 1 0,0 0 0,0 0 0,0 0 0,0 0 0,-1 0 0,1 0 0,-1 0 0,1 1 0,-1-1 0,-3 0 0,5 1 0,1 1 0,-1 0 0,1 0 0,-1 0 0,0 0 0,1 0 0,-1 0 0,0 0 0,1 0 0,-1 0 0,0 0 0,1 0 0,-1 0 0,0 0 0,1 1 0,-1-1 0,1 0 0,-1 0 0,0 1 0,1-1 0,-1 0 0,0 2 0,0-1 0,0 0 0,0 0 0,1 0 0,-1 1 0,0-1 0,1 0 0,-1 1 0,1-1 0,-1 1 0,1-1 0,0 1 0,0-1 0,-1 1 0,1 1 0,0 5 0,1 0 0,-1 0 0,1 0 0,1 0 0,3 12 0,16 40 0,-19-55 0,18 41 0,3-1 0,45 66 0,-5-7 0,-62-103 0,0 0 0,-1 0 0,1 0 0,-1 0 0,1 0 0,-1 0 0,1 0 0,-1 0 0,0 0 0,0 0 0,1 0 0,-1 0 0,0 1 0,0-2 0,-1 0 0,1 1 0,0-1 0,-1 0 0,1 0 0,0 0 0,-1 0 0,1 0 0,0-1 0,-1 1 0,1 0 0,0 0 0,-1 0 0,1 0 0,0 0 0,-1 0 0,1 0 0,0-1 0,0 1 0,-1 0 0,1 0 0,0 0 0,0-1 0,-1 1 0,1-1 0,-26-21 0,25 20 0,-44-42-1365,31 30-5461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97 131 24575,'-10'-3'0,"0"1"0,-17-2 0,24 3 0,1 1 0,0 0 0,0 0 0,-1 0 0,1 0 0,0 0 0,-1 1 0,1-1 0,0 1 0,0-1 0,-1 1 0,1 0 0,0 0 0,0 0 0,0 0 0,0 0 0,0 1 0,-2 1 0,4-3 0,-1 1 0,1 0 0,-1-1 0,1 1 0,-1 0 0,1-1 0,-1 1 0,1 0 0,0-1 0,0 1 0,-1 0 0,1 0 0,0-1 0,0 1 0,0 0 0,-1 0 0,1 0 0,0-1 0,0 1 0,0 0 0,1 0 0,-1 1 0,0 0 0,1-1 0,0 1 0,0-1 0,-1 1 0,1-1 0,0 0 0,0 1 0,0-1 0,0 0 0,3 2 0,0 1 0,1 0 0,0 0 0,1-1 0,10 5 0,-5-4 0,-1-1 0,1 0 0,0-1 0,0 0 0,0-1 0,0 0 0,0-1 0,0 0 0,0-1 0,0 0 0,13-4 0,-19 4 0,-1 0 0,0 0 0,0-1 0,0 0 0,0 1 0,0-2 0,0 1 0,0 0 0,-1-1 0,1 1 0,4-6 0,-7 6 0,1 0 0,-1 0 0,1 0 0,-1 0 0,0 0 0,0 0 0,0-1 0,0 1 0,0 0 0,-1-1 0,1 1 0,-1-1 0,1 1 0,-1-1 0,0 1 0,0-1 0,0 1 0,0-1 0,-1 1 0,1-1 0,0 1 0,-2-3 0,-1-2 0,0 0 0,0 0 0,-1 0 0,0 1 0,0-1 0,0 1 0,-1 0 0,0 0 0,0 1 0,-1-1 0,1 1 0,-1 1 0,0-1 0,-1 1 0,1 0 0,-1 0 0,0 0 0,0 1 0,0 1 0,0-1 0,0 1 0,-1 0 0,1 0 0,-1 1 0,-11 0 0,17 0 0,0 1 0,0 0 0,0 1 0,0-1 0,0 0 0,0 1 0,0-1 0,0 1 0,0-1 0,0 1 0,0 0 0,0 0 0,1 0 0,-1 0 0,0 0 0,1 1 0,-1-1 0,1 0 0,-1 1 0,1-1 0,0 1 0,-1-1 0,1 1 0,0 0 0,0-1 0,0 1 0,0 0 0,0 0 0,1 0 0,-2 3 0,1-1 0,1 1 0,-1-1 0,1 1 0,0-1 0,0 1 0,0-1 0,1 1 0,0-1 0,-1 0 0,2 1 0,-1-1 0,3 8 0,4 3-1365,-1-3-5461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5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119 164 24575,'-6'-8'0,"-34"-42"0,36 46 0,0 0 0,0 1 0,0-1 0,-1 1 0,1-1 0,-1 1 0,0 1 0,-9-5 0,13 7 0,1-1 0,-1 1 0,0 0 0,1 0 0,-1-1 0,0 1 0,1 0 0,-1 0 0,0 0 0,1 0 0,-1 0 0,0 0 0,1 0 0,-1 0 0,0 0 0,0 1 0,1-1 0,-1 0 0,0 0 0,1 1 0,-1-1 0,1 0 0,-1 1 0,0-1 0,0 1 0,0 0 0,1 0 0,-1 0 0,0 0 0,1 0 0,-1 0 0,1 0 0,0 0 0,-1 1 0,1-1 0,0 0 0,0 0 0,0 0 0,0 0 0,0 2 0,0 1 0,0 0 0,0 1 0,1-1 0,0 0 0,0 0 0,0 1 0,3 4 0,-2-5 0,0-1 0,0 0 0,0 0 0,1 0 0,-1 0 0,1 0 0,0 0 0,0 0 0,0-1 0,0 0 0,1 0 0,-1 0 0,0 0 0,1 0 0,0 0 0,-1-1 0,1 0 0,5 2 0,-6-3 0,-1 0 0,0 0 0,0 1 0,0-1 0,1 0 0,-1-1 0,0 1 0,0 0 0,0-1 0,0 1 0,1-1 0,-1 0 0,0 0 0,0 1 0,0-1 0,0-1 0,0 1 0,-1 0 0,1 0 0,0-1 0,-1 1 0,1-1 0,0 1 0,-1-1 0,0 0 0,1 0 0,-1 1 0,0-1 0,0 0 0,0 0 0,0 0 0,0 0 0,0-5 0,1 3-44,-1-1 0,0 0 0,0 1 0,-1-1 0,0 0 0,1 0 0,-2 1 0,1-1 0,0 0 0,-1 0 0,0 1 0,0-1 0,0 0 0,-1 1 0,0-1 0,0 1 0,0 0 0,0-1-1,0 1 1,-1 0 0,0 0 0,0 1 0,0-1 0,0 0 0,-1 1 0,1 0 0,-1 0 0,0 0 0,0 0 0,-5-2 0,-3-2-6782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235 466 24575,'-6'-3'0,"-6"-3"0,0 0 0,-1 1 0,1 1 0,-1 0 0,0 0 0,0 2 0,-16-3 0,27 5 0,1 0 0,0 0 0,0 0 0,0 0 0,-1 0 0,1 0 0,0 0 0,0 0 0,0 0 0,0 0 0,-1 1 0,1-1 0,0 1 0,0-1 0,0 1 0,0-1 0,0 1 0,0-1 0,0 1 0,0 0 0,0 0 0,0-1 0,0 1 0,1 0 0,-1 0 0,0 0 0,1 0 0,-1 0 0,0 0 0,1 0 0,-1 0 0,1 0 0,-1 0 0,1 0 0,0 1 0,0-1 0,-1 0 0,1 0 0,0 0 0,0 0 0,0 1 0,0-1 0,0 0 0,0 0 0,1 0 0,-1 1 0,0-1 0,1 0 0,-1 0 0,0 0 0,2 1 0,0 4 0,1 1 0,0-1 0,0-1 0,1 1 0,-1 0 0,2-1 0,-1 0 0,0 0 0,10 8 0,-2-3 0,0 0 0,1-1 0,15 8 0,-22-13 0,1-1 0,-1-1 0,1 1 0,0-1 0,0 0 0,0 0 0,0-1 0,0 0 0,10 0 0,-15-1 0,0 0 0,0 0 0,1 0 0,-1 0 0,0-1 0,0 1 0,0-1 0,0 1 0,0-1 0,0 0 0,0 0 0,0 0 0,0 0 0,0 0 0,-1 0 0,1 0 0,0-1 0,-1 1 0,1 0 0,-1-1 0,1 0 0,-1 1 0,0-1 0,1 0 0,-1 0 0,0 0 0,0 0 0,0 0 0,-1 0 0,1 0 0,0 0 0,-1 0 0,1 0 0,-1-3 0,1-5 0,-1 1 0,-1-1 0,1 0 0,-2 1 0,1-1 0,-1 1 0,-1 0 0,-4-13 0,-36-72 0,41 91 0,-25-47 0,-56-75 0,-45-37 0,124 158 0,-10-11 0,14 15 0,0 0 0,0 0 0,-1 0 0,1 0 0,0 0 0,0 0 0,0 0 0,0 0 0,0 0 0,0 0 0,-1 0 0,1 0 0,0 0 0,0 0 0,0 0 0,0 0 0,0 0 0,-1 0 0,1 0 0,0 0 0,0 0 0,0 0 0,0 0 0,0 0 0,-1 0 0,1 0 0,0 0 0,0 1 0,0-1 0,0 0 0,0 0 0,0 0 0,0 0 0,-1 0 0,1 0 0,0 0 0,0 1 0,0-1 0,-2 12 0,4 10-678,0-1 0,1 1 0,2-1 0,0 0 0,1 0 0,1-1 0,0 0 0,12 20 0,6 8 827,3-2 1,34 45 0,-21-38 5537,21 33-7086,-50-68-5427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7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0,1-1 0,-1 1 0,0-1 0,0 1 0,0 0 0,1-1 0,-1 1 0,0 0 0,0 0 0,1-1 0,-1 1 0,0 0 0,1 0 0,-1-1 0,0 1 0,1 0 0,-1 0 0,0 0 0,1-1 0,-1 1 0,1 0 0,4 7 0,2 22 0,-5-20 0,71 208 0,-46-145 0,-3-7 0,39 120 0,-62-181 0,0 0 0,0-1 0,0 1 0,1-1 0,-1 1 0,1-1 0,2 4 0,-3-6 0,-1-1 0,1 1 0,0-1 0,-1 1 0,1-1 0,0 1 0,0-1 0,-1 0 0,1 1 0,0-1 0,0 0 0,0 1 0,0-1 0,-1 0 0,1 0 0,0 0 0,0 0 0,0 0 0,0 0 0,0 0 0,0 0 0,-1 0 0,1 0 0,0 0 0,0-1 0,0 1 0,0 0 0,-1-1 0,1 1 0,0 0 0,0-1 0,-1 1 0,1-1 0,0 1 0,0-2 0,26-17 0,34-31 0,20-14 0,25 2 0,-52 32 0,-53 30-76,-1-1 1,1 1-1,0 0 0,0-1 0,0 0 0,-1 1 0,1-1 0,0 1 1,0-1-1,-1 0 0,1 0 0,-1 1 0,1-1 0,0 0 1,-1 0-1,0 0 0,1-1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126 333 24575,'52'116'0,"1"2"0,-46-108 0,-5-16 0,-6-17 0,-2 0 0,-2 1 0,0 1 0,-14-26 0,-40-60 0,42 73 0,18 31 0,-60-108 0,52 91 0,2 1 0,0-1 0,-9-39 0,16 57 0,1 0 0,-1 0 0,1 0 0,0 0 0,0-1 0,0 1 0,0 0 0,0 0 0,0 0 0,1 0 0,-1 0 0,1 0 0,-1 0 0,1 0 0,0 0 0,-1 0 0,1 0 0,0 1 0,0-1 0,2-2 0,-1 2 0,0 1 0,0-1 0,0 1 0,0-1 0,1 1 0,-1 0 0,0 0 0,1-1 0,-1 2 0,1-1 0,-1 0 0,1 1 0,4-2 0,4 2 0,0 0 0,-1 0 0,1 0 0,0 2 0,-1-1 0,17 5 0,-17-3 0,0 1 0,0 0 0,0 0 0,0 0 0,-1 2 0,1-1 0,12 11 0,-20-14 0,1-1 0,-1 1 0,0 0 0,0 1 0,0-1 0,0 0 0,0 0 0,-1 1 0,1-1 0,-1 1 0,0-1 0,1 1 0,-1 0 0,0 0 0,-1-1 0,1 1 0,0 0 0,-1 0 0,0 0 0,1 0 0,-1 0 0,0 0 0,-1 0 0,1 0 0,0-1 0,-1 1 0,0 0 0,1 0 0,-1 0 0,0-1 0,-1 1 0,-1 3 0,-3 3 0,0 0 0,0-1 0,-1 1 0,0-2 0,0 1 0,-1-1 0,-12 9 0,-64 39 0,79-52 0,-38 20-1365,25-14-5461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8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24575,'77'87'0,"0"0"0,10 1 0,-86-86 14,-4-4-1393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8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0 178 24575,'8'-35'0,"-6"22"0,1 0 0,0 0 0,6-14 0,-7 23 0,0 0 0,1 0 0,-1 0 0,1 0 0,-1 0 0,1 1 0,0-1 0,1 1 0,-1 0 0,1 0 0,-1 0 0,1 0 0,4-2 0,1 1 0,-1 0 0,0 0 0,1 1 0,13-3 0,-18 4 0,1 2 0,-1-1 0,0 0 0,1 1 0,-1 0 0,0 0 0,1 0 0,-1 1 0,0-1 0,1 1 0,6 2 0,-10-2-49,0-1 1,-1 0-1,1 1 0,0 0 0,0-1 1,0 1-1,0-1 0,-1 1 0,1 0 1,0 0-1,0-1 0,-1 1 0,1 0 1,-1 0-1,1 0 0,-1 0 0,1 0 1,-1 0-1,1 0 0,-1 0 0,0 0 1,0 0-1,1 0 0,-1 0 0,0 0 0,0 0 1,0 1-1,-2 6-6777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0:28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5 117 24575,'-1'-2'0,"0"0"0,1 0 0,-1 1 0,1-1 0,-1 0 0,1 0 0,0 0 0,0 0 0,0 1 0,0-1 0,0 0 0,0 0 0,1 0 0,-1 0 0,0 1 0,1-1 0,-1 0 0,1 0 0,0 1 0,0-1 0,0 0 0,0 1 0,0-1 0,0 1 0,0-1 0,0 1 0,0 0 0,1-1 0,-1 1 0,1 0 0,-1 0 0,1 0 0,2-1 0,5-3 0,0 2 0,0-1 0,1 2 0,-1-1 0,13-1 0,5-2 0,14-8 51,-31 10-405,1 0 0,0 0 0,18-2 0,-17 4-6472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15 24575,'-20'-1'0,"-31"-5"0,34 3 0,0 1 0,-29 0 0,43 2 0,-1 0 0,1 1 0,-1 0 0,1-1 0,0 1 0,-1 0 0,1 1 0,0-1 0,0 1 0,0-1 0,0 1 0,0 0 0,0 0 0,0 0 0,1 1 0,-1-1 0,1 1 0,-1-1 0,1 1 0,0 0 0,0 0 0,0 0 0,1 0 0,-1 0 0,1 0 0,-2 6 0,0-1 0,1 0 0,0 0 0,1 1 0,0-1 0,0 0 0,1 1 0,0-1 0,1 1 0,-1-1 0,3 10 0,-1-13 0,-1 1 0,1-1 0,0 0 0,1 0 0,-1-1 0,1 1 0,0 0 0,0-1 0,0 1 0,0-1 0,1 0 0,0 0 0,0-1 0,0 1 0,0-1 0,1 0 0,-1 0 0,1 0 0,0 0 0,0-1 0,0 0 0,0 0 0,7 2 0,-1-2 0,-1 1 0,0-2 0,1 1 0,-1-1 0,1-1 0,0 0 0,-1-1 0,1 1 0,-1-2 0,1 0 0,10-3 0,-8 0-1365,-4 0-5461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17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72 24575,'-7'0'0,"-3"-1"0,1 1 0,-1 0 0,0 0 0,0 2 0,1-1 0,-1 1 0,0 0 0,1 1 0,-12 5 0,21-8 0,-1 0 0,1 0 0,-1 1 0,0-1 0,1 0 0,-1 1 0,1-1 0,-1 0 0,1 1 0,-1-1 0,1 1 0,0-1 0,-1 1 0,1-1 0,-1 1 0,1-1 0,0 1 0,0-1 0,-1 1 0,1 0 0,0-1 0,0 1 0,0 0 0,-1-1 0,1 1 0,0-1 0,0 2 0,1-1 0,-1 0 0,0 0 0,1 0 0,-1 0 0,1 0 0,-1 0 0,1 0 0,0 0 0,-1 0 0,1 0 0,0 0 0,0 0 0,1 1 0,5 3 0,0 0 0,1 0 0,8 4 0,-11-7 0,7 5 0,0-1 0,1 0 0,0-1 0,1 0 0,-1-1 0,1 0 0,0-1 0,0-1 0,0 0 0,0-1 0,27-2 0,-40 2 0,0-1 0,1-1 0,-1 1 0,0 0 0,0 0 0,0 0 0,0-1 0,1 1 0,-1 0 0,0-1 0,0 1 0,0-1 0,0 1 0,0-1 0,0 0 0,0 0 0,0 1 0,0-1 0,-1 0 0,1 0 0,0 0 0,0 0 0,-1 0 0,1 0 0,-1 0 0,1 0 0,0 0 0,-1 0 0,0 0 0,1 0 0,-1 0 0,0 0 0,0-1 0,1 1 0,-1 0 0,0 0 0,0 0 0,0 0 0,0-1 0,-1 1 0,1 0 0,0 0 0,0 0 0,-2-2 0,1-2 0,-1 0 0,0 0 0,-1 0 0,1 0 0,-1 1 0,0-1 0,0 1 0,-7-8 0,-2 0 0,-1 1 0,-1 0 0,0 0 0,0 2 0,-1-1 0,0 2 0,0 0 0,-28-9 0,40 16-44,1 0 0,-1 1 0,0-1 0,0 1 0,0 0 0,0 0 0,0 0 0,0 0 0,0 0 0,0 1 0,0 0 0,0-1 0,1 1 0,-1 0 0,0 0 0,0 0 0,1 1 0,-1-1-1,1 1 1,-1-1 0,1 1 0,0 0 0,-1 0 0,1 0 0,0 0 0,0 0 0,0 0 0,1 1 0,-1-1 0,-2 5 0,-2 6-6782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1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24575,'0'2'0,"1"1"0,-1-1 0,1 0 0,0 1 0,0-1 0,0 0 0,0 0 0,0 0 0,0 0 0,0 0 0,1 0 0,-1 0 0,1 0 0,0-1 0,-1 1 0,1 0 0,0-1 0,0 0 0,0 1 0,3 1 0,7 3 0,0 1 0,16 5 0,-22-10 0,3 2 0,0-1 0,1 0 0,-1 0 0,1-1 0,0 0 0,-1-1 0,1 0 0,14-1 0,-22 0 0,-1 0 0,0-1 0,1 1 0,-1 0 0,0-1 0,1 1 0,-1-1 0,0 1 0,0-1 0,1 0 0,-1 1 0,0-1 0,0 0 0,0 0 0,0 0 0,0 0 0,0 0 0,0 0 0,0 0 0,0 0 0,-1 0 0,1 0 0,0 0 0,-1-1 0,1 1 0,-1 0 0,1-1 0,-1 1 0,0 0 0,1-1 0,-1-1 0,0 0 0,0 0 0,0 0 0,0 0 0,0 0 0,0 0 0,-1 0 0,1 1 0,-1-1 0,0 0 0,0 0 0,0 1 0,0-1 0,-1 1 0,-1-4 0,-1 2 0,4 6 0,5 8 0,7 1 0,0-1 0,0 0 0,1-1 0,0 0 0,1-1 0,0 0 0,21 7 0,-20-9 0,-1 0 0,1-2 0,0 0 0,1 0 0,-1-1 0,1-1 0,-1-1 0,1 0 0,19-2 0,-32 1 0,-1-1 0,1 1 0,0-1 0,-1 0 0,1 0 0,-1 0 0,1 0 0,-1 0 0,0 0 0,1-1 0,-1 1 0,0-1 0,0 0 0,0 1 0,0-1 0,0 0 0,0 0 0,2-4 0,-4 6-42,0 0-1,0-1 0,0 1 1,0 0-1,1 0 0,-1-1 1,0 1-1,0 0 0,0 0 1,1-1-1,-1 1 0,0 0 1,0 0-1,1 0 0,-1 0 1,0-1-1,1 1 0,-1 0 1,0 0-1,0 0 0,1 0 1,-1 0-1,0 0 0,1 0 1,-1 0-1,0 0 0,1 0 1,-1 0-1,0 0 0,0 0 1,1 0-1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1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61 119 24575,'158'335'0,"-157"-333"0,0 0 0,0 0 0,-1 1 0,1-1 0,0 0 0,-1 0 0,0 0 0,1 0 0,-1 1 0,0 1 0,0-3 0,0-1 0,0 0 0,0 0 0,-1 1 0,1-1 0,0 0 0,0 0 0,0 0 0,0 1 0,0-1 0,0 0 0,-1 0 0,1 0 0,0 1 0,0-1 0,0 0 0,0 0 0,-1 0 0,1 0 0,0 0 0,0 1 0,0-1 0,-1 0 0,1 0 0,0 0 0,0 0 0,0 0 0,-1 0 0,1 0 0,0 0 0,0 0 0,-1 0 0,0 0 0,-1 0 0,1-1 0,0 1 0,0 0 0,-1-1 0,1 1 0,0-1 0,0 0 0,0 1 0,-2-2 0,-8-6 0,1-1 0,0 0 0,0 0 0,1-1 0,-13-17 0,5 3 0,-21-39 0,22 31 0,-22-58 0,33 74 0,0 0 0,1 0 0,1 0 0,1 0 0,0 0 0,1-19 0,1 32 0,0-1 0,0 1 0,0-1 0,1 1 0,0 0 0,0-1 0,0 1 0,0 0 0,0 0 0,0-1 0,1 1 0,3-4 0,-4 5 0,1 0 0,0 0 0,0 1 0,0-1 0,-1 1 0,1 0 0,1 0 0,-1-1 0,0 1 0,0 0 0,0 1 0,0-1 0,1 0 0,-1 1 0,0-1 0,1 1 0,-1 0 0,1 0 0,2 0 0,4 0 9,0 0 1,-1 1-1,1 1 0,0-1 0,0 2 1,0-1-1,-1 1 0,0 0 0,1 1 0,-1 0 1,0 0-1,9 8 0,-11-8-102,0 0 0,0 1 1,-1 0-1,0 0 0,0 1 0,-1-1 0,1 1 0,-1 0 1,-1 0-1,1 1 0,-1-1 0,0 1 0,0 0 1,-1 0-1,3 12 0,-3-4-6733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1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190 604 24575,'-7'-62'0,"-3"1"0,-2 0 0,-3 0 0,-3 1 0,-2 2 0,-43-87 0,21 49 0,40 108 0,1 9 0,2 31 0,3-1 0,1 0 0,3 0 0,16 54 0,-20-92 0,0 0 0,2 0 0,-1-1 0,16 24 0,-17-29 0,1-1 0,-1-1 0,1 1 0,1-1 0,-1 0 0,1 0 0,0 0 0,0-1 0,1 0 0,11 6 0,-4-4 0,1-1 0,0 0 0,0-2 0,1 1 0,-1-2 0,19 1 0,-3-2 0,0-1 0,36-5 0,-56 3 0,-1 1 0,0-1 0,1-1 0,-1 0 0,0-1 0,-1 0 0,1 0 0,14-9 0,-20 10 0,0 0 0,0 0 0,0 0 0,-1 0 0,1-1 0,-1 1 0,0-1 0,0 0 0,0 0 0,-1 0 0,1 0 0,-1-1 0,0 1 0,0-1 0,-1 1 0,1-1 0,-1 0 0,0 1 0,0-1 0,0-9 0,-1 10 0,-1 0 0,0-1 0,1 1 0,-2 0 0,1-1 0,0 1 0,-1 0 0,0 0 0,0 0 0,0 0 0,0 0 0,-1 1 0,1-1 0,-1 1 0,0 0 0,0-1 0,0 1 0,-1 0 0,-6-4 0,7 4 0,-1 1 0,1 0 0,-1 0 0,0 0 0,0 0 0,0 0 0,1 1 0,-2 0 0,1 0 0,0 0 0,0 0 0,0 1 0,0-1 0,0 1 0,-1 0 0,1 0 0,0 1 0,0-1 0,0 1 0,0 0 0,-5 1 0,8-1 0,-1 0 0,1 0 0,-1 0 0,1 0 0,-1 0 0,1 0 0,0 1 0,0-1 0,-1 0 0,1 1 0,0-1 0,0 1 0,0-1 0,1 1 0,-1-1 0,0 1 0,1 0 0,-1-1 0,0 1 0,1 0 0,0-1 0,-1 1 0,1 0 0,0 0 0,0-1 0,0 1 0,0 0 0,1 2 0,0 1 0,0 0 0,0 1 0,0-1 0,1 0 0,-1-1 0,1 1 0,1 0 0,3 7 0,3 0 0,0-1 0,1 0 0,0 0 0,0-1 0,2 0 0,11 8 0,0-2 0,1-1 0,32 15 0,-29-18 0,0-1 0,53 14 0,-62-21 0,0-1 0,1 0 0,-1-1 0,1-1 0,30-3 0,-48 2-50,0 0-1,0 0 1,0 0-1,0 0 0,1 0 1,-1 0-1,0-1 1,0 1-1,0 0 1,0-1-1,0 1 0,0-1 1,0 1-1,0-1 1,0 1-1,0-1 1,0 0-1,0 0 0,0 1 1,-1-1-1,1 0 1,0 0-1,-1 0 1,1 0-1,0 0 1,0-1-1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24575,'35'17'0,"15"11"0,8 3 0,-2 1 0,-3-3 0,-5-3 0,-7-4 0,-7-3 0,-4-3 0,-6-1 0,-4-3 0,-2-4 0,-6-3-8191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24575,'-5'29'0,"-1"13"0,-3 4 0,1-4 0,-1-4 0,-2-6 0,2-8-8191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 24575,'-14'-3'0,"0"0"0,0 2 0,0-1 0,0 2 0,0 0 0,-23 3 0,34-2 0,-1-1 0,1 1 0,-1 0 0,1 0 0,0 0 0,-1 1 0,1-1 0,0 1 0,0 0 0,0 0 0,0 0 0,0 0 0,0 0 0,1 1 0,-1-1 0,1 1 0,0 0 0,-1 0 0,1-1 0,0 2 0,1-1 0,-1 0 0,1 0 0,-1 0 0,1 1 0,0-1 0,0 1 0,0-1 0,1 1 0,-1 6 0,1-3 0,0 1 0,1-1 0,0 1 0,0-1 0,0 0 0,1 1 0,1-1 0,-1 0 0,1 0 0,0 0 0,1-1 0,-1 1 0,1-1 0,1 0 0,-1 0 0,1 0 0,7 6 0,-1-1 0,0-1 0,1 0 0,0-1 0,1 0 0,0-1 0,0 0 0,22 8 0,-25-12-124,1 0 0,0-1 0,0-1 0,0 0 0,0 0 0,0-1-1,0 0 1,0-1 0,1 0 0,19-4 0,-14 1-6702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79 24575,'-2'1'0,"1"0"0,-1 0 0,0 1 0,1-1 0,-1 0 0,1 1 0,0-1 0,-1 1 0,1 0 0,0-1 0,0 1 0,0 0 0,0-1 0,0 1 0,0 0 0,1 0 0,-1 0 0,0 0 0,1 0 0,-1 3 0,2-3 0,-1 0 0,0 1 0,1-1 0,-1 0 0,1 0 0,-1 0 0,1 0 0,0 0 0,0 0 0,0 0 0,0 0 0,1 0 0,-1 0 0,0 0 0,1-1 0,-1 1 0,1-1 0,3 3 0,0 0 0,0-1 0,0 0 0,1 0 0,-1 0 0,1-1 0,0 0 0,-1 0 0,1-1 0,0 1 0,0-1 0,8 0 0,4 0 0,0 0 0,27-4 0,-42 3 0,0 0 0,-1-1 0,1 1 0,0-1 0,-1 0 0,1 0 0,0 0 0,-1 0 0,0 0 0,1-1 0,-1 1 0,0-1 0,3-1 0,-4 2 0,0 0 0,0 0 0,0-1 0,-1 1 0,1 0 0,0 0 0,-1 0 0,1 0 0,-1-1 0,1 1 0,-1 0 0,1-1 0,-1 1 0,0 0 0,0-1 0,0 1 0,0 0 0,0-1 0,0 1 0,0 0 0,0-1 0,0 1 0,-1 0 0,1-1 0,0 1 0,-1 0 0,0-1 0,0-1 0,-3-4 0,-1 0 0,1 0 0,-1 0 0,-1 1 0,1 0 0,-1-1 0,0 2 0,0-1 0,-12-7 0,-2 0 0,0 2 0,-26-12 0,42 21 9,1 1 1,0 0-1,0 0 0,-1 0 0,1 0 1,-1 0-1,1 1 0,-1-1 0,1 1 0,-1 0 1,1 0-1,-6 1 0,7 0-77,0-1 1,0 1-1,0 0 1,0 0-1,0 0 1,0 0-1,1 0 1,-1 0-1,0 0 1,0 1-1,1-1 1,-1 1-1,1-1 1,0 1-1,-1-1 1,1 1-1,0 0 1,0 0-1,0 0 1,0-1-1,-1 4 1,-2 7-6759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24575,'10'14'0,"0"0"0,2 0 0,-1-1 0,2-1 0,-1 0 0,2-1 0,-1 0 0,2-1 0,20 12 0,-30-20 0,-1 0 0,0 0 0,1-1 0,-1 1 0,1-1 0,0 0 0,-1-1 0,1 1 0,0-1 0,-1 0 0,9-1 0,-11 1 0,0 0 0,0-1 0,0 1 0,0-1 0,0 0 0,-1 1 0,1-1 0,0 0 0,-1 0 0,1 0 0,0 0 0,-1-1 0,0 1 0,1 0 0,-1-1 0,1 1 0,-1-1 0,0 1 0,0-1 0,0 1 0,0-1 0,0 0 0,-1 0 0,1 1 0,0-1 0,-1 0 0,1 0 0,-1 0 0,0 0 0,1-3 0,-1-4 0,0-1 0,0 0 0,-1 1 0,-3-16 0,0 1 0,3 23 0,1 0 0,0 1 0,0-1 0,-1 0 0,1 0 0,0 0 0,0 0 0,0 0 0,0 1 0,0-1 0,0 0 0,1 0 0,-1 0 0,0 0 0,0 0 0,0 1 0,1-1 0,-1 0 0,1 0 0,-1 0 0,0 1 0,1-1 0,-1 0 0,1 1 0,0-1 0,-1 0 0,1 1 0,-1-1 0,1 1 0,0-1 0,0 1 0,-1-1 0,1 1 0,0-1 0,0 1 0,0 0 0,-1-1 0,1 1 0,0 0 0,0 0 0,0 0 0,0 0 0,0 0 0,-1 0 0,1 0 0,0 0 0,0 0 0,0 0 0,1 0 0,4 1 0,0 1 0,0-1 0,0 1 0,0 1 0,9 4 0,61 37 0,-22-11 0,0 1-1365,-40-25-5461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24575,'-3'16'0,"0"1"0,2-1 0,0 1 0,1-1 0,0 1 0,2-1 0,0 1 0,0-1 0,2 0 0,0 0 0,1 0 0,0 0 0,15 27 0,7 5 0,2-2 0,63 79 0,-53-76 0,-37-46 0,0 0 0,-1 0 0,1-1 0,0 1 0,-1 0 0,2 5 0,-3-7 0,0-1 0,0 0 0,1 1 0,-1-1 0,0 1 0,0-1 0,0 0 0,0 1 0,0-1 0,0 1 0,0-1 0,0 0 0,-1 1 0,1-1 0,0 0 0,0 1 0,0-1 0,0 0 0,0 1 0,-1-1 0,1 1 0,0-1 0,0 0 0,-1 1 0,0-1 0,1 1 0,-1-1 0,0 0 0,0 0 0,0 1 0,0-1 0,1 0 0,-1 0 0,0 0 0,0 0 0,0 0 0,0 0 0,1 0 0,-1 0 0,0-1 0,-1 1 0,-8-3 0,0 0 0,1 0 0,0-1 0,0-1 0,-10-5 0,-41-31 0,40 26 0,1 0 0,1-1 0,0-1 0,-29-36 0,45 49-151,0 0-1,-1 0 0,2 0 0,-1 0 1,0 0-1,1 0 0,0 0 1,-1-7-1,0-1-6674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24575,'12'5'0,"4"2"-8191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75 24575,'1'18'0,"1"1"0,0-1 0,1 1 0,1-1 0,7 20 0,2-3 0,26 52 0,-26-64 0,1-1 0,23 28 0,-24-34 0,-55-69 0,6 8 0,-38-61 0,65 91 0,1 0 0,1-1 0,0 0 0,0 0 0,2-1 0,0 1 0,1-1 0,-3-29 0,7 44 0,-1-1 0,1 1 0,0-1 0,1 0 0,-1 1 0,0-1 0,1 1 0,-1-1 0,1 1 0,0-1 0,0 1 0,0-1 0,0 1 0,0 0 0,2-4 0,-1 5 0,0-1 0,-1 1 0,1-1 0,0 1 0,0 0 0,0 0 0,0-1 0,0 2 0,0-1 0,0 0 0,0 0 0,0 1 0,0-1 0,1 1 0,-1-1 0,0 1 0,0 0 0,3 0 0,7 0 0,0 1 0,0 0 0,0 1 0,0 1 0,-1 0 0,17 6 0,-6 0 0,-1 0 0,28 18 0,-44-24 0,1 1 0,-1-1 0,0 2 0,0-1 0,6 8 0,-10-12 0,-1 1 0,1 0 0,0 0 0,0-1 0,-1 1 0,1 0 0,-1 0 0,1 0 0,-1 0 0,1 0 0,-1 0 0,1 0 0,-1 0 0,0 0 0,0 0 0,1 0 0,-1 0 0,0 0 0,0 0 0,0 0 0,0 0 0,0 1 0,0-1 0,-1 0 0,1 0 0,0 0 0,-1 0 0,1 0 0,0 0 0,-1 0 0,1 0 0,-1 0 0,1-1 0,-1 1 0,0 0 0,1 0 0,-1 0 0,0 0 0,0-1 0,0 1 0,-1 0 0,-4 3 0,0-1 0,-1 0 0,1 0 0,-1 0 0,0-1 0,1 0 0,-1-1 0,-14 2 0,-59 1 0,71-4 0,-11-1-1365,3 1-5461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194 117 24575,'-17'-10'0,"-55"-26"0,65 33 0,0 1 0,0-1 0,0 1 0,0 1 0,-1-1 0,1 1 0,-1 0 0,-8 1 0,14 0 0,1 0 0,0 0 0,0 0 0,0 0 0,0 0 0,-1 0 0,1 1 0,0-1 0,0 0 0,0 1 0,0-1 0,0 0 0,0 1 0,0 0 0,0-1 0,0 1 0,0 0 0,0-1 0,0 1 0,0 0 0,0 0 0,0 0 0,1 0 0,-1 0 0,0 0 0,1 0 0,-1 0 0,1 0 0,-1 0 0,1 0 0,-1 0 0,1 0 0,0 0 0,0 0 0,-1 1 0,1-1 0,0 0 0,0 0 0,0 0 0,0 1 0,0-1 0,1 1 0,0 3 0,0-1 0,0 1 0,1-1 0,0 0 0,0 0 0,0 0 0,0 0 0,0 0 0,6 6 0,5 3 0,1 0 0,0-1 0,1-1 0,0 0 0,0-1 0,1-1 0,1 0 0,-1-1 0,1-1 0,36 10 0,-49-16 0,0 0 0,0 0 0,1-1 0,-1 1 0,0-1 0,0 0 0,1 0 0,-1-1 0,0 1 0,0-1 0,1 0 0,6-3 0,-8 3 0,-1 0 0,0 0 0,0-1 0,0 1 0,0-1 0,0 0 0,-1 1 0,1-1 0,0 0 0,-1 0 0,0 0 0,1 0 0,-1 0 0,0 0 0,0 0 0,0-1 0,0 1 0,0 0 0,-1-1 0,1 1 0,-1-1 0,1 1 0,-1-5 0,0 1 0,0 0 0,-1 0 0,0 0 0,0 0 0,0 0 0,-1 0 0,0 0 0,0 1 0,0-1 0,-1 1 0,0-1 0,0 1 0,0 0 0,-1 0 0,0 0 0,-8-8 0,1 2 0,0 1 0,-1 0 0,0 0 0,-1 2 0,-21-12 0,23 14-341,-1 1 0,0 0-1,-21-5 1,15 6-6485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5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162 595 24575,'8'-21'0,"0"1"0,6-28 0,-12 39 0,0 1 0,-1-1 0,0 0 0,-1 0 0,0 1 0,-1-1 0,1 0 0,-4-14 0,-18-59 0,-37-89 0,53 155 0,-22-49 0,23 57 0,1 1 0,-1-1 0,-1 1 0,1 0 0,-13-12 0,12 13 0,4 3 0,0 1 0,0 0 0,-1 1 0,1-1 0,0 0 0,-5-2 0,6 4 0,1 0 0,0 0 0,-1 0 0,1 0 0,0 0 0,-1 0 0,1 0 0,0 0 0,0 0 0,-1 1 0,1-1 0,0 0 0,-1 0 0,1 0 0,0 0 0,0 0 0,-1 1 0,1-1 0,0 0 0,0 0 0,0 1 0,-1-1 0,1 0 0,0 0 0,0 1 0,0-1 0,0 0 0,0 0 0,-1 1 0,1-1 0,0 0 0,0 1 0,0-1 0,0 0 0,0 1 0,0-1 0,0 0 0,0 0 0,0 1 0,0-1 0,0 1 0,0 16 0,0-15 0,0 43 0,8 50 0,-5-76 0,1 1 0,0-1 0,2 0 0,0 0 0,10 19 0,-7-20 0,0 1 0,2-2 0,0 0 0,1 0 0,1-1 0,16 16 0,-16-19 0,1-1 0,0-1 0,1 0 0,0-1 0,1-1 0,29 14 0,-17-12 0,1-1 0,0-2 0,38 7 0,-59-13 0,0-1 0,0 0 0,1-1 0,-1 0 0,0 0 0,0-1 0,0 0 0,0 0 0,0-1 0,0 0 0,0 0 0,0-1 0,-1 0 0,1-1 0,-1 1 0,0-1 0,0-1 0,0 1 0,-1-1 0,0-1 0,1 1 0,-2-1 0,1 0 0,-1 0 0,0-1 0,0 1 0,-1-1 0,1 0 0,-2 0 0,1-1 0,-1 1 0,0-1 0,-1 0 0,2-8 0,-3 12 0,0 0 0,0-1 0,-1 1 0,1-1 0,-1 0 0,0 1 0,-1-1 0,1 1 0,-1-1 0,0 1 0,0 0 0,0-1 0,-1 1 0,0 0 0,1 0 0,-5-7 0,2 6 0,1 1 0,-1 0 0,1 0 0,-1 0 0,0 1 0,0 0 0,-1-1 0,1 1 0,-1 1 0,1-1 0,-1 1 0,0 0 0,0 0 0,-5-2 0,7 3 0,0 1 0,0-1 0,0 0 0,0 1 0,0 0 0,0 0 0,0 0 0,0 0 0,0 0 0,0 0 0,1 1 0,-1-1 0,0 1 0,-5 2 0,7-2 0,-1 0 0,0 0 0,1 0 0,-1 0 0,1 0 0,-1 0 0,1 1 0,0-1 0,-1 1 0,1-1 0,0 1 0,0 0 0,0-1 0,0 1 0,1 0 0,-1 0 0,0-1 0,1 1 0,-1 0 0,1 0 0,0 0 0,-1 0 0,1 3 0,0 1 0,0 0 0,1 0 0,-1-1 0,1 1 0,0 0 0,1 0 0,-1-1 0,1 1 0,5 9 0,-3-6 0,1-1 0,1 0 0,0 0 0,0-1 0,9 10 0,5 1 0,2 0 0,-1-2 0,30 17 0,-28-19 40,0-1 0,42 15 0,-50-22-288,1-2 1,-1 0-1,1 0 1,-1-2-1,29 2 1,-29-4-6579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13 24575,'5'-13'0,"-5"13"0,0 0 0,0 0 0,0 0 0,0 0 0,0 0 0,0 0 0,0 1 0,0-1 0,0 0 0,0 0 0,0 0 0,0 0 0,0 0 0,0 0 0,0 0 0,0 0 0,0 0 0,0 0 0,0 0 0,0 0 0,1 0 0,-1 0 0,0 0 0,0 0 0,0 0 0,0 0 0,0 0 0,0 0 0,0 0 0,0 0 0,0 0 0,0 0 0,0 0 0,0 0 0,0 0 0,0 0 0,0 0 0,0 0 0,0 0 0,0 0 0,0 0 0,0 0 0,0 0 0,0 0 0,1 0 0,-1 0 0,0 0 0,-6 24 0,-45 91 0,-23 65 0,54-119 0,3 1 0,3 1 0,3 0 0,2 0 0,1 68 0,6-84-455,-2 0 0,-12 62 0,13-95-6371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24575,'9'-3'0,"-1"0"0,1 1 0,0 1 0,-1-1 0,1 2 0,0-1 0,0 1 0,0 0 0,10 2 0,-14-1 0,-1 0 0,1 0 0,0 1 0,0-1 0,-1 1 0,1 0 0,-1 1 0,1-1 0,-1 1 0,0 0 0,0 0 0,0 0 0,0 0 0,-1 1 0,0-1 0,1 1 0,3 6 0,-2-2 0,0 1 0,0-1 0,0 1 0,-1 0 0,-1 0 0,3 11 0,-5-16 0,0 0 0,-1 1 0,1-1 0,-1 1 0,0-1 0,0 0 0,-1 1 0,1-1 0,-1 0 0,0 1 0,0-1 0,0 0 0,-1 0 0,0 0 0,-3 7 0,-4 2 0,-14 17 0,-8 12 0,28-38 0,0 0 0,1 1 0,0-1 0,0 1 0,0 0 0,1-1 0,-2 10 0,3-11 0,0-1 0,0 1 0,0-1 0,1 1 0,-1-1 0,1 1 0,-1-1 0,1 0 0,0 1 0,0-1 0,0 0 0,0 1 0,1-1 0,-1 0 0,1 0 0,-1 0 0,1 0 0,0 0 0,-1-1 0,1 1 0,0 0 0,3 1 0,6 4 0,-1 0 0,1-1 0,14 5 0,-9-4 0,30 9 0,-39-14 0,0-1 0,1 1 0,-1-1 0,0-1 0,0 1 0,0-1 0,9-1 0,-12 0-105,-1 0 0,1 0 0,-1 0 0,0 0 0,0-1 0,0 1 0,0-1 0,0 0 0,0 0 0,0 0 0,0 0 0,3-5 0,4-4-6721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 24575,'-17'5'0,"-11"1"0,-3 0 0,-1-1 0,3-1 0,0-2 0,4-1 0,1 0 0,1-1 0,1 0 0,1-1 0,2 1 0,4 0-8191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8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62 350 24575,'38'-24'0,"23"-16"0,-54 34 0,1 0 0,-1 0 0,0-1 0,-1 0 0,9-11 0,-14 16 0,0 1 0,1-1 0,-1-1 0,0 1 0,0 0 0,0 0 0,0 0 0,0-1 0,-1 1 0,1 0 0,-1 0 0,0-1 0,1 1 0,-1-1 0,0 1 0,0 0 0,0-1 0,-1 1 0,1-1 0,-1 1 0,0-4 0,-1 3 0,0-1 0,0 1 0,0 0 0,0 0 0,-1 0 0,1 0 0,-1 1 0,0-1 0,0 1 0,1-1 0,-2 1 0,1 0 0,-3-2 0,-3 0 0,1 0 0,-1 0 0,0 1 0,0 0 0,-1 0 0,-17-2 0,22 4 0,1 0 0,-1 1 0,1 0 0,-1 0 0,1 0 0,0 1 0,-1 0 0,1-1 0,-1 1 0,1 1 0,0-1 0,0 1 0,0-1 0,0 1 0,0 0 0,0 1 0,-3 2 0,4-3 0,2 0 0,-1 1 0,0-1 0,0 1 0,1-1 0,-1 1 0,1 0 0,0 0 0,0-1 0,0 1 0,0 0 0,1 0 0,-1 0 0,1 0 0,0 0 0,-1 0 0,1 0 0,1 0 0,-1 0 0,1 4 0,0 1 0,1 0 0,0-1 0,0 1 0,0 0 0,1-1 0,6 11 0,-1-5 0,1 0 0,0-1 0,1-1 0,0 0 0,1 0 0,0-1 0,1 0 0,0-1 0,1 0 0,0-1 0,0-1 0,0 0 0,1 0 0,0-2 0,22 7 0,-20-7 0,-1-2 0,1 1 0,0-2 0,0 0 0,0-1 0,1-1 0,-1 0 0,0-1 0,0-1 0,0 0 0,0-1 0,0-1 0,-1 0 0,22-10 0,-31 11 0,-1 0 0,0-1 0,0 1 0,0-1 0,-1 0 0,1 0 0,-1-1 0,0 1 0,0-1 0,0 0 0,-1 0 0,0 0 0,0-1 0,0 1 0,0-1 0,-1 0 0,0 1 0,0-1 0,-1 0 0,1 0 0,-2 0 0,1 0 0,0 0 0,-1-1 0,-1-8 0,0 10 0,-1 0 0,1 0 0,-1 1 0,0-1 0,0 0 0,-1 1 0,1 0 0,-1-1 0,-5-5 0,-2-4 0,-2-2 0,-21-23 0,22 27 0,1 0 0,0 0 0,-11-21 0,19 31 0,1-1 0,-1 0 0,1 0 0,0 0 0,0 0 0,0 0 0,0 0 0,1 0 0,-1 0 0,1-1 0,0 1 0,0 0 0,0 0 0,1-4 0,-1 5 0,1 1 0,-1 0 0,1-1 0,0 1 0,0 0 0,-1 0 0,1-1 0,0 1 0,0 0 0,0 0 0,0 0 0,0 0 0,0 0 0,1 0 0,-1 0 0,0 0 0,1 1 0,-1-1 0,0 0 0,1 1 0,-1-1 0,0 1 0,1 0 0,-1-1 0,1 1 0,-1 0 0,1 0 0,-1 0 0,1 0 0,-1 0 0,3 0 0,4 1-114,-1 0 1,0 0-1,0 1 0,0-1 0,-1 2 1,1-1-1,0 1 0,-1 0 0,1 0 1,-1 0-1,7 6 0,1 1-6712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40 24575,'-16'-3'0,"-28"-8"0,0 2 0,-1 1 0,-59-1 0,98 9 0,1 0 0,-1 1 0,1-1 0,-1 1 0,1 0 0,0 1 0,-1-1 0,1 1 0,-9 4 0,12-5 0,1 1 0,-1-1 0,0 0 0,1 0 0,0 1 0,-1-1 0,1 1 0,0-1 0,0 1 0,0 0 0,0-1 0,0 1 0,0 0 0,0 0 0,0 0 0,1-1 0,-1 1 0,1 0 0,0 0 0,-1 0 0,1 0 0,0 0 0,0 0 0,0 0 0,0 0 0,1 0 0,-1 0 0,0 0 0,1 0 0,0 2 0,1 2 0,1-1 0,-1 1 0,1-1 0,0 1 0,0-1 0,0 0 0,1 0 0,0-1 0,0 1 0,0-1 0,9 7 0,4 2 0,36 22 0,-35-24 0,1-1 0,0-1 0,1 0 0,0-2 0,1 0 0,-1-1 0,1-1 0,1-1 0,-1-1 0,0-1 0,1-1 0,26-1 0,-45 0 0,0-1 0,0 1 0,0 0 0,0-1 0,0 0 0,0 0 0,0 0 0,0 0 0,0 0 0,-1 0 0,1-1 0,0 0 0,-1 1 0,1-1 0,-1 0 0,1 0 0,-1 0 0,0-1 0,0 1 0,0 0 0,0-1 0,0 1 0,-1-1 0,1 0 0,-1 0 0,0 1 0,0-1 0,0 0 0,0 0 0,0 0 0,0 0 0,-1 0 0,0-1 0,1 1 0,-1 0 0,0 0 0,-1 0 0,0-6 0,-1 1 8,0 0 0,0 0 0,-1 1 0,0-1 0,-1 1 0,1-1 0,-2 1 0,1 0 0,-1 1 0,0-1 0,0 1 0,0 0 0,-1 0 0,-8-6 0,7 6-132,-1 0 0,1 1 1,-1 0-1,-1 0 0,1 1 0,-1 0 1,0 0-1,0 1 0,0 0 0,0 1 1,-18-3-1,13 4-6702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29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112 219 24575,'1'15'0,"4"44"0,15 65 0,-16-106 0,1 0 0,1 0 0,0-1 0,1 1 0,2-1 0,-1-1 0,20 28 0,-26-42 0,-1 0 0,0-1 0,1 1 0,0-1 0,-1 1 0,1-1 0,0 0 0,0 0 0,2 2 0,-4-3 0,0 0 0,0 0 0,1 0 0,-1 0 0,0 0 0,0 0 0,1 0 0,-1 0 0,0 0 0,0 0 0,0 0 0,1 0 0,-1 0 0,0 0 0,0 0 0,0 0 0,1 0 0,-1 0 0,0 0 0,0 0 0,1 0 0,-1 0 0,0 0 0,0 0 0,0 0 0,0-1 0,1 1 0,-1 0 0,0 0 0,0 0 0,0 0 0,1-1 0,-1 0 0,0 0 0,0 1 0,0-1 0,1 0 0,-1 0 0,0 0 0,0 0 0,0 0 0,0 0 0,-1 0 0,1 0 0,0 1 0,-1-3 0,-3-11 0,-2 0 0,0 0 0,-13-23 0,4 7 0,-34-66 0,-24-52 0,54 106 0,-20-71 0,38 108 0,-1 0 0,1 0 0,1 0 0,-1 0 0,1 0 0,0 0 0,1-11 0,-1 15 0,0 0 0,0 0 0,1 0 0,-1 0 0,0-1 0,1 1 0,0 0 0,-1 0 0,1 0 0,-1 0 0,1 0 0,0 0 0,0 0 0,0 0 0,-1 0 0,1 1 0,0-1 0,0 0 0,0 0 0,0 1 0,1-1 0,-1 1 0,0-1 0,0 1 0,0-1 0,0 1 0,0 0 0,1-1 0,-1 1 0,0 0 0,0 0 0,1 0 0,-1 0 0,0 0 0,0 0 0,0 0 0,1 1 0,1 0 0,4 0 0,1 1 0,-1 1 0,0-1 0,0 1 0,0 1 0,0-1 0,0 1 0,-1 0 0,1 1 0,5 5 0,2 3 0,-1-1 0,0 2 0,11 16 0,-20-25 0,-1 0 0,1 0 0,-1 0 0,-1 0 0,1 1 0,-1 0 0,0-1 0,0 1 0,0 0 0,0 7 0,-1-11 0,-1 1 0,0-1 0,0 1 0,0-1 0,-1 1 0,1-1 0,-1 1 0,1-1 0,-1 0 0,0 1 0,1-1 0,-1 0 0,-1 1 0,1-1 0,0 0 0,0 0 0,-1 0 0,1 0 0,-1 0 0,0 0 0,0-1 0,1 1 0,-1 0 0,0-1 0,0 1 0,-4 1 0,-3 1 17,1 0 0,-1-1 1,0 0-1,0 0 0,0-1 0,-15 2 0,0-2-760,-33-1 1,43-1-6084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3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339 132 24575,'-49'-27'0,"8"4"0,-1 1 0,-81-29 0,117 49 0,0 0 0,0 1 0,0 0 0,-1 0 0,-9 0 0,14 1 0,1 0 0,-1 0 0,1 0 0,0 0 0,-1 1 0,1-1 0,-1 1 0,1-1 0,0 1 0,-1-1 0,1 1 0,0-1 0,0 1 0,0 0 0,-1 0 0,1 0 0,0 0 0,0 0 0,0 0 0,0 0 0,0 0 0,1 0 0,-1 0 0,0 1 0,0-1 0,1 0 0,-1 0 0,1 1 0,-1-1 0,1 2 0,-2 3 0,1 1 0,1-1 0,-1 1 0,1 0 0,0-1 0,1 1 0,-1-1 0,1 1 0,1-1 0,-1 1 0,1-1 0,0 0 0,1 0 0,-1 0 0,5 6 0,-1-1 0,1 0 0,1-1 0,-1 0 0,2-1 0,-1 1 0,20 14 0,-13-12 0,0-1 0,1 0 0,18 9 0,-27-17 0,0 0 0,0 0 0,0-1 0,0 1 0,0-2 0,0 1 0,1-1 0,-1 0 0,0-1 0,1 0 0,7 0 0,-13 0 0,-1-1 0,0 1 0,0 0 0,1-1 0,-1 1 0,0 0 0,1-1 0,-1 1 0,0-1 0,0 0 0,0 0 0,0 1 0,0-1 0,0 0 0,0 0 0,0 0 0,0 0 0,0 0 0,1-2 0,-1 1 0,0 0 0,0-1 0,0 1 0,0-1 0,0 1 0,-1-1 0,1 1 0,-1-1 0,1-4 0,-1-1 0,-1 1 0,0-1 0,0 0 0,0 1 0,-1-1 0,-3-7 0,-3-5 0,0-1 0,-2 2 0,-23-37 0,49 77-151,1 0-1,2-2 0,0 0 0,1 0 1,0-2-1,2-1 0,0-1 1,34 19-1,-43-29-6674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3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24575,'19'22'0,"10"10"0,2 2 0,-3-3 0,-4-4 0,-8-3 0,-4-5 0,-3-2 0,-6-4 0,-4-3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30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24575,'10'10'0,"3"5"0,2 3 0,-2 1 0,-3-3-8191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3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45 216 24575,'0'0'0,"50"56"0,-50-56 0,0-1 0,0 1 0,0 0 0,0 0 0,0 0 0,0 0 0,0 0 0,0 0 0,0 0 0,0 0 0,0 0 0,0 0 0,0 0 0,0 0 0,0 0 0,0 0 0,0 0 0,0 0 0,0 0 0,0 0 0,0 0 0,1 0 0,-1 0 0,0 0 0,0 0 0,0 0 0,0 0 0,0 0 0,0 0 0,0 0 0,0 0 0,0 0 0,0 0 0,0 0 0,0 0 0,0 0 0,0 0 0,0 0 0,0 0 0,0 0 0,0 0 0,0 0 0,0 0 0,0 0 0,0 0 0,0 0 0,1 0 0,-1 0 0,0 0 0,0 0 0,0 0 0,0 0 0,0 0 0,0 1 0,-3-8 0,-5-9 0,1 7 0,-45-77 0,48 77 0,0 0 0,0 0 0,1-1 0,0 1 0,0-1 0,1 0 0,1 1 0,-1-11 0,2 18 0,0 0 0,0-1 0,1 1 0,-1 0 0,1 0 0,-1 0 0,1 0 0,0 0 0,0 0 0,0 0 0,0 0 0,0 0 0,0 1 0,1-1 0,-1 0 0,1 1 0,-1-1 0,1 1 0,-1-1 0,1 1 0,0 0 0,0 0 0,0 0 0,-1 0 0,1 0 0,0 0 0,4-1 0,2-1 0,1 1 0,-1 0 0,1 0 0,-1 1 0,14-1 0,-6 3 24,0-1 0,0 2 0,0 0 0,31 9 0,-23-4-519,0 2 0,32 15 0,-34-12-6331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4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47 24575,'0'0'0,"-2"-26"0,2 25 0,0-1 0,0 1 0,0 0 0,0 0 0,-1 0 0,1 0 0,0 0 0,-1 0 0,1 0 0,-1 0 0,1 0 0,-1 0 0,1 0 0,-1 0 0,1 1 0,-1-1 0,0 0 0,0 0 0,-1-1 0,2 2 0,-1 1 0,0-1 0,1 0 0,-1 0 0,0 0 0,1 1 0,-1-1 0,1 0 0,-1 0 0,1 1 0,-1-1 0,1 1 0,-1-1 0,1 0 0,-1 1 0,1-1 0,-1 1 0,1-1 0,0 1 0,-1-1 0,1 1 0,0 0 0,-1-1 0,1 1 0,0 0 0,-9 19 0,8-18 0,-7 18 0,1 1 0,1 1 0,-4 32 0,-3 69 0,11-99 0,-1 23 0,3 0 0,7 70 0,-3-84 0,2 0 0,1 0 0,2-1 0,16 42 0,-18-59 0,1-1 0,0 1 0,0-1 0,2-1 0,18 23 0,-22-30 0,-1 0 0,1 0 0,1-1 0,-1 0 0,1 0 0,-1 0 0,1-1 0,1 0 0,-1 0 0,1-1 0,-1 0 0,1-1 0,10 3 0,-16-4-50,-1-1-1,0 0 1,1 0-1,-1 0 0,1 0 1,-1 0-1,0 0 1,1 0-1,-1 0 1,0 0-1,1-1 0,-1 1 1,1 0-1,-1-1 1,0 1-1,0-1 1,1 0-1,-1 1 0,0-1 1,0 0-1,0 0 1,0 0-1,0 0 1,0 0-1,0 0 1,1-2-1,3-6-6775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48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24575,'8'-12'0,"1"1"0,0 0 0,0 1 0,21-18 0,-27 25 0,0 1 0,0 0 0,0 0 0,0 0 0,1 1 0,-1-1 0,0 1 0,1-1 0,-1 1 0,1 0 0,-1 1 0,1-1 0,-1 1 0,1-1 0,0 1 0,-1 0 0,1 0 0,-1 1 0,1-1 0,0 1 0,-1 0 0,1-1 0,-1 2 0,5 1 0,2 2 0,0 1 0,-1 0 0,1 1 0,-1 0 0,-1 0 0,1 1 0,-1 1 0,7 9 0,-4-5 0,-2 0 0,0 1 0,0 1 0,12 29 0,-18-36 0,0 0 0,-1 0 0,0 0 0,0 0 0,-1 0 0,1 11 0,-2-14 0,0 0 0,-1 0 0,1 0 0,-1 0 0,-1 0 0,1 0 0,0 0 0,-1 0 0,0 0 0,0-1 0,-4 6 0,-17 23 0,16-24 0,0 0 0,1 0 0,0 0 0,-8 20 0,13-26 0,0 0 0,0-1 0,1 1 0,-1 0 0,1 0 0,-1-1 0,1 1 0,0 0 0,0 0 0,1 0 0,-1-1 0,0 1 0,1 0 0,0 0 0,0-1 0,0 1 0,0 0 0,0-1 0,0 1 0,0-1 0,1 0 0,0 1 0,-1-1 0,3 3 0,1-1 0,0 0 0,0 0 0,0 0 0,0 0 0,1-1 0,0 0 0,-1 0 0,1 0 0,0-1 0,11 3 0,9 2 0,33 2 0,-43-6 0,-9-2-151,1-1-1,0 1 0,-1-1 0,1 0 1,0-1-1,-1 0 0,1 0 1,12-4-1,-5-1-6674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4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30 24575,'-29'-3'0,"-15"0"0,-5 0 0,1 0 0,6 1 0,6 1 0,4 1 0,4-1 0,3-1 0,0-1 0,0 0 0,-1 1 0,2 0 0,2 1 0,5 0-8191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4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24575,'11'-3'0,"1"1"0,-1 1 0,0 0 0,1 1 0,-1 0 0,0 1 0,1 0 0,-1 1 0,15 3 0,-18-2 0,1 0 0,-1 1 0,0 0 0,-1 0 0,1 1 0,-1-1 0,0 2 0,0-1 0,0 1 0,-1 0 0,0 0 0,9 13 0,2 5 0,-1 1 0,-1 0 0,-2 1 0,15 41 0,29 115 0,-42-122 0,13 105 0,-26-138 0,0 1 0,-2-1 0,-1 1 0,-1 0 0,-2-1 0,-8 34 0,10-54-227,0 0-1,-1 1 1,0-1-1,0 0 1,-5 6-1,0-1-6598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4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8 24575,'-61'-1'0,"-67"3"0,86 4 0,35-4 0,-1-1 0,1 0 0,0 0 0,-1 0 0,1-1 0,-1 0 0,1-1 0,-1 1 0,1-1 0,-1-1 0,-11-3 0,5-1-1365,1 1-5461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2:50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24575,'-12'2'0,"-7"1"0,-2 3 0,-1 0 0,2-1 0,2 1 0,0-1 0,2 0 0,1-2 0,-2-1 0,0-1 0,-3-1 0,0 0 0,4 0-8191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0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24575,'0'-1'0,"-1"1"0,1 0 0,0-1 0,-1 1 0,1 0 0,0-1 0,-1 1 0,1 0 0,0 0 0,-1-1 0,1 1 0,-1 0 0,1 0 0,0 0 0,-1 0 0,1-1 0,-1 1 0,1 0 0,-1 0 0,1 0 0,0 0 0,-1 0 0,1 0 0,-1 0 0,1 0 0,-1 0 0,1 1 0,-1-1 0,0 0 0,0 1 0,1-1 0,-1 1 0,0 0 0,1-1 0,-1 1 0,1 0 0,-1-1 0,1 1 0,-1 0 0,1 0 0,-1 1 0,-7 25 0,6-6 0,1 0 0,1 0 0,1 0 0,1 0 0,1 0 0,6 24 0,1-7 0,3-1 0,22 49 0,103 180 0,-136-261 0,-7-8 0,-6-9 0,-53-81-1365,52 76-5461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0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24575,'13'-16'0,"0"0"0,2 1 0,0 1 0,0 1 0,2 0 0,28-18 0,-32 24 0,-1 1 0,2 0 0,-1 1 0,0 0 0,1 1 0,0 1 0,0 0 0,0 1 0,0 0 0,21 1 0,-11 2 0,-1 1 0,40 8 0,-49-6 0,0 0 0,-1 0 0,0 1 0,0 1 0,23 13 0,-34-18 0,0 0 0,0 0 0,0 1 0,0-1 0,0 1 0,-1-1 0,1 1 0,0 0 0,-1 0 0,1 0 0,-1 0 0,0 0 0,1 0 0,-1 0 0,0 0 0,0 0 0,-1 0 0,1 1 0,0-1 0,-1 0 0,1 1 0,-1-1 0,0 0 0,0 1 0,0-1 0,0 1 0,0-1 0,0 0 0,-1 1 0,1-1 0,-1 0 0,0 1 0,1-1 0,-1 0 0,0 0 0,0 0 0,-1 1 0,1-1 0,0 0 0,-1-1 0,1 1 0,-1 0 0,0 0 0,-2 1 0,-7 8 0,0-2 0,-1 0 0,0 0 0,-25 13 0,-60 22 0,22-11 0,53-22-119,-48 25 372,60-30-553,1 0 0,0 1 0,0 0 1,-14 15-1,12-9-6526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1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42 24575,'0'-4'0,"0"0"0,0 0 0,0 0 0,0-1 0,-3-6 0,3 10 0,0 1 0,0-1 0,0 1 0,0-1 0,0 1 0,-1-1 0,1 1 0,0-1 0,0 1 0,-1 0 0,1-1 0,0 1 0,-1-1 0,1 1 0,0 0 0,-1-1 0,1 1 0,-1 0 0,1 0 0,0-1 0,-1 1 0,1 0 0,-1 0 0,1 0 0,-1 0 0,1-1 0,-1 1 0,1 0 0,-1 0 0,1 0 0,-1 0 0,1 0 0,-1 0 0,1 0 0,-1 0 0,1 0 0,-1 0 0,1 1 0,0-1 0,-1 0 0,1 0 0,-1 0 0,1 1 0,-1-1 0,1 0 0,0 0 0,-1 1 0,1-1 0,-1 0 0,1 1 0,-1 0 0,-5 3 0,1 1 0,-1 0 0,1 1 0,0-1 0,0 1 0,-4 7 0,-23 42 0,26-44 0,1-1 0,1 0 0,0 1 0,0 0 0,1 0 0,0 0 0,-1 22 0,2-7 0,3 50 0,6-19 0,20 84 0,-17-97 0,2 0 0,28 65 0,-24-72 0,2-2 0,29 43 0,-40-67 0,1 0 0,0-1 0,1-1 0,0 1 0,0-1 0,1-1 0,0 0 0,1 0 0,0-1 0,0 0 0,12 5 0,-10-9 120,-13-3-152,1 0 1,-1 0-1,0 0 1,0 0-1,1 0 0,-1 0 1,0-1-1,0 1 1,1 0-1,-1 0 0,0 0 1,0 0-1,0 0 1,1 0-1,-1 0 0,0-1 1,0 1-1,0 0 1,1 0-1,-1 0 0,0 0 1,0-1-1,0 1 1,0 0-1,1 0 0,-1 0 1,0-1-1,0 1 1,0 0-1,0 0 0,0-1 1,0 1-1,0 0 1,0 0-1,0 0 1,0-1-1,0 1 0,0 0 1,0 0-1,0-1 1,0 1-1,0 0 0,0 0 1,0-1-1,0 1 1,0-1-1,-3-6-6794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15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24575,'-6'-14'0,"2"11"0,2 10 0,2 5 0,2 1 0,0-1 0,0 0 0,2 1 0,3 10 0,2 8 0,10 48 0,-10-38 0,1-1 0,3 0 0,20 46 0,-21-59 26,-8-15-722,13 20 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1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 24575,'-9'0'0,"-22"0"0,1 1 0,-45 7 0,53-4-151,1-2-1,-1 0 0,0-1 0,0-2 1,0 0-1,1-1 0,-1-1 1,-26-7-1,32 5-6674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117 292 24575,'1'0'0,"20"-6"0,-1 0 0,0-1 0,0-1 0,24-14 0,-40 19 0,1 1 0,-1-1 0,0 0 0,0 0 0,0-1 0,0 1 0,-1-1 0,0 0 0,1 0 0,-1 0 0,-1 0 0,1-1 0,-1 1 0,1-1 0,-1 1 0,-1-1 0,1 0 0,-1 0 0,1 0 0,-1 0 0,-1 0 0,1 0 0,-1 0 0,0-5 0,-1 5 0,1 0 0,-2 1 0,1-1 0,0 1 0,-1-1 0,0 1 0,0 0 0,0-1 0,-1 1 0,1 0 0,-1 0 0,0 1 0,0-1 0,0 1 0,-1-1 0,1 1 0,-6-3 0,-3-4 0,-1 2 0,0 0 0,-1 1 0,-14-6 0,21 10 0,0 1 0,0 0 0,-1 1 0,1-1 0,0 1 0,-1 1 0,1-1 0,0 1 0,-1 1 0,1 0 0,-1 0 0,1 0 0,0 1 0,0-1 0,0 2 0,0-1 0,0 1 0,-8 4 0,13-4 0,-1-1 0,1 1 0,-1-1 0,1 1 0,0 0 0,0 0 0,0 0 0,0 0 0,0 0 0,1 0 0,-1 1 0,1-1 0,0 0 0,0 1 0,0-1 0,0 5 0,-1 7 0,1 0 0,1 21 0,0-32 0,0 8 0,1 1 0,0-1 0,1 0 0,0 0 0,1 0 0,0 0 0,1 0 0,0 0 0,1-1 0,1 0 0,0 0 0,0 0 0,1-1 0,0 0 0,1 0 0,9 9 0,-1-3 0,1-1 0,0-1 0,34 22 0,18 6 0,65 52 0,-129-90 0,0 1 0,0 0 0,0 0 0,0 0 0,-1 0 0,0 0 0,0 1 0,4 9 0,-7-13 0,0-1 0,0 1 0,-1-1 0,1 1 0,-1-1 0,0 1 0,1-1 0,-1 1 0,0 0 0,0-1 0,0 1 0,0-1 0,0 1 0,0 0 0,0-1 0,0 1 0,-1-1 0,1 1 0,-1-1 0,1 1 0,-1-1 0,0 1 0,1-1 0,-1 1 0,0-1 0,0 0 0,0 0 0,0 1 0,0-1 0,0 0 0,-1 0 0,1 0 0,0 0 0,-1 0 0,1 0 0,0 0 0,-1-1 0,1 1 0,-1 0 0,1-1 0,-3 1 0,-3 1 0,-1 0 0,0 0 0,0-1 0,0 0 0,0 0 0,0-1 0,-10 0 0,-57-10 0,73 10 0,-124-27-1119,122 26 873,-14-4-6580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1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24575,'8'-3'0,"0"0"0,0 0 0,0 1 0,0 1 0,1-1 0,13 0 0,20-3 0,7-3 0,-34 7 0,0-1 0,-1-1 0,19-6 0,-29 7 0,1 1 0,-1-1 0,1-1 0,-1 1 0,0-1 0,0 0 0,0 0 0,0 0 0,-1 0 0,1 0 0,-1-1 0,0 0 0,0 0 0,3-5 0,2-7 0,0-1 0,-1 0 0,-1-1 0,4-18 0,-10 35 0,0 0 0,0-1 0,0 1 0,0 0 0,0-1 0,0 1 0,0 0 0,-1 0 0,1-1 0,0 1 0,-1 0 0,1 0 0,-1 0 0,0 0 0,1-1 0,-1 1 0,0 0 0,1 0 0,-1 0 0,0 0 0,0 0 0,0 1 0,0-1 0,0 0 0,0 0 0,0 1 0,0-1 0,-1 0 0,1 1 0,-2-1 0,-4-3 0,-1 1 0,0 0 0,-10-2 0,18 5 0,-15-4 0,0 0 0,1 0 0,-19-1 0,29 4 0,0 1 0,1 0 0,-1 0 0,0 0 0,0 0 0,0 1 0,0 0 0,1 0 0,-1 0 0,0 0 0,1 0 0,-1 1 0,-5 3 0,-2 1 0,6-2 0,0-1 0,0 1 0,-8 7 0,11-9 0,0 0 0,1 0 0,0 0 0,-1 0 0,1 0 0,0 0 0,0 1 0,0-1 0,0 0 0,1 1 0,-1-1 0,0 0 0,1 4 0,-1 7 0,1 1 0,0 0 0,1-1 0,1 1 0,4 17 0,-3-11 0,-1-8 0,1 0 0,0 0 0,8 21 0,-8-28 0,-1 0 0,1 0 0,0-1 0,1 1 0,-1-1 0,1 1 0,0-1 0,0 0 0,0-1 0,9 7 0,-1-3 0,0 0 0,1-1 0,-1-1 0,1 1 0,1-2 0,-1 0 0,19 3 0,9-1 0,47 1 0,-67-6 0,34-3 0,-48 2 0,0-1 0,0 0 0,-1-1 0,1 0 0,-1 0 0,1 0 0,-1-1 0,0 0 0,6-3 0,-10 4-114,-1 1 1,1 0-1,-1 0 0,0-1 0,1 1 1,-1-1-1,0 1 0,0-1 0,0 0 1,0 1-1,1-4 0,2-5-6712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24575,'10'44'0,"-2"-10"0,19 54 0,9-10 0,45 74 0,-70-132 0,7 9 0,-12-21 0,0 2 0,-1-1 0,0 1 0,0-1 0,5 21 0,-9-29 0,-1 0 0,0 0 0,0 0 0,1 0 0,-1 0 0,0 0 0,0-1 0,0 1 0,0 0 0,0 0 0,0 0 0,0 0 0,-1 0 0,1 0 0,0-1 0,0 1 0,-1 0 0,1 0 0,-1 0 0,1-1 0,0 1 0,-1 0 0,0 0 0,1-1 0,-2 2 0,1-1 0,0-1 0,0 1 0,-1-1 0,1 1 0,0-1 0,-1 0 0,1 1 0,0-1 0,-1 0 0,1 0 0,-1 0 0,1 0 0,0 0 0,-3-1 0,-4-1 0,0 0 0,0 0 0,0-1 0,-9-4 0,-2-2 0,-87-46 0,91 46 0,0-1 0,1 0 0,1-1 0,-24-24 0,30 28 0,1-1 0,0 0 0,0 0 0,0 0 0,-6-14 0,12 20 0,-1 1 0,0-1 0,0 0 0,1 0 0,-1 0 0,1 0 0,0 0 0,-1 1 0,1-1 0,0 0 0,0 0 0,0 0 0,0 0 0,1 0 0,-1 0 0,0 0 0,1 0 0,0 0 0,-1 1 0,1-1 0,0 0 0,0 0 0,0 1 0,0-1 0,0 1 0,0-1 0,0 1 0,1-1 0,-1 1 0,1 0 0,-1-1 0,1 1 0,-1 0 0,1 0 0,2-1 0,5-2 0,1 0 0,0 1 0,0 0 0,0 0 0,0 1 0,1 0 0,13 0 0,17-3 0,-29 4-195,0-2 0,0 0 0,0 0 0,-1-1 0,1 0 0,11-7 0,-8 2-6631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60 24575,'-7'-15'0,"-3"-2"0,3 1 0,3 7 0,2 6 0,1 7 0,1 5 0,0 1-8191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58 24575,'-2'-1'0,"0"1"0,0-1 0,0 1 0,0 0 0,1 0 0,-1 0 0,0 0 0,0 0 0,0 0 0,0 0 0,0 1 0,0-1 0,0 1 0,0-1 0,1 1 0,-3 1 0,3-1 0,0-1 0,0 1 0,0 0 0,1 0 0,-1 0 0,0 0 0,1-1 0,-1 1 0,1 0 0,-1 0 0,1 0 0,0 0 0,-1 0 0,1 0 0,0 0 0,0 0 0,-1 1 0,1-1 0,0 0 0,0 0 0,0 0 0,0 0 0,1 0 0,-1 0 0,0 0 0,0 0 0,1 0 0,-1 0 0,0 0 0,1 0 0,0 1 0,3 7 0,0 0 0,1-1 0,0 0 0,1 1 0,0-2 0,0 1 0,0-1 0,11 9 0,-4-4 0,1-1 0,1-1 0,25 15 0,-37-24 0,0 1 0,0-1 0,-1 0 0,1 0 0,0 0 0,0 0 0,0-1 0,0 1 0,0-1 0,0 0 0,0 0 0,0 0 0,6 0 0,-8-1 0,1 1 0,-1-1 0,0 1 0,1-1 0,-1 0 0,0 1 0,1-1 0,-1 0 0,0 0 0,0 0 0,0 0 0,0 0 0,0 0 0,0 0 0,0-1 0,0 1 0,0 0 0,0 0 0,-1-1 0,1 1 0,0 0 0,-1-1 0,1 1 0,-1-1 0,0 1 0,1-1 0,-1 1 0,0-1 0,0-2 0,0 0 0,0 0 0,-1 0 0,1 0 0,-3-8 0,2 9 0,0-1 0,1 1 0,-1-1 0,1 1 0,0-1 0,0-4 0,0 8 0,0 0 0,0-1 0,0 1 0,0 0 0,0-1 0,0 1 0,0 0 0,1-1 0,-1 1 0,0 0 0,0 0 0,0-1 0,0 1 0,1 0 0,-1-1 0,0 1 0,0 0 0,1 0 0,-1 0 0,0-1 0,0 1 0,1 0 0,-1 0 0,0 0 0,1 0 0,-1-1 0,0 1 0,1 0 0,-1 0 0,0 0 0,1 0 0,-1 0 0,0 0 0,1 0 0,-1 0 0,0 0 0,1 0 0,-1 0 0,0 0 0,1 0 0,-1 0 0,0 0 0,1 1 0,-1-1 0,0 0 0,1 0 0,-1 1 0,20 9 0,-14-6 0,16 8 0,1-1 0,0-2 0,38 11 0,-53-17 0,0-1 0,0-1 0,0 0 0,0 0 0,0 0 0,1-1 0,-1 0 0,0-1 0,0 0 0,0 0 0,0-1 0,0 0 0,0 0 0,14-7 0,-20 8 0,0 0 0,0-1 0,0 1 0,0-1 0,-1 0 0,1 1 0,0-1 0,-1 0 0,0 0 0,1 0 0,-1 0 0,0 0 0,0 0 0,0 0 0,0-1 0,0 1 0,-1 0 0,1-1 0,-1 1 0,1 0 0,-1-1 0,0 1 0,0-1 0,0 1 0,0 0 0,0-1 0,-1 1 0,0-4 0,-1 0 0,1 0 0,-1 0 0,0 0 0,-1 0 0,0 0 0,0 0 0,0 0 0,0 1 0,-6-7 0,3 5-114,0 0 1,0 1-1,-1 0 0,0 0 0,0 1 1,0 0-1,-1 0 0,1 0 0,-1 1 1,0 1-1,-17-7 0,12 7-6712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 24575,'-4'0'0,"1"0"0,-1 1 0,0-1 0,1 1 0,-1 0 0,1 0 0,0 0 0,-1 0 0,1 1 0,0-1 0,0 1 0,-1 0 0,1 0 0,1 0 0,-4 3 0,5-4 0,-1 1 0,1-1 0,0 0 0,0 1 0,0-1 0,0 1 0,0-1 0,0 1 0,0 0 0,1-1 0,-1 1 0,1 0 0,-1 0 0,1 0 0,-1-1 0,1 1 0,0 0 0,0 0 0,0 0 0,0-1 0,0 1 0,1 0 0,-1 0 0,0 0 0,1-1 0,-1 1 0,1 0 0,0 0 0,0-1 0,1 4 0,1-1 0,0-1 0,0 1 0,1-1 0,-1 0 0,1 0 0,-1 0 0,1 0 0,0 0 0,0-1 0,0 0 0,0 0 0,1 0 0,7 2 0,-4-1 0,-1-1 0,1 0 0,0-1 0,0 0 0,0 0 0,0-1 0,12-1 0,-18 1 0,0 0 0,0 0 0,0-1 0,0 1 0,0-1 0,0 0 0,0 1 0,0-1 0,0 0 0,0 0 0,0 0 0,-1-1 0,1 1 0,0 0 0,-1-1 0,1 1 0,-1-1 0,0 1 0,1-1 0,-1 1 0,0-1 0,0 0 0,1-3 0,0 1 0,-1 0 0,0 1 0,-1-1 0,1 0 0,-1 0 0,0 0 0,0 0 0,0 0 0,0 0 0,0 0 0,-3-7 0,3 8 6,-1 0 0,0 0 0,0 0 0,0 1 0,0-1 0,-1 0 0,1 0 0,-1 1 0,1-1 0,-1 1 0,0-1 0,0 1 0,0 0 0,0 0 0,-1 0 0,1 0 0,-1 0 0,1 0 0,-4-1 0,1 1-171,-1 0 0,0 0 0,1 1 0,-1-1 0,0 1 0,0 1 0,0-1 0,-11 1 0,4 0-6661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24575,'34'24'0,"-2"2"0,0 0 0,-2 3 0,31 37 0,-18-14 0,63 103 0,-85-120 0,-2 1 0,25 63 0,-38-80 0,0 0 0,-1 1 0,-1 0 0,0-1 0,-2 1 0,0 0 0,-2 29 0,-1-41 10,-1 1 0,0-1 0,0 0 0,0 0 0,-1 0 0,0 0 0,-1 0 0,0-1 0,0 1 0,0-1 0,-11 12 0,7-9-196,-1 0 1,0-1-1,-1-1 0,0 0 1,0 0-1,-1-1 1,-13 8-1,13-10-6640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21 24575,'-1'-2'0,"0"1"0,0-1 0,-1 1 0,1 0 0,0-1 0,0 1 0,-1 0 0,1 0 0,-1-1 0,1 1 0,-1 0 0,1 0 0,-1 1 0,1-1 0,-1 0 0,0 1 0,0-1 0,-1 0 0,1 1 0,0 0 0,0 0 0,1 0 0,-1 1 0,0-1 0,1 0 0,-1 1 0,1-1 0,-1 1 0,0 0 0,1 0 0,-1-1 0,1 1 0,0 0 0,-1 0 0,1 0 0,0 0 0,-1 1 0,1-1 0,-1 2 0,-13 13 0,1 0 0,1 2 0,0 0 0,1 0 0,1 1 0,1 1 0,0 0 0,2 0 0,0 0 0,2 1 0,0 1 0,-4 30 0,6-13 0,2-1 0,2 1 0,1 0 0,2-1 0,9 44 0,-6-51 0,2-1 0,1 0 0,1-1 0,2 0 0,1 0 0,30 48 0,-29-57 0,0-1 0,2 0 0,28 26 0,-34-36 0,0 0 0,0-1 0,1 0 0,1-1 0,-1 0 0,1-1 0,0-1 0,14 6 0,4-6-1365,-17-4-5461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24575,'4'32'0,"0"-1"0,18 61 0,-18-76 0,14 40 0,3-2 0,34 68 0,-30-68 0,-15-32-119,2 4-192,0-1-1,2 1 1,28 39-1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24575,'-20'10'0,"-11"3"0,-3-1 0,2 1 0,4-3 0,2 0 0,2-1 0,2-4 0,1-1 0,-1-2 0,-1-1 0,1-1 0,-2-1 0,2 1 0,2 0 0,5-1-8191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7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104 234 24575,'40'-14'0,"-10"4"0,-1-1 0,52-28 0,-77 36 0,0 0 0,0 0 0,-1-1 0,0 1 0,1-1 0,-1 0 0,0 0 0,-1 0 0,1 0 0,3-9 0,-4 10 0,-1 0 0,0 0 0,0 0 0,0-1 0,0 1 0,0 0 0,0-1 0,-1 1 0,0-1 0,0 1 0,0 0 0,0-1 0,0 1 0,-1-1 0,-1-5 0,1 7 0,0 0 0,0 0 0,-1 0 0,1 0 0,-1 1 0,1-1 0,-1 0 0,0 1 0,1-1 0,-1 1 0,0 0 0,0-1 0,0 1 0,0 0 0,-1 0 0,-2 0 0,-6-3 0,-24-4 0,19 4 0,0 1 0,0 1 0,1 0 0,-1 0 0,0 2 0,-22 2 0,33-2 0,1 2 0,0-1 0,-1 0 0,1 1 0,0 0 0,0 0 0,0 0 0,0 0 0,1 0 0,-1 1 0,1 0 0,-1 0 0,1 0 0,-4 4 0,-1 3 0,0 0 0,0 1 0,-10 18 0,16-25 0,0 1 0,0 0 0,0-1 0,1 1 0,0 0 0,0 0 0,0 0 0,0 0 0,1 0 0,0 0 0,0 0 0,0 0 0,1 0 0,0 0 0,0 0 0,1 5 0,1-1 0,1 0 0,0 0 0,0 0 0,0 0 0,1-1 0,1 1 0,6 8 0,4 2 0,0 0 0,1-1 0,1 0 0,35 24 0,9 0 0,-33-24 0,0 2 0,-1 1 0,37 36 0,-62-54 0,0 1 0,0 0 0,0-1 0,-1 2 0,0-1 0,0 0 0,0 0 0,0 1 0,0-1 0,-1 0 0,2 10 0,-3-12 0,0 0 0,0 0 0,0-1 0,0 1 0,0 0 0,0 0 0,0 0 0,0 0 0,-1 0 0,1 0 0,-1 0 0,0 0 0,1 0 0,-1-1 0,0 1 0,0 0 0,0-1 0,0 1 0,-1 0 0,1-1 0,0 0 0,-1 1 0,1-1 0,-1 0 0,1 1 0,-1-1 0,1 0 0,-1 0 0,0 0 0,-2 0 0,-3 3 0,-1-2 0,1 1 0,-1-1 0,0 0 0,0 0 0,0-1 0,1-1 0,-1 1 0,0-1 0,0 0 0,-13-2 0,4-1-1365,2 0-5461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29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24575,'22'1'0,"62"-4"0,-73 2 0,0-1 0,0 0 0,0-1 0,0 0 0,16-8 0,-21 9 0,0-1 0,-1 0 0,1-1 0,-1 1 0,0-1 0,0 0 0,0 0 0,0-1 0,-1 1 0,5-6 0,-8 7 0,1 0 0,0 0 0,-1 0 0,0 0 0,1 0 0,-1 0 0,0-1 0,-1 1 0,1 0 0,-1 0 0,1-1 0,-1 1 0,0 0 0,0-1 0,0 1 0,-1 0 0,1-1 0,-1 1 0,0 0 0,-2-7 0,1 6 0,-1-1 0,1 0 0,-1 1 0,0-1 0,0 1 0,0 0 0,0 0 0,-1 0 0,0 1 0,0-1 0,-4-2 0,1 1 0,0 1 0,0-1 0,0 2 0,0-1 0,-1 1 0,-10-3 0,14 5 0,-1 0 0,1 1 0,0 0 0,-1 0 0,1 0 0,0 0 0,0 1 0,-1 0 0,1 0 0,0 0 0,0 0 0,0 1 0,0-1 0,0 1 0,0 0 0,0 0 0,1 1 0,-1-1 0,1 1 0,-1 0 0,1-1 0,0 1 0,0 1 0,1-1 0,-1 0 0,1 1 0,-1 0 0,-2 6 0,1 2 0,1 0 0,0 0 0,0 1 0,2-1 0,-1 1 0,2 0 0,-1-1 0,3 16 0,-1-21 0,0 0 0,1 1 0,0-1 0,0 0 0,1 0 0,0 0 0,0 0 0,0-1 0,1 1 0,0-1 0,1 0 0,-1 0 0,1 0 0,0-1 0,7 7 0,0-3 0,0-1 0,1 0 0,0 0 0,0-1 0,1-1 0,0 0 0,0-1 0,18 4 0,4-1 0,1-1 0,42 1 0,-63-6 0,43 1 0,-55-3 0,1-1 0,0 1 0,-1-1 0,1 0 0,0 0 0,-1 0 0,0 0 0,1-1 0,7-4 0,-3-2-1365,-3 0-5461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24575,'-27'2'0,"-11"1"0,-2 1 0,3-2 0,6 0 0,6 1 0,4 1 0,2 0 0,0-2 0,2 0 0,1 1 0,1 1 0,0-1 0,4 0-8191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24575,'73'160'0,"21"5"0,-32-58 0,-62-106 0,3 4 0,0 0 0,-1 0 0,1 0 0,1 9 0,-4-14 0,1 1 0,-1 0 0,0-1 0,0 1 0,0 0 0,0 0 0,0 0 0,0-1 0,0 1 0,0 0 0,0 0 0,0-1 0,0 1 0,0 0 0,0 0 0,-1 0 0,1-1 0,0 1 0,0 0 0,-1-1 0,1 1 0,-1 0 0,1-1 0,-1 1 0,1 0 0,-1-1 0,1 1 0,-1-1 0,1 1 0,-1-1 0,0 1 0,1-1 0,-1 0 0,0 1 0,1-1 0,-1 0 0,0 1 0,0-1 0,1 0 0,-1 0 0,0 0 0,0 0 0,-5 1 0,0-1 0,1 0 0,-1-1 0,1 1 0,-1-1 0,1 0 0,-1-1 0,1 1 0,-1-1 0,1 0 0,-5-3 0,-11-6 0,-23-16 0,38 23 0,-7-4 0,-4-3 0,-31-24 0,44 32 0,1-1 0,0 1 0,-1 0 0,1-1 0,1 0 0,-1 1 0,0-1 0,1 0 0,0 0 0,0-1 0,0 1 0,0 0 0,1-1 0,-2-5 0,3 9 0,0 0 0,0 0 0,0 0 0,0 0 0,0 0 0,1 0 0,-1 0 0,0 0 0,0 0 0,1-1 0,-1 1 0,0 0 0,1 0 0,-1 0 0,1 1 0,0-1 0,-1 0 0,1 0 0,0 0 0,0-1 0,1 0 0,0 1 0,1-1 0,-1 1 0,0 0 0,0-1 0,1 1 0,-1 0 0,4-1 0,4 0 0,0 0 0,0 0 0,14 0 0,-9 2-1365,-2 0-5461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24575,'2'-8'0,"4"1"0,0 3 0,2 6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24575,'0'2'0,"1"0"0,-1 1 0,1-1 0,-1 0 0,1 0 0,0 1 0,0-1 0,0 0 0,0 0 0,1 0 0,-1 0 0,1 0 0,-1 0 0,1-1 0,-1 1 0,5 3 0,3 2 0,1 1 0,11 5 0,-12-7 0,6 4 0,34 20 0,-43-28 0,-1 1 0,1-1 0,0 0 0,0 0 0,0 0 0,0-1 0,7 1 0,-12-2 0,1 0 0,-1 0 0,1 0 0,-1 0 0,1 0 0,-1 0 0,1 0 0,-1-1 0,1 1 0,-1-1 0,1 1 0,-1-1 0,1 1 0,-1-1 0,0 0 0,1 0 0,-1 0 0,0 1 0,0-1 0,0 0 0,0-1 0,0 1 0,0 0 0,0 0 0,0 0 0,0-1 0,0 1 0,0 0 0,-1-1 0,1 1 0,-1-1 0,2-2 0,-2 1 0,1-1 0,-1 1 0,0-1 0,0 1 0,0-1 0,0 1 0,0-1 0,-1 1 0,1-1 0,-1 1 0,0-1 0,0 1 0,-3-5 0,3 6 0,-6-17 0,7 18 0,0 1 0,0 0 0,0-1 0,0 1 0,0 0 0,0 0 0,0-1 0,0 1 0,0 0 0,0-1 0,0 1 0,0 0 0,0-1 0,0 1 0,0 0 0,0 0 0,1-1 0,-1 1 0,0 0 0,0 0 0,0-1 0,1 1 0,-1 0 0,1-1 0,-1 1 0,1 0 0,-1 0 0,1 0 0,0 0 0,-1 0 0,1 0 0,-1-1 0,1 1 0,0 1 0,-1-1 0,1 0 0,0 0 0,-1 0 0,1 0 0,0 1 0,16 4 0,27 14 0,-29-12 0,1-1 0,24 8 0,-29-11 0,-3-1 0,-1 0 0,1-1 0,-1 0 0,1 0 0,12 0 0,-19-1 0,1 0 0,0 0 0,-1-1 0,1 1 0,-1-1 0,1 1 0,-1-1 0,1 1 0,-1-1 0,1 0 0,-1 0 0,1 0 0,-1 0 0,0 0 0,0 0 0,1 0 0,-1 0 0,0 0 0,0 0 0,0-1 0,0 1 0,0 0 0,-1-1 0,1 1 0,0-1 0,-1 1 0,1-1 0,-1 0 0,1 1 0,-1-1 0,1-3 0,-1 0 7,0-1 0,0 1-1,0-1 1,-1 1 0,0-1-1,0 1 1,0 0-1,-1-1 1,0 1 0,0 0-1,0 0 1,0 0 0,-1 0-1,0 0 1,0 1 0,0-1-1,-5-4 1,-1-1-219,1 1 0,-1 1 0,-1 0-1,1 0 1,-1 1 0,-18-11 0,15 12-6614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1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70 24575,'-1'-1'0,"-37"-13"0,35 13 0,-1 0 0,1 1 0,0-1 0,-1 1 0,1 0 0,0 0 0,-1 0 0,1 0 0,-6 1 0,8-1 0,0 1 0,0-1 0,1 0 0,-1 0 0,0 1 0,1-1 0,-1 0 0,0 1 0,0-1 0,1 1 0,-1-1 0,1 1 0,-1-1 0,0 1 0,1-1 0,-1 1 0,1 0 0,0-1 0,-1 1 0,1 0 0,-1-1 0,1 1 0,0 0 0,-1-1 0,1 1 0,0 1 0,0 0 0,0 0 0,0 0 0,0 0 0,0 0 0,0 0 0,1 0 0,-1 0 0,1-1 0,-1 1 0,2 3 0,3 3 0,-1 1 0,1-1 0,8 9 0,-4-5 0,1-1 0,0 0 0,0-1 0,16 12 0,-22-19 0,1 1 0,0-1 0,0 0 0,0 0 0,0-1 0,0 0 0,1 0 0,-1 0 0,1 0 0,0-1 0,-1 0 0,1 0 0,10 0 0,-13-1 0,-1-1 0,0 1 0,1-1 0,-1 0 0,0 1 0,1-1 0,-1 0 0,0-1 0,0 1 0,0 0 0,0-1 0,0 1 0,0-1 0,0 1 0,0-1 0,-1 0 0,1 0 0,-1 0 0,1 0 0,-1 0 0,0 0 0,0 0 0,0 0 0,0 0 0,0-1 0,0 1 0,0-4 0,1-1 0,0-1 0,-1 1 0,-1 0 0,1 0 0,-1 0 0,0 0 0,0 0 0,-2-9 0,0 9-72,0 1 1,0 0-1,0-1 0,-1 1 0,0 0 0,0 0 0,0 1 0,-1-1 1,0 1-1,0-1 0,0 1 0,-1 0 0,1 1 0,-1-1 0,0 1 1,-1 0-1,1 0 0,-7-3 0,-2 1-6754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56 24575,'-2'-2'0,"1"0"0,0 0 0,0 0 0,0 0 0,0-1 0,0 1 0,1 0 0,-1-1 0,0 1 0,1 0 0,0-1 0,0 1 0,0 0 0,0-5 0,0 6 0,0 0 0,1 0 0,-1 0 0,0 0 0,1 1 0,-1-1 0,1 0 0,-1 0 0,1 0 0,0 1 0,-1-1 0,1 0 0,0 0 0,-1 1 0,1-1 0,0 1 0,0-1 0,-1 1 0,1-1 0,0 1 0,0-1 0,0 1 0,0 0 0,0-1 0,0 1 0,0 0 0,0 0 0,0 0 0,0 0 0,0 0 0,0 0 0,-1 0 0,1 0 0,0 0 0,0 0 0,0 0 0,0 1 0,1 0 0,4 0 0,0 0 0,0 1 0,0 0 0,0 1 0,-1-1 0,1 1 0,-1 0 0,0 0 0,0 1 0,0 0 0,0 0 0,-1 0 0,1 0 0,-1 1 0,5 6 0,-4-5 0,-1 1 0,0 1 0,0-1 0,0 1 0,-1-1 0,0 1 0,-1 0 0,0 0 0,0 0 0,1 15 0,-3 82 0,-2-68 0,4 38 0,-1-74 0,-1 1 0,0-1 0,0 1 0,1-1 0,-1 1 0,1-1 0,-1 0 0,1 1 0,0-1 0,0 0 0,-1 0 0,1 1 0,0-1 0,0 0 0,0 0 0,0 0 0,0 0 0,1 0 0,-1 0 0,0-1 0,0 1 0,1 0 0,-1 0 0,0-1 0,1 1 0,-1-1 0,0 1 0,1-1 0,-1 0 0,3 1 0,4 0 0,1-1 0,0 0 0,0 0 0,9-1 0,-2 0 0,-7 0-455,0 0 0,17-4 0,-14 2-6371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15 24575,'-27'-3'0,"-11"0"0,-2 0 0,1 0 0,5 1 0,7 1-8191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3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18 24575,'-17'-5'0,"-8"-2"0,-3 3 0,2 3 0,2 0 0,3 1 0,3 1 0,1 0 0,2-1 0,1 1 0,2-1-8191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24575,'10'17'0,"6"8"0,2 5 0,-2 0 0,-1-1 0,-3-2 0,-3-4 0,-2-3 0,-1-2 0,-2-3 0,-1 0 0,-2-4-8191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5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24575,'7'-5'0,"0"2"0,0-1 0,0 1 0,1 0 0,-1 1 0,1-1 0,14-1 0,-18 3 0,-1 1 0,1 0 0,0 0 0,-1 0 0,1 1 0,-1-1 0,1 1 0,-1 0 0,1 0 0,-1 0 0,1 1 0,-1-1 0,0 1 0,1-1 0,-1 1 0,0 0 0,0 1 0,-1-1 0,4 3 0,1 2 0,-1 1 0,0 0 0,-1-1 0,0 2 0,0-1 0,-1 1 0,0-1 0,0 1 0,-1 0 0,-1 0 0,1 1 0,1 13 0,-1 2 0,-2-1 0,0 1 0,-5 41 0,-3-33 0,6-28 0,-1-1 0,1 1 0,0 0 0,0 0 0,1 0 0,-1 0 0,1 0 0,0 1 0,1-1 0,1 9 0,-2-12 3,1-1 1,0 0-1,0 0 0,0 0 0,-1 1 0,1-1 1,0 0-1,1 0 0,-1 0 0,0 0 0,0 0 1,0-1-1,1 1 0,-1 0 0,0-1 1,1 1-1,-1 0 0,0-1 0,1 0 0,-1 1 1,1-1-1,-1 0 0,3 0 0,5 1-194,-1 0-1,17-3 0,-15 2-675,3-1-5959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46 24575,'-32'-5'0,"-15"-4"0,-3 0 0,3 1 0,7 1 0,8 3 0,6 2 0,6 1 0,3 1 0,3 0 0,1 0 0,0 3 0,0 1 0,2-1-8191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5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14 24575,'-27'-2'0,"-11"-1"0,-2 0 0,3 0 0,6 1 0,8 1-8191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24575,'7'17'0,"3"11"0,2 3 0,1 1 0,-1-2 0,-3-2 0,-1-5 0,-1-7-8191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3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24575,'24'8'0,"-1"2"0,0 0 0,0 1 0,-1 1 0,-1 1 0,0 1 0,-1 1 0,0 0 0,-1 2 0,-1 0 0,-1 1 0,0 1 0,-1 1 0,19 31 0,-7 0 0,-1 1 0,30 85 0,-43-94 0,-1 0 0,-3 1 0,9 85 0,-18-112 0,0 0 0,-1-1 0,-1 1 0,-1 0 0,-4 19 0,3-26 0,0 0 0,0-1 0,-1 0 0,0 1 0,0-2 0,-1 1 0,0 0 0,-1-1 0,0 0 0,-7 7 0,3-4-341,-1-1 0,-1 0-1,-14 10 1,11-10-6485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40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30 171 24575,'0'-160'0,"-1"150"0,-3 12 0,-2 17 0,-1 29 0,1 0 0,1 49 0,4-24 0,3 56 0,5-80 0,-4-31 0,2 31 0,-4-31 0,5 28 0,-3-28 0,1 29 0,-4-23 0,0 3 0,1 0 0,6 40 0,1-30 0,-3 1 0,3 60 0,-9-82 0,-1-1 0,-3 16 0,2-15 0,-2 27 0,5 384 0,1-207 0,-1-182 0,9 212 0,35 85 0,-39-265 0,-6 130 0,-6-127 0,0 26 0,-1-21 0,5-53 0,-1 31 0,5 358 0,8-312 0,-4-55 0,2 2-65,2 18 235,-8-59-380,-1 0 0,0-1 0,-1 1 0,0 0 0,0 0 0,-4 10 0,2-8-6616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4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6421 1 24575,'-12'0'0,"0"2"0,-18 3 0,-16 2 0,-128 8 0,107-10 0,-103 5 0,-111-20 0,127 3 0,-4 0 0,39 2 0,-138 13 0,223-6 0,-415 3 0,260-6 0,48 0 0,-150 2 0,106 13 0,-40 1 0,144-14 0,-210-3 0,201-5 0,-26 0 0,-683 6 0,387 2 0,283 0 0,-142-2 0,181-6 0,-27-1 0,-8 17 0,102-6 0,-143 9 0,84-6 0,-97-5 0,80-3 0,39 3 0,-66-2 0,88-5 0,30 5 0,0-1 0,0 1 0,-1 0 0,1 1 0,0 0 0,0 0 0,-12 2 0,-23 11-1365,31-8-5461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1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24575,'0'0'0,"1"0"0,-1 0 0,1 1 0,-1-1 0,0 0 0,1 1 0,-1-1 0,1 0 0,-1 1 0,0-1 0,1 0 0,-1 1 0,0-1 0,0 1 0,1-1 0,-1 1 0,0-1 0,0 1 0,0-1 0,1 0 0,-1 1 0,0-1 0,0 1 0,0-1 0,0 1 0,0-1 0,0 1 0,0-1 0,0 1 0,0-1 0,0 1 0,-1 0 0,0 0 0,1 0 0,-1 0 0,0 0 0,0 0 0,0 0 0,0 0 0,0 0 0,0-1 0,0 1 0,0 0 0,-1-1 0,-1 1 0,-2 2 0,-1-1 0,0 0 0,-1-1 0,-10 2 0,-18-2 0,-42-5 0,-9-1 0,85 5-19,-11 1-317,-1-2-1,0 0 1,-18-3-1,19 1-6489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1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16 24575,'-14'-3'0,"-8"0"0,-3 0 0,1 0 0,2 2 0,2-1 0,3 2 0,-2 0 0,1 0 0,0 0 0,-1 0 0,0 0 0,1 0 0,3 0-8191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1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24575,'-7'-8'0,"3"11"0,4-2 0,-1 1 0,1-1 0,0 1 0,0 0 0,0-1 0,-1 1 0,1 0 0,1-1 0,-1 3 0,4 9 0,0 1 0,1-1 0,0 0 0,1 0 0,1-1 0,8 13 0,4 8 0,21 45 0,-4 2 0,33 102 0,-57-144 0,22 72 0,-31-99-1365,1-2-5461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19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31 24575,'-49'-10'0,"23"4"0,-23-1-53,-1 2-1,1 2 0,-53 4 0,38 0-1096,50-1-5676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22 188 24575,'-2'-2'0,"0"0"0,1 0 0,-1 0 0,0 0 0,0 0 0,1-1 0,0 1 0,-1 0 0,1-1 0,0 1 0,0-1 0,0 1 0,0-1 0,1 0 0,-1 1 0,1-1 0,0 0 0,-1 0 0,1 1 0,0-1 0,1 0 0,0-4 0,0 3 0,1 0 0,-1 0 0,1 0 0,0 0 0,0 1 0,1-1 0,-1 1 0,1-1 0,0 1 0,0 0 0,0 0 0,0 0 0,5-4 0,6-2 0,0 0 0,1 0 0,0 1 0,0 1 0,0 1 0,1 0 0,0 1 0,0 1 0,0 0 0,30-2 0,-41 5 0,-1 1 0,0 0 0,0 1 0,0-1 0,1 1 0,-1 0 0,0 0 0,0 0 0,0 0 0,0 1 0,0-1 0,0 1 0,-1 0 0,1 0 0,-1 1 0,1-1 0,-1 1 0,0 0 0,0 0 0,0 0 0,0 0 0,0 0 0,-1 1 0,1-1 0,-1 1 0,2 4 0,-1-1 0,0 0 0,0 0 0,-1 0 0,0 1 0,0-1 0,-1 1 0,1-1 0,-2 1 0,1 0 0,-1-1 0,-1 1 0,1 0 0,-3 12 0,-32 100 0,27-99 0,-1-1 0,0-1 0,-22 32 0,23-39 0,0-1 0,-1 0 0,0-1 0,-1 0 0,-17 13 0,22-19 0,3-3 0,0 0 0,0 1 0,0 0 0,0-1 0,0 1 0,0 0 0,0 0 0,1 0 0,-1 1 0,-1 2 0,3-5 0,1 1 0,0-1 0,-1 0 0,1 1 0,-1-1 0,1 0 0,0 0 0,-1 0 0,1 0 0,0 1 0,-1-1 0,1 0 0,0 0 0,-1 0 0,1 0 0,0-1 0,-1 1 0,1 0 0,0 0 0,0-1 0,19-1 0,14-5 0,0 2 0,57-1 0,-80 6-341,0 0 0,0-1-1,16-3 1,-14 1-6485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60 204 24575,'41'-23'0,"26"-16"0,-59 33 0,0 0 0,0 0 0,-1-1 0,0 0 0,10-12 0,-15 17 0,-1 1 0,0 0 0,0-1 0,0 1 0,0-1 0,0 0 0,0 1 0,-1-1 0,1 0 0,-1 1 0,1-1 0,-1 0 0,1 0 0,-1 0 0,0 1 0,0-1 0,0 0 0,0 0 0,0 0 0,0 1 0,0-1 0,-1 0 0,1 0 0,-1 0 0,1 1 0,-1-1 0,0 0 0,0 1 0,0-1 0,0 1 0,0-1 0,0 1 0,0-1 0,0 1 0,0 0 0,-1-1 0,1 1 0,-1 0 0,1 0 0,-1 0 0,-2-2 0,-2 0 0,-1 0 0,1 0 0,-1 0 0,0 1 0,0 0 0,0 0 0,0 0 0,0 1 0,-10 0 0,12 0 0,0 1 0,1 0 0,-1 0 0,1 1 0,-1-1 0,1 1 0,-1 0 0,1 0 0,0 1 0,-1-1 0,1 1 0,0 0 0,0 0 0,0 1 0,0-1 0,0 1 0,1 0 0,-1 0 0,1 0 0,0 0 0,0 0 0,0 1 0,-4 5 0,3-3 0,0 0 0,1 0 0,-1 0 0,1 0 0,1 1 0,-1-1 0,1 1 0,0 0 0,0 0 0,1 0 0,0 0 0,0 13 0,1-4 0,-1-3 0,2 1 0,2 23 0,-2-33 0,0 1 0,0-1 0,1 0 0,-1 1 0,1-1 0,0 0 0,0 0 0,1 0 0,-1 0 0,1 0 0,6 6 0,25 26 0,40 37 0,48 41 0,-118-111 0,0 1 0,0 0 0,0 1 0,0-1 0,-1 1 0,0-1 0,0 1 0,0 0 0,0 0 0,2 9 0,-4-12 0,-1 0 0,1 0 0,-1 0 0,0 0 0,0 0 0,0 0 0,0 1 0,0-1 0,0 0 0,0 0 0,-1 0 0,1 0 0,-1 0 0,1 0 0,-1 0 0,0 0 0,0 0 0,0 0 0,0-1 0,0 1 0,0 0 0,-1-1 0,1 1 0,0 0 0,-1-1 0,0 0 0,1 1 0,-1-1 0,0 0 0,1 0 0,-3 1 0,-1 1 10,0-1 0,-1 1 0,1-1 0,-1-1 0,1 1 0,-1-1 0,-11 1 0,-40-1-624,41-2-217,1 1-5995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 24575,'-4'0'0,"-14"-2"0,0 0 0,0 2 0,-34 2 0,48-1 0,1-1 0,-1 1 0,0 0 0,0 0 0,0 0 0,0 1 0,1-1 0,-1 1 0,0 0 0,1 0 0,0 0 0,-1 0 0,1 1 0,0 0 0,0-1 0,0 1 0,1 0 0,-1 0 0,1 0 0,0 1 0,-1-1 0,2 1 0,-4 5 0,1 5 0,0 0 0,1 0 0,1 0 0,0 0 0,1 1 0,0-1 0,1 1 0,3 18 0,-3-30 0,1 1 0,-1 0 0,1-1 0,0 1 0,0-1 0,1 1 0,-1-1 0,1 0 0,0 1 0,0-1 0,0 0 0,0 0 0,5 5 0,-3-4 0,0-1 0,1 1 0,0-1 0,0 0 0,-1 0 0,2-1 0,-1 1 0,6 1 0,7 1 0,-1 0 0,1-2 0,0 0 0,29 0 0,34-2-1365,-66-1-5461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48 24575,'-5'1'0,"1"1"0,0 0 0,0 0 0,0 0 0,0 0 0,0 1 0,0-1 0,1 1 0,-1 0 0,1 0 0,-4 4 0,6-6 0,0 1 0,1-1 0,-1 1 0,0-1 0,0 1 0,1-1 0,-1 1 0,0-1 0,1 1 0,0 0 0,-1-1 0,1 1 0,0 0 0,0 0 0,0-1 0,0 1 0,0 0 0,0-1 0,1 1 0,-1 0 0,1-1 0,-1 1 0,1 0 0,-1-1 0,1 1 0,0-1 0,0 1 0,0-1 0,0 1 0,0-1 0,0 0 0,1 2 0,4 3 0,0-1 0,0 1 0,1-1 0,-1 0 0,1-1 0,0 1 0,8 2 0,-1 0 0,-1-2 0,30 9 0,-35-12 0,0-1 0,0 0 0,0 0 0,0-1 0,0 0 0,0-1 0,1 1 0,14-5 0,-20 4 0,0 0 0,0 0 0,-1 0 0,1 0 0,0 0 0,-1-1 0,0 1 0,1-1 0,-1 0 0,0 0 0,0 0 0,3-3 0,-3 3 0,-1 0 0,0 0 0,0 0 0,0 0 0,0 0 0,-1 0 0,1 0 0,0 0 0,-1-1 0,0 1 0,1 0 0,-1 0 0,0-1 0,0 1 0,0 0 0,-1 0 0,1-1 0,-1-1 0,0-1 0,-1 0 0,0 0 0,0 0 0,-1 0 0,1 1 0,-1-1 0,0 1 0,0-1 0,-1 1 0,1 0 0,-5-3 0,-5-6 0,-28-19 0,35 27 17,-1 1 0,0 0 1,-1 0-1,1 1 0,-1 0 0,-14-4 0,19 6-76,1 1-1,-1-1 1,1 1-1,-1-1 1,0 1 0,1 0-1,-1 0 1,0 0-1,1 1 1,-1-1 0,1 0-1,-1 1 1,0 0-1,1 0 1,-1-1 0,1 1-1,0 1 1,-1-1-1,1 0 1,0 1 0,0-1-1,0 1 1,0 0-1,-3 2 1,-2 6-6767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24575,'-3'4'0,"1"1"0,-1 0 0,1 0 0,0 0 0,1 1 0,-1-1 0,1 0 0,0 1 0,1-1 0,-1 1 0,1 8 0,1-5 0,0 0 0,1-1 0,-1 1 0,2 0 0,-1-1 0,7 13 0,2 1 0,2-1 0,0 0 0,1 0 0,20 21 0,-25-33 0,-1 0 0,11 7 0,-10-9 0,16 17 0,-24-23 0,-1-1 0,1 1 0,-1-1 0,0 1 0,1-1 0,-1 1 0,1-1 0,-1 1 0,0-1 0,1 1 0,-1-1 0,0 1 0,0 0 0,1-1 0,-1 1 0,0 0 0,0-1 0,0 1 0,0 0 0,0-1 0,0 1 0,0-1 0,0 1 0,0 0 0,0-1 0,-1 2 0,1-1 0,-1 0 0,0-1 0,1 1 0,-1 0 0,0-1 0,0 1 0,0-1 0,1 1 0,-1-1 0,0 0 0,0 1 0,0-1 0,0 0 0,0 1 0,0-1 0,-1 0 0,-6 1 0,0 0 0,0-1 0,-10-1 0,16 1 0,-139-15 129,14 0-1623,108 14-5332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 24575,'-1'5'0,"0"0"0,0 0 0,1 0 0,-1 0 0,1 0 0,0 0 0,0-1 0,1 1 0,0 0 0,0 0 0,0 0 0,0 0 0,1-1 0,-1 1 0,1-1 0,1 1 0,-1-1 0,0 0 0,7 8 0,2 3 0,2-1 0,-1-1 0,29 24 0,-35-32 0,1-1 0,-1 1 0,1-1 0,0 0 0,0-1 0,0 0 0,1 0 0,-1 0 0,13 2 0,-16-4 0,-1-1 0,0 1 0,0-1 0,1 0 0,-1 0 0,0 0 0,0-1 0,1 1 0,-1-1 0,0 1 0,0-1 0,0 0 0,0 0 0,0-1 0,0 1 0,0 0 0,0-1 0,0 0 0,-1 0 0,1 0 0,-1 0 0,1 0 0,-1 0 0,0-1 0,4-4 0,-1-2 0,-1-1 0,-1 1 0,1 0 0,-1-1 0,-1 0 0,0 1 0,0-1 0,0-16 0,0 11 0,-2 14 0,0 0 0,0 1 0,0-1 0,0 0 0,1 0 0,-1 0 0,0 0 0,0 0 0,1 1 0,-1-1 0,1 0 0,-1 0 0,1 0 0,-1 1 0,1-1 0,-1 0 0,1 1 0,0-1 0,-1 0 0,1 1 0,0-1 0,-1 1 0,1-1 0,0 1 0,0 0 0,0-1 0,-1 1 0,1 0 0,0-1 0,0 1 0,0 0 0,0 0 0,0 0 0,-1 0 0,1 0 0,0 0 0,0 0 0,0 0 0,0 0 0,0 0 0,0 0 0,0 1 0,-1-1 0,3 1 0,5 2 0,-1 0 0,1 0 0,-1 1 0,8 4 0,-6-2 0,-4-4 0,35 18 0,-37-18 0,1-1 0,-1 0 0,0 0 0,1 0 0,-1 0 0,1 0 0,-1-1 0,1 0 0,6 0 0,-9 0 0,0 0 0,0-1 0,0 1 0,0 0 0,0-1 0,0 1 0,0-1 0,0 0 0,-1 1 0,1-1 0,0 0 0,0 1 0,0-1 0,-1 0 0,1 0 0,0 0 0,-1 1 0,1-1 0,-1 0 0,1 0 0,-1 0 0,1 0 0,-1 0 0,0 0 0,0 0 0,1 0 0,-1 0 0,0 0 0,0 0 0,0-1 0,0 1 0,0 0 0,0-1 0,-1-3 0,1 0 0,-1 1 0,0-1 0,0 0 0,-3-8 0,0 3 20,-1 1 0,0 0 0,0 0 0,-1 1 0,-9-12 0,-38-34-1505,39 42-5341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 24575,'-10'3'0,"1"-1"0,0 1 0,0 1 0,0 0 0,0 0 0,1 1 0,0 0 0,-10 8 0,16-12 0,-1 1 0,1 0 0,0 1 0,0-1 0,0 0 0,0 1 0,1-1 0,-1 1 0,0-1 0,1 1 0,0 0 0,0-1 0,0 1 0,0 0 0,0 0 0,0 0 0,1 0 0,-1 0 0,1 0 0,0 0 0,0 0 0,0 0 0,1 0 0,-1 0 0,1 0 0,-1 0 0,1 0 0,0 0 0,0 0 0,2 3 0,0 1 0,1 1 0,0-1 0,1 0 0,-1 0 0,1-1 0,1 0 0,5 7 0,-7-10 0,-1 0 0,1-1 0,-1 1 0,1-1 0,0 0 0,0 0 0,0 0 0,0 0 0,0 0 0,0-1 0,0 0 0,1 0 0,-1 0 0,8 0 0,-7-1 0,0 0 0,0 0 0,-1-1 0,1 1 0,0-1 0,0 0 0,0 0 0,-1-1 0,1 0 0,5-2 0,-6 2 0,-1-1 0,0 1 0,0 0 0,0-1 0,-1 1 0,1-1 0,-1 0 0,1 0 0,-1 0 0,0 0 0,0-1 0,0 1 0,2-8 0,-1 5 0,-1-1 0,0 0 0,0 0 0,0 0 0,-1-1 0,-1 1 0,1 0 0,-1 0 0,0-1 0,-2-9 0,2 13 0,-1 1 0,0-1 0,0 0 0,0 1 0,-1-1 0,1 1 0,-1 0 0,0-1 0,0 1 0,0 0 0,0 0 0,-1 0 0,1 1 0,-1-1 0,1 0 0,-1 1 0,0 0 0,0-1 0,0 1 0,-1 1 0,1-1 0,-5-2 0,-17-1-1365,13 4-5461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24575,'15'29'0,"4"15"0,3 5 0,-2-1 0,0-4 0,-2-5 0,-4-3 0,-2-6 0,-2-3 0,-2-1 0,-1-1 0,-2-1 0,-2 0 0,-1-5-8191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24575,'-7'27'0,"0"1"0,2 0 0,1 1 0,-1 54 0,5-68 0,1 0 0,1-1 0,0 1 0,1 0 0,1-1 0,0 0 0,1 0 0,0 0 0,1 0 0,1-1 0,10 15 0,-9-16-273,1-1 0,0-1 0,1 1 0,18 14 0,-12-12-6553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35 24575,'0'-2'0,"-1"1"0,1-1 0,0 1 0,-1-1 0,1 1 0,0-1 0,0 1 0,0-1 0,0 0 0,0 1 0,1-4 0,-1 5 0,0-1 0,1 0 0,-1 1 0,0-1 0,1 0 0,-1 1 0,0-1 0,1 0 0,-1 1 0,1-1 0,-1 1 0,1-1 0,-1 1 0,1-1 0,0 1 0,-1-1 0,1 1 0,1-1 0,-1 1 0,1-1 0,0 1 0,-1 0 0,1 0 0,0 0 0,-1 0 0,1 0 0,0 0 0,-1 0 0,1 0 0,0 1 0,-1-1 0,1 1 0,-1-1 0,1 1 0,0-1 0,-1 1 0,1 0 0,-1 0 0,3 2 0,16 13 0,-1 0 0,0 2 0,-2 0 0,0 1 0,-1 1 0,0 1 0,-2 0 0,14 28 0,0 6 0,-3 2 0,23 73 0,-37-100 0,-6-17 0,-1 0 0,0 0 0,4 24 0,-8-35 0,1-1 0,-1 1 0,-1-1 0,1 1 0,0-1 0,0 1 0,0 0 0,-1-1 0,1 1 0,-1-1 0,1 0 0,-1 1 0,0-1 0,0 1 0,1-1 0,-1 0 0,0 0 0,0 1 0,0-1 0,0 0 0,-1 0 0,1 0 0,0 0 0,0 0 0,-1 0 0,1-1 0,0 1 0,-1 0 0,1-1 0,-1 1 0,1-1 0,-1 1 0,-2 0 0,-6 0 0,1 1 0,-1-1 0,0-1 0,-12 0 0,15 0 0,-38-2 0,-40 2 0,72 2-1365,4 1-5461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24575,'2'-3'0,"0"0"0,-1 1 0,1-1 0,0 1 0,1 0 0,-1 0 0,0 0 0,1 0 0,-1 0 0,1 0 0,0 1 0,-1-1 0,1 1 0,0-1 0,0 1 0,0 0 0,0 0 0,0 1 0,0-1 0,0 1 0,0-1 0,0 1 0,1 0 0,-1 0 0,0 0 0,0 1 0,0-1 0,0 1 0,0 0 0,0-1 0,0 1 0,0 1 0,0-1 0,0 0 0,-1 1 0,1-1 0,0 1 0,-1 0 0,1 0 0,-1 0 0,0 0 0,0 1 0,0-1 0,0 0 0,4 6 0,-1 2 0,1 1 0,-2 0 0,1-1 0,-1 1 0,-1 1 0,0-1 0,-1 0 0,0 1 0,0 0 0,-1-1 0,-1 1 0,-1 11 0,-2 17 0,-3-1 0,-11 45 0,16-79 0,0 1 0,0 0 0,0-1 0,1 1 0,0 0 0,1 10 0,-1-14 0,1 0 0,-1 0 0,1 1 0,0-1 0,-1 0 0,1 0 0,0 0 0,0 0 0,1 0 0,-1-1 0,0 1 0,1 0 0,-1 0 0,1-1 0,-1 1 0,1-1 0,0 1 0,0-1 0,-1 0 0,4 2 0,2 1-80,0-1 0,0 0-1,0 0 1,1 0 0,-1-1-1,1 0 1,0 0 0,-1-1-1,1 0 1,0-1 0,0 1 0,0-2-1,-1 1 1,1-1 0,0 0-1,9-2 1,-8-1-6746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7 24575,'-29'-3'0,"-13"0"0,-1 2 0,4 2 0,7 0 0,5 1 0,8-1-8191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60 24575,'-27'-7'0,"-12"-3"0,-1 1 0,4-1 0,3 1 0,4 3 0,5 2 0,2 1 0,2 2 0,1 1 0,3 0 0,3 0-8191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2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24575,'17'29'0,"9"15"0,1 3 0,-3-3 0,-3-3 0,-6-6 0,-5-7 0,-4-6 0,-3-6-8191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 24575,'0'0'0,"0"0"0,0 0 0,0 0 0,0-1 0,-1 1 0,1 0 0,0 0 0,0 0 0,0 0 0,0 0 0,0-1 0,-1 1 0,1 0 0,0 0 0,0 0 0,0 0 0,-1 0 0,1 0 0,0 0 0,0 0 0,-1 0 0,1-1 0,0 1 0,0 0 0,0 0 0,-1 0 0,1 0 0,0 0 0,0 1 0,0-1 0,-1 0 0,1 0 0,0 0 0,0 0 0,-1 0 0,1 0 0,-3 9 0,5 12 0,6 13 0,2-1 0,24 55 0,-26-68 0,0 2-46,-5-14-174,-1-1 0,1 0 0,0 1 1,1-2-1,6 11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24575,'-30'0'0,"-12"0"0,-1 0 0,2 0 0,5 3 0,6 0 0,7 0 0,3 0 0,6-2-8191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174 233 24575,'2'-2'0,"14"-12"0,0 0 0,16-20 0,-29 30 0,1 0 0,-1 0 0,0 0 0,-1-1 0,1 1 0,-1 0 0,0-1 0,0 0 0,0 1 0,-1-1 0,0 0 0,0 0 0,0 0 0,0 0 0,-1-8 0,0 9 0,-1 0 0,0 0 0,-1 0 0,1-1 0,-1 1 0,1 0 0,-1 1 0,0-1 0,-1 0 0,1 1 0,-1-1 0,1 1 0,-1-1 0,0 1 0,0 0 0,-5-3 0,5 4 0,0-1 0,0 1 0,-1 0 0,1 0 0,-1 0 0,1 1 0,-1-1 0,0 1 0,0 0 0,1 0 0,-1 0 0,0 0 0,0 1 0,0 0 0,0 0 0,0 0 0,-7 1 0,-16 5 0,0 2 0,-40 17 0,65-24 0,0 0 0,-1 0 0,1 0 0,0 0 0,0 1 0,0-1 0,0 1 0,0 0 0,0 0 0,0-1 0,1 1 0,-1 0 0,1 0 0,-1 1 0,1-1 0,0 0 0,0 0 0,0 1 0,0-1 0,0 1 0,0-1 0,1 1 0,-1-1 0,1 1 0,-1-1 0,1 1 0,0-1 0,0 1 0,1-1 0,-1 1 0,0-1 0,2 5 0,1 4 0,0 0 0,1-1 0,1 1 0,0-1 0,0 0 0,7 10 0,3 1 0,1 0 0,34 35 0,43 30 0,-46-44 0,-39-34 0,0 0 0,0 1 0,-1 0 0,-1 0 0,1 0 0,7 16 0,-12-21 0,0 0 0,0 0 0,-1 0 0,1 0 0,-1 0 0,0 0 0,0 0 0,-1 0 0,1 0 0,-1 1 0,0-1 0,0 0 0,0 0 0,0 1 0,-1-1 0,0 0 0,0 0 0,0 0 0,0 0 0,-4 7 0,3-8 10,0 0 0,0 0 0,-1 0 0,0-1 0,1 1 0,-1 0 0,0-1 0,0 0 0,0 0 0,-1 0 0,-5 3 0,3-3-258,-1 1 1,1-1-1,-1 0 1,0-1-1,-10 2 1,4-2-6579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4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24575,'13'-8'0,"-1"2"0,1-1 0,0 2 0,19-7 0,-27 11 0,-1 0 0,0 0 0,1 0 0,-1 1 0,0-1 0,1 1 0,-1 0 0,1 0 0,-1 1 0,1-1 0,-1 1 0,0 0 0,1 0 0,-1 1 0,0-1 0,0 1 0,0 0 0,5 2 0,-7-1 0,1-1 0,0 1 0,-1 0 0,0-1 0,1 1 0,-1 0 0,0 1 0,-1-1 0,1 0 0,0 0 0,-1 1 0,0-1 0,0 1 0,1 6 0,0-1 0,-1 0 0,0 0 0,0 1 0,-2 15 0,0-14 0,-1 0 0,-1-1 0,1 1 0,-9 18 0,-21 39 0,27-58 0,5-10 0,0 1 0,-1-1 0,1 1 0,0-1 0,-1 1 0,1 0 0,0-1 0,0 1 0,0-1 0,-1 1 0,1 0 0,0-1 0,0 1 0,0 0 0,0-1 0,0 1 0,0-1 0,0 1 0,0 0 0,1-1 0,-1 1 0,0 0 0,0-1 0,0 1 0,1-1 0,-1 1 0,0-1 0,1 1 0,-1 0 0,0-1 0,1 0 0,-1 1 0,1-1 0,-1 1 0,1-1 0,-1 1 0,1-1 0,-1 0 0,1 1 0,-1-1 0,1 0 0,-1 0 0,1 1 0,0-1 0,-1 0 0,1 0 0,-1 0 0,1 0 0,1 1 0,4-1 0,0 1 0,1-1 0,-1 1 0,7-2 0,-5 0 0,120-1-1365,-115 2-5461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24575,'10'-4'0,"1"1"0,-1 1 0,1 0 0,0 0 0,20 1 0,-24 1 0,0 0 0,0 1 0,0 0 0,0 1 0,-1 0 0,1 0 0,-1 0 0,1 1 0,-1-1 0,8 6 0,-6-3 0,-1 0 0,0 0 0,0 1 0,0 0 0,10 12 0,-13-14 0,-1 1 0,0 0 0,0 1 0,0-1 0,-1 0 0,0 1 0,0-1 0,0 1 0,2 9 0,-2 0 0,0-7 0,0-1 0,-1 1 0,0 0 0,0 0 0,-1 0 0,0-1 0,-1 1 0,1 0 0,-3 8 0,-4 4 0,0 0 0,-2-1 0,0 0 0,-15 23 0,13-23 0,10-18 0,0 1 0,0 0 0,0-1 0,1 1 0,-1-1 0,0 1 0,1 0 0,-1 0 0,1-1 0,0 1 0,0 0 0,-1 0 0,1 0 0,0-1 0,1 1 0,-1 0 0,0 0 0,0 0 0,1-1 0,-1 1 0,1 0 0,-1 0 0,1-1 0,0 1 0,0-1 0,0 1 0,0-1 0,0 1 0,0-1 0,0 1 0,2 1 0,1 0 0,-1-1 0,0 1 0,1-1 0,0 0 0,-1 0 0,1-1 0,0 1 0,0-1 0,0 0 0,0 0 0,0 0 0,0 0 0,5-1 0,47 8-13,-42-6-180,0 1 0,-1-2 0,1 0 0,0-1-1,0 0 1,19-3 0,-21 0-6633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24575,'-24'5'0,"-11"1"0,0 0-8191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24575,'-25'10'0,"-10"6"0,-2-1 0,3-2 0,7-3-8191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3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24575,'5'-2'0,"0"1"0,1 0 0,-1 0 0,1 1 0,-1 0 0,1 0 0,-1 0 0,1 0 0,-1 1 0,1 0 0,-1 0 0,1 1 0,-1-1 0,8 5 0,5 2 0,0 2 0,26 18 0,-42-27 0,2 2 0,0-1 0,0 1 0,0 0 0,-1 0 0,1 1 0,-1-1 0,0 1 0,0-1 0,4 7 0,-6-8 0,0 1 0,-1-1 0,1 0 0,0 1 0,-1-1 0,1 1 0,-1-1 0,0 1 0,1-1 0,-1 1 0,0-1 0,-1 1 0,1-1 0,0 1 0,-1-1 0,0 0 0,1 1 0,-1-1 0,-2 4 0,-3 6 0,-1 0 0,-13 19 0,14-24 0,1 0 0,0 0 0,0 1 0,1 0 0,0 0 0,0 0 0,1 0 0,0 1 0,-2 11 0,5-18 0,-1-1 0,1 1 0,0 0 0,0 0 0,1 0 0,-1 0 0,0 0 0,0-1 0,1 1 0,-1 0 0,1 0 0,0-1 0,0 1 0,-1 0 0,1-1 0,0 1 0,3 2 0,-2-2 0,0 0 0,0 0 0,0 0 0,1-1 0,-1 1 0,1-1 0,-1 0 0,1 1 0,-1-1 0,5 1 0,5 0 0,-1 0 0,0 0 0,1-2 0,17 0 0,84-1-1365,-99 1-5461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47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1 925 24575,'26'-48'0,"84"-171"0,-82 158 0,3 1 0,49-69 0,-61 99 0,-3 6 0,0 0 0,2 1 0,1 1 0,0 1 0,2 1 0,0 0 0,1 2 0,1 0 0,45-25 0,-14 16 0,1 2 0,100-29 0,-115 44 0,1 1 0,0 2 0,52-2 0,126 6 0,-150 4 0,-32 0 0,0 2 0,0 2 0,63 16 0,103 45 0,-158-48 22,-1 2 0,51 32 0,-22-7-6872,-60-35 7266,0-1-1,-1 2 1,0 0 0,0 0-1,-2 1 1,1 1-1,-1-1 1,-1 2-1,-1-1 1,1 1-1,9 27 1,-8-17 383,-2 0 0,-1 1 1,5 30-1,-1 34-2199,-11-70 1400,0-1 0,-1 1 0,-1 0 0,0 0 0,-2 0 0,0-1 0,-1 0 0,-8 19 0,3-13 0,-2-1 0,0 0 0,-1-1 0,-1-1 0,-24 28 0,4-10 0,-2-2 0,-1-1 0,-1-3 0,-59 40 0,-98 50 0,159-104 0,-1-1 0,-1-2 0,-65 18 0,5-13 0,0-3 0,-2-5 0,0-5 0,0-3 0,-141-13 0,179 2-455,0-2 0,-102-29 0,124 25-6371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48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1 286 24575,'36'-40'0,"-1"0"0,60-53 0,-82 82 0,0 1 0,1 1 0,0 0 0,0 0 0,1 2 0,0 0 0,0 0 0,1 2 0,18-5 0,157-17 0,-160 26 0,0 0 0,0 2 0,50 8 0,89 26 0,51 27 0,-182-50 0,0 2 0,-1 2 0,0 1 0,45 29 0,-25-9 0,93 79 0,-96-65 0,-3 1 0,77 102 0,-22 3 0,-51-73 0,-44-65 0,-1-1 0,0 2 0,-2-1 0,0 1 0,-2 1 0,0-1 0,-1 1 0,-1 1 0,-1-1 0,0 1 0,-2 0 0,-1-1 0,-1 1 0,0 0 0,-2 0 0,-1-1 0,-8 38 0,4-34 0,-1-1 0,-1 0 0,-1 0 0,-1-1 0,-1 0 0,-1-1 0,-23 31 0,25-39 0,-1-1 0,-1 0 0,0-1 0,0 0 0,-1-1 0,-1-1 0,0 0 0,0-1 0,-1 0 0,0-1 0,-27 8 0,12-7 0,-1-1 0,-54 5 0,-67-3 0,91-9 0,-82-10 0,-60-21 0,149 19 0,-1-3 0,2-2 0,0-2 0,1-3 0,1-2 0,-78-47 0,68 31 0,2-2 0,2-3 0,-56-54 0,-2-21-1365,88 87-5461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4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17 24575,'-14'-4'0,"0"0"0,-27-3 0,34 6 0,0 1 0,1-1 0,-1 1 0,0 1 0,1-1 0,-1 1 0,0 1 0,-9 2 0,11-1 0,0-1 0,1 1 0,-1 0 0,1 1 0,0-1 0,0 1 0,0-1 0,1 1 0,-1 0 0,1 1 0,0-1 0,0 0 0,0 1 0,-2 7 0,2-6 0,0 0 0,1 0 0,-1 0 0,2 1 0,-1-1 0,1 1 0,0-1 0,0 1 0,1-1 0,0 1 0,0 8 0,1-12 0,0 0 0,0 0 0,0 0 0,1 0 0,-1 0 0,1-1 0,-1 1 0,1 0 0,0-1 0,0 1 0,0-1 0,1 0 0,-1 1 0,0-1 0,1 0 0,-1-1 0,1 1 0,0 0 0,3 1 0,8 3 0,-1 0 0,27 7 0,-29-10 0,7 2-273,-1-2 0,1 0 0,0-1 0,36 0 0,-41-2-6553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74 24575,'-14'-3'0,"10"2"0,1 0 0,-1 0 0,0 0 0,-8 0 0,12 1 0,-1 0 0,1 0 0,-1 0 0,1 0 0,-1 0 0,1 0 0,-1 1 0,1-1 0,-1 0 0,1 0 0,0 0 0,-1 1 0,1-1 0,-1 0 0,1 0 0,0 1 0,-1-1 0,1 0 0,0 1 0,-1-1 0,1 0 0,0 1 0,-1-1 0,1 0 0,0 1 0,0-1 0,0 1 0,-1-1 0,1 1 0,0-1 0,0 1 0,0-1 0,0 0 0,0 1 0,0-1 0,0 1 0,0-1 0,0 1 0,0-1 0,0 1 0,0-1 0,0 1 0,0-1 0,0 1 0,1-1 0,-1 0 0,0 1 0,2 3 0,-1 0 0,1 0 0,0-1 0,0 1 0,0-1 0,0 0 0,1 1 0,0-1 0,-1 0 0,1 0 0,0-1 0,4 4 0,-1-1 0,0-1 0,0 0 0,0-1 0,0 1 0,1-1 0,8 3 0,-10-5 0,-1 0 0,1 0 0,0 0 0,0 0 0,-1-1 0,1 0 0,0 0 0,0 0 0,0-1 0,-1 1 0,1-1 0,5-2 0,-8 2 0,0 1 0,-1-1 0,1 0 0,0 0 0,-1 0 0,1 0 0,-1 0 0,1 0 0,-1 0 0,0-1 0,1 1 0,-1-1 0,0 1 0,0-1 0,0 1 0,0-1 0,0 1 0,0-1 0,-1 0 0,1 0 0,0 1 0,-1-1 0,1 0 0,-1 0 0,0 0 0,0 0 0,0 0 0,0 1 0,0-1 0,0 0 0,0 0 0,0 0 0,-1-2 0,-1-1 10,1 0 0,-1 0 0,0 0 0,0 0 0,-1 0 0,0 0 0,0 0 0,0 1 0,0 0 0,-1-1 0,-6-5 0,6 6-145,-1 0 0,1 0 0,-1 0 0,0 0 0,-1 1 0,1 0 0,-1 0 0,1 0 0,-1 1 0,-6-2 0,0 2-6691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6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24575,'78'23'0,"-53"-14"0,1-2 0,0 0 0,37 4 0,-62-11 0,1 1 0,0-1 0,0 0 0,0 0 0,0 0 0,0-1 0,0 1 0,0 0 0,0-1 0,0 1 0,0-1 0,0 0 0,0 0 0,0 0 0,3-2 0,-5 2 0,1 0 0,0 0 0,0 0 0,-1 0 0,1 0 0,0 0 0,-1 0 0,1 0 0,-1-1 0,1 1 0,-1 0 0,0 0 0,0-1 0,1 1 0,-1 0 0,0 0 0,0-1 0,0 1 0,0 0 0,-1 0 0,1-1 0,0 1 0,0 0 0,-1 0 0,0-3 0,-1 0 0,0 0 0,0 0 0,0 0 0,0 0 0,-1 0 0,0 0 0,1 1 0,-7-6 0,-6-9 0,15 18 0,-1 0 0,1 0 0,0 0 0,0 0 0,0 0 0,0-1 0,0 1 0,-1 0 0,1 0 0,0 0 0,0 0 0,0 0 0,0-1 0,0 1 0,0 0 0,0 0 0,0 0 0,-1-1 0,1 1 0,0 0 0,0 0 0,0 0 0,0-1 0,0 1 0,0 0 0,0 0 0,0 0 0,0-1 0,0 1 0,0 0 0,1 0 0,-1 0 0,0-1 0,0 1 0,0 0 0,0 0 0,0 0 0,0 0 0,0-1 0,0 1 0,1 0 0,-1 0 0,0 0 0,0 0 0,12 0 0,17 7 0,-27-6 0,10 3 0,1-1 0,19 3 0,-28-6 0,1 1 0,0-1 0,0 0 0,0 0 0,0-1 0,-1 1 0,1-1 0,0 0 0,9-4 0,-12 4 0,0-1 0,0 1 0,1-1 0,-1 0 0,0 1 0,0-1 0,0 0 0,-1 0 0,1-1 0,0 1 0,1-3 0,-3 3 0,1 1 0,0-1 0,1 0 0,-1 1 0,0-1 0,0 0 0,1 1 0,-1 0 0,1-1 0,-1 1 0,1 0 0,0 0 0,-1-1 0,1 1 0,0 1 0,0-1 0,0 0 0,0 0 0,0 1 0,0-1 0,0 1 0,2-1 0,5 2-48,-1 0-1,1 0 0,-1 1 1,1 0-1,-1 0 0,0 1 1,0 0-1,10 6 1,-4-3-880,0 0-5898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6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109 275 24575,'54'72'0,"95"134"0,-149-204 0,-3-5 0,-13-12 0,-21-24 0,11 12 0,-18-20 0,-55-74 0,88 105 0,1 0 0,0 0 0,2-1 0,0-1 0,0 1 0,2-1 0,0 0 0,1-1 0,-4-26 0,9 41 0,-1-1 0,1 1 0,0-1 0,0 1 0,0 0 0,1-1 0,0 1 0,0 0 0,0-1 0,0 1 0,3-6 0,-2 7 0,-1 0 0,1 1 0,0-1 0,0 1 0,1-1 0,-1 1 0,0 0 0,1 0 0,-1 0 0,1 0 0,0 0 0,0 1 0,-1-1 0,1 1 0,0 0 0,5-2 0,1 1 0,0 0 0,0 0 0,0 1 0,0 0 0,0 1 0,1 0 0,-1 0 0,0 1 0,0 0 0,12 4 0,-15-4 0,0 0 0,-1 1 0,0 0 0,1 0 0,-1 1 0,0-1 0,0 1 0,0 0 0,0 1 0,-1-1 0,1 1 0,-1 0 0,0 0 0,0 0 0,0 0 0,-1 1 0,6 8 0,-8-10 0,0 0 0,1 0 0,-1 0 0,0 0 0,-1 0 0,1 0 0,0 1 0,-1-1 0,0 0 0,0 0 0,0 1 0,0-1 0,0 0 0,-1 0 0,0 5 0,-1-3 0,0-1 0,1 0 0,-2 0 0,1 0 0,0 0 0,-1 0 0,0 0 0,1-1 0,-8 7 0,-1-1 0,0-1 0,0 0 0,-1-1 0,0 0 0,0 0 0,-17 5 0,-7 1-506,-41 8-1,72-20 155,-17 4-6474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7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248 504 24575,'-61'-142'0,"-81"-137"0,103 199 0,39 80 0,0 0 0,0 0 0,0 0 0,0 0 0,0-1 0,0 1 0,0 0 0,0 0 0,0 0 0,0 0 0,0 0 0,0 0 0,0-1 0,0 1 0,-1 0 0,1 0 0,0 0 0,0 0 0,0 0 0,0 0 0,0 0 0,0 0 0,0 0 0,0 0 0,0-1 0,-1 1 0,1 0 0,0 0 0,0 0 0,0 0 0,0 0 0,0 0 0,0 0 0,0 0 0,-1 0 0,1 0 0,0 0 0,0 0 0,0 0 0,0 0 0,0 0 0,0 0 0,-1 0 0,1 0 0,0 0 0,-2 7 0,3 11 0,4 18 0,2 1 0,20 56 0,-20-68 0,-5-20 0,12 43 0,2-1 0,30 63 0,-39-97 0,0 0 0,1-1 0,0 0 0,1 0 0,0 0 0,1-2 0,0 1 0,1-1 0,0 0 0,0-1 0,1-1 0,23 13 0,-11-11-199,-1-2 0,2 0 0,37 7 0,-50-13-370,10 3-6257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9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7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24575,'-20'19'0,"-6"10"0,4 1 0,7 2 0,10-1 0,10-3 0,9-1 0,5-2 0,3-2 0,4-1 0,2-3 0,1-3 0,-2-4 0,-5-2-8191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8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88 24575,'-1'2'0,"0"0"0,1 0 0,-1 1 0,1-1 0,-1 0 0,1 0 0,0 1 0,0-1 0,0 0 0,0 0 0,0 1 0,1-1 0,-1 0 0,1 0 0,-1 1 0,1-1 0,0 0 0,0 0 0,0 0 0,0 0 0,0 0 0,0 0 0,1 0 0,-1-1 0,0 1 0,1 0 0,2 2 0,1 0 0,-1 0 0,1 0 0,0-1 0,0 1 0,0-1 0,0 0 0,1 0 0,-1-1 0,8 3 0,-4-3 0,-1 0 0,1-1 0,0 0 0,-1 0 0,1-1 0,11-1 0,-17 1 0,0 0 0,1-1 0,-1 0 0,0 0 0,0 0 0,-1 0 0,1 0 0,0 0 0,4-3 0,-6 3 0,1-1 0,-1 1 0,0 0 0,0 0 0,0-1 0,1 1 0,-1-1 0,0 1 0,-1-1 0,1 1 0,0-1 0,0 1 0,-1-1 0,1 0 0,-1 1 0,1-1 0,-1-3 0,0 2 0,0 0 0,0 0 0,-1 0 0,1 0 0,-1 0 0,0 0 0,0 0 0,0 0 0,0 0 0,-1 1 0,1-1 0,-1 0 0,1 1 0,-3-3 0,-2-3 0,0 1 0,-1 1 0,-9-10 0,5 7 17,0 1 0,0 0 1,-1 1-1,0 0 0,0 0 0,-19-6 0,25 11-95,1 1 0,-1-1 0,0 1-1,1 0 1,-1 1 0,0-1 0,1 1 0,-1 0 0,0 1-1,0-1 1,1 1 0,-1 0 0,1 1 0,-1-1 0,1 1-1,-1 0 1,1 0 0,-5 4 0,0-1-6748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8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24575,'1'3'0,"-1"0"0,1-1 0,-1 1 0,1-1 0,0 0 0,0 1 0,0-1 0,1 1 0,-1-1 0,0 0 0,1 0 0,-1 0 0,1 0 0,0 0 0,0 0 0,0 0 0,0-1 0,0 1 0,0-1 0,0 1 0,4 1 0,-4-2 0,-1-1 0,0 1 0,0 0 0,0-1 0,1 1 0,-1-1 0,0 0 0,1 1 0,-1-1 0,0 0 0,1 0 0,-1 0 0,1 0 0,-1 0 0,0 0 0,1 0 0,-1 0 0,0 0 0,1-1 0,-1 1 0,0-1 0,1 1 0,-1-1 0,0 1 0,0-1 0,1 0 0,-1 0 0,0 1 0,0-1 0,0 0 0,0 0 0,0 0 0,0 0 0,0 0 0,-1 0 0,1-1 0,0 1 0,-1 0 0,1 0 0,0 0 0,0-2 0,5-18 0,-5 16 0,0 0 0,1 1 0,0-1 0,0 0 0,0 0 0,3-4 0,-3 7 0,-1 1 0,0 0 0,0-1 0,1 1 0,-1 0 0,1 0 0,-1 0 0,1 0 0,-1 0 0,1 0 0,0 0 0,-1 1 0,1-1 0,0 1 0,-1-1 0,1 1 0,0 0 0,0-1 0,0 1 0,0 0 0,3 1 0,2 0-151,1 0-1,-1 1 0,1 0 0,-1 0 1,0 0-1,0 1 0,0 1 1,8 4-1,-3-1-6674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59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24575,'47'48'0,"-1"1"0,-3 3 0,-2 1 0,41 70 0,-76-112 0,-1 0 0,6 15 0,-10-25 0,-1-1 0,0 1 0,0-1 0,0 1 0,0-1 0,0 0 0,1 1 0,-1-1 0,0 1 0,0-1 0,0 1 0,0-1 0,0 1 0,0-1 0,-1 0 0,1 1 0,0-1 0,0 1 0,0-1 0,0 1 0,0-1 0,-1 0 0,1 1 0,0-1 0,0 1 0,-1-1 0,1 0 0,0 1 0,0-1 0,-1 1 0,0-1 0,0 0 0,0 1 0,0-1 0,0 0 0,0 0 0,0 1 0,0-1 0,0 0 0,0 0 0,0 0 0,0 0 0,-2 0 0,-28-9 0,25 7-55,-161-63-1255,146 55-5516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0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24575,'5'14'0,"4"8"0,3 3 0,2-1 0,1-5 0,-3-2 0,1-3 0,-1 0 0,0-3 0,-1-4-8191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24575,'0'2'0,"2"7"0,1 3 0,3 2 0,0 2 0,-1-3-8191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0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24575,'7'4'0,"-1"0"0,-1 0 0,1 1 0,7 6 0,7 8 0,-10-12 0,-3-1 0,0 0 0,0-1 0,1 0 0,0-1 0,0 1 0,0-1 0,17 5 0,-24-9 0,0 1 0,0-1 0,0 0 0,0 0 0,0 0 0,0 0 0,0 0 0,0 0 0,0 0 0,0 0 0,0 0 0,0-1 0,0 1 0,0 0 0,0-1 0,0 1 0,-1 0 0,1-1 0,0 1 0,0-1 0,0 0 0,0 1 0,1-2 0,-2 1 0,1-1 0,0 1 0,0-1 0,0 1 0,-1-1 0,1 1 0,-1-1 0,0 0 0,1 1 0,-1-1 0,0 1 0,0-4 0,0-3 0,-1 0 0,0 0 0,0 0 0,-5-13 0,-6-14 0,7 23 0,0 0 0,-3-18 0,8 29 0,0 0 0,-1 0 0,1 1 0,0-1 0,0 0 0,0 0 0,0 0 0,0 0 0,0 0 0,0 0 0,1 0 0,-1 0 0,0 0 0,0 0 0,1 0 0,-1 0 0,1 0 0,-1 0 0,1 1 0,-1-1 0,1 0 0,-1 0 0,1 1 0,0-1 0,0-1 0,1 1 0,0 0 0,0 0 0,0 1 0,0-1 0,0 0 0,0 1 0,0-1 0,0 1 0,0 0 0,0-1 0,3 1 0,6 1 0,0 0 0,-1 0 0,16 5 0,-25-6 0,43 12-455,-1 2 0,56 26 0,-83-33-6371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2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24575,'42'62'0,"-29"-42"0,21 28 0,-31-46 0,-1 1 0,1-1 0,-1 1 0,1-1 0,0 0 0,0 0 0,0 0 0,0 0 0,3 1 0,-5-3 0,0 1 0,0-1 0,-1 0 0,1 0 0,0 0 0,0 0 0,-1 0 0,1 0 0,0 0 0,0 0 0,-1 0 0,1 0 0,0 0 0,0 0 0,-1 0 0,1-1 0,0 1 0,1-1 0,-2 0 0,1 1 0,0-1 0,0 0 0,0 0 0,-1 0 0,1 0 0,-1 0 0,1 0 0,0 0 0,-1 0 0,0 0 0,1 0 0,-1 0 0,0 0 0,1 0 0,-1-2 0,1-5 0,-1-1 0,0 1 0,0 0 0,-1 0 0,0-1 0,0 1 0,-1 0 0,0 0 0,-4-10 0,-5-24 0,10 41 0,1 0 0,0 0 0,0 0 0,0 0 0,0 0 0,0 0 0,-1 0 0,2 0 0,-1 1 0,0-1 0,0 0 0,0 0 0,0 0 0,0 0 0,1 0 0,-1 0 0,1 0 0,-1 0 0,0 1 0,1-1 0,-1 0 0,1 0 0,1-1 0,-1 2 0,0-1 0,0 1 0,0-1 0,0 1 0,0-1 0,0 1 0,0 0 0,1 0 0,-1-1 0,0 1 0,0 0 0,0 0 0,1 0 0,-1 0 0,2 1 0,4 0 0,1 1 0,-1 0 0,0 0 0,11 6 0,82 49 0,-61-33 0,0 1-1365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57 24575,'-2'0'0,"-12"-5"0,10 5 0,10 4 0,8 2 0,0-1 0,0 0 0,1 0 0,-1-2 0,1 0 0,0 0 0,-1-2 0,1 1 0,0-2 0,28-2 0,-40 1 0,-1 1 0,1 0 0,-1-1 0,1 0 0,-1 0 0,0 1 0,1-1 0,-1 0 0,0-1 0,0 1 0,0 0 0,0-1 0,0 1 0,0-1 0,0 0 0,0 1 0,0-1 0,-1 0 0,1 0 0,0-3 0,0 2 0,-1 0 0,1 0 0,-1 0 0,0 0 0,0 0 0,-1 0 0,1 0 0,-1-1 0,1 1 0,-1 0 0,0 0 0,0-1 0,-1 1 0,0-5 0,0 3 101,5 5-1567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4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1 547 24575,'25'24'0,"1"-2"0,38 27 0,-58-46 0,0 1 0,0-1 0,0 0 0,0-1 0,12 4 0,-15-5 0,1 0 0,-1-1 0,1 1 0,-1-1 0,1 0 0,-1 0 0,1 0 0,-1 0 0,1 0 0,-1-1 0,0 0 0,1 1 0,2-3 0,-4 2 0,0 0 0,-1 0 0,1-1 0,-1 1 0,1-1 0,-1 1 0,0-1 0,0 1 0,1-1 0,-1 0 0,-1 0 0,1 0 0,0 1 0,0-1 0,-1 0 0,1 0 0,-1 0 0,1 0 0,-1 0 0,0 0 0,0 0 0,0 0 0,0 0 0,0-2 0,0-5 0,-1 1 0,0 0 0,-1 0 0,-3-13 0,-16-26 0,3 9 0,18 38 0,0 0 0,0 0 0,0 0 0,0 0 0,0 0 0,0 0 0,0 0 0,0 0 0,0-1 0,-1 1 0,1 0 0,0 0 0,0 0 0,0 0 0,0 0 0,0 0 0,0 0 0,0 0 0,0 0 0,0-1 0,0 1 0,0 0 0,0 0 0,0 0 0,0 0 0,0 0 0,0 0 0,0 0 0,0 0 0,0 0 0,0-1 0,0 1 0,1 0 0,-1 0 0,0 0 0,0 0 0,0 0 0,0 0 0,0 0 0,0 0 0,0 0 0,0 0 0,0 0 0,0 0 0,0-1 0,0 1 0,1 0 0,-1 0 0,6 3 0,13 12 0,-13-10 0,-2-2 0,2 2 0,1 0 0,0 0 0,1-1 0,14 7 0,-20-10 0,0-1 0,0 1 0,0-1 0,0 1 0,0-1 0,0 0 0,0 0 0,0 0 0,0 0 0,0 0 0,0 0 0,0-1 0,0 1 0,0 0 0,0-1 0,0 0 0,0 1 0,0-1 0,0 0 0,0 0 0,-1 0 0,1 0 0,0-1 0,-1 1 0,1 0 0,1-2 0,14-18 0,-16 18 0,1 1 0,-1-1 0,1 1 0,0-1 0,0 1 0,1 0 0,-1-1 0,0 1 0,1 0 0,-1 1 0,1-1 0,-1 0 0,1 1 0,0 0 0,0-1 0,0 1 0,0 0 0,3 0 0,16-1 0,1 1 0,31 3 0,-4-1 0,-40-1 0,3 1 0,0-1 0,0-1 0,1 0 0,24-6 0,-35 6 0,-1 0 0,1 0 0,0 0 0,0 0 0,0-1 0,-1 1 0,1-1 0,-1 0 0,1 0 0,-1 0 0,0 0 0,1 0 0,-1 0 0,0 0 0,-1-1 0,1 1 0,0-1 0,-1 0 0,1 1 0,-1-1 0,0 0 0,0 0 0,0 0 0,0 0 0,0 0 0,-1 0 0,1-3 0,-1-4 0,0 1 0,0-1 0,-1 0 0,-1 1 0,1-1 0,-2 1 0,1 0 0,-5-11 0,1 5 0,-1 1 0,0-1 0,-1 1 0,-11-14 0,17 25 0,0 1 0,0-1 0,0 1 0,0 0 0,-1-1 0,1 1 0,-1 1 0,1-1 0,-1 0 0,0 0 0,0 1 0,1 0 0,-1-1 0,0 1 0,-1 0 0,-2 0 0,4 1 0,0 0 0,0 0 0,0 0 0,0 0 0,0 0 0,0 0 0,0 1 0,0-1 0,0 1 0,0 0 0,0-1 0,0 1 0,0 0 0,0 0 0,0 0 0,1 0 0,-1 1 0,0-1 0,1 0 0,-1 1 0,1-1 0,0 1 0,-1-1 0,1 1 0,-1 2 0,-1 0 0,0 1 0,1-1 0,0 1 0,0 0 0,1 0 0,-1 0 0,1 0 0,0 0 0,0 0 0,0 0 0,1 0 0,0 0 0,0 0 0,1 9 0,0-10 0,0 0 0,0 1 0,0-1 0,1 0 0,-1 0 0,1-1 0,0 1 0,0 0 0,0 0 0,0-1 0,1 0 0,0 1 0,-1-1 0,1 0 0,1 0 0,-1 0 0,0-1 0,5 3 0,0 0 0,1-1 0,0 0 0,0-1 0,0 0 0,1-1 0,-1 0 0,1 0 0,-1-1 0,13 0 0,10-1 0,46-5 0,-13-3 0,-1-4 0,67-19 0,-129 30 0,1 0 0,-1 1 0,0-1 0,1 0 0,-1 0 0,0 0 0,0 0 0,1-1 0,-1 1 0,0-1 0,0 1 0,-1-1 0,1 0 0,0 0 0,0 1 0,-1-1 0,3-4 0,-3 3 0,-1 1 0,1-1 0,-1 1 0,1-1 0,-1 1 0,0-1 0,0 1 0,0-1 0,0 1 0,-1-1 0,1 1 0,-1-1 0,1 1 0,-1 0 0,0-1 0,0 1 0,-2-5 0,-6-8 0,0 0 0,-1 1 0,-1 0 0,0 0 0,-1 1 0,-16-15 0,10 11 0,1-1 0,-17-23 0,31 37-170,1-1-1,-1 1 0,1-1 1,0 1-1,0-1 0,0 0 1,-1-6-1,1-1-6655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4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57 24575,'-27'-11'0,"-50"-20"0,67 28 0,-1 0 0,1 0 0,-1 1 0,0 1 0,-13-1 0,22 2 0,1 0 0,-1 0 0,0 0 0,1 0 0,-1 0 0,1 0 0,-1 1 0,1-1 0,-1 1 0,1-1 0,-1 1 0,1-1 0,-1 1 0,1 0 0,0 0 0,-1 0 0,1-1 0,0 1 0,0 1 0,0-1 0,0 0 0,-2 2 0,2-1 0,1-1 0,-1 1 0,1 0 0,-1-1 0,1 1 0,0 0 0,0 0 0,0-1 0,0 1 0,0 0 0,0-1 0,0 1 0,0 0 0,1-1 0,-1 1 0,1 0 0,-1-1 0,1 1 0,0 0 0,1 1 0,2 4 0,0-1 0,1 0 0,-1 0 0,1 0 0,1 0 0,-1-1 0,1 0 0,10 7 0,-6-5 0,1 0 0,0 0 0,1-1 0,16 5 0,-26-9 0,1-1 0,0-1 0,0 1 0,0 0 0,0-1 0,0 1 0,0-1 0,0 0 0,0 0 0,0 0 0,0 0 0,0-1 0,0 1 0,4-2 0,-5 1 0,0 0 0,0-1 0,0 1 0,0 0 0,0-1 0,0 1 0,0-1 0,-1 0 0,1 0 0,-1 1 0,1-1 0,-1 0 0,0 0 0,0-1 0,1 1 0,-1 0 0,-1 0 0,2-4 0,0 0 0,-1-1 0,1 0 0,-1-10 0,4-16 0,-5 33 0,1-1 0,-1 1 0,0-1 0,0 1 0,0-1 0,1 1 0,-1 0 0,0-1 0,1 1 0,-1-1 0,0 1 0,1 0 0,-1-1 0,1 1 0,-1 0 0,1-1 0,-1 1 0,0 0 0,1 0 0,-1-1 0,1 1 0,-1 0 0,1 0 0,-1 0 0,1 0 0,-1 0 0,1 0 0,-1 0 0,1 0 0,0 0 0,-1 0 0,1 0 0,-1 0 0,1 0 0,-1 0 0,1 0 0,-1 0 0,1 1 0,-1-1 0,1 0 0,-1 0 0,0 1 0,1-1 0,0 1 0,26 17 0,-19-11 0,93 57-1365,-88-57-5461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24575,'184'264'-809,"21"27"1049,-203-289-255,4 7 132,1-1 0,1 1-1,-1-1 1,18 13 0,-25-21-117,1 1 0,-1-1 0,0 0 0,0 0 0,1 1 0,-1-1 0,0 0 0,1 0 0,-1 0 0,0 1 0,1-1 0,-1 0 0,0 0 0,1 0 0,-1 0 0,1 0 0,-1 0 0,0 0 0,1 0 0,-1 0 0,0 0 0,1 0 0,-1 0 0,1 0 0,-1 0 0,0 0 0,1 0 0,0-1 0,-2-8 0,-9-15 0,-3 4 0,0 1 0,-2 0 0,0 1 0,-1 1 0,-1 0 0,0 1 0,-1 1 0,-1 1 0,-1 1 0,1 0 0,-27-11 0,44 23 0,-1 0 0,1-1 0,-1 2 0,1-1 0,-1 0 0,0 0 0,1 1 0,-5-1 0,6 1 0,0 0 0,0 1 0,0-1 0,1 0 0,-1 0 0,0 0 0,0 1 0,1-1 0,-1 1 0,0-1 0,0 0 0,1 1 0,-1-1 0,0 1 0,1-1 0,-1 1 0,1 0 0,-1-1 0,1 1 0,-1 0 0,1-1 0,-1 1 0,1 0 0,0 0 0,-1-1 0,1 1 0,0 0 0,0 0 0,0-1 0,-1 1 0,1 0 0,0 1 0,0 4-170,-1 0-1,1 0 0,1 0 1,-1 0-1,1 0 0,0 0 1,3 10-1,0-3-6655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5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89 24575,'-5'-1'0,"-13"-2"0,-29-3 0,43 5 0,0 1 0,-1 0 0,1 0 0,0 1 0,0-1 0,0 1 0,-1 0 0,1 0 0,0 1 0,0-1 0,0 1 0,-6 3 0,9-4 0,0-1 0,0 1 0,1 0 0,-1-1 0,0 1 0,0 0 0,0 0 0,1 0 0,-1 0 0,0 0 0,1 0 0,-1 0 0,1 0 0,0 0 0,-1 0 0,1 0 0,0 0 0,-1 0 0,1 0 0,0 2 0,0-1 0,0 0 0,0 1 0,1-1 0,-1 0 0,1 0 0,0 0 0,-1 0 0,1 0 0,0 0 0,2 2 0,1 3 0,1 0 0,1 0 0,0-1 0,8 8 0,-5-6 0,0-1 0,0 1 0,16 8 0,-20-14 0,-1 1 0,1-1 0,-1 0 0,1-1 0,0 1 0,0-1 0,0 0 0,0 0 0,0 0 0,9 0 0,-13-1 0,0-1 0,1 1 0,-1 0 0,0 0 0,0-1 0,1 1 0,-1 0 0,0-1 0,0 1 0,0-1 0,0 0 0,0 1 0,0-1 0,0 0 0,0 0 0,0 0 0,0 1 0,0-1 0,0 0 0,0-1 0,0-1 0,1 1 0,-1 0 0,0-1 0,-1 1 0,1 0 0,0-1 0,-1 1 0,1-1 0,0-3 0,-1 0 0,0 1 0,0 0 0,-1 0 0,1 0 0,-1 0 0,0 0 0,-1 0 0,1 0 0,-4-7 0,0 2 0,-1 0 0,0 1 0,-1 0 0,0 0 0,0 1 0,-1 0 0,0 0 0,-9-6 0,7 4 0,10 10 0,0-1 0,0 1 0,0 0 0,0 0 0,0-1 0,0 1 0,0 0 0,0 0 0,0 0 0,0-1 0,0 1 0,0 0 0,0 0 0,0-1 0,0 1 0,0 0 0,0 0 0,0-1 0,0 1 0,1 0 0,-1 0 0,0 0 0,0 0 0,0-1 0,0 1 0,1 0 0,-1 0 0,0 0 0,0 0 0,1-1 0,2 0 0,0 0 0,0 0 0,0 0 0,1 0 0,5-1 0,4-1 0,4-2 0,0 0 0,0 1 0,0 1 0,0 0 0,18 1 0,-31 1-76,1 1 1,-1 0-1,0 0 0,0 0 0,0 1 0,0-1 0,0 1 0,0 0 1,0 1-1,0-1 0,0 0 0,-1 1 0,1 0 0,0 0 1,-1 0-1,1 0 0,4 5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6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133 321 24575,'17'10'0,"-2"-1"0,0 0 0,20 8 0,-35-17 0,0 0 0,0 0 0,0 0 0,0 0 0,0 1 0,1-1 0,-1 0 0,0 0 0,0 0 0,0 0 0,1 0 0,-1 0 0,0 0 0,0 0 0,0 0 0,1 0 0,-1 0 0,0 0 0,0 0 0,0 0 0,1 0 0,-1 0 0,0 0 0,0 0 0,0 0 0,1 0 0,-1 0 0,0 0 0,0 0 0,0 0 0,0-1 0,1 1 0,-1 0 0,-4-7 0,-15-12 0,14 14 0,-2-3 0,-85-92 0,76 80 0,1 0 0,0-2 0,-14-28 0,26 45 12,0-1 0,1 0 0,-1 0 0,1 0 0,1-1 0,-1 1 0,1 0 0,1-1 0,-1-7 0,1 12-56,0 0 1,0 0-1,0 0 0,1 1 1,-1-1-1,1 0 0,-1 0 1,1 0-1,0 0 0,0 1 1,0-1-1,0 0 0,0 1 1,0-1-1,0 0 0,0 1 0,1 0 1,-1-1-1,1 1 0,-1 0 1,1 0-1,-1 0 0,1-1 1,0 2-1,-1-1 0,1 0 1,0 0-1,0 1 0,0-1 1,0 1-1,-1-1 0,1 1 1,3-1-1,7 0-6782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84 24575,'-57'-1'0,"20"-1"0,0 3 0,0 0 0,-72 14 0,104-14 0,0 1 0,-1 0 0,1 0 0,0 1 0,0 0 0,0 0 0,0 0 0,1 0 0,-1 0 0,1 1 0,0 0 0,-7 8 0,10-11 0,-1 1 0,1 0 0,0 0 0,0 0 0,0 1 0,0-1 0,0 0 0,0 0 0,0 1 0,1-1 0,-1 0 0,1 1 0,-1-1 0,1 0 0,0 1 0,0-1 0,0 0 0,1 1 0,-1-1 0,0 1 0,1-1 0,0 0 0,-1 0 0,1 1 0,0-1 0,0 0 0,0 0 0,0 0 0,1 0 0,-1 0 0,1 0 0,2 2 0,1 2 0,1-1 0,0 0 0,1 0 0,-1 0 0,1-1 0,0 0 0,0-1 0,13 5 0,6 1 0,32 6 0,31 0 0,-76-13 0,0-2 0,1 0 0,-1 0 0,24-5 0,-33 4 0,0 0 0,0 0 0,0 0 0,-1-1 0,1 0 0,0 0 0,-1 0 0,1 0 0,-1 0 0,0-1 0,0 1 0,1-1 0,-2 0 0,1 0 0,4-6 0,-6 7 0,0 0 0,0 0 0,0 0 0,0 0 0,0 0 0,0 0 0,-1 0 0,1-1 0,-1 1 0,0 0 0,0 0 0,1-1 0,-1 1 0,-1 0 0,1 0 0,0-1 0,0 1 0,-1 0 0,0 0 0,1 0 0,-1 0 0,0 0 0,0 0 0,0 0 0,0 0 0,0 0 0,-1 0 0,1 0 0,-3-3 0,-8-8 0,1 0 0,-2 1 0,1 1 0,-2 0 0,-20-14 0,34 25 0,-1 0 0,1 0 0,0-1 0,-1 1 0,1 0 0,0 0 0,-1 0 0,1-1 0,-1 1 0,1 0 0,0 0 0,-1 0 0,1 0 0,-1 0 0,1 0 0,0 0 0,-1 0 0,1 0 0,-1 0 0,1 0 0,0 0 0,-1 0 0,1 0 0,0 0 0,-1 1 0,1 7 0,11 12 0,-5-14 0,-1-1 0,1 0 0,-1 0 0,1-1 0,1 1 0,-1-1 0,1-1 0,-1 1 0,1-1 0,0-1 0,0 1 0,1-1 0,12 2 0,5 0 0,0 0 0,44-2 0,-53-1 0,-2-1 0,0 0 0,16-3 0,-27 3 0,1-1 0,-1 0 0,0 1 0,1-1 0,-1-1 0,0 1 0,0 0 0,0-1 0,0 0 0,0 1 0,0-1 0,0-1 0,0 1 0,2-3 0,-4 4 0,1-1 0,-1 0 0,0 0 0,0 0 0,0 0 0,0 0 0,0 0 0,0 0 0,-1 0 0,1 0 0,-1 0 0,1 0 0,-1 0 0,0-1 0,0 1 0,0 0 0,0 0 0,-1-3 0,0-3 0,-1 1 0,0 0 0,-6-13 0,4 10 0,3 9 0,1 0 0,0 1 0,0-1 0,-1 0 0,1 0 0,0 0 0,0 1 0,0-1 0,0 0 0,0 0 0,0 1 0,0-1 0,0 0 0,0 0 0,0 0 0,0 1 0,0-1 0,1 0 0,-1 0 0,0 1 0,0-1 0,1 0 0,-1 0 0,1 1 0,-1-1 0,1 0 0,-1 1 0,1-1 0,-1 1 0,1-1 0,-1 1 0,1-1 0,0 1 0,-1-1 0,1 1 0,0-1 0,0 1 0,-1 0 0,1 0 0,0-1 0,0 1 0,-1 0 0,1 0 0,0 0 0,0 0 0,1 0 0,5-1 0,1 0 0,0 1 0,14 1 0,-13-1 0,11 1 0,-7 0 0,1-1 0,-1 0 0,15-2 0,-25 2 0,0-1 0,1 0 0,-1 0 0,0 0 0,1 0 0,-1 0 0,0-1 0,0 1 0,0-1 0,0 0 0,0 0 0,-1 0 0,1 0 0,-1 0 0,1-1 0,3-5 0,-5 7-47,0-1 0,0 1 0,1-1 0,-1 1 0,0 0 0,0-1 0,1 1 0,-1 0 0,1 0-1,-1 0 1,1 0 0,-1 0 0,1 0 0,0 0 0,-1 1 0,1-1 0,0 1 0,0-1 0,-1 1 0,1 0 0,0-1 0,0 1-1,0 0 1,-1 0 0,1 0 0,0 1 0,0-1 0,2 1 0,7 1-6779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208 444 24575,'-85'-24'0,"76"23"0,0-1 0,-1 1 0,1 0 0,-1 1 0,1 0 0,0 1 0,-11 2 0,18-3 0,0 0 0,0 1 0,0-1 0,1 1 0,-1-1 0,0 1 0,1 0 0,-1 0 0,0-1 0,1 1 0,-1 0 0,1 1 0,0-1 0,-1 0 0,1 0 0,0 1 0,-1-1 0,1 1 0,0-1 0,0 1 0,0-1 0,1 1 0,-1-1 0,0 1 0,0 0 0,1 0 0,-1-1 0,1 1 0,0 0 0,0 0 0,-1 0 0,1-1 0,0 1 0,0 0 0,1 0 0,-1 0 0,0 0 0,1-1 0,0 3 0,1 3 0,0 0 0,0-1 0,1 1 0,0-1 0,0 0 0,1 0 0,-1 0 0,1-1 0,6 7 0,0-1 0,1-1 0,0-1 0,0 0 0,1 0 0,17 8 0,-22-13 0,0 0 0,1-1 0,0 1 0,0-2 0,0 1 0,0-1 0,0-1 0,0 1 0,1-1 0,13 0 0,-18-2 0,-1 1 0,1-1 0,-1 1 0,0-1 0,1 0 0,-1 0 0,0-1 0,0 1 0,1-1 0,-1 0 0,0 1 0,-1-1 0,1 0 0,3-3 0,-3 1 0,1 0 0,0-1 0,-1 1 0,0-1 0,0 1 0,0-1 0,0 0 0,1-6 0,0-1 0,-1 1 0,0 0 0,0-1 0,-2 0 0,1 1 0,-1-1 0,-2-20 0,-1 9 0,-2 1 0,-1 1 0,0-1 0,-2 0 0,0 1 0,-2 1 0,-11-22 0,-2 2 0,-2 0 0,-41-50 0,61 85 0,-4-6 0,-1 0 0,0 1 0,0 0 0,-1 0 0,0 1 0,-16-11 0,26 20 0,0 0 0,-1-1 0,1 1 0,-1 0 0,1 0 0,0 0 0,-1-1 0,1 1 0,-1 0 0,1 0 0,0 0 0,-1 0 0,1 0 0,-1-1 0,1 1 0,-1 0 0,1 0 0,0 0 0,-1 0 0,1 1 0,-1-1 0,1 0 0,-1 0 0,1 0 0,0 0 0,-1 0 0,1 0 0,-1 1 0,0 0 0,1-1 0,-1 1 0,1 0 0,0-1 0,0 1 0,-1 0 0,1-1 0,0 1 0,0 0 0,0 0 0,0-1 0,0 1 0,0 0 0,0 0 0,0 0 0,7 30 0,4-8 0,0 0 0,1-1 0,28 39 0,-11-19 0,131 231-1365,-144-243-5461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09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248 399 24575,'-27'-18'0,"-37"-16"0,49 27 0,0 0 0,-1 1 0,0 1 0,-20-4 0,33 9 0,0-1 0,-1 1 0,1 0 0,0 0 0,-1 0 0,1 0 0,0 0 0,-1 1 0,1-1 0,0 1 0,-4 1 0,6-1 0,0 0 0,0-1 0,0 1 0,0 0 0,0-1 0,0 1 0,0 0 0,0 0 0,0 0 0,1 0 0,-1 0 0,0 0 0,1 0 0,-1 0 0,1 1 0,-1-1 0,1 0 0,-1 0 0,1 0 0,0 0 0,0 1 0,-1-1 0,1 0 0,0 0 0,0 1 0,0-1 0,0 0 0,1 0 0,-1 1 0,0-1 0,0 0 0,1 0 0,0 1 0,0 4 0,1-1 0,0 0 0,0 0 0,0-1 0,1 1 0,-1 0 0,1-1 0,0 1 0,1-1 0,-1 0 0,7 6 0,-3-5 0,-1 0 0,1 0 0,0-1 0,0 1 0,1-2 0,14 6 0,-3-3 0,0-1 0,0-1 0,0-1 0,0-1 0,33 0 0,-48-2 0,1 0 0,-1 0 0,0-1 0,1 1 0,-1-1 0,0 0 0,0 0 0,1 0 0,5-4 0,-8 4 0,0 0 0,-1-1 0,1 1 0,-1 0 0,1-1 0,-1 1 0,1-1 0,-1 0 0,0 1 0,0-1 0,0 0 0,0 0 0,0 0 0,0 1 0,-1-1 0,1 0 0,-1 0 0,1 0 0,-1 0 0,0 0 0,0 0 0,0-4 0,0 1 0,0 0 0,-1 0 0,1 0 0,-2 0 0,1 0 0,0 0 0,-1 0 0,0 0 0,0 1 0,-5-10 0,-4-2 0,-20-24 0,17 22 0,-89-102 0,9 11 0,88 102 0,1 0 0,0 1 0,0 0 0,-7-5 0,12 11 0,0-1 0,-1 1 0,1 0 0,0-1 0,0 1 0,-1 0 0,1 0 0,0-1 0,0 1 0,-1 0 0,1 0 0,0 0 0,-1 0 0,1-1 0,0 1 0,-1 0 0,1 0 0,0 0 0,-1 0 0,1 0 0,-1 0 0,1 0 0,0 0 0,-1 0 0,1 0 0,0 0 0,-1 0 0,1 0 0,0 0 0,-1 0 0,0 11 0,10 16 0,4-3 0,1-1 0,0 0 0,2-1 0,1-1 0,0 0 0,2-1 0,33 28 0,-38-37 0,1 1 0,-1-2 0,2 0 0,-1-1 0,1 0 0,1-1 0,0-1 0,0-1 0,0 0 0,1-1 0,-1-1 0,1-1 0,0 0 0,1-2 0,-1 0 0,22-1 0,-34-1 0,0 1 0,0-1 0,0-1 0,0 1 0,0-1 0,0 0 0,0 0 0,0 0 0,-1-1 0,1 0 0,-1 0 0,10-8 0,-11 7 0,-1 0 0,1 0 0,-1 0 0,1 0 0,-1-1 0,-1 1 0,1-1 0,0 0 0,-1 0 0,0 0 0,0 0 0,-1 0 0,0 0 0,1 0 0,-1-7 0,0 2 0,-1-1 0,0 0 0,-1 0 0,0 1 0,-1-1 0,0 1 0,-1-1 0,0 1 0,0 0 0,-1 0 0,0 0 0,-1 1 0,0-1 0,-1 1 0,0 0 0,0 1 0,-1-1 0,0 1 0,-1 1 0,1-1 0,-15-9 0,18 13 0,-1 1 0,0 0 0,0 1 0,0-1 0,0 1 0,0 0 0,-10-3 0,13 5 0,1 0 0,-1 0 0,1-1 0,-1 1 0,1 0 0,-1 0 0,0 1 0,1-1 0,-1 0 0,1 0 0,-1 1 0,1-1 0,-1 1 0,1-1 0,-1 1 0,1 0 0,-1 0 0,1 0 0,0 0 0,-1-1 0,1 2 0,0-1 0,0 0 0,0 0 0,0 0 0,0 0 0,0 1 0,0-1 0,0 0 0,0 1 0,0 1 0,-1 2 0,0 0 0,0 0 0,1 0 0,0 0 0,-1 0 0,2 0 0,-1 1 0,1-1 0,0 0 0,0 0 0,1 10 0,1-7 0,0 0 0,0 0 0,1-1 0,0 1 0,0-1 0,0 0 0,6 8 0,1-1 0,0-1 0,0 0 0,1-1 0,1-1 0,0 1 0,1-2 0,13 10 0,-8-9 0,0 0 0,0-2 0,29 12 0,-33-16 0,-1-1 0,0 0 0,1-1 0,0-1 0,0 0 0,15 0 0,-26-2-47,-1 0 0,1 0 0,-1-1 0,1 1 0,0 0 0,-1-1 0,1 0 0,-1 1 0,1-1-1,-1 0 1,1 0 0,-1-1 0,0 1 0,0 0 0,1-1 0,-1 1 0,0-1 0,0 0 0,-1 0 0,1 0 0,0 0 0,0 0-1,-1 0 1,0 0 0,1-1 0,-1 1 0,0 0 0,1-3 0,1-8-6779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0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23 115 24575,'-3'-4'0,"0"2"0,1-1 0,0 1 0,0-1 0,1 0 0,-1 0 0,0 1 0,1-1 0,0 0 0,0 0 0,-1-5 0,2 8 0,0 0 0,1-1 0,-1 1 0,0 0 0,1 0 0,-1 0 0,1-1 0,-1 1 0,0 0 0,1 0 0,-1 0 0,1 0 0,-1 0 0,1 0 0,-1 0 0,0 0 0,1 0 0,-1 0 0,1 0 0,-1 0 0,1 0 0,-1 0 0,0 0 0,1 1 0,-1-1 0,1 0 0,0 1 0,13 4 0,38 19 0,-35-14 0,1-2 0,33 11 0,-40-16 0,-4 0 0,0-1 0,0-1 0,0 1 0,0-1 0,0 0 0,9-1 0,-15 0 0,1 0 0,0-1 0,-1 1 0,1 0 0,-1-1 0,1 1 0,-1-1 0,1 0 0,-1 0 0,1 1 0,-1-1 0,1 0 0,-1 0 0,0 0 0,0 0 0,1-1 0,-1 1 0,0 0 0,0 0 0,0-1 0,0 1 0,-1-1 0,1 1 0,0-1 0,0 1 0,-1-1 0,1 1 0,-1-1 0,0 0 0,1 1 0,-1-1 0,0-2 0,0 0 0,0-1 0,0 0 0,0 1 0,0-1 0,-1 0 0,0 1 0,0-1 0,0 1 0,-1-1 0,-3-6 0,1 2 0,-1-1 0,-1 1 0,-9-13 0,15 22 0,0 0 0,-1 0 0,1 0 0,0-1 0,0 1 0,0 0 0,-1 0 0,1 0 0,0-1 0,0 1 0,0 0 0,0 0 0,-1-1 0,1 1 0,0 0 0,0-1 0,0 1 0,0 0 0,0 0 0,0-1 0,0 1 0,0 0 0,0-1 0,0 1 0,0 0 0,0-1 0,0 1 0,0 0 0,0 0 0,0-1 0,0 1 0,1-1 0,8 1 0,17 8 0,-25-8 0,58 21-455,1-3 0,103 19 0,-149-36-6371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0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252 147 24575,'-183'-73'0,"177"71"0,1 0 0,-1 1 0,1 0 0,-1 0 0,1 0 0,-11 1 0,16 0 0,-1 0 0,0 0 0,0 0 0,0 0 0,0 0 0,0 1 0,0-1 0,0 0 0,0 1 0,0-1 0,0 1 0,1-1 0,-1 1 0,0-1 0,0 1 0,1 0 0,-1-1 0,-1 2 0,2 0 0,-1-1 0,1 0 0,-1 0 0,1 0 0,0 1 0,-1-1 0,1 0 0,0 1 0,0-1 0,0 0 0,0 1 0,0-1 0,1 0 0,-1 1 0,0-1 0,0 0 0,1 0 0,0 2 0,2 5 0,0 0 0,1 0 0,0 0 0,1 0 0,-1-1 0,1 0 0,1 0 0,-1 0 0,1 0 0,1-1 0,-1 0 0,1-1 0,9 7 0,-2-3 0,0-1 0,0-1 0,1 0 0,0-1 0,0 0 0,22 4 0,-26-7 0,14 3 0,30 3 0,-48-8 0,1 0 0,-1-1 0,0 0 0,1-1 0,-1 0 0,0 0 0,0 0 0,14-5 0,-19 5 0,0 0 0,1 0 0,-1-1 0,0 1 0,0 0 0,0-1 0,0 0 0,0 1 0,0-1 0,0 0 0,-1 0 0,1 0 0,0 0 0,-1 0 0,0 0 0,1-1 0,-1 1 0,0 0 0,0-1 0,-1 1 0,1-1 0,0 1 0,-1-1 0,0 1 0,1-1 0,-1 1 0,0-1 0,0 0 0,0 1 0,-1-1 0,0-4 0,-1-1 0,0 0 0,0 0 0,-1 0 0,0 1 0,-1-1 0,1 1 0,-2 0 0,-8-13 0,5 10-85,0 1 0,-1-1-1,0 2 1,-1-1 0,1 1-1,-2 0 1,1 1 0,-1 0-1,0 1 1,-1 0 0,1 1-1,-1 0 1,0 1 0,-1 0-1,-20-3 1,15 5-6741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1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24575,'4'-2'0,"0"-1"0,0 1 0,0 1 0,0-1 0,0 0 0,0 1 0,1 0 0,-1 0 0,0 0 0,1 1 0,-1 0 0,1-1 0,-1 1 0,0 1 0,1-1 0,-1 1 0,0 0 0,1 0 0,4 1 0,7 4 0,0 1 0,-1 1 0,25 15 0,-5-3 0,-33-19 0,12 7 0,0-1 0,0 0 0,1-1 0,0-1 0,19 5 0,-33-10 0,0 1 0,-1-1 0,1 0 0,0 0 0,0 0 0,0 0 0,-1 1 0,1-1 0,0 0 0,0 0 0,0-1 0,-1 1 0,1 0 0,0 0 0,0 0 0,0 0 0,-1-1 0,1 1 0,0 0 0,-1-1 0,1 1 0,0-1 0,-1 1 0,1 0 0,0-1 0,-1 0 0,1 1 0,-1-1 0,1 1 0,-1-1 0,1 0 0,-1 1 0,1-1 0,-1 0 0,0 1 0,1-1 0,-1 0 0,0 0 0,0 1 0,1-1 0,-1 0 0,0 0 0,0 0 0,0 1 0,0-1 0,0 0 0,0 0 0,0 0 0,0 1 0,-1-1 0,1 0 0,0 0 0,-1-1 0,-1-5 0,0-1 0,-1 1 0,0 0 0,-5-8 0,-1 0 0,-1 1 0,-1 0 0,0 0 0,-17-15 0,4 5 0,-36-34 0,64 61 0,1 0 0,-1 0 0,11 5 0,3 1 0,-12-5 0,27 16 0,48 21 0,-71-37 0,1 0 0,-1-1 0,1 0 0,-1 0 0,1-1 0,0-1 0,0 0 0,0 0 0,18-2 0,-28 1 0,1 0 0,-1 0 0,0 0 0,0-1 0,1 1 0,-1-1 0,0 1 0,0-1 0,1 1 0,-1-1 0,0 0 0,0 1 0,0-1 0,0 0 0,0 0 0,0 0 0,0 0 0,0 0 0,0 0 0,-1 0 0,1 0 0,0 0 0,-1 0 0,1 0 0,-1-1 0,1 1 0,-1 0 0,1 0 0,-1-1 0,0 1 0,0 0 0,1-1 0,-1 1 0,0 0 0,0-1 0,-1 1 0,1-2 0,-1-6 0,-1 0 0,0 0 0,0 0 0,-6-11 0,5 10 0,1 6 0,1 0 0,-1 0 0,1-1 0,1 1 0,-1 0 0,0-7 0,1 10 0,0 0 0,0 0 0,1 0 0,-1 0 0,0 0 0,0 0 0,1 0 0,-1 0 0,0 0 0,1 1 0,-1-1 0,1 0 0,-1 0 0,1 0 0,-1 0 0,1 1 0,0-1 0,-1 0 0,1 1 0,0-1 0,0 1 0,-1-1 0,1 0 0,0 1 0,0 0 0,0-1 0,0 1 0,0-1 0,0 1 0,0 0 0,-1 0 0,1 0 0,0 0 0,0-1 0,2 1 0,1 0-151,0 1-1,0-1 0,0 1 0,0-1 1,0 1-1,0 0 0,-1 1 1,8 2-1,2 2-6674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1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24575,'27'20'0,"13"8"0,6 3 0,-3-2 0,-7-4 0,-6-3 0,-6-3 0,-5-4 0,-3-4 0,-5-2-8191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1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24575,'27'18'0,"11"7"0,2 5 0,-6-1 0,-6-2 0,-8-1 0,-8-2 0,-5-4 0,-4-4-8191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2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0 120 24575,'2'10'0,"2"-13"0,3-17 0,-5-1 0,-2 14 0,0 1 0,1-1 0,0 1 0,2-8 0,-2 12 0,0 0 0,0 0 0,0 0 0,0 0 0,0 0 0,0 0 0,1 0 0,-1 0 0,0 1 0,1-1 0,0 0 0,-1 1 0,1 0 0,0-1 0,0 1 0,2-2 0,3 1 0,-1-1 0,1 1 0,-1 0 0,1 0 0,0 1 0,-1 0 0,1 0 0,0 0 0,0 1 0,13 1 0,6 3 0,39 9 0,-29-5 0,-23-6-104,7 2-148,0 0 0,0 1-1,-1 1 1,33 15 0,-37-13-6574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2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71 24575,'-25'-14'0,"-43"-22"0,59 32 0,1 1 0,-1 0 0,0 0 0,0 1 0,-17-3 0,25 5 0,-1 0 0,1 0 0,0 0 0,-1 0 0,1 0 0,0 0 0,-1 0 0,1 1 0,0-1 0,-1 0 0,1 1 0,0-1 0,0 1 0,0-1 0,-1 1 0,1 0 0,-1 0 0,1 0 0,0 0 0,1 0 0,-1 0 0,1-1 0,-1 1 0,1 0 0,0 0 0,-1 0 0,1 0 0,0 0 0,0 0 0,-1-1 0,1 1 0,0 0 0,0 0 0,0 0 0,0 0 0,0 2 0,1 0 0,0 1 0,0 0 0,0-1 0,0 1 0,1-1 0,-1 1 0,1-1 0,0 0 0,0 0 0,4 5 0,8 7 0,0-1 0,1-1 0,1 0 0,0-1 0,1 0 0,0-2 0,0 0 0,1-1 0,1 0 0,0-2 0,0 0 0,28 6 0,-45-13 0,0 1 0,0-1 0,0 0 0,1 1 0,-1-1 0,0 0 0,0 0 0,1-1 0,-1 1 0,0 0 0,0-1 0,0 1 0,0-1 0,1 0 0,-1 0 0,2-1 0,-3 1 0,1 0 0,-1 0 0,0-1 0,1 1 0,-1 0 0,0-1 0,0 1 0,0-1 0,0 0 0,0 1 0,0-1 0,-1 0 0,1 0 0,0 1 0,-1-1 0,1 0 0,-1 0 0,0 0 0,0-3 0,1-3 0,-2 0 0,1 0 0,-1 0 0,0 0 0,-1 0 0,0 0 0,0 0 0,-1 0 0,1 1 0,-2-1 0,1 1 0,-1 0 0,0 0 0,-1 0 0,0 1 0,0-1 0,0 1 0,-1 0 0,-8-7 0,6 9 0,7 9 0,8 12 0,9 1 0,1-1 0,0 0 0,1-1 0,1-1 0,34 21 0,22 7-1365,-62-35-5461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3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24575,'27'27'0,"14"14"0,5 7 0,-1 0 0,-3 0 0,-1-3 0,-2-6 0,-4 0 0,-2-4 0,-3-1 0,0-5 0,-4-2 0,-1-4 0,-2-2 0,-3-6 0,-2-2 0,-4-4-8191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3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87 24575,'-9'-5'0,"-86"-43"0,79 41 0,0 0 0,0 2 0,-1 0 0,-17-3 0,30 8 0,0-1 0,0 1 0,0 0 0,0 0 0,0 0 0,0 1 0,0-1 0,0 1 0,0 0 0,1 0 0,-1 0 0,0 1 0,0 0 0,1-1 0,-1 1 0,1 0 0,0 1 0,-5 2 0,-1 4 8,-1 1 0,1 0 0,1 1 0,-8 12 0,8-11-359,-1-1-1,0 0 1,-11 11 0,9-12-6475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14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205 584 24575,'-22'-11'0,"-53"-25"0,65 32 0,-1 0 0,0 1 0,0 0 0,-22-3 0,31 6 0,1 0 0,0 0 0,0 0 0,-1 0 0,1 0 0,0 0 0,-1 0 0,1 0 0,0 0 0,-1 0 0,1 1 0,0-1 0,0 1 0,-1-1 0,1 1 0,0-1 0,0 1 0,0 0 0,0-1 0,-2 3 0,2-2 0,1 0 0,-1 0 0,1 0 0,0 0 0,-1 0 0,1 0 0,0 0 0,0 0 0,0 1 0,-1-1 0,1 0 0,0 0 0,1 0 0,-1 0 0,0 0 0,0 0 0,0 0 0,1 1 0,-1 0 0,3 4 0,0 1 0,0-1 0,0 0 0,1 0 0,0 0 0,6 7 0,-4-6 0,0 0 0,1 0 0,0 0 0,1-1 0,11 8 0,-17-13 0,0 0 0,0 1 0,0-1 0,0 0 0,1 0 0,-1 0 0,0-1 0,1 1 0,-1 0 0,1-1 0,-1 0 0,1 0 0,-1 1 0,1-1 0,-1-1 0,1 1 0,-1 0 0,1-1 0,-1 1 0,0-1 0,1 0 0,-1 1 0,0-1 0,1 0 0,-1-1 0,2 0 0,4-3 0,0 0 0,0 1 0,0 0 0,0 1 0,1 0 0,-1 0 0,1 0 0,0 1 0,0 1 0,0 0 0,0 0 0,16 1 0,-23 0 0,0 0 0,1 0 0,-1-1 0,0 1 0,0 0 0,1-1 0,-1 1 0,0-1 0,0 0 0,0 0 0,0 0 0,0 0 0,0 0 0,0 0 0,2-2 0,-3 2 0,0 0 0,0 0 0,0 0 0,-1-1 0,1 1 0,0 0 0,-1 0 0,1 0 0,-1-1 0,0 1 0,1 0 0,-1-1 0,0 1 0,0 0 0,0-1 0,0 1 0,0 0 0,0-1 0,0 1 0,0 0 0,0-1 0,-1 1 0,1 0 0,0 0 0,-1-1 0,1 1 0,-2-2 0,0-1 0,-1 0 0,1 1 0,-1-1 0,0 1 0,1 0 0,-2-1 0,1 1 0,0 1 0,-1-1 0,-3-2 0,-42-23 0,42 24 0,2 1 0,0 0 0,0 0 0,0 0 0,0-1 0,0 0 0,1 0 0,-9-9 0,11 11 0,1-1 0,-1 0 0,0 1 0,1-1 0,0 0 0,0 0 0,-1 0 0,2 0 0,-1 0 0,0 0 0,1 0 0,-1 0 0,1-1 0,0 1 0,0 0 0,0 0 0,1-3 0,-1 4 0,0 0 0,1 0 0,-1 0 0,1 0 0,0 0 0,-1 1 0,1-1 0,0 0 0,0 1 0,0-1 0,0 0 0,1 1 0,-1-1 0,0 1 0,1 0 0,-1-1 0,2 0 0,0 0 0,0 0 0,0 1 0,0-1 0,1 1 0,-1 0 0,0 0 0,1 0 0,6-1 0,1 2 0,0-1 0,0 1 0,0 1 0,21 4 0,293 83 0,-313-83 0,-10-4 0,0 0 0,0 0 0,0 0 0,0-1 0,0 1 0,0-1 0,0 1 0,0-1 0,3 1 0,-5-2 0,0 1 0,0-1 0,0 1 0,0-1 0,0 0 0,-1 1 0,1-1 0,0 1 0,-1-1 0,1 1 0,0-1 0,-1 1 0,1 0 0,0-1 0,-1 1 0,1-1 0,-1 1 0,1 0 0,-1-1 0,0 1 0,-92-71 0,20 16 0,39 29 0,-56-59 0,81 75 0,1 0 0,0 0 0,1 0 0,0-1 0,0 0 0,1 0 0,1-1 0,0 0 0,0 0 0,-4-24 0,8 33-72,1 0 1,-1 0-1,1 0 0,0 0 0,0 0 0,0-1 0,1 1 0,-1 0 1,1 0-1,-1 0 0,1 0 0,0 0 0,1 0 0,-1 1 0,0-1 1,1 0-1,-1 1 0,3-4 0,5-3-6754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6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74 330 24575,'198'-72'0,"-190"69"0,0 0 0,0 0 0,0-1 0,-1 0 0,15-9 0,-20 10 0,1 1 0,0 0 0,-1-1 0,0 1 0,0-1 0,0 0 0,0 0 0,0 0 0,0 0 0,-1 0 0,1 0 0,-1 0 0,0-1 0,0 1 0,0 0 0,0-1 0,0-4 0,-1 2 0,0 0 0,0 0 0,0 0 0,-1 0 0,0 0 0,0 0 0,-1 0 0,0 0 0,0 0 0,0 0 0,-1 1 0,1-1 0,-1 1 0,-1 0 0,-3-6 0,2 5 0,0 1 0,0 0 0,0 0 0,0 0 0,-1 0 0,0 1 0,0 0 0,0 0 0,-1 1 0,1 0 0,-1 0 0,-11-4 0,4 4 0,0-1 0,-22-1 0,31 4 0,-1 1 0,0 0 0,1 1 0,-1-1 0,0 1 0,1 0 0,-1 0 0,1 1 0,-9 3 0,-1 2 0,-28 18 0,38-22 0,-1 1 0,0 1 0,1-1 0,0 1 0,0 0 0,1 0 0,-7 8 0,9-9 0,0-1 0,1 1 0,-1 0 0,1-1 0,-1 1 0,1 0 0,0 0 0,0 0 0,1 0 0,-1 0 0,1 0 0,0 7 0,1-5 0,0 0 0,0 0 0,1 0 0,0 0 0,0 0 0,0 0 0,5 7 0,3 4 0,2-1 0,-1 0 0,2-1 0,15 16 0,2-2 0,2 0 0,0-2 0,46 29 0,-63-46 0,0-1 0,-1 2 0,-1 0 0,0 1 0,0 0 0,-1 1 0,11 15 0,-22-25 0,1-1 0,-1 1 0,1 0 0,-1 0 0,0-1 0,0 1 0,0 0 0,0 0 0,-1 0 0,1 0 0,-1 0 0,0 0 0,0 0 0,0 0 0,0 0 0,0 0 0,-1 0 0,1 0 0,-1 0 0,0 0 0,0 0 0,0 0 0,0 0 0,0-1 0,-1 1 0,1 0 0,-1-1 0,0 0 0,0 1 0,0-1 0,0 0 0,0 0 0,0 0 0,-1 0 0,1 0 0,-1 0 0,1-1 0,-1 1 0,0-1 0,-3 2 0,-4 0-124,0 0 0,0 0 0,0-1 0,0-1 0,0 0 0,-1 0-1,1-1 1,0 0 0,0-1 0,-15-2 0,10 0-6702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7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0 24575,'-29'2'0,"-13"2"0,-1-1 0,4 2 0,7 0 0,8 2 0,5-1 0,5-1 0,4 1 0,1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7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0 24575,'-32'0'0,"-12"0"0,-5 0 0,4 0 0,5 0 0,7 0 0,6 3 0,6 0 0,3 3 0,3 2 0,1 0 0,1 1 0,2-1-8191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7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24575,'-2'22'0,"1"12"0,3 5 0,5-1 0,2-2 0,3-6 0,2-2 0,1-3 0,0-5 0,0-2 0,2-2 0,2-1 0,-2-1 0,1 0 0,-2 0 0,-3-1 0,-4-1-8191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8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337 135 24575,'-60'-31'0,"-138"-61"0,192 90 0,-1 0 0,1 0 0,0 0 0,-12-1 0,17 3 0,-1 0 0,1 0 0,0 0 0,0 0 0,0 0 0,0 0 0,-1 0 0,1 0 0,0 1 0,0-1 0,0 0 0,0 1 0,0-1 0,0 1 0,0-1 0,0 1 0,0 0 0,0-1 0,0 1 0,0 0 0,0 0 0,0-1 0,1 1 0,-1 0 0,0 0 0,1 0 0,-1 0 0,0 0 0,1 0 0,-1 0 0,1 0 0,0 0 0,-1 0 0,1 2 0,-2 10 0,0-1 0,2 1 0,-1-1 0,2 1 0,-1-1 0,5 20 0,2 0 0,14 41 0,-10-41 0,3 0 0,0-1 0,25 38 0,64 82 0,5 7 0,-103-149-103,47 85-1159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8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31 24575,'-29'-5'0,"-16"-2"0,-1 1 0,4 1 0,4 2 0,7 0 0,5 2 0,6 1 0,3 0 0,2 2 0,3 4 0,5 3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29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191 273 24575,'-33'-7'0,"-34"-4"0,59 10 0,-1 0 0,0 1 0,1 0 0,-1 0 0,-11 3 0,19-3 0,-1 0 0,1 0 0,0 1 0,-1-1 0,1 0 0,0 1 0,0-1 0,-1 1 0,1 0 0,0-1 0,0 1 0,0 0 0,0 0 0,0 0 0,0 0 0,0 0 0,0 0 0,0 0 0,0 0 0,0 0 0,1 0 0,-2 2 0,2-1 0,-1 0 0,1 0 0,0 0 0,0-1 0,0 1 0,0 0 0,0 0 0,0 0 0,1 0 0,-1-1 0,1 1 0,-1 0 0,1 0 0,1 2 0,2 4 0,1 0 0,-1-1 0,2 1 0,-1-1 0,11 10 0,-7-8 0,1 0 0,0-1 0,0-1 0,1 0 0,18 10 0,-24-14 0,1-1 0,-1 1 0,1-1 0,0-1 0,0 1 0,0-1 0,0 0 0,0 0 0,0 0 0,1-1 0,-1 0 0,0 0 0,10-2 0,-14 1 0,0 1 0,-1-1 0,1 1 0,-1-1 0,1 0 0,-1 0 0,1 1 0,-1-1 0,1 0 0,-1 0 0,0 0 0,1-1 0,-1 1 0,0 0 0,0 0 0,0-1 0,2-2 0,-2 2 0,0-1 0,0 0 0,0 0 0,-1 1 0,1-1 0,-1 0 0,1 0 0,-1 0 0,0-5 0,-1-4 0,-1 0 0,-1 0 0,-7-23 0,9 30 0,-1-1 0,0 0 0,0 1 0,1-1 0,0 0 0,1 0 0,-1 0 0,1-10 0,0 14 0,1 0 0,-1 0 0,1 0 0,0 0 0,-1 0 0,1 0 0,0 0 0,0 0 0,0 1 0,0-1 0,1 0 0,-1 1 0,0-1 0,1 1 0,-1-1 0,1 1 0,0 0 0,-1-1 0,1 1 0,0 0 0,-1 0 0,1 0 0,0 1 0,0-1 0,0 0 0,2 0 0,6-1 0,0 0 0,0 0 0,1 1 0,-1 1 0,0-1 0,0 2 0,1-1 0,10 3 0,7 3 0,44 13 0,-45-11 0,-1 2 0,0 1 0,-1 1 0,32 20 0,-46-24 0,-18-11 0,-18-12 0,1-2 0,1-1 0,0-2 0,-26-29 0,43 43 0,1 0 0,0-1 0,0 1 0,1-2 0,0 1 0,0 0 0,0-1 0,1 1 0,0-1 0,1 0 0,0 0 0,0 0 0,1 0 0,0-1 0,0 1 0,1-16 0,0 22 0,0 0 0,0 1 0,0-1 0,1 0 0,-1 0 0,0 1 0,1-1 0,0 0 0,-1 1 0,1-1 0,0 0 0,0 1 0,0-1 0,0 1 0,0 0 0,0-1 0,0 1 0,0 0 0,1-1 0,-1 1 0,0 0 0,1 0 0,-1 0 0,1 0 0,-1 0 0,1 1 0,2-2 0,-1 2 0,1-1 0,-1 1 0,1 0 0,-1 0 0,1 0 0,-1 0 0,1 0 0,-1 1 0,1 0 0,-1 0 0,1 0 0,5 2 0,-4 0-273,0-1 0,0 1 0,-1-1 0,9 8 0,-1 0-6553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3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1260 0 24575,'0'1'0,"0"-1"0,0 0 0,0 0 0,0 0 0,1 0 0,-1 0 0,0 0 0,0 1 0,0-1 0,0 0 0,0 0 0,0 0 0,0 0 0,0 0 0,0 1 0,0-1 0,0 0 0,0 0 0,0 0 0,0 0 0,0 0 0,0 1 0,0-1 0,0 0 0,0 0 0,0 0 0,0 0 0,0 1 0,0-1 0,0 0 0,0 0 0,0 0 0,0 0 0,0 0 0,0 1 0,0-1 0,0 0 0,0 0 0,-1 0 0,1 0 0,0 0 0,0 0 0,0 1 0,0-1 0,0 0 0,-1 0 0,1 0 0,0 0 0,0 0 0,0 0 0,-10 12 0,5-6 0,-20 26 0,-1-1 0,-45 41 0,38-40 0,22-19 0,-13 17 0,14-16 0,-16 16 0,-58 42 0,17-11 0,1-2 0,32-33 0,18-16 0,1 2 0,-27 26 0,10 0 0,18-21 0,-24 25 0,-60 37 0,58-50 0,-43 44 0,57-49 0,-36 26 0,13-12 0,16-11 0,-9 6 0,2 3 0,-53 57 0,71-59 132,7-9-1629,8-16-5329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4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24575,'1'2'0,"0"1"0,0 0 0,1 0 0,0-1 0,-1 1 0,1-1 0,0 1 0,0-1 0,0 0 0,3 2 0,-2 0 0,39 40 0,2-1 0,2-3 0,58 41 0,52 30 0,-124-89 0,1 0 0,-1 2 0,34 32 0,39 32 0,0 0 0,-37-27 0,3 2 0,52 46 0,-83-81-1365,-31-23-5461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24575,'0'2'0,"1"1"0,0 0 0,0-1 0,0 0 0,0 1 0,0-1 0,0 1 0,3 2 0,3 7 0,33 68 0,20 46 0,-52-107 0,8 33 0,-14-46 0,-1 0 0,0-1 0,0 1 0,-1 0 0,0 0 0,0 0 0,0-1 0,-1 1 0,1 0 0,-4 9 0,4-15-52,0 1-1,0-1 1,0 1-1,-1-1 1,1 1-1,0-1 1,0 1-1,-1-1 1,1 1-1,0-1 1,0 0-1,-1 1 1,1-1-1,-1 0 1,1 1-1,0-1 1,-1 0-1,1 1 1,-1-1-1,1 0 1,-1 0-1,1 0 0,-1 1 1,1-1-1,-1 0 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 24575,'9'0'0,"27"-1"0,1 2 0,-1 1 0,42 9 0,-60-3 0,-15-4 0,-12-4 0,-64-12 0,49 7 0,-1 2 0,1 0 0,-40 0 0,63 3 0,-1 0 0,0 0 0,1 1 0,-1-1 0,0 0 0,1 0 0,-1 1 0,0-1 0,1 1 0,-1 0 0,1 0 0,-1-1 0,1 1 0,-1 0 0,1 0 0,-1 0 0,1 0 0,0 0 0,0 1 0,0-1 0,-1 0 0,1 1 0,0-1 0,1 1 0,-1-1 0,0 1 0,0-1 0,0 2 0,0 0 0,1 0 0,0 1 0,-1-1 0,1 0 0,0 0 0,1 0 0,-1 0 0,0 0 0,1 0 0,0 0 0,0 0 0,0 0 0,0 0 0,3 5 0,3 4-93,-4-7-88,0 0-1,-1 1 0,1-1 0,-1 0 1,0 1-1,1 8 0,-2-4-6644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9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24575,'5'0'0,"4"0"0,0-2 0,2-2 0,1 1 0,-2-2 0,0 0 0,-1-2 0,0 1 0,-2-1 0,1 0 0,-2-1 0,-3 1 0,-5 1 0,-5 3 0,-4 3 0,1 2-8191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1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24575,'1'6'0,"-1"0"0,1 0 0,1 0 0,-1 0 0,1-1 0,0 1 0,0-1 0,1 1 0,-1-1 0,1 0 0,0 0 0,1 0 0,-1 0 0,1 0 0,0-1 0,0 0 0,1 0 0,-1 0 0,11 6 0,-8-5 0,0 0 0,1-1 0,-1 0 0,1 0 0,0-1 0,0 0 0,1-1 0,-1 1 0,0-2 0,1 1 0,-1-1 0,1 0 0,11-1 0,-18 0 0,0-1 0,-1 1 0,1 0 0,0-1 0,0 1 0,0-1 0,0 1 0,0-1 0,-1 0 0,1 0 0,0 0 0,-1 0 0,1 0 0,-1 0 0,1-1 0,-1 1 0,1 0 0,-1-1 0,2-2 0,-1 1 0,-1 0 0,1 0 0,-1 0 0,0 0 0,0 0 0,0-1 0,0 1 0,-1-1 0,1 1 0,-1-5 0,0-5 0,-1-1 0,-1 0 0,0 1 0,-5-19 0,5 22 0,6 16 0,4 8 0,-3-7 0,0-1 0,1 0 0,-1 0 0,1 0 0,0-1 0,0 0 0,1 0 0,0-1 0,-1 0 0,2 0 0,-1 0 0,0-1 0,1 0 0,-1 0 0,1-1 0,0 0 0,0-1 0,0 1 0,16-1 0,-14 0 0,-2-1 0,1 0 0,-1 0 0,0-1 0,16-2 0,-22 2 0,0 1 0,0-1 0,0 0 0,0 0 0,0 0 0,-1 0 0,1 0 0,0 0 0,0 0 0,-1-1 0,1 1 0,-1-1 0,1 1 0,-1-1 0,0 0 0,1 1 0,-1-1 0,0 0 0,0 0 0,0 0 0,-1 0 0,1 0 0,0 0 0,0-2 0,0-4 0,1 0 0,-2-1 0,1 1 0,-1 0 0,0-1 0,-1 1 0,0 0 0,0 0 0,-1 0 0,0-1 0,-6-14 0,6 19 0,1 0 0,-1 1 0,0-1 0,0 0 0,0 1 0,-1-1 0,1 1 0,-1 0 0,0 0 0,0 0 0,0 0 0,0 0 0,0 1 0,-1-1 0,1 1 0,-1 0 0,0 0 0,1 0 0,-1 1 0,0-1 0,0 1 0,0 0 0,0 0 0,0 0 0,-7 0 0,-3 3-1365,1 1-5461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1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71 24575,'-15'-14'0,"-12"-9"0,25 22 0,1 0 0,0 0 0,-1 0 0,1 0 0,-1 0 0,1 1 0,-1-1 0,1 1 0,-1-1 0,0 1 0,1 0 0,-1-1 0,0 1 0,1 0 0,-1 0 0,-2 0 0,3 1 0,0-1 0,-1 1 0,1 0 0,0 0 0,0-1 0,0 1 0,0 0 0,0 0 0,0 0 0,0 0 0,0 0 0,1 0 0,-1 0 0,0 0 0,1 0 0,-1 0 0,0 1 0,1-1 0,0 0 0,-1 0 0,1 1 0,0-1 0,-1 0 0,1 1 0,0-1 0,0 0 0,0 3 0,0 2 0,0 1 0,0 0 0,1-1 0,1 9 0,-1-11 0,0 0 0,0 0 0,0 0 0,1 0 0,-1-1 0,1 1 0,0 0 0,0-1 0,0 1 0,1-1 0,-1 0 0,1 1 0,-1-1 0,1 0 0,0-1 0,1 1 0,-1 0 0,0-1 0,1 0 0,-1 0 0,1 0 0,5 2 0,-2-2 0,1 0 0,0 0 0,0 0 0,1-1 0,-1-1 0,0 1 0,0-1 0,9-2 0,-14 2 0,0 0 0,0-1 0,0 0 0,0 0 0,-1 0 0,1 0 0,0 0 0,-1 0 0,1-1 0,-1 1 0,1-1 0,-1 0 0,0 1 0,0-1 0,0 0 0,0-1 0,0 1 0,0 0 0,0 0 0,-1-1 0,1 1 0,-1-1 0,0 0 0,0 1 0,0-1 0,1-4 0,0 1 0,-1-1 0,1 1 0,-2-1 0,1 1 0,-1-1 0,0 1 0,0-1 0,-1 0 0,0 1 0,0-1 0,-3-7 0,4 12 0,-1-1 0,0 1 0,-1 0 0,1-1 0,0 1 0,-1 0 0,1 0 0,-1-1 0,0 1 0,0 0 0,1 1 0,-1-1 0,-1 0 0,1 1 0,0-1 0,0 1 0,0-1 0,-1 1 0,1 0 0,-1 0 0,1 0 0,-1 0 0,0 1 0,1-1 0,-1 1 0,1-1 0,-1 1 0,0 0 0,-3 1 0,0-1-273,-1 1 0,1 0 0,-1 0 0,-7 3 0,-3 2-6553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49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24575,'-3'-3'0,"6"6"0,9 8 0,96 79 0,-1-2 0,-100-83 0,-3-1 0,0-1 0,0 0 0,1 0 0,-1 0 0,1-1 0,0 1 0,5 1 0,-10-4 0,0 0 0,0 0 0,0 0 0,0 0 0,0 0 0,0 0 0,0 0 0,1 0 0,-1 0 0,0 0 0,0 0 0,0 0 0,0 0 0,0 0 0,0 0 0,0 0 0,1 0 0,-1 0 0,0-1 0,0 1 0,0 0 0,0 0 0,0 0 0,0 0 0,0 0 0,0 0 0,0 0 0,1 0 0,-1 0 0,0 0 0,0 0 0,0-1 0,0 1 0,0 0 0,0 0 0,0 0 0,0 0 0,0 0 0,0 0 0,0 0 0,0-1 0,0 1 0,0 0 0,0 0 0,0 0 0,0 0 0,0 0 0,-2-9 0,-7-7 0,0 2-1365,0 2-5461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49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0 24575,'-17'15'0,"-1"0"0,-28 16 0,35-23 0,-26 16-682,-65 57-1,90-70-6143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7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215 215 24575,'-5'-7'0,"-4"-5"0,-3-3 0,-2-2 0,2 1 0,0-1 0,0 1 0,-1 1 0,0 0 0,-1 0 0,-3 0 0,0 1 0,-1 0 0,1 2 0,1 3 0,3 4-8191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8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0 234 24575,'9'-1'0,"0"1"0,0-2 0,11-2 0,20-3 0,-28 6 0,1-1 0,-1 0 0,0 0 0,0-1 0,0-1 0,19-8 0,-26 10 0,-1-1 0,1 1 0,-1-1 0,0 1 0,0-1 0,0 0 0,0-1 0,0 1 0,-1-1 0,0 1 0,1-1 0,-1 0 0,-1 0 0,1-1 0,-1 1 0,1 0 0,-1-1 0,0 0 0,1-6 0,-2 7 0,-1 0 0,0 0 0,0 0 0,0-1 0,0 1 0,-1 0 0,0 0 0,0 0 0,0 0 0,0 1 0,0-1 0,-1 0 0,0 0 0,0 1 0,0-1 0,0 1 0,-4-5 0,4 5 0,-1-1 0,0 1 0,0 0 0,0 0 0,-1 0 0,1 1 0,-1-1 0,1 1 0,-1 0 0,0 0 0,0 0 0,0 0 0,0 1 0,0-1 0,0 1 0,-5-1 0,0 1 0,-1 0 0,1 1 0,0 0 0,0 1 0,0 0 0,0 0 0,0 1 0,0 0 0,0 0 0,0 1 0,-15 7 0,21-8 0,0 0 0,0 1 0,1-1 0,-1 0 0,1 1 0,-1 0 0,1-1 0,0 1 0,0 0 0,0 0 0,1 0 0,-1 1 0,1-1 0,-1 0 0,1 0 0,0 1 0,1-1 0,-1 1 0,0-1 0,1 1 0,0-1 0,0 1 0,0-1 0,0 1 0,1 4 0,0-1 0,1 1 0,-1-1 0,1 1 0,0-1 0,1 0 0,0 0 0,0 0 0,1 0 0,0-1 0,8 11 0,11 9 0,2-2 0,1 0 0,52 35 0,-73-55 0,10 6 0,18 19 0,-30-27 0,0 1 0,-1 0 0,1 0 0,-1 0 0,1 0 0,-1 0 0,0 1 0,0-1 0,-1 1 0,1-1 0,-1 1 0,3 7 0,-4-10 5,0 0-1,0 0 1,0 0 0,0 1-1,0-1 1,0 0-1,0 0 1,-1 0 0,1 0-1,0 0 1,0 0-1,-1 0 1,1 0 0,-1-1-1,1 1 1,-1 0-1,1 0 1,-1 0 0,1 0-1,-1 0 1,0-1-1,0 1 1,1 0 0,-1-1-1,-2 2 1,1-1-170,-1 1 0,1-1 0,-1 0 0,1-1 0,-1 1 0,0 0 0,1-1 0,-5 1 0,-8 0-6661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1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7 24575,'-8'-6'0,"7"9"0,11 14 0,4-4 0,0 0 0,1-1 0,1-1 0,0 0 0,32 15 0,4 4 0,86 51 0,-195-127-1365,46 38-5461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3:51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4 24575,'-1'-1'0,"0"1"0,0 0 0,0-1 0,1 1 0,-1 0 0,0-1 0,0 1 0,0 0 0,0 0 0,0 0 0,0 0 0,0 0 0,0 0 0,0 0 0,0 0 0,0 0 0,0 1 0,0-1 0,0 0 0,0 1 0,0-1 0,0 0 0,-1 1 0,1 1 0,-1-1 0,0 1 0,1-1 0,-1 1 0,1 0 0,-1-1 0,1 1 0,0 0 0,0 0 0,-1 2 0,-2 4 0,1-1 0,1 1 0,-1 0 0,-1 14 0,2-13-105,1 0 0,-2 0 0,1 0 0,-1 0 0,-1-1 0,1 1 0,-1-1 0,-1 0 0,0 0 0,0-1 0,0 1 0,-9 7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3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12 24575,'0'-1'0,"0"1"0,0-1 0,0 0 0,0 1 0,0-1 0,1 1 0,-1-1 0,0 1 0,0-1 0,1 1 0,-1-1 0,1 1 0,-1-1 0,0 1 0,1 0 0,-1-1 0,1 1 0,-1 0 0,1-1 0,-1 1 0,1 0 0,-1-1 0,1 1 0,-1 0 0,1 0 0,-1 0 0,1 0 0,-1-1 0,1 1 0,0 0 0,-1 0 0,1 0 0,-1 0 0,1 0 0,-1 0 0,1 0 0,0 1 0,-1-1 0,1 0 0,-1 0 0,1 0 0,-1 0 0,1 1 0,-1-1 0,1 0 0,-1 1 0,1-1 0,-1 0 0,1 1 0,-1-1 0,0 1 0,1-1 0,-1 0 0,1 2 0,1 1 0,0-1 0,0 1 0,0 0 0,0 1 0,-1-1 0,1 0 0,-1 0 0,1 4 0,0 3 0,-1-1 0,-1 1 0,1 0 0,-1-1 0,-1 1 0,0 0 0,0-1 0,-5 19 0,-4 5 0,-18 36 0,20-47 0,1-8-136,1 0-1,-2-1 1,0 1-1,0-1 1,-1-1-1,-1 0 1,0 0-1,0-1 0,-16 13 1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3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24575,'-3'2'0,"1"1"0,0-1 0,0 1 0,0 0 0,0 0 0,1-1 0,-1 1 0,1 0 0,0 0 0,0 0 0,0 1 0,0-1 0,0 0 0,0 0 0,1 0 0,0 1 0,0-1 0,0 0 0,0 4 0,2 4 0,0 0 0,1 0 0,0 0 0,7 13 0,4 18 0,-9-30 0,-4-12 0,-1 0 0,0 0 0,0 1 0,1-1 0,-1 0 0,0 0 0,0 0 0,1 0 0,-1 0 0,0 1 0,0-1 0,1 0 0,-1 0 0,0 0 0,1 0 0,-1 0 0,0 0 0,0 0 0,1 0 0,-1 0 0,0 0 0,1 0 0,-1 0 0,2-1 0,0 0 0,0 0 0,-1 0 0,1-1 0,0 1 0,-1 0 0,1-1 0,1-1 0,6-5 0,5-3-170,0 1-1,1 1 0,0 0 1,1 2-1,0-1 0,0 2 1,31-9-1,-34 12-6655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4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83 24575,'-1'1'0,"0"1"0,-1 0 0,1-1 0,0 1 0,0 0 0,0 0 0,1 0 0,-1 0 0,0 0 0,1 0 0,-1 0 0,1 0 0,-1 0 0,1 0 0,0 0 0,0 0 0,0 0 0,0 0 0,0 0 0,1 0 0,-1 0 0,1 0 0,-1 0 0,1 0 0,0 0 0,0 0 0,-1 0 0,1-1 0,2 3 0,-1-1 0,0 0 0,0 0 0,0 0 0,0 0 0,1 0 0,-1-1 0,1 1 0,0-1 0,0 1 0,0-1 0,0 0 0,0-1 0,0 1 0,0 0 0,7 1 0,-7-2 0,0 0 0,1-1 0,-1 0 0,0 0 0,0 0 0,1 0 0,-1 0 0,0 0 0,1-1 0,-1 0 0,0 0 0,0 0 0,0 0 0,0 0 0,0 0 0,0-1 0,0 1 0,4-5 0,-3 3 0,-1 1 0,0-1 0,0-1 0,-1 1 0,1 0 0,-1-1 0,0 0 0,0 1 0,0-1 0,0 0 0,0 0 0,-1 0 0,0 0 0,1-5 0,-2 9 0,0 0 0,0-1 0,0 1 0,1 0 0,-1-1 0,0 1 0,0 0 0,0-1 0,0 1 0,0 0 0,1-1 0,-1 1 0,0 0 0,0-1 0,1 1 0,-1 0 0,0 0 0,0-1 0,1 1 0,-1 0 0,0 0 0,1 0 0,-1-1 0,0 1 0,1 0 0,-1 0 0,0 0 0,1 0 0,-1 0 0,0 0 0,1 0 0,-1 0 0,0 0 0,1 0 0,-1 0 0,0 0 0,1 0 0,-1 0 0,1 0 0,-1 0 0,0 0 0,1 0 0,-1 0 0,0 0 0,1 1 0,-1-1 0,0 0 0,0 0 0,1 0 0,-1 1 0,1-1 0,22 18 0,-10-7 0,-3-5 0,0-1 0,0 0 0,1 0 0,-1-1 0,1 0 0,12 2 0,-19-5 0,0-1 0,-1 1 0,1-1 0,0 1 0,-1-1 0,1 0 0,0 0 0,0-1 0,-1 1 0,1-1 0,0 0 0,-1 0 0,1 0 0,-1 0 0,1-1 0,-1 0 0,0 1 0,0-1 0,1 0 0,-1 0 0,-1-1 0,6-4 0,-6 5 0,-1-1 0,1 1 0,-1-1 0,1 1 0,-1-1 0,0 0 0,0 1 0,0-1 0,0 0 0,-1 0 0,1 0 0,-1 0 0,0 0 0,0 0 0,0 0 0,0 0 0,0 0 0,-1 0 0,1 1 0,-1-1 0,0 0 0,-1-3 0,1 1 0,-1 1 0,0-1 0,0 1 0,-1-1 0,0 1 0,1 0 0,-1 0 0,0 0 0,-1 1 0,1-1 0,-1 1 0,-5-5 0,-19-7-1365,15 9-5461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17 24575,'-5'-2'0,"-4"-2"0,-3 1 0,-2 3 0,-1 2 0,0 0 0,-1 0 0,-1-1 0,-2-2 0,1-2 0,1 0 0,1 1 0,0 0 0,1 1 0,3-2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5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24575,'0'5'0,"0"-1"0,1 0 0,0 1 0,0-1 0,0 0 0,0 0 0,1 0 0,0 0 0,0 0 0,0 0 0,0 0 0,0-1 0,1 1 0,0-1 0,-1 1 0,1-1 0,1 0 0,-1 0 0,0 0 0,6 3 0,-5-3 0,1-1 0,0 1 0,-1-1 0,1 0 0,0 0 0,0 0 0,0-1 0,0 1 0,0-1 0,1-1 0,-1 1 0,0-1 0,0 0 0,1 0 0,-1 0 0,10-3 0,-12 3 0,-1-1 0,0 1 0,0-1 0,0 0 0,1 0 0,-1 0 0,0 0 0,0-1 0,0 1 0,-1-1 0,1 1 0,0-1 0,0 1 0,-1-1 0,1 0 0,-1 0 0,0 0 0,1 0 0,-1 0 0,0 0 0,0 0 0,0 0 0,0 0 0,-1-1 0,1 1 0,-1 0 0,1-1 0,-1 1 0,0 0 0,0-1 0,0-3 0,0 1 0,-1 0 0,0 0 0,0 1 0,0-1 0,0 0 0,-1 0 0,0 1 0,0-1 0,0 1 0,-1-1 0,1 1 0,-1 0 0,0 0 0,-4-4 0,4 5-50,-1 0-1,1 0 1,-1 0-1,0 1 0,0 0 1,-1-1-1,1 1 1,0 1-1,-1-1 1,1 1-1,-1-1 0,0 1 1,1 1-1,-1-1 1,0 1-1,1-1 1,-1 1-1,0 1 0,1-1 1,-1 1-1,0 0 1,1 0-1,-1 0 1,1 0-1,-1 1 1,-6 3-1,-2 1-6775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09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 24575,'-17'7'0,"-8"5"0,0 3 0,2-1 0,4 0 0,4-1 0,2 1 0,2-1 0,2-1 0,-1-1 0,-1 0 0,2-2-8191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4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26 147 24575,'40'1'0,"52"-3"0,-83 1 0,1 0 0,-1-1 0,0 0 0,-1 0 0,1-1 0,0 0 0,14-8 0,-21 10 0,0 0 0,0-1 0,0 1 0,0-1 0,0 1 0,0-1 0,-1 0 0,1 1 0,0-1 0,-1 0 0,0 0 0,1 0 0,-1 0 0,0-1 0,0 1 0,0 0 0,0 0 0,-1-1 0,1 1 0,0-1 0,-1 1 0,0 0 0,0-1 0,0 1 0,0-1 0,0 1 0,0-1 0,0 1 0,-1 0 0,0-4 0,0 3 0,0 0 0,-1 0 0,1 0 0,-1 0 0,1 1 0,-1-1 0,0 0 0,0 1 0,0-1 0,0 1 0,-1 0 0,1-1 0,-1 1 0,1 0 0,-1 1 0,0-1 0,1 0 0,-1 1 0,0 0 0,0-1 0,0 1 0,-5-1 0,0 1 0,1 0 0,-1 1 0,0-1 0,0 1 0,0 1 0,0 0 0,0 0 0,0 0 0,0 1 0,1 0 0,-8 3 0,5 0 0,0-1 0,0 1 0,0 1 0,1 0 0,0 0 0,0 1 0,-11 11 0,18-16 0,-1 1 0,1-1 0,-1 1 0,1 0 0,0 0 0,0 0 0,0 1 0,0-1 0,1 0 0,-1 1 0,1-1 0,0 1 0,-1 6 0,1-6 0,1 0 0,1 0 0,-1 0 0,1 0 0,-1 0 0,1 0 0,0-1 0,0 1 0,1 0 0,-1-1 0,1 1 0,4 6 0,8 10 0,1 0 0,0 0 0,2-2 0,25 23 0,-21-21 0,0 1 0,27 36 0,-44-51 0,0 1 0,0-1 0,0 1 0,-1 0 0,0-1 0,3 10 0,-6-14 0,1 0 0,-1 0 0,1-1 0,-1 1 0,0 0 0,0 0 0,0-1 0,0 1 0,0 0 0,-1 0 0,1-1 0,-1 1 0,1 0 0,-1 0 0,1-1 0,-1 1 0,0-1 0,0 1 0,1 0 0,-1-1 0,-1 0 0,1 1 0,0-1 0,0 0 0,0 1 0,-1-1 0,1 0 0,0 0 0,-1 0 0,1 0 0,-4 1 0,-21 7-1365,13-7-5461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0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24575,'0'9'0,"1"-1"0,1 0 0,-1 1 0,1-1 0,1 0 0,-1 0 0,1 0 0,1 0 0,0-1 0,4 8 0,4 4 0,1-1 0,24 27 0,-34-42 0,1 2 0,1 0 0,-1 0 0,1-1 0,1 1 0,-1-1 0,7 4 0,-12-8 0,0 0 0,0 0 0,1 0 0,-1 0 0,0 0 0,1 1 0,-1-1 0,0 0 0,0 0 0,1 0 0,-1 0 0,0 0 0,1 0 0,-1 0 0,0-1 0,1 1 0,-1 0 0,0 0 0,0 0 0,1 0 0,-1 0 0,0 0 0,0 0 0,1-1 0,-1 1 0,0 0 0,0 0 0,1 0 0,-1-1 0,0 1 0,0 0 0,0 0 0,1-1 0,-1 1 0,0 0 0,0 0 0,0-1 0,0 1 0,0 0 0,0-1 0,0 1 0,1 0 0,-1 0 0,0-1 0,0 1 0,0 0 0,0-1 0,0 1 0,0 0 0,-1-1 0,1 1 0,-1-18 0,-17-44 0,12 47 0,1-2 0,1 1 0,-3-23 0,6 39 0,1-1 0,0 0 0,0 0 0,0 0 0,0 0 0,0 0 0,0 0 0,0 0 0,0 1 0,0-1 0,1 0 0,-1 0 0,0 0 0,1 0 0,-1 0 0,0 1 0,1-1 0,-1 0 0,1 0 0,-1 1 0,1-1 0,-1 0 0,1 1 0,0-1 0,-1 0 0,2 0 0,-1 1 0,1-1 0,-1 1 0,1 0 0,-1-1 0,1 1 0,-1 0 0,1 0 0,-1 0 0,1 0 0,0 0 0,-1 0 0,1 0 0,2 1 0,6 2 0,-1 1 0,1 0 0,13 7 0,-21-10 0,45 24 0,0 2 0,46 37 0,-91-62-136,0-1-1,0 1 1,0 0-1,0 0 1,0 0-1,0 0 1,-1 0-1,1 0 0,1 3 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0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24575,'17'18'0,"1"-2"0,32 23 0,-41-33 0,0-1 0,1 1 0,-1-2 0,1 1 0,0-1 0,1-1 0,-1 0 0,15 2 0,-21-4 0,0-1 0,-1 0 0,1 1 0,0-1 0,0-1 0,0 1 0,-1-1 0,1 1 0,0-1 0,-1 0 0,1 0 0,-1-1 0,1 1 0,-1-1 0,1 0 0,-1 0 0,0 0 0,0 0 0,0 0 0,0-1 0,0 1 0,-1-1 0,1 0 0,-1 0 0,1 0 0,-1 0 0,0 0 0,0-1 0,-1 1 0,1 0 0,-1-1 0,0 1 0,1-1 0,-1 0 0,-1 1 0,1-1 0,0-7 0,-2-5 0,0-11 0,1 26 0,0 0 0,1 0 0,-1-1 0,0 1 0,0 0 0,0 0 0,1 0 0,-1 0 0,0 0 0,1 0 0,-1 0 0,1 0 0,-1 0 0,1 0 0,0 0 0,-1 1 0,1-1 0,1-1 0,-1 2 0,0-1 0,0 1 0,0 0 0,0-1 0,0 1 0,0 0 0,0 0 0,1 0 0,-1 0 0,0 0 0,0 0 0,0 0 0,0 0 0,0 0 0,1 1 0,-1-1 0,0 0 0,0 1 0,0-1 0,0 1 0,0-1 0,1 2 0,25 16 0,-19-12 0,39 33 0,-31-25 0,0-1 0,23 14 0,-37-25-151,0-1-1,1 0 0,-1 0 0,1 0 1,0 0-1,-1 0 0,1-1 1,3 1-1,3-1-6674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1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24575,'0'0'0,"0"-1"0,0 0 0,0 1 0,0-1 0,0 1 0,0-1 0,0 0 0,0 1 0,1-1 0,-1 1 0,0-1 0,0 0 0,0 1 0,1-1 0,-1 1 0,0-1 0,1 1 0,-1-1 0,1 1 0,-1-1 0,1 1 0,-1 0 0,0-1 0,1 1 0,0-1 0,-1 1 0,1-1 0,1 1 0,-1 0 0,1-1 0,-1 1 0,1 0 0,-1 0 0,1 0 0,-1 0 0,1 0 0,-1 0 0,1 1 0,1-1 0,5 3 0,0-1 0,0 1 0,9 5 0,-15-7 0,14 7 0,48 21 0,-54-25 0,-1-1 0,1 0 0,0-1 0,17 3 0,-26-5 0,0 0 0,0 0 0,0 0 0,0 0 0,0 0 0,1 0 0,-1 0 0,0 0 0,0-1 0,0 1 0,0 0 0,0-1 0,0 1 0,0-1 0,0 1 0,0-1 0,0 1 0,0-1 0,-1 0 0,1 1 0,0-1 0,0 0 0,0 0 0,0-1 0,0 0 0,0 1 0,0-1 0,-1 0 0,1 0 0,-1 0 0,1 0 0,-1-1 0,0 1 0,1 0 0,-1 0 0,-1-4 0,0-4 0,-1 0 0,0 1 0,0-1 0,-5-10 0,5 16 0,1 1 0,0 0 0,0 0 0,1-1 0,-1-4 0,1 7 0,0 1 0,0 0 0,0-1 0,0 1 0,0 0 0,0-1 0,0 1 0,0 0 0,0-1 0,0 1 0,0 0 0,0-1 0,0 1 0,1 0 0,-1 0 0,0-1 0,0 1 0,0 0 0,1 0 0,-1-1 0,0 1 0,0 0 0,1 0 0,-1-1 0,1 1 0,-1 0 0,1 0 0,0 0 0,0 0 0,0 0 0,0 0 0,0 0 0,-1 0 0,1 0 0,0 0 0,0 0 0,0 1 0,-1-1 0,1 0 0,0 0 0,1 1 0,12 7 0,25 15 0,-25-13 0,26 12 0,-22-15 0,1 2 0,29 9 0,-43-16 0,1-1 0,-1 1 0,0-1 0,1-1 0,-1 1 0,0-1 0,1 0 0,-1 0 0,1-1 0,9-1 0,-14 1 0,1 1 0,-1-1 0,1 1 0,-1-1 0,1 0 0,-1 1 0,0-1 0,1 0 0,-1 0 0,0 0 0,0 0 0,0 0 0,1 0 0,-1-1 0,0 1 0,-1 0 0,1-1 0,0 1 0,0 0 0,0-1 0,0-2 0,0-1 0,0 0 0,0 0 0,0-1 0,-1 1 0,0-6 0,0 5 0,0 1 0,0 0 0,1 0 0,1-8 0,-2 12 3,0 0 0,0 0 0,0 1-1,1-1 1,-1 0 0,0 0 0,0 1 0,1-1-1,-1 0 1,1 1 0,-1-1 0,0 1-1,1-1 1,-1 0 0,1 1 0,-1-1 0,1 1-1,0-1 1,-1 1 0,1 0 0,-1-1 0,1 1-1,0 0 1,0-1 0,-1 1 0,1 0-1,0-1 1,-1 1 0,1 0 0,0 0 0,0 0-1,-1 0 1,1 0 0,0 0 0,0 0 0,-1 0-1,1 0 1,0 0 0,0 1 0,-1-1-1,1 0 1,1 1 0,1 0-152,-1 1 1,1-1-1,0 1 1,-1 0-1,0 0 1,1 0-1,-1 0 1,0 0-1,2 3 1,4 7-6678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2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246 234 24575,'-21'-56'0,"-43"-84"0,63 137 0,0 0 0,-1 1 0,1 0 0,-1-1 0,0 1 0,0 0 0,0 0 0,0 0 0,0 0 0,0 0 0,0 0 0,-1 1 0,1-1 0,-1 1 0,1-1 0,-5 0 0,4 1 0,1 1 0,0 0 0,0 0 0,0 0 0,-1 0 0,1 0 0,0 0 0,0 1 0,0-1 0,-1 1 0,1 0 0,0 0 0,0-1 0,0 1 0,0 0 0,0 1 0,0-1 0,1 0 0,-1 1 0,0-1 0,-2 3 0,-5 5 0,1 0 0,0 1 0,1-1 0,-11 20 0,14-22 0,1-1 0,-1 1 0,2 0 0,-1 0 0,1 0 0,0 1 0,0-1 0,-1 15 0,3-19 0,1 0 0,-1 0 0,0 0 0,1 0 0,-1 0 0,1 0 0,0 0 0,0 0 0,0 0 0,1 0 0,-1-1 0,1 1 0,-1 0 0,4 2 0,-2-1 0,1 0 0,0 0 0,0-1 0,0 0 0,0 0 0,1 0 0,7 4 0,5 0 0,0-1 0,0 0 0,30 5 0,-47-11 0,46 8 0,82 5 0,47-11 0,-117-3 0,-57 1 0,2 0 0,1 0 0,0 0 0,0 0 0,-1-1 0,7-1 0,-10 2 0,1 0 0,-1-1 0,1 1 0,-1 0 0,0 0 0,1 0 0,-1-1 0,1 1 0,-1 0 0,0 0 0,1-1 0,-1 1 0,0 0 0,0-1 0,1 1 0,-1-1 0,0 1 0,0 0 0,1-1 0,-1 1 0,0-1 0,0 1 0,0-1 0,0 0 0,0 0 0,0 0 0,0 0 0,0 0 0,-1 1 0,1-1 0,0 0 0,-1 0 0,1 0 0,0 1 0,-1-1 0,1 0 0,-1 0 0,0-1 0,-45-54 0,28 35 0,0-1 0,-17-28 0,33 45 0,-1 1 0,1-1 0,0 0 0,1-1 0,-1 1 0,1 0 0,0 0 0,0-1 0,0 1 0,1 0 0,0-9 0,0 12 0,0 0 0,1 0 0,-1 0 0,1 0 0,-1 0 0,1 0 0,-1 0 0,1 0 0,0 0 0,0 0 0,0 1 0,0-1 0,0 0 0,1 0 0,-1 1 0,0-1 0,1 1 0,-1 0 0,1-1 0,0 1 0,-1 0 0,1 0 0,0 0 0,0 0 0,-1 0 0,1 0 0,0 0 0,0 1 0,0-1 0,0 1 0,0 0 0,3-1 0,-1 1-105,-1-1 0,1 1 0,0 0 0,0 0 0,0 0 0,-1 1 0,1-1 0,0 1 0,0 0 0,-1 0 0,1 0 0,6 3 0,0 3-6721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2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0 24575,'-13'2'0,"-1"0"0,1 0 0,-1 2 0,1-1 0,-24 12 0,33-14 0,1 1 0,0 0 0,-1 1 0,1-1 0,0 0 0,0 1 0,0 0 0,0 0 0,1 0 0,-5 6 0,6-6 0,-1-1 0,1 1 0,0 0 0,0 0 0,1 0 0,-1-1 0,0 1 0,1 0 0,0 0 0,0 0 0,0 0 0,0 0 0,0 0 0,0 0 0,1 0 0,1 4 0,0-1 0,0 0 0,1 0 0,0-1 0,0 1 0,1-1 0,-1 0 0,1 0 0,0 0 0,0 0 0,6 4 0,-2-2 0,1 1 0,0-1 0,0-1 0,18 10 0,-24-15 0,0 1 0,1-1 0,-1 1 0,1-1 0,0 0 0,-1-1 0,1 1 0,-1 0 0,1-1 0,0 0 0,0 0 0,-1 0 0,1-1 0,3 0 0,-4 1 0,-1-1 0,0 0 0,1 0 0,-1 0 0,0 0 0,0-1 0,0 1 0,0 0 0,0-1 0,-1 1 0,1-1 0,0 0 0,-1 0 0,1 0 0,-1 1 0,1-1 0,-1-1 0,0 1 0,0 0 0,0 0 0,0 0 0,1-4 0,0-1 0,-1 0 0,0-1 0,0 1 0,0-1 0,-1 1 0,0 0 0,-1-1 0,1 1 0,-1-1 0,-1 1 0,1 0 0,-1 0 0,-6-14 0,8 22 0,7 12 0,15 21 0,6-1-341,2-1 0,1-1-1,62 46 1,-84-71-6485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24575,'35'96'0,"70"135"0,68 79 0,-164-294 0,3 2 0,-2 2 0,13 29 0,-21-37-1365,-2-4-5461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3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548 147 24575,'-124'-85'0,"105"74"0,1 2 0,-2 0 0,1 1 0,-1 1 0,-23-6 0,30 11 14,1 1-1,-1 0 0,0 1 0,0 0 1,0 1-1,0 0 0,0 1 1,-23 6-1,-3 5-756,-53 23 1,77-29-6084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60 24575,'-21'-12'0,"-38"-14"0,52 24 0,-1-1 0,1 1 0,-1 1 0,0-1 0,1 1 0,-1 0 0,0 1 0,0 0 0,-8 1 0,13-1 0,1 1 0,-1-1 0,0 1 0,1 0 0,-1 0 0,1 0 0,-1 0 0,1 1 0,0-1 0,0 0 0,-1 1 0,1 0 0,0 0 0,0-1 0,1 1 0,-1 0 0,0 0 0,0 1 0,1-1 0,0 0 0,-1 0 0,1 1 0,0-1 0,0 1 0,0-1 0,0 1 0,1 0 0,-1 3 0,-1 5 0,1-1 0,1 1 0,0 0 0,0 0 0,4 17 0,-4-25 0,1-1 0,-1 0 0,1 0 0,0 0 0,0 0 0,0 1 0,0-1 0,0 0 0,0-1 0,0 1 0,0 0 0,1 0 0,-1 0 0,1-1 0,3 3 0,-2-1 0,1-1 0,0 0 0,-1 0 0,1 0 0,0 0 0,0 0 0,8 1 0,4 0 0,0-1 0,0-1 0,23 0 0,-33-1 0,13 0 0,2 0 0,29-3 0,-45 3 0,1-1 0,-1 0 0,0 0 0,1-1 0,-1 0 0,0 0 0,0 0 0,0 0 0,0-1 0,6-4 0,-9 5 0,-1 1 0,1-1 0,0 1 0,0-1 0,-1 0 0,1 0 0,-1 1 0,1-1 0,-1 0 0,0-1 0,0 1 0,0 0 0,0 0 0,0 0 0,-1-1 0,1 1 0,0 0 0,-1-4 0,0 3 0,0 0 0,0 0 0,-1 0 0,0 1 0,1-1 0,-1 0 0,0 0 0,0 0 0,-1 1 0,1-1 0,0 1 0,-1-1 0,-2-2 0,-2-3 0,-2 0 0,1 1 0,-1 0 0,-1 0 0,1 0 0,-19-10 0,17 12-136,-1-1-1,1 2 1,-1-1-1,0 2 1,0-1-1,0 1 1,0 1-1,-1 0 0,-13 0 1,12 2-6690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3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160 492 24575,'1'0'0,"1"-1"0,0 1 0,0-1 0,0 0 0,-1 1 0,1-1 0,0 0 0,-1 0 0,1 0 0,-1 0 0,1-1 0,-1 1 0,0 0 0,1-1 0,-1 1 0,0 0 0,0-1 0,0 1 0,0-1 0,0 0 0,0 1 0,0-1 0,-1 0 0,1 0 0,-1 1 0,1-1 0,-1 0 0,0 0 0,1 0 0,-1 0 0,0 0 0,0 0 0,0 1 0,-1-1 0,1 0 0,0 0 0,-2-2 0,0-3 0,-1 0 0,0 0 0,0 0 0,-1 0 0,0 1 0,0 0 0,-1 0 0,-5-6 0,-8-9 0,-10-10 0,-31-45 0,52 66 0,1 1 0,1-1 0,0-1 0,0 1 0,0-1 0,2 1 0,-1-1 0,1-1 0,-2-18 0,5 26 0,0 0 0,0 1 0,0-1 0,0 0 0,1 0 0,0 0 0,-1 1 0,1-1 0,1 0 0,-1 1 0,1-1 0,-1 1 0,1-1 0,4-5 0,-2 5 0,-1 0 0,1 0 0,0 0 0,0 1 0,0-1 0,1 1 0,-1 0 0,1 1 0,8-5 0,-2 3 0,1 0 0,0 1 0,-1 0 0,1 1 0,0 0 0,0 1 0,0 0 0,22 2 0,-9 2-1365,-5 1-5461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9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135 262 24575,'0'0'0,"0"-1"0,0 1 0,0 0 0,1 0 0,-1-1 0,0 1 0,0 0 0,1 0 0,-1 0 0,0 0 0,0-1 0,1 1 0,-1 0 0,0 0 0,1 0 0,-1 0 0,0 0 0,1 0 0,-1 0 0,0 0 0,1 0 0,-1 0 0,0 0 0,1 0 0,-1 0 0,1 0 0,14 1 0,-10 0 0,5-1 0,1-1 0,-1 0 0,0 0 0,0-1 0,13-4 0,48-19 0,-68 24 0,-1 0 0,1 0 0,-1-1 0,1 1 0,-1 0 0,0-1 0,1 0 0,-1 1 0,0-1 0,0 0 0,0 0 0,0 0 0,-1 0 0,1-1 0,-1 1 0,1 0 0,-1-1 0,0 1 0,0-1 0,0 1 0,0-1 0,0 0 0,0 1 0,-1-1 0,1 0 0,-1 1 0,0-1 0,0 0 0,0 0 0,0 0 0,-1 1 0,1-1 0,-2-5 0,0 1 0,-1 0 0,1 1 0,-1-1 0,0 0 0,-1 1 0,0 0 0,0 0 0,0 0 0,-1 1 0,0-1 0,-10-9 0,2 5 0,0 0 0,-22-13 0,29 20 0,0 1 0,1-1 0,-1 1 0,0 0 0,-1 0 0,1 1 0,0 0 0,0 0 0,-11 0 0,3 2 0,1 0 0,0 1 0,-1 0 0,1 1 0,0 0 0,1 1 0,-1 1 0,-20 10 0,31-13 0,0 0 0,0-1 0,0 1 0,0 0 0,1 0 0,-1 0 0,1 0 0,-1 1 0,1-1 0,0 0 0,0 0 0,0 1 0,0-1 0,0 1 0,1-1 0,-1 1 0,1-1 0,-1 1 0,1 0 0,0 2 0,0 8 0,0 0 0,3 20 0,-3-32 0,1 4 0,0 0 0,0 0 0,1 0 0,0 0 0,0 0 0,0-1 0,0 1 0,1-1 0,-1 1 0,1-1 0,0 0 0,1 0 0,-1 0 0,1 0 0,5 3 0,6 5 0,0-1 0,32 16 0,-18-10 0,3 2 0,0-1 0,0 1 0,-2 1 0,54 49 0,-79-65 0,-1 1 0,0 0 0,0 0 0,0 1 0,0-1 0,-1 1 0,0 0 0,-1 0 0,5 10 0,-7-12 0,1 0 0,0-1 0,-1 1 0,1 0 0,-1 0 0,0 0 0,0-1 0,-1 1 0,1 0 0,-1 0 0,0-1 0,0 1 0,0 0 0,0-1 0,-1 1 0,0-1 0,-2 6 0,1-4 0,-1-1 0,1 1 0,-1 0 0,0-1 0,0 0 0,-1 0 0,1 0 0,-1-1 0,0 1 0,-6 3 0,1-3 0,-1 1 0,0-1 0,0-1 0,-14 3 0,4-2-682,-30 3-1,35-6-6143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3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25 24575,'0'-2'0,"1"1"0,-1 0 0,0 0 0,1 0 0,-1-1 0,1 1 0,-1 0 0,1 0 0,-1 0 0,1 0 0,0 0 0,0 0 0,0 0 0,-1 0 0,3-1 0,-3 1 0,1 1 0,-1-1 0,1 1 0,-1-1 0,1 1 0,-1 0 0,1-1 0,0 1 0,-1 0 0,1-1 0,-1 1 0,1 0 0,0 0 0,-1 0 0,1-1 0,0 1 0,-1 0 0,1 0 0,0 0 0,-1 0 0,1 0 0,0 0 0,-1 1 0,1-1 0,0 0 0,-1 0 0,1 0 0,0 1 0,-1-1 0,2 1 0,-2-1 0,0 1 0,0-1 0,1 1 0,-1-1 0,0 1 0,0-1 0,0 1 0,0-1 0,1 1 0,-1-1 0,0 1 0,0 0 0,0-1 0,0 1 0,0-1 0,-1 1 0,1-1 0,0 1 0,0-1 0,0 1 0,0 0 0,-1-1 0,1 1 0,0-1 0,0 1 0,-1-1 0,1 0 0,0 1 0,-1 0 0,-12 16 0,12-15 0,-18 17 0,0 0 0,-40 30 0,0-1 0,59-48 0,-1 0 0,1 1 0,-1-1 0,1 0 0,0 1 0,-1-1 0,1 1 0,-1-1 0,1 1 0,0-1 0,-1 1 0,1-1 0,0 1 0,0 0 0,-1-1 0,1 1 0,0-1 0,0 1 0,0 0 0,0-1 0,0 1 0,0-1 0,0 2 0,0-2 0,0 1 0,1 0 0,-1-1 0,0 1 0,1-1 0,-1 0 0,1 1 0,-1-1 0,0 1 0,1-1 0,0 0 0,-1 1 0,1-1 0,-1 0 0,1 1 0,-1-1 0,1 0 0,1 1 0,4 0 0,0 0 0,0 0 0,10 1 0,-11-2 0,233 28-1365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0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28 24575,'-14'-26'0,"13"24"0,1 4 0,7 14 0,-7-15 0,50 110 0,-38-87 0,2-1 0,24 34 0,76 73 0,-102-118 0,-1 2-1365,-2-2-5461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1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330 279 24575,'-280'104'0,"275"-103"0,0 1 0,0 1 0,0-1 0,1 1 0,-1 0 0,-7 6 0,11-8 0,0-1 0,1 1 0,-1 0 0,0 0 0,1-1 0,-1 1 0,1 0 0,-1 0 0,1 0 0,-1 0 0,1-1 0,0 1 0,-1 0 0,1 0 0,0 0 0,0 0 0,0 0 0,0 0 0,-1 0 0,1 0 0,0 0 0,1 0 0,-1 0 0,0 0 0,0 0 0,0 0 0,1 0 0,-1 0 0,0 0 0,1-1 0,-1 1 0,1 0 0,-1 0 0,1 0 0,-1 0 0,1-1 0,0 1 0,-1 0 0,1-1 0,0 1 0,-1 0 0,1-1 0,0 1 0,1 0 0,5 3 0,0 0 0,-1 0 0,1 0 0,1-1 0,-1 0 0,1 0 0,14 3 0,-8-4 0,1 0 0,-1 0 0,22-1 0,-26-1 0,1-1 0,-1 0 0,0-1 0,0 0 0,0-1 0,-1 0 0,1 0 0,-1-1 0,1 0 0,8-6 0,-14 8 0,-1 0 0,1-1 0,-1 0 0,0 0 0,1 0 0,-1 0 0,-1 0 0,1-1 0,0 0 0,-1 1 0,0-1 0,0 0 0,0 0 0,0 0 0,0 0 0,-1 0 0,0-1 0,0 1 0,0 0 0,-1-1 0,1 1 0,-1 0 0,0-1 0,0 1 0,-1-7 0,-2-3 0,0 0 0,-1 0 0,0 0 0,-1 0 0,-1 1 0,-8-16 0,-51-76 0,39 67 0,25 36 0,-14-21 0,-31-38 0,46 61 0,0 0 0,0-1 0,-1 1 0,1 0 0,0 0 0,0-1 0,0 1 0,0 0 0,-1 0 0,1 0 0,0-1 0,0 1 0,0 0 0,-1 0 0,1 0 0,0 0 0,0 0 0,0-1 0,-1 1 0,1 0 0,0 0 0,0 0 0,-1 0 0,1 0 0,0 0 0,-1 0 0,1 0 0,0 0 0,0 0 0,-1 0 0,1 0 0,0 0 0,0 0 0,-1 0 0,1 0 0,-2 10 0,7 15 0,3 5 0,1 0 0,2-1 0,18 36 0,-23-53 0,1 0 0,0 0 0,1-1 0,1 0 0,-1 0 0,2-1 0,-1 0 0,1-1 0,23 16 0,-30-23-151,0-1-1,0 1 0,1-1 0,-1 0 1,1 0-1,-1 0 0,1 0 1,5 0-1,2 0-6674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2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99 220 24575,'7'-14'0,"3"-4"0,-2-1 0,11-31 0,-17 46 0,-1-1 0,0 1 0,0-1 0,0 1 0,-1-1 0,1 1 0,-1-1 0,-1 1 0,1-1 0,0 1 0,-1-1 0,0 1 0,0-1 0,0 1 0,-1-1 0,1 1 0,-5-7 0,4 8 0,0 1 0,0-1 0,-1 1 0,1 0 0,-1-1 0,0 1 0,1 0 0,-1 1 0,0-1 0,0 0 0,0 1 0,0 0 0,-1-1 0,1 1 0,0 0 0,-1 1 0,1-1 0,0 1 0,-7-1 0,7 1 0,0 0 0,0 0 0,0 1 0,1-1 0,-1 0 0,0 1 0,0 0 0,1 0 0,-1 0 0,0 0 0,1 0 0,-1 0 0,1 1 0,-1-1 0,1 1 0,0-1 0,0 1 0,-1 0 0,1 0 0,1 0 0,-1 0 0,0 1 0,-3 4 0,4-4 0,-1 0 0,1 0 0,0 0 0,0 1 0,0-1 0,0 0 0,0 1 0,1-1 0,0 1 0,-1-1 0,1 1 0,1-1 0,-1 0 0,0 1 0,1-1 0,0 1 0,-1-1 0,3 5 0,-1-4 0,1 0 0,-1 0 0,1 0 0,0 0 0,0 0 0,0-1 0,0 1 0,1-1 0,-1 0 0,1 0 0,0 0 0,7 4 0,-2-3 0,0 1 0,0-2 0,0 1 0,0-1 0,1 0 0,0-1 0,-1 0 0,1-1 0,0 0 0,0-1 0,0 0 0,-1 0 0,1-1 0,0 0 0,0-1 0,11-3 0,-19 4-39,1 1 0,-1-1 0,1 0 0,-1-1 0,0 1 0,0 0 0,1-1 0,-1 1 0,0-1 0,0 0 0,-1 1 0,1-1 0,0 0 0,0 0 0,-1 0 0,0-1 0,1 1 0,-1 0 0,0-1 0,0 1 0,0 0 0,0-1 0,-1 1 0,1-1 0,0 1 0,-1-1 0,0 0 0,0 1 0,0-1 0,0 1 0,0-1 0,0 1 0,-1-1 0,0-3 0,-2-3-6787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2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84 24575,'-1'-2'0,"1"1"0,-1 0 0,0-1 0,0 1 0,1 0 0,-1-1 0,0 1 0,1-1 0,0 1 0,-1-1 0,1 1 0,0-1 0,0 0 0,0-2 0,0 4 0,0 0 0,0 0 0,0-1 0,0 1 0,0 0 0,1-1 0,-1 1 0,0 0 0,0-1 0,0 1 0,0 0 0,1 0 0,-1-1 0,0 1 0,0 0 0,1 0 0,-1 0 0,0-1 0,0 1 0,1 0 0,-1 0 0,0 0 0,1 0 0,-1 0 0,1-1 0,0 1 0,0 0 0,0 0 0,0 0 0,1 0 0,-1 1 0,0-1 0,0 0 0,0 0 0,0 1 0,1-1 0,0 1 0,19 9 0,25 14 0,-30-15 0,-1-1 0,1 0 0,30 9 0,-45-16 0,0-1 0,0 0 0,0 1 0,-1-1 0,1 0 0,0 0 0,0 0 0,0 0 0,0 0 0,0 0 0,0 0 0,0 0 0,0 0 0,-1 0 0,1 0 0,0-1 0,0 1 0,0 0 0,0-1 0,0 1 0,-1 0 0,1-1 0,0 1 0,1-2 0,-2 1 0,1 0 0,-1 0 0,1 0 0,-1 0 0,1 0 0,-1 0 0,0 0 0,0 0 0,1-1 0,-1 1 0,0 0 0,0 0 0,0 0 0,0 0 0,0-1 0,-1 0 0,0-6 0,-1 0 0,0 0 0,-1 1 0,-3-9 0,1 6 0,-7-15 0,12 24 0,0 0 0,-1 0 0,1 0 0,0 0 0,0 0 0,-1 0 0,1 0 0,0 0 0,0 0 0,0 0 0,0 0 0,0 0 0,0 0 0,1 0 0,-1 0 0,0 0 0,0 0 0,1 0 0,-1 0 0,1-1 0,0 2 0,0-1 0,0 1 0,-1-1 0,1 1 0,0-1 0,0 1 0,0 0 0,0-1 0,0 1 0,0 0 0,0 0 0,0 0 0,0 0 0,0 0 0,0 0 0,0 0 0,0 0 0,0 0 0,0 0 0,0 0 0,1 1 0,24 7 0,-21-6 0,75 33 0,-57-23 0,1-2 0,32 10 0,-54-19-136,-1-1-1,1 1 1,-1-1-1,1 0 1,-1 0-1,1 0 1,0 0-1,-1 0 0,3 0 1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3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134 145 24575,'-9'-7'0,"1"-1"0,-1 1 0,0 0 0,-1 1 0,0 0 0,0 1 0,0 0 0,-16-5 0,25 9 0,0 1 0,1-1 0,-1 1 0,0 0 0,0 0 0,0-1 0,0 1 0,0 0 0,0 0 0,0 0 0,0 0 0,0 0 0,0 0 0,0 1 0,0-1 0,0 0 0,0 0 0,0 1 0,0-1 0,0 0 0,0 1 0,0-1 0,0 1 0,1-1 0,-1 1 0,0 0 0,0-1 0,1 1 0,-1 0 0,0 0 0,1-1 0,-1 1 0,0 0 0,1 0 0,0 0 0,-1 0 0,1-1 0,-1 1 0,1 0 0,0 0 0,0 0 0,-1 0 0,1 0 0,0 0 0,0 0 0,0 2 0,0 1 0,0 0 0,1 0 0,-1 0 0,1 0 0,0 0 0,0 0 0,0-1 0,0 1 0,1 0 0,3 5 0,-1-3 0,1 0 0,0 0 0,1 0 0,-1-1 0,1 0 0,0 0 0,1 0 0,-1-1 0,1 0 0,14 7 0,-15-8 0,0-1 0,0 1 0,1-1 0,-1-1 0,1 1 0,0-1 0,-1 0 0,1-1 0,0 1 0,0-1 0,-1-1 0,14-1 0,-18 1 0,0 0 0,0 1 0,0-1 0,0 0 0,0 0 0,0 0 0,0-1 0,-1 1 0,1 0 0,0-1 0,-1 1 0,1-1 0,-1 1 0,0-1 0,0 0 0,1 0 0,-1 1 0,0-1 0,0 0 0,-1 0 0,1 0 0,0 0 0,-1 0 0,1 0 0,-1 0 0,1-1 0,-1 1 0,0 0 0,0 0 0,-1-4 0,1-1 0,-1 0 0,0 0 0,0 1 0,-1-1 0,0 0 0,0 1 0,0-1 0,-6-8 0,2 5 14,0 1-1,0 0 0,-1 0 0,0 1 1,-1 0-1,1 0 0,-2 1 1,-13-11-1,18 16-78,0-1 1,0 1-1,0-1 1,-1 1-1,1 1 1,-1-1-1,1 1 0,-1-1 1,1 1-1,-1 0 1,0 1-1,0-1 1,1 1-1,-1 0 0,0 0 1,0 1-1,1-1 1,-1 1-1,0 0 1,1 0-1,-1 1 1,-4 1-1,-4 4-6761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3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24575,'0'0'0,"0"-1"0,0 1 0,0-1 0,0 1 0,0 0 0,0-1 0,0 1 0,0-1 0,0 1 0,0 0 0,0-1 0,1 1 0,-1 0 0,0-1 0,0 1 0,0 0 0,1-1 0,-1 1 0,0 0 0,0-1 0,1 1 0,-1 0 0,0-1 0,1 1 0,-1 0 0,0 0 0,1-1 0,12 2 0,18 13 0,-24-10 0,-2-1 0,12 5 0,20 8 0,-31-14 0,0 0 0,0-1 0,0 0 0,0 0 0,1 0 0,-1 0 0,10-2 0,-15 1 0,0 0 0,1 0 0,-1 0 0,0-1 0,1 1 0,-1 0 0,0-1 0,0 1 0,0-1 0,1 0 0,-1 1 0,0-1 0,0 0 0,0 0 0,0 1 0,0-1 0,0 0 0,0 0 0,0 0 0,-1 0 0,2-2 0,-1 1 0,0-1 0,0 1 0,0-1 0,0 0 0,0 1 0,-1-1 0,0 0 0,1 0 0,-1-4 0,-1-4 0,0 1 0,0 0 0,-1-1 0,-5-11 0,39 48 0,-27-21 0,-1-1 0,2 0 0,-1-1 0,0 1 0,1-1 0,-1 0 0,1 0 0,0 0 0,0-1 0,7 2 0,-11-4 0,0 1 0,-1-1 0,1 0 0,0 0 0,0 0 0,0 0 0,0 0 0,0-1 0,0 1 0,0 0 0,0-1 0,0 1 0,-1-1 0,1 0 0,2-1 0,-2 1 0,0-1 0,-1 1 0,1-1 0,-1 1 0,1-1 0,-1 1 0,0-1 0,1 0 0,-1 0 0,0 0 0,0 0 0,-1 0 0,1 0 0,0 0 0,-1 0 0,2-4 0,1-15 0,-3 17 0,1-1 0,-1 1 0,1 0 0,0-1 0,1 1 0,1-6 0,-2 9 0,0-1 0,0 1 0,0 0 0,0-1 0,0 1 0,0 0 0,1 0 0,-1 0 0,0 0 0,1 0 0,-1 0 0,0 0 0,1 1 0,-1-1 0,1 0 0,0 1 0,-1-1 0,1 1 0,-1 0 0,1-1 0,2 1 0,5 0-85,-1 0 0,1 1-1,-1 0 1,1 0 0,-1 1-1,1 0 1,-1 0 0,0 1-1,0 0 1,0 0 0,-1 1-1,1 0 1,-1 1 0,0-1-1,12 11 1,-10-6-6741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24575,'17'7'0,"6"5"0,2 4 0,-2 0 0,-4 1 0,-4-1 0,-3 0 0,-4 0 0,-4-4-8191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4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24575,'10'3'0,"5"5"0,1 4 0,-3 0-8191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4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24575,'4'3'0,"1"0"0,0-1 0,0 1 0,0-1 0,0 0 0,0 0 0,0 0 0,0-1 0,10 1 0,-12-2 0,0 1 0,-1-2 0,1 1 0,-1 0 0,1 0 0,-1-1 0,1 1 0,-1-1 0,1 0 0,-1 0 0,0 0 0,1 0 0,-1 0 0,0-1 0,0 1 0,0 0 0,0-1 0,0 0 0,0 0 0,0 1 0,-1-1 0,4-4 0,-1 0 0,-3 3 0,1 0 0,0 1 0,0-1 0,0 1 0,0 0 0,0 0 0,3-3 0,-4 5 0,0-1 0,0 1 0,0-1 0,0 1 0,0 0 0,0-1 0,1 1 0,-1 0 0,0 0 0,0 0 0,0 0 0,0 0 0,0 0 0,0 0 0,0 0 0,1 1 0,-1-1 0,0 0 0,0 0 0,0 1 0,0-1 0,0 1 0,0-1 0,1 2 0,7 4-259,0 1 0,0-1 0,13 16 0,-20-21-70,11 12-6497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5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24575,'-5'4'0,"1"0"0,-1 0 0,0 0 0,1 1 0,0 0 0,0 0 0,1 0 0,-1 0 0,1 1 0,0-1 0,1 1 0,-4 8 0,5-10 0,0-1 0,0 1 0,1 0 0,-1 0 0,1 0 0,0-1 0,0 1 0,0 0 0,1 0 0,-1 0 0,1-1 0,0 1 0,0 0 0,0-1 0,1 1 0,-1-1 0,1 1 0,0-1 0,-1 0 0,2 1 0,3 4 0,-5-7 0,0 0 0,0 1 0,1-1 0,-1 0 0,0 0 0,1 0 0,-1 0 0,1 0 0,-1 0 0,1 0 0,1 0 0,-2-1 0,0 1 0,0-1 0,-1 0 0,1 0 0,0 0 0,0 0 0,0 0 0,-1 0 0,1 0 0,0 0 0,0-1 0,0 1 0,-1 0 0,1 0 0,0-1 0,0 1 0,1-1 0,-1 0 0,1-1 0,-1 1 0,0-1 0,1 1 0,-1-1 0,0 1 0,0-1 0,0 0 0,0 0 0,0 1 0,-1-1 0,1 0 0,0 0 0,-1 0 0,1 0 0,-1 0 0,0 0 0,0-2 0,0 2 0,1-1 0,-1 0 0,0 0 0,1 0 0,-1 0 0,1 0 0,2-5 0,-3 8 0,0-1 0,0 1 0,1-1 0,-1 1 0,0 0 0,1-1 0,-1 1 0,0 0 0,1-1 0,-1 1 0,0 0 0,1-1 0,-1 1 0,1 0 0,-1 0 0,1-1 0,-1 1 0,0 0 0,2 0 0,-1 0 0,0 0 0,0 0 0,0 0 0,0 0 0,0 0 0,0 1 0,0-1 0,-1 0 0,1 0 0,0 1 0,0-1 0,0 1 0,1 0 0,12 9-78,-1 1 0,0 1 0,17 18 0,-17-16-975,-3-4-5773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24575,'12'7'0,"-1"2"0,0 0 0,-1 0 0,1 0 0,15 21 0,37 59 0,-58-81 0,55 93 0,-41-65 0,2-1 0,34 44 0,-44-65-1365,-2-1-5461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5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35 24575,'-27'-10'0,"-8"-1"0,-2 2 0,4 5 0,4 5 0,8 5 0,5 2 0,4 1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6:35:46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52 318 24575,'-2'-3'0,"-18"-14"0,19 16 0,0 0 0,0 0 0,0 1 0,0-1 0,0 0 0,-1 1 0,1-1 0,0 1 0,0-1 0,-1 1 0,1 0 0,0 0 0,0 0 0,-1-1 0,1 1 0,-2 0 0,2 1 0,1-1 0,-1 0 0,1 1 0,-1-1 0,1 0 0,0 1 0,-1-1 0,1 1 0,-1-1 0,1 0 0,0 1 0,-1-1 0,1 1 0,0-1 0,-1 1 0,1 0 0,0-1 0,0 1 0,0-1 0,0 1 0,-1-1 0,1 1 0,0-1 0,0 1 0,0 0 0,0-1 0,0 1 0,0-1 0,1 1 0,-1 0 0,0-1 0,0 1 0,5 20 0,-5-21 0,3 8 0,0 0 0,0-1 0,0 0 0,1 1 0,0-1 0,1-1 0,0 1 0,0-1 0,0 0 0,1 0 0,0 0 0,0-1 0,8 6 0,-9-7 0,0-2 0,0 1 0,0 0 0,0-1 0,0 0 0,1 0 0,-1 0 0,1-1 0,-1 0 0,1 0 0,0-1 0,-1 1 0,1-1 0,0 0 0,-1-1 0,1 1 0,0-1 0,-1 0 0,10-3 0,-12 3 0,-1 0 0,1 0 0,-1 0 0,1-1 0,-1 1 0,0-1 0,0 1 0,0-1 0,0 1 0,0-1 0,0 0 0,0 0 0,-1 0 0,1 0 0,0-1 0,-1 1 0,0 0 0,0-1 0,0 1 0,0 0 0,0-1 0,0 1 0,0-1 0,-1 0 0,1-3 0,-1 2 0,0 1 0,0-1 0,0 0 0,-1 0 0,1 1 0,-1-1 0,0 1 0,0-1 0,0 0 0,-1 1 0,1 0 0,-1-1 0,0 1 0,0 0 0,0 0 0,0 0 0,-4-3 0,-8-7 0,-5-5 0,19 18 0,-1-1 0,1 1 0,0 0 0,0 0 0,0-1 0,-1 1 0,1 0 0,0 0 0,0-1 0,0 1 0,0 0 0,0-1 0,0 1 0,-1 0 0,1-1 0,0 1 0,0 0 0,0-1 0,0 1 0,0 0 0,0-1 0,0 1 0,1 0 0,-1 0 0,0-1 0,0 1 0,0 0 0,0-1 0,0 1 0,0 0 0,1-1 0,-1 1 0,0 0 0,12-6 0,17 3 0,-28 3 0,10-1 0,0 1 0,1 1 0,15 2 0,-23-2 0,1 0 0,-1 0 0,1 1 0,-1 0 0,0 0 0,1 0 0,-1 0 0,0 1 0,-1 0 0,1 0 0,3 3 0,13 15 0,-45-50-170,1-1-1,2-2 0,1 0 1,1-1-1,2-1 0,1 0 1,-18-54-1,31 74-6655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5.png"/><Relationship Id="rId16" Type="http://schemas.openxmlformats.org/officeDocument/2006/relationships/customXml" Target="../ink/ink8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5" Type="http://schemas.openxmlformats.org/officeDocument/2006/relationships/image" Target="../media/image3.png"/><Relationship Id="rId90" Type="http://schemas.openxmlformats.org/officeDocument/2006/relationships/customXml" Target="../ink/ink45.xml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04" Type="http://schemas.openxmlformats.org/officeDocument/2006/relationships/customXml" Target="../ink/ink52.xml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customXml" Target="../ink/ink62.xml"/><Relationship Id="rId26" Type="http://schemas.openxmlformats.org/officeDocument/2006/relationships/customXml" Target="../ink/ink66.xml"/><Relationship Id="rId39" Type="http://schemas.openxmlformats.org/officeDocument/2006/relationships/image" Target="../media/image73.png"/><Relationship Id="rId21" Type="http://schemas.openxmlformats.org/officeDocument/2006/relationships/image" Target="../media/image64.png"/><Relationship Id="rId34" Type="http://schemas.openxmlformats.org/officeDocument/2006/relationships/customXml" Target="../ink/ink70.xml"/><Relationship Id="rId42" Type="http://schemas.openxmlformats.org/officeDocument/2006/relationships/customXml" Target="../ink/ink74.xml"/><Relationship Id="rId47" Type="http://schemas.openxmlformats.org/officeDocument/2006/relationships/image" Target="../media/image77.png"/><Relationship Id="rId50" Type="http://schemas.openxmlformats.org/officeDocument/2006/relationships/customXml" Target="../ink/ink78.xml"/><Relationship Id="rId55" Type="http://schemas.openxmlformats.org/officeDocument/2006/relationships/image" Target="../media/image81.png"/><Relationship Id="rId7" Type="http://schemas.openxmlformats.org/officeDocument/2006/relationships/image" Target="../media/image57.png"/><Relationship Id="rId2" Type="http://schemas.openxmlformats.org/officeDocument/2006/relationships/customXml" Target="../ink/ink54.xml"/><Relationship Id="rId16" Type="http://schemas.openxmlformats.org/officeDocument/2006/relationships/customXml" Target="../ink/ink61.xml"/><Relationship Id="rId29" Type="http://schemas.openxmlformats.org/officeDocument/2006/relationships/image" Target="../media/image68.png"/><Relationship Id="rId11" Type="http://schemas.openxmlformats.org/officeDocument/2006/relationships/image" Target="../media/image59.png"/><Relationship Id="rId24" Type="http://schemas.openxmlformats.org/officeDocument/2006/relationships/customXml" Target="../ink/ink65.xml"/><Relationship Id="rId32" Type="http://schemas.openxmlformats.org/officeDocument/2006/relationships/customXml" Target="../ink/ink69.xml"/><Relationship Id="rId37" Type="http://schemas.openxmlformats.org/officeDocument/2006/relationships/image" Target="../media/image72.png"/><Relationship Id="rId40" Type="http://schemas.openxmlformats.org/officeDocument/2006/relationships/customXml" Target="../ink/ink73.xml"/><Relationship Id="rId45" Type="http://schemas.openxmlformats.org/officeDocument/2006/relationships/image" Target="../media/image76.png"/><Relationship Id="rId53" Type="http://schemas.openxmlformats.org/officeDocument/2006/relationships/image" Target="../media/image80.png"/><Relationship Id="rId58" Type="http://schemas.openxmlformats.org/officeDocument/2006/relationships/customXml" Target="../ink/ink82.xml"/><Relationship Id="rId5" Type="http://schemas.openxmlformats.org/officeDocument/2006/relationships/image" Target="../media/image56.png"/><Relationship Id="rId61" Type="http://schemas.openxmlformats.org/officeDocument/2006/relationships/image" Target="../media/image84.png"/><Relationship Id="rId19" Type="http://schemas.openxmlformats.org/officeDocument/2006/relationships/image" Target="../media/image63.png"/><Relationship Id="rId14" Type="http://schemas.openxmlformats.org/officeDocument/2006/relationships/customXml" Target="../ink/ink60.xml"/><Relationship Id="rId22" Type="http://schemas.openxmlformats.org/officeDocument/2006/relationships/customXml" Target="../ink/ink64.xml"/><Relationship Id="rId27" Type="http://schemas.openxmlformats.org/officeDocument/2006/relationships/image" Target="../media/image67.png"/><Relationship Id="rId30" Type="http://schemas.openxmlformats.org/officeDocument/2006/relationships/customXml" Target="../ink/ink68.xml"/><Relationship Id="rId35" Type="http://schemas.openxmlformats.org/officeDocument/2006/relationships/image" Target="../media/image71.png"/><Relationship Id="rId43" Type="http://schemas.openxmlformats.org/officeDocument/2006/relationships/image" Target="../media/image75.png"/><Relationship Id="rId48" Type="http://schemas.openxmlformats.org/officeDocument/2006/relationships/customXml" Target="../ink/ink77.xml"/><Relationship Id="rId56" Type="http://schemas.openxmlformats.org/officeDocument/2006/relationships/customXml" Target="../ink/ink81.xml"/><Relationship Id="rId8" Type="http://schemas.openxmlformats.org/officeDocument/2006/relationships/customXml" Target="../ink/ink57.xml"/><Relationship Id="rId51" Type="http://schemas.openxmlformats.org/officeDocument/2006/relationships/image" Target="../media/image79.png"/><Relationship Id="rId3" Type="http://schemas.openxmlformats.org/officeDocument/2006/relationships/image" Target="../media/image55.png"/><Relationship Id="rId12" Type="http://schemas.openxmlformats.org/officeDocument/2006/relationships/customXml" Target="../ink/ink59.xml"/><Relationship Id="rId17" Type="http://schemas.openxmlformats.org/officeDocument/2006/relationships/image" Target="../media/image62.png"/><Relationship Id="rId25" Type="http://schemas.openxmlformats.org/officeDocument/2006/relationships/image" Target="../media/image66.png"/><Relationship Id="rId33" Type="http://schemas.openxmlformats.org/officeDocument/2006/relationships/image" Target="../media/image70.png"/><Relationship Id="rId38" Type="http://schemas.openxmlformats.org/officeDocument/2006/relationships/customXml" Target="../ink/ink72.xml"/><Relationship Id="rId46" Type="http://schemas.openxmlformats.org/officeDocument/2006/relationships/customXml" Target="../ink/ink76.xml"/><Relationship Id="rId59" Type="http://schemas.openxmlformats.org/officeDocument/2006/relationships/image" Target="../media/image83.png"/><Relationship Id="rId20" Type="http://schemas.openxmlformats.org/officeDocument/2006/relationships/customXml" Target="../ink/ink63.xml"/><Relationship Id="rId41" Type="http://schemas.openxmlformats.org/officeDocument/2006/relationships/image" Target="../media/image74.png"/><Relationship Id="rId54" Type="http://schemas.openxmlformats.org/officeDocument/2006/relationships/customXml" Target="../ink/ink8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6.xml"/><Relationship Id="rId15" Type="http://schemas.openxmlformats.org/officeDocument/2006/relationships/image" Target="../media/image61.png"/><Relationship Id="rId23" Type="http://schemas.openxmlformats.org/officeDocument/2006/relationships/image" Target="../media/image65.png"/><Relationship Id="rId28" Type="http://schemas.openxmlformats.org/officeDocument/2006/relationships/customXml" Target="../ink/ink67.xml"/><Relationship Id="rId36" Type="http://schemas.openxmlformats.org/officeDocument/2006/relationships/customXml" Target="../ink/ink71.xml"/><Relationship Id="rId49" Type="http://schemas.openxmlformats.org/officeDocument/2006/relationships/image" Target="../media/image78.png"/><Relationship Id="rId57" Type="http://schemas.openxmlformats.org/officeDocument/2006/relationships/image" Target="../media/image82.png"/><Relationship Id="rId10" Type="http://schemas.openxmlformats.org/officeDocument/2006/relationships/customXml" Target="../ink/ink58.xml"/><Relationship Id="rId31" Type="http://schemas.openxmlformats.org/officeDocument/2006/relationships/image" Target="../media/image69.png"/><Relationship Id="rId44" Type="http://schemas.openxmlformats.org/officeDocument/2006/relationships/customXml" Target="../ink/ink75.xml"/><Relationship Id="rId52" Type="http://schemas.openxmlformats.org/officeDocument/2006/relationships/customXml" Target="../ink/ink79.xml"/><Relationship Id="rId60" Type="http://schemas.openxmlformats.org/officeDocument/2006/relationships/customXml" Target="../ink/ink83.xml"/><Relationship Id="rId4" Type="http://schemas.openxmlformats.org/officeDocument/2006/relationships/customXml" Target="../ink/ink55.xml"/><Relationship Id="rId9" Type="http://schemas.openxmlformats.org/officeDocument/2006/relationships/image" Target="../media/image58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1.xml"/><Relationship Id="rId21" Type="http://schemas.openxmlformats.org/officeDocument/2006/relationships/customXml" Target="../ink/ink93.xml"/><Relationship Id="rId42" Type="http://schemas.openxmlformats.org/officeDocument/2006/relationships/image" Target="../media/image105.png"/><Relationship Id="rId63" Type="http://schemas.openxmlformats.org/officeDocument/2006/relationships/customXml" Target="../ink/ink114.xml"/><Relationship Id="rId84" Type="http://schemas.openxmlformats.org/officeDocument/2006/relationships/image" Target="../media/image126.png"/><Relationship Id="rId138" Type="http://schemas.openxmlformats.org/officeDocument/2006/relationships/image" Target="../media/image153.png"/><Relationship Id="rId159" Type="http://schemas.openxmlformats.org/officeDocument/2006/relationships/customXml" Target="../ink/ink162.xml"/><Relationship Id="rId170" Type="http://schemas.openxmlformats.org/officeDocument/2006/relationships/image" Target="../media/image169.png"/><Relationship Id="rId191" Type="http://schemas.openxmlformats.org/officeDocument/2006/relationships/customXml" Target="../ink/ink178.xml"/><Relationship Id="rId205" Type="http://schemas.openxmlformats.org/officeDocument/2006/relationships/customXml" Target="../ink/ink185.xml"/><Relationship Id="rId107" Type="http://schemas.openxmlformats.org/officeDocument/2006/relationships/customXml" Target="../ink/ink136.xml"/><Relationship Id="rId11" Type="http://schemas.openxmlformats.org/officeDocument/2006/relationships/customXml" Target="../ink/ink88.xml"/><Relationship Id="rId32" Type="http://schemas.openxmlformats.org/officeDocument/2006/relationships/image" Target="../media/image100.png"/><Relationship Id="rId53" Type="http://schemas.openxmlformats.org/officeDocument/2006/relationships/customXml" Target="../ink/ink109.xml"/><Relationship Id="rId74" Type="http://schemas.openxmlformats.org/officeDocument/2006/relationships/image" Target="../media/image121.png"/><Relationship Id="rId128" Type="http://schemas.openxmlformats.org/officeDocument/2006/relationships/image" Target="../media/image148.png"/><Relationship Id="rId149" Type="http://schemas.openxmlformats.org/officeDocument/2006/relationships/customXml" Target="../ink/ink157.xml"/><Relationship Id="rId5" Type="http://schemas.openxmlformats.org/officeDocument/2006/relationships/customXml" Target="../ink/ink85.xml"/><Relationship Id="rId95" Type="http://schemas.openxmlformats.org/officeDocument/2006/relationships/customXml" Target="../ink/ink130.xml"/><Relationship Id="rId160" Type="http://schemas.openxmlformats.org/officeDocument/2006/relationships/image" Target="../media/image164.png"/><Relationship Id="rId181" Type="http://schemas.openxmlformats.org/officeDocument/2006/relationships/customXml" Target="../ink/ink173.xml"/><Relationship Id="rId216" Type="http://schemas.openxmlformats.org/officeDocument/2006/relationships/image" Target="../media/image192.png"/><Relationship Id="rId22" Type="http://schemas.openxmlformats.org/officeDocument/2006/relationships/image" Target="../media/image95.png"/><Relationship Id="rId43" Type="http://schemas.openxmlformats.org/officeDocument/2006/relationships/customXml" Target="../ink/ink104.xml"/><Relationship Id="rId64" Type="http://schemas.openxmlformats.org/officeDocument/2006/relationships/image" Target="../media/image116.png"/><Relationship Id="rId118" Type="http://schemas.openxmlformats.org/officeDocument/2006/relationships/image" Target="../media/image143.png"/><Relationship Id="rId139" Type="http://schemas.openxmlformats.org/officeDocument/2006/relationships/customXml" Target="../ink/ink152.xml"/><Relationship Id="rId85" Type="http://schemas.openxmlformats.org/officeDocument/2006/relationships/customXml" Target="../ink/ink125.xml"/><Relationship Id="rId150" Type="http://schemas.openxmlformats.org/officeDocument/2006/relationships/image" Target="../media/image159.png"/><Relationship Id="rId171" Type="http://schemas.openxmlformats.org/officeDocument/2006/relationships/customXml" Target="../ink/ink168.xml"/><Relationship Id="rId192" Type="http://schemas.openxmlformats.org/officeDocument/2006/relationships/image" Target="../media/image180.png"/><Relationship Id="rId206" Type="http://schemas.openxmlformats.org/officeDocument/2006/relationships/image" Target="../media/image187.png"/><Relationship Id="rId12" Type="http://schemas.openxmlformats.org/officeDocument/2006/relationships/image" Target="../media/image90.png"/><Relationship Id="rId33" Type="http://schemas.openxmlformats.org/officeDocument/2006/relationships/customXml" Target="../ink/ink99.xml"/><Relationship Id="rId108" Type="http://schemas.openxmlformats.org/officeDocument/2006/relationships/image" Target="../media/image138.png"/><Relationship Id="rId129" Type="http://schemas.openxmlformats.org/officeDocument/2006/relationships/customXml" Target="../ink/ink147.xml"/><Relationship Id="rId54" Type="http://schemas.openxmlformats.org/officeDocument/2006/relationships/image" Target="../media/image111.png"/><Relationship Id="rId75" Type="http://schemas.openxmlformats.org/officeDocument/2006/relationships/customXml" Target="../ink/ink120.xml"/><Relationship Id="rId96" Type="http://schemas.openxmlformats.org/officeDocument/2006/relationships/image" Target="../media/image132.png"/><Relationship Id="rId140" Type="http://schemas.openxmlformats.org/officeDocument/2006/relationships/image" Target="../media/image154.png"/><Relationship Id="rId161" Type="http://schemas.openxmlformats.org/officeDocument/2006/relationships/customXml" Target="../ink/ink163.xml"/><Relationship Id="rId182" Type="http://schemas.openxmlformats.org/officeDocument/2006/relationships/image" Target="../media/image175.png"/><Relationship Id="rId217" Type="http://schemas.openxmlformats.org/officeDocument/2006/relationships/customXml" Target="../ink/ink191.xml"/><Relationship Id="rId6" Type="http://schemas.openxmlformats.org/officeDocument/2006/relationships/image" Target="../media/image87.png"/><Relationship Id="rId23" Type="http://schemas.openxmlformats.org/officeDocument/2006/relationships/customXml" Target="../ink/ink94.xml"/><Relationship Id="rId119" Type="http://schemas.openxmlformats.org/officeDocument/2006/relationships/customXml" Target="../ink/ink142.xml"/><Relationship Id="rId44" Type="http://schemas.openxmlformats.org/officeDocument/2006/relationships/image" Target="../media/image106.png"/><Relationship Id="rId65" Type="http://schemas.openxmlformats.org/officeDocument/2006/relationships/customXml" Target="../ink/ink115.xml"/><Relationship Id="rId86" Type="http://schemas.openxmlformats.org/officeDocument/2006/relationships/image" Target="../media/image127.png"/><Relationship Id="rId130" Type="http://schemas.openxmlformats.org/officeDocument/2006/relationships/image" Target="../media/image149.png"/><Relationship Id="rId151" Type="http://schemas.openxmlformats.org/officeDocument/2006/relationships/customXml" Target="../ink/ink158.xml"/><Relationship Id="rId172" Type="http://schemas.openxmlformats.org/officeDocument/2006/relationships/image" Target="../media/image170.png"/><Relationship Id="rId193" Type="http://schemas.openxmlformats.org/officeDocument/2006/relationships/customXml" Target="../ink/ink179.xml"/><Relationship Id="rId207" Type="http://schemas.openxmlformats.org/officeDocument/2006/relationships/customXml" Target="../ink/ink186.xml"/><Relationship Id="rId13" Type="http://schemas.openxmlformats.org/officeDocument/2006/relationships/customXml" Target="../ink/ink89.xml"/><Relationship Id="rId109" Type="http://schemas.openxmlformats.org/officeDocument/2006/relationships/customXml" Target="../ink/ink137.xml"/><Relationship Id="rId34" Type="http://schemas.openxmlformats.org/officeDocument/2006/relationships/image" Target="../media/image101.png"/><Relationship Id="rId55" Type="http://schemas.openxmlformats.org/officeDocument/2006/relationships/customXml" Target="../ink/ink110.xml"/><Relationship Id="rId76" Type="http://schemas.openxmlformats.org/officeDocument/2006/relationships/image" Target="../media/image122.png"/><Relationship Id="rId97" Type="http://schemas.openxmlformats.org/officeDocument/2006/relationships/customXml" Target="../ink/ink131.xml"/><Relationship Id="rId120" Type="http://schemas.openxmlformats.org/officeDocument/2006/relationships/image" Target="../media/image144.png"/><Relationship Id="rId141" Type="http://schemas.openxmlformats.org/officeDocument/2006/relationships/customXml" Target="../ink/ink153.xml"/><Relationship Id="rId7" Type="http://schemas.openxmlformats.org/officeDocument/2006/relationships/customXml" Target="../ink/ink86.xml"/><Relationship Id="rId162" Type="http://schemas.openxmlformats.org/officeDocument/2006/relationships/image" Target="../media/image165.png"/><Relationship Id="rId183" Type="http://schemas.openxmlformats.org/officeDocument/2006/relationships/customXml" Target="../ink/ink174.xml"/><Relationship Id="rId218" Type="http://schemas.openxmlformats.org/officeDocument/2006/relationships/image" Target="../media/image193.png"/><Relationship Id="rId24" Type="http://schemas.openxmlformats.org/officeDocument/2006/relationships/image" Target="../media/image96.png"/><Relationship Id="rId45" Type="http://schemas.openxmlformats.org/officeDocument/2006/relationships/customXml" Target="../ink/ink105.xml"/><Relationship Id="rId66" Type="http://schemas.openxmlformats.org/officeDocument/2006/relationships/image" Target="../media/image117.png"/><Relationship Id="rId87" Type="http://schemas.openxmlformats.org/officeDocument/2006/relationships/customXml" Target="../ink/ink126.xml"/><Relationship Id="rId110" Type="http://schemas.openxmlformats.org/officeDocument/2006/relationships/image" Target="../media/image139.png"/><Relationship Id="rId131" Type="http://schemas.openxmlformats.org/officeDocument/2006/relationships/customXml" Target="../ink/ink148.xml"/><Relationship Id="rId152" Type="http://schemas.openxmlformats.org/officeDocument/2006/relationships/image" Target="../media/image160.png"/><Relationship Id="rId173" Type="http://schemas.openxmlformats.org/officeDocument/2006/relationships/customXml" Target="../ink/ink169.xml"/><Relationship Id="rId194" Type="http://schemas.openxmlformats.org/officeDocument/2006/relationships/image" Target="../media/image181.png"/><Relationship Id="rId208" Type="http://schemas.openxmlformats.org/officeDocument/2006/relationships/image" Target="../media/image188.png"/><Relationship Id="rId14" Type="http://schemas.openxmlformats.org/officeDocument/2006/relationships/image" Target="../media/image91.png"/><Relationship Id="rId30" Type="http://schemas.openxmlformats.org/officeDocument/2006/relationships/image" Target="../media/image99.png"/><Relationship Id="rId35" Type="http://schemas.openxmlformats.org/officeDocument/2006/relationships/customXml" Target="../ink/ink100.xml"/><Relationship Id="rId56" Type="http://schemas.openxmlformats.org/officeDocument/2006/relationships/image" Target="../media/image112.png"/><Relationship Id="rId77" Type="http://schemas.openxmlformats.org/officeDocument/2006/relationships/customXml" Target="../ink/ink121.xml"/><Relationship Id="rId100" Type="http://schemas.openxmlformats.org/officeDocument/2006/relationships/image" Target="../media/image134.png"/><Relationship Id="rId105" Type="http://schemas.openxmlformats.org/officeDocument/2006/relationships/customXml" Target="../ink/ink135.xml"/><Relationship Id="rId126" Type="http://schemas.openxmlformats.org/officeDocument/2006/relationships/image" Target="../media/image147.png"/><Relationship Id="rId147" Type="http://schemas.openxmlformats.org/officeDocument/2006/relationships/customXml" Target="../ink/ink156.xml"/><Relationship Id="rId168" Type="http://schemas.openxmlformats.org/officeDocument/2006/relationships/image" Target="../media/image168.png"/><Relationship Id="rId8" Type="http://schemas.openxmlformats.org/officeDocument/2006/relationships/image" Target="../media/image88.png"/><Relationship Id="rId51" Type="http://schemas.openxmlformats.org/officeDocument/2006/relationships/customXml" Target="../ink/ink108.xml"/><Relationship Id="rId72" Type="http://schemas.openxmlformats.org/officeDocument/2006/relationships/image" Target="../media/image120.png"/><Relationship Id="rId93" Type="http://schemas.openxmlformats.org/officeDocument/2006/relationships/customXml" Target="../ink/ink129.xml"/><Relationship Id="rId98" Type="http://schemas.openxmlformats.org/officeDocument/2006/relationships/image" Target="../media/image133.png"/><Relationship Id="rId121" Type="http://schemas.openxmlformats.org/officeDocument/2006/relationships/customXml" Target="../ink/ink143.xml"/><Relationship Id="rId142" Type="http://schemas.openxmlformats.org/officeDocument/2006/relationships/image" Target="../media/image155.png"/><Relationship Id="rId163" Type="http://schemas.openxmlformats.org/officeDocument/2006/relationships/customXml" Target="../ink/ink164.xml"/><Relationship Id="rId184" Type="http://schemas.openxmlformats.org/officeDocument/2006/relationships/image" Target="../media/image176.png"/><Relationship Id="rId189" Type="http://schemas.openxmlformats.org/officeDocument/2006/relationships/customXml" Target="../ink/ink177.xml"/><Relationship Id="rId219" Type="http://schemas.openxmlformats.org/officeDocument/2006/relationships/customXml" Target="../ink/ink192.xml"/><Relationship Id="rId3" Type="http://schemas.openxmlformats.org/officeDocument/2006/relationships/customXml" Target="../ink/ink84.xml"/><Relationship Id="rId214" Type="http://schemas.openxmlformats.org/officeDocument/2006/relationships/image" Target="../media/image191.png"/><Relationship Id="rId25" Type="http://schemas.openxmlformats.org/officeDocument/2006/relationships/customXml" Target="../ink/ink95.xml"/><Relationship Id="rId46" Type="http://schemas.openxmlformats.org/officeDocument/2006/relationships/image" Target="../media/image107.png"/><Relationship Id="rId67" Type="http://schemas.openxmlformats.org/officeDocument/2006/relationships/customXml" Target="../ink/ink116.xml"/><Relationship Id="rId116" Type="http://schemas.openxmlformats.org/officeDocument/2006/relationships/image" Target="../media/image142.png"/><Relationship Id="rId137" Type="http://schemas.openxmlformats.org/officeDocument/2006/relationships/customXml" Target="../ink/ink151.xml"/><Relationship Id="rId158" Type="http://schemas.openxmlformats.org/officeDocument/2006/relationships/image" Target="../media/image163.png"/><Relationship Id="rId20" Type="http://schemas.openxmlformats.org/officeDocument/2006/relationships/image" Target="../media/image94.png"/><Relationship Id="rId41" Type="http://schemas.openxmlformats.org/officeDocument/2006/relationships/customXml" Target="../ink/ink103.xml"/><Relationship Id="rId62" Type="http://schemas.openxmlformats.org/officeDocument/2006/relationships/image" Target="../media/image115.png"/><Relationship Id="rId83" Type="http://schemas.openxmlformats.org/officeDocument/2006/relationships/customXml" Target="../ink/ink124.xml"/><Relationship Id="rId88" Type="http://schemas.openxmlformats.org/officeDocument/2006/relationships/image" Target="../media/image128.png"/><Relationship Id="rId111" Type="http://schemas.openxmlformats.org/officeDocument/2006/relationships/customXml" Target="../ink/ink138.xml"/><Relationship Id="rId132" Type="http://schemas.openxmlformats.org/officeDocument/2006/relationships/image" Target="../media/image150.png"/><Relationship Id="rId153" Type="http://schemas.openxmlformats.org/officeDocument/2006/relationships/customXml" Target="../ink/ink159.xml"/><Relationship Id="rId174" Type="http://schemas.openxmlformats.org/officeDocument/2006/relationships/image" Target="../media/image171.png"/><Relationship Id="rId179" Type="http://schemas.openxmlformats.org/officeDocument/2006/relationships/customXml" Target="../ink/ink172.xml"/><Relationship Id="rId195" Type="http://schemas.openxmlformats.org/officeDocument/2006/relationships/customXml" Target="../ink/ink180.xml"/><Relationship Id="rId209" Type="http://schemas.openxmlformats.org/officeDocument/2006/relationships/customXml" Target="../ink/ink187.xml"/><Relationship Id="rId190" Type="http://schemas.openxmlformats.org/officeDocument/2006/relationships/image" Target="../media/image179.png"/><Relationship Id="rId204" Type="http://schemas.openxmlformats.org/officeDocument/2006/relationships/image" Target="../media/image186.png"/><Relationship Id="rId220" Type="http://schemas.openxmlformats.org/officeDocument/2006/relationships/image" Target="../media/image194.png"/><Relationship Id="rId15" Type="http://schemas.openxmlformats.org/officeDocument/2006/relationships/customXml" Target="../ink/ink90.xml"/><Relationship Id="rId36" Type="http://schemas.openxmlformats.org/officeDocument/2006/relationships/image" Target="../media/image102.png"/><Relationship Id="rId57" Type="http://schemas.openxmlformats.org/officeDocument/2006/relationships/customXml" Target="../ink/ink111.xml"/><Relationship Id="rId106" Type="http://schemas.openxmlformats.org/officeDocument/2006/relationships/image" Target="../media/image137.png"/><Relationship Id="rId127" Type="http://schemas.openxmlformats.org/officeDocument/2006/relationships/customXml" Target="../ink/ink146.xml"/><Relationship Id="rId10" Type="http://schemas.openxmlformats.org/officeDocument/2006/relationships/image" Target="../media/image89.png"/><Relationship Id="rId31" Type="http://schemas.openxmlformats.org/officeDocument/2006/relationships/customXml" Target="../ink/ink98.xml"/><Relationship Id="rId52" Type="http://schemas.openxmlformats.org/officeDocument/2006/relationships/image" Target="../media/image110.png"/><Relationship Id="rId73" Type="http://schemas.openxmlformats.org/officeDocument/2006/relationships/customXml" Target="../ink/ink119.xml"/><Relationship Id="rId78" Type="http://schemas.openxmlformats.org/officeDocument/2006/relationships/image" Target="../media/image123.png"/><Relationship Id="rId94" Type="http://schemas.openxmlformats.org/officeDocument/2006/relationships/image" Target="../media/image131.png"/><Relationship Id="rId99" Type="http://schemas.openxmlformats.org/officeDocument/2006/relationships/customXml" Target="../ink/ink132.xml"/><Relationship Id="rId101" Type="http://schemas.openxmlformats.org/officeDocument/2006/relationships/customXml" Target="../ink/ink133.xml"/><Relationship Id="rId122" Type="http://schemas.openxmlformats.org/officeDocument/2006/relationships/image" Target="../media/image145.png"/><Relationship Id="rId143" Type="http://schemas.openxmlformats.org/officeDocument/2006/relationships/customXml" Target="../ink/ink154.xml"/><Relationship Id="rId148" Type="http://schemas.openxmlformats.org/officeDocument/2006/relationships/image" Target="../media/image158.png"/><Relationship Id="rId164" Type="http://schemas.openxmlformats.org/officeDocument/2006/relationships/image" Target="../media/image166.png"/><Relationship Id="rId169" Type="http://schemas.openxmlformats.org/officeDocument/2006/relationships/customXml" Target="../ink/ink167.xml"/><Relationship Id="rId185" Type="http://schemas.openxmlformats.org/officeDocument/2006/relationships/customXml" Target="../ink/ink175.xml"/><Relationship Id="rId4" Type="http://schemas.openxmlformats.org/officeDocument/2006/relationships/image" Target="../media/image86.png"/><Relationship Id="rId9" Type="http://schemas.openxmlformats.org/officeDocument/2006/relationships/customXml" Target="../ink/ink87.xml"/><Relationship Id="rId180" Type="http://schemas.openxmlformats.org/officeDocument/2006/relationships/image" Target="../media/image174.png"/><Relationship Id="rId210" Type="http://schemas.openxmlformats.org/officeDocument/2006/relationships/image" Target="../media/image189.png"/><Relationship Id="rId215" Type="http://schemas.openxmlformats.org/officeDocument/2006/relationships/customXml" Target="../ink/ink190.xml"/><Relationship Id="rId26" Type="http://schemas.openxmlformats.org/officeDocument/2006/relationships/image" Target="../media/image97.png"/><Relationship Id="rId47" Type="http://schemas.openxmlformats.org/officeDocument/2006/relationships/customXml" Target="../ink/ink106.xml"/><Relationship Id="rId68" Type="http://schemas.openxmlformats.org/officeDocument/2006/relationships/image" Target="../media/image118.png"/><Relationship Id="rId89" Type="http://schemas.openxmlformats.org/officeDocument/2006/relationships/customXml" Target="../ink/ink127.xml"/><Relationship Id="rId112" Type="http://schemas.openxmlformats.org/officeDocument/2006/relationships/image" Target="../media/image140.png"/><Relationship Id="rId133" Type="http://schemas.openxmlformats.org/officeDocument/2006/relationships/customXml" Target="../ink/ink149.xml"/><Relationship Id="rId154" Type="http://schemas.openxmlformats.org/officeDocument/2006/relationships/image" Target="../media/image161.png"/><Relationship Id="rId175" Type="http://schemas.openxmlformats.org/officeDocument/2006/relationships/customXml" Target="../ink/ink170.xml"/><Relationship Id="rId196" Type="http://schemas.openxmlformats.org/officeDocument/2006/relationships/image" Target="../media/image182.png"/><Relationship Id="rId200" Type="http://schemas.openxmlformats.org/officeDocument/2006/relationships/image" Target="../media/image184.png"/><Relationship Id="rId16" Type="http://schemas.openxmlformats.org/officeDocument/2006/relationships/image" Target="../media/image92.png"/><Relationship Id="rId37" Type="http://schemas.openxmlformats.org/officeDocument/2006/relationships/customXml" Target="../ink/ink101.xml"/><Relationship Id="rId58" Type="http://schemas.openxmlformats.org/officeDocument/2006/relationships/image" Target="../media/image113.png"/><Relationship Id="rId79" Type="http://schemas.openxmlformats.org/officeDocument/2006/relationships/customXml" Target="../ink/ink122.xml"/><Relationship Id="rId102" Type="http://schemas.openxmlformats.org/officeDocument/2006/relationships/image" Target="../media/image135.png"/><Relationship Id="rId123" Type="http://schemas.openxmlformats.org/officeDocument/2006/relationships/customXml" Target="../ink/ink144.xml"/><Relationship Id="rId144" Type="http://schemas.openxmlformats.org/officeDocument/2006/relationships/image" Target="../media/image156.png"/><Relationship Id="rId90" Type="http://schemas.openxmlformats.org/officeDocument/2006/relationships/image" Target="../media/image129.png"/><Relationship Id="rId165" Type="http://schemas.openxmlformats.org/officeDocument/2006/relationships/customXml" Target="../ink/ink165.xml"/><Relationship Id="rId186" Type="http://schemas.openxmlformats.org/officeDocument/2006/relationships/image" Target="../media/image177.png"/><Relationship Id="rId211" Type="http://schemas.openxmlformats.org/officeDocument/2006/relationships/customXml" Target="../ink/ink188.xml"/><Relationship Id="rId27" Type="http://schemas.openxmlformats.org/officeDocument/2006/relationships/customXml" Target="../ink/ink96.xml"/><Relationship Id="rId48" Type="http://schemas.openxmlformats.org/officeDocument/2006/relationships/image" Target="../media/image108.png"/><Relationship Id="rId69" Type="http://schemas.openxmlformats.org/officeDocument/2006/relationships/customXml" Target="../ink/ink117.xml"/><Relationship Id="rId113" Type="http://schemas.openxmlformats.org/officeDocument/2006/relationships/customXml" Target="../ink/ink139.xml"/><Relationship Id="rId134" Type="http://schemas.openxmlformats.org/officeDocument/2006/relationships/image" Target="../media/image151.png"/><Relationship Id="rId80" Type="http://schemas.openxmlformats.org/officeDocument/2006/relationships/image" Target="../media/image124.png"/><Relationship Id="rId155" Type="http://schemas.openxmlformats.org/officeDocument/2006/relationships/customXml" Target="../ink/ink160.xml"/><Relationship Id="rId176" Type="http://schemas.openxmlformats.org/officeDocument/2006/relationships/image" Target="../media/image172.png"/><Relationship Id="rId197" Type="http://schemas.openxmlformats.org/officeDocument/2006/relationships/customXml" Target="../ink/ink181.xml"/><Relationship Id="rId201" Type="http://schemas.openxmlformats.org/officeDocument/2006/relationships/customXml" Target="../ink/ink183.xml"/><Relationship Id="rId17" Type="http://schemas.openxmlformats.org/officeDocument/2006/relationships/customXml" Target="../ink/ink91.xml"/><Relationship Id="rId38" Type="http://schemas.openxmlformats.org/officeDocument/2006/relationships/image" Target="../media/image103.png"/><Relationship Id="rId59" Type="http://schemas.openxmlformats.org/officeDocument/2006/relationships/customXml" Target="../ink/ink112.xml"/><Relationship Id="rId103" Type="http://schemas.openxmlformats.org/officeDocument/2006/relationships/customXml" Target="../ink/ink134.xml"/><Relationship Id="rId124" Type="http://schemas.openxmlformats.org/officeDocument/2006/relationships/image" Target="../media/image146.png"/><Relationship Id="rId70" Type="http://schemas.openxmlformats.org/officeDocument/2006/relationships/image" Target="../media/image119.png"/><Relationship Id="rId91" Type="http://schemas.openxmlformats.org/officeDocument/2006/relationships/customXml" Target="../ink/ink128.xml"/><Relationship Id="rId145" Type="http://schemas.openxmlformats.org/officeDocument/2006/relationships/customXml" Target="../ink/ink155.xml"/><Relationship Id="rId166" Type="http://schemas.openxmlformats.org/officeDocument/2006/relationships/image" Target="../media/image167.png"/><Relationship Id="rId187" Type="http://schemas.openxmlformats.org/officeDocument/2006/relationships/customXml" Target="../ink/ink17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90.png"/><Relationship Id="rId28" Type="http://schemas.openxmlformats.org/officeDocument/2006/relationships/image" Target="../media/image98.png"/><Relationship Id="rId49" Type="http://schemas.openxmlformats.org/officeDocument/2006/relationships/customXml" Target="../ink/ink107.xml"/><Relationship Id="rId114" Type="http://schemas.openxmlformats.org/officeDocument/2006/relationships/image" Target="../media/image141.png"/><Relationship Id="rId60" Type="http://schemas.openxmlformats.org/officeDocument/2006/relationships/image" Target="../media/image114.png"/><Relationship Id="rId81" Type="http://schemas.openxmlformats.org/officeDocument/2006/relationships/customXml" Target="../ink/ink123.xml"/><Relationship Id="rId135" Type="http://schemas.openxmlformats.org/officeDocument/2006/relationships/customXml" Target="../ink/ink150.xml"/><Relationship Id="rId156" Type="http://schemas.openxmlformats.org/officeDocument/2006/relationships/image" Target="../media/image162.png"/><Relationship Id="rId177" Type="http://schemas.openxmlformats.org/officeDocument/2006/relationships/customXml" Target="../ink/ink171.xml"/><Relationship Id="rId198" Type="http://schemas.openxmlformats.org/officeDocument/2006/relationships/image" Target="../media/image183.png"/><Relationship Id="rId202" Type="http://schemas.openxmlformats.org/officeDocument/2006/relationships/image" Target="../media/image185.png"/><Relationship Id="rId18" Type="http://schemas.openxmlformats.org/officeDocument/2006/relationships/image" Target="../media/image93.png"/><Relationship Id="rId39" Type="http://schemas.openxmlformats.org/officeDocument/2006/relationships/customXml" Target="../ink/ink102.xml"/><Relationship Id="rId50" Type="http://schemas.openxmlformats.org/officeDocument/2006/relationships/image" Target="../media/image109.png"/><Relationship Id="rId104" Type="http://schemas.openxmlformats.org/officeDocument/2006/relationships/image" Target="../media/image136.png"/><Relationship Id="rId125" Type="http://schemas.openxmlformats.org/officeDocument/2006/relationships/customXml" Target="../ink/ink145.xml"/><Relationship Id="rId146" Type="http://schemas.openxmlformats.org/officeDocument/2006/relationships/image" Target="../media/image157.png"/><Relationship Id="rId167" Type="http://schemas.openxmlformats.org/officeDocument/2006/relationships/customXml" Target="../ink/ink166.xml"/><Relationship Id="rId188" Type="http://schemas.openxmlformats.org/officeDocument/2006/relationships/image" Target="../media/image178.png"/><Relationship Id="rId71" Type="http://schemas.openxmlformats.org/officeDocument/2006/relationships/customXml" Target="../ink/ink118.xml"/><Relationship Id="rId92" Type="http://schemas.openxmlformats.org/officeDocument/2006/relationships/image" Target="../media/image130.png"/><Relationship Id="rId213" Type="http://schemas.openxmlformats.org/officeDocument/2006/relationships/customXml" Target="../ink/ink189.xml"/><Relationship Id="rId2" Type="http://schemas.openxmlformats.org/officeDocument/2006/relationships/image" Target="../media/image85.png"/><Relationship Id="rId29" Type="http://schemas.openxmlformats.org/officeDocument/2006/relationships/customXml" Target="../ink/ink97.xml"/><Relationship Id="rId40" Type="http://schemas.openxmlformats.org/officeDocument/2006/relationships/image" Target="../media/image104.png"/><Relationship Id="rId115" Type="http://schemas.openxmlformats.org/officeDocument/2006/relationships/customXml" Target="../ink/ink140.xml"/><Relationship Id="rId136" Type="http://schemas.openxmlformats.org/officeDocument/2006/relationships/image" Target="../media/image152.png"/><Relationship Id="rId157" Type="http://schemas.openxmlformats.org/officeDocument/2006/relationships/customXml" Target="../ink/ink161.xml"/><Relationship Id="rId178" Type="http://schemas.openxmlformats.org/officeDocument/2006/relationships/image" Target="../media/image173.png"/><Relationship Id="rId61" Type="http://schemas.openxmlformats.org/officeDocument/2006/relationships/customXml" Target="../ink/ink113.xml"/><Relationship Id="rId82" Type="http://schemas.openxmlformats.org/officeDocument/2006/relationships/image" Target="../media/image125.png"/><Relationship Id="rId199" Type="http://schemas.openxmlformats.org/officeDocument/2006/relationships/customXml" Target="../ink/ink182.xml"/><Relationship Id="rId203" Type="http://schemas.openxmlformats.org/officeDocument/2006/relationships/customXml" Target="../ink/ink184.xml"/><Relationship Id="rId19" Type="http://schemas.openxmlformats.org/officeDocument/2006/relationships/customXml" Target="../ink/ink9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2.png"/><Relationship Id="rId21" Type="http://schemas.openxmlformats.org/officeDocument/2006/relationships/image" Target="../media/image204.png"/><Relationship Id="rId324" Type="http://schemas.openxmlformats.org/officeDocument/2006/relationships/customXml" Target="../ink/ink354.xml"/><Relationship Id="rId531" Type="http://schemas.openxmlformats.org/officeDocument/2006/relationships/image" Target="../media/image459.png"/><Relationship Id="rId170" Type="http://schemas.openxmlformats.org/officeDocument/2006/relationships/customXml" Target="../ink/ink277.xml"/><Relationship Id="rId268" Type="http://schemas.openxmlformats.org/officeDocument/2006/relationships/customXml" Target="../ink/ink326.xml"/><Relationship Id="rId475" Type="http://schemas.openxmlformats.org/officeDocument/2006/relationships/image" Target="../media/image431.png"/><Relationship Id="rId32" Type="http://schemas.openxmlformats.org/officeDocument/2006/relationships/customXml" Target="../ink/ink208.xml"/><Relationship Id="rId128" Type="http://schemas.openxmlformats.org/officeDocument/2006/relationships/customXml" Target="../ink/ink256.xml"/><Relationship Id="rId335" Type="http://schemas.openxmlformats.org/officeDocument/2006/relationships/image" Target="../media/image361.png"/><Relationship Id="rId542" Type="http://schemas.openxmlformats.org/officeDocument/2006/relationships/customXml" Target="../ink/ink463.xml"/><Relationship Id="rId181" Type="http://schemas.openxmlformats.org/officeDocument/2006/relationships/image" Target="../media/image284.png"/><Relationship Id="rId402" Type="http://schemas.openxmlformats.org/officeDocument/2006/relationships/customXml" Target="../ink/ink393.xml"/><Relationship Id="rId279" Type="http://schemas.openxmlformats.org/officeDocument/2006/relationships/image" Target="../media/image333.png"/><Relationship Id="rId486" Type="http://schemas.openxmlformats.org/officeDocument/2006/relationships/customXml" Target="../ink/ink435.xml"/><Relationship Id="rId43" Type="http://schemas.openxmlformats.org/officeDocument/2006/relationships/image" Target="../media/image215.png"/><Relationship Id="rId139" Type="http://schemas.openxmlformats.org/officeDocument/2006/relationships/image" Target="../media/image263.png"/><Relationship Id="rId346" Type="http://schemas.openxmlformats.org/officeDocument/2006/relationships/customXml" Target="../ink/ink365.xml"/><Relationship Id="rId553" Type="http://schemas.openxmlformats.org/officeDocument/2006/relationships/image" Target="../media/image470.png"/><Relationship Id="rId192" Type="http://schemas.openxmlformats.org/officeDocument/2006/relationships/customXml" Target="../ink/ink288.xml"/><Relationship Id="rId206" Type="http://schemas.openxmlformats.org/officeDocument/2006/relationships/customXml" Target="../ink/ink295.xml"/><Relationship Id="rId413" Type="http://schemas.openxmlformats.org/officeDocument/2006/relationships/image" Target="../media/image400.png"/><Relationship Id="rId497" Type="http://schemas.openxmlformats.org/officeDocument/2006/relationships/image" Target="../media/image442.png"/><Relationship Id="rId357" Type="http://schemas.openxmlformats.org/officeDocument/2006/relationships/image" Target="../media/image372.png"/><Relationship Id="rId54" Type="http://schemas.openxmlformats.org/officeDocument/2006/relationships/customXml" Target="../ink/ink219.xml"/><Relationship Id="rId217" Type="http://schemas.openxmlformats.org/officeDocument/2006/relationships/image" Target="../media/image302.png"/><Relationship Id="rId564" Type="http://schemas.openxmlformats.org/officeDocument/2006/relationships/customXml" Target="../ink/ink474.xml"/><Relationship Id="rId424" Type="http://schemas.openxmlformats.org/officeDocument/2006/relationships/customXml" Target="../ink/ink404.xml"/><Relationship Id="rId270" Type="http://schemas.openxmlformats.org/officeDocument/2006/relationships/customXml" Target="../ink/ink327.xml"/><Relationship Id="rId65" Type="http://schemas.openxmlformats.org/officeDocument/2006/relationships/image" Target="../media/image226.png"/><Relationship Id="rId130" Type="http://schemas.openxmlformats.org/officeDocument/2006/relationships/customXml" Target="../ink/ink257.xml"/><Relationship Id="rId368" Type="http://schemas.openxmlformats.org/officeDocument/2006/relationships/customXml" Target="../ink/ink376.xml"/><Relationship Id="rId575" Type="http://schemas.openxmlformats.org/officeDocument/2006/relationships/image" Target="../media/image481.png"/><Relationship Id="rId228" Type="http://schemas.openxmlformats.org/officeDocument/2006/relationships/customXml" Target="../ink/ink306.xml"/><Relationship Id="rId435" Type="http://schemas.openxmlformats.org/officeDocument/2006/relationships/image" Target="../media/image411.png"/><Relationship Id="rId281" Type="http://schemas.openxmlformats.org/officeDocument/2006/relationships/image" Target="../media/image334.png"/><Relationship Id="rId502" Type="http://schemas.openxmlformats.org/officeDocument/2006/relationships/customXml" Target="../ink/ink443.xml"/><Relationship Id="rId76" Type="http://schemas.openxmlformats.org/officeDocument/2006/relationships/customXml" Target="../ink/ink230.xml"/><Relationship Id="rId141" Type="http://schemas.openxmlformats.org/officeDocument/2006/relationships/image" Target="../media/image264.png"/><Relationship Id="rId379" Type="http://schemas.openxmlformats.org/officeDocument/2006/relationships/image" Target="../media/image383.png"/><Relationship Id="rId586" Type="http://schemas.openxmlformats.org/officeDocument/2006/relationships/customXml" Target="../ink/ink485.xml"/><Relationship Id="rId7" Type="http://schemas.openxmlformats.org/officeDocument/2006/relationships/image" Target="../media/image197.png"/><Relationship Id="rId239" Type="http://schemas.openxmlformats.org/officeDocument/2006/relationships/image" Target="../media/image313.png"/><Relationship Id="rId446" Type="http://schemas.openxmlformats.org/officeDocument/2006/relationships/customXml" Target="../ink/ink415.xml"/><Relationship Id="rId292" Type="http://schemas.openxmlformats.org/officeDocument/2006/relationships/customXml" Target="../ink/ink338.xml"/><Relationship Id="rId306" Type="http://schemas.openxmlformats.org/officeDocument/2006/relationships/customXml" Target="../ink/ink345.xml"/><Relationship Id="rId45" Type="http://schemas.openxmlformats.org/officeDocument/2006/relationships/image" Target="../media/image216.png"/><Relationship Id="rId87" Type="http://schemas.openxmlformats.org/officeDocument/2006/relationships/image" Target="../media/image237.png"/><Relationship Id="rId110" Type="http://schemas.openxmlformats.org/officeDocument/2006/relationships/customXml" Target="../ink/ink247.xml"/><Relationship Id="rId348" Type="http://schemas.openxmlformats.org/officeDocument/2006/relationships/customXml" Target="../ink/ink366.xml"/><Relationship Id="rId513" Type="http://schemas.openxmlformats.org/officeDocument/2006/relationships/image" Target="../media/image450.png"/><Relationship Id="rId555" Type="http://schemas.openxmlformats.org/officeDocument/2006/relationships/image" Target="../media/image471.png"/><Relationship Id="rId152" Type="http://schemas.openxmlformats.org/officeDocument/2006/relationships/customXml" Target="../ink/ink268.xml"/><Relationship Id="rId194" Type="http://schemas.openxmlformats.org/officeDocument/2006/relationships/customXml" Target="../ink/ink289.xml"/><Relationship Id="rId208" Type="http://schemas.openxmlformats.org/officeDocument/2006/relationships/customXml" Target="../ink/ink296.xml"/><Relationship Id="rId415" Type="http://schemas.openxmlformats.org/officeDocument/2006/relationships/image" Target="../media/image401.png"/><Relationship Id="rId457" Type="http://schemas.openxmlformats.org/officeDocument/2006/relationships/image" Target="../media/image422.png"/><Relationship Id="rId261" Type="http://schemas.openxmlformats.org/officeDocument/2006/relationships/image" Target="../media/image324.png"/><Relationship Id="rId499" Type="http://schemas.openxmlformats.org/officeDocument/2006/relationships/image" Target="../media/image443.png"/><Relationship Id="rId14" Type="http://schemas.openxmlformats.org/officeDocument/2006/relationships/customXml" Target="../ink/ink199.xml"/><Relationship Id="rId56" Type="http://schemas.openxmlformats.org/officeDocument/2006/relationships/customXml" Target="../ink/ink220.xml"/><Relationship Id="rId317" Type="http://schemas.openxmlformats.org/officeDocument/2006/relationships/image" Target="../media/image352.png"/><Relationship Id="rId359" Type="http://schemas.openxmlformats.org/officeDocument/2006/relationships/image" Target="../media/image373.png"/><Relationship Id="rId524" Type="http://schemas.openxmlformats.org/officeDocument/2006/relationships/customXml" Target="../ink/ink454.xml"/><Relationship Id="rId566" Type="http://schemas.openxmlformats.org/officeDocument/2006/relationships/customXml" Target="../ink/ink475.xml"/><Relationship Id="rId98" Type="http://schemas.openxmlformats.org/officeDocument/2006/relationships/customXml" Target="../ink/ink241.xml"/><Relationship Id="rId121" Type="http://schemas.openxmlformats.org/officeDocument/2006/relationships/image" Target="../media/image254.png"/><Relationship Id="rId163" Type="http://schemas.openxmlformats.org/officeDocument/2006/relationships/image" Target="../media/image275.png"/><Relationship Id="rId219" Type="http://schemas.openxmlformats.org/officeDocument/2006/relationships/image" Target="../media/image303.png"/><Relationship Id="rId370" Type="http://schemas.openxmlformats.org/officeDocument/2006/relationships/customXml" Target="../ink/ink377.xml"/><Relationship Id="rId426" Type="http://schemas.openxmlformats.org/officeDocument/2006/relationships/customXml" Target="../ink/ink405.xml"/><Relationship Id="rId230" Type="http://schemas.openxmlformats.org/officeDocument/2006/relationships/customXml" Target="../ink/ink307.xml"/><Relationship Id="rId468" Type="http://schemas.openxmlformats.org/officeDocument/2006/relationships/customXml" Target="../ink/ink426.xml"/><Relationship Id="rId25" Type="http://schemas.openxmlformats.org/officeDocument/2006/relationships/image" Target="../media/image206.png"/><Relationship Id="rId67" Type="http://schemas.openxmlformats.org/officeDocument/2006/relationships/image" Target="../media/image227.png"/><Relationship Id="rId272" Type="http://schemas.openxmlformats.org/officeDocument/2006/relationships/customXml" Target="../ink/ink328.xml"/><Relationship Id="rId328" Type="http://schemas.openxmlformats.org/officeDocument/2006/relationships/customXml" Target="../ink/ink356.xml"/><Relationship Id="rId535" Type="http://schemas.openxmlformats.org/officeDocument/2006/relationships/image" Target="../media/image461.png"/><Relationship Id="rId577" Type="http://schemas.openxmlformats.org/officeDocument/2006/relationships/image" Target="../media/image482.png"/><Relationship Id="rId132" Type="http://schemas.openxmlformats.org/officeDocument/2006/relationships/customXml" Target="../ink/ink258.xml"/><Relationship Id="rId174" Type="http://schemas.openxmlformats.org/officeDocument/2006/relationships/customXml" Target="../ink/ink279.xml"/><Relationship Id="rId381" Type="http://schemas.openxmlformats.org/officeDocument/2006/relationships/image" Target="../media/image384.png"/><Relationship Id="rId241" Type="http://schemas.openxmlformats.org/officeDocument/2006/relationships/image" Target="../media/image314.png"/><Relationship Id="rId437" Type="http://schemas.openxmlformats.org/officeDocument/2006/relationships/image" Target="../media/image412.png"/><Relationship Id="rId479" Type="http://schemas.openxmlformats.org/officeDocument/2006/relationships/image" Target="../media/image433.png"/><Relationship Id="rId36" Type="http://schemas.openxmlformats.org/officeDocument/2006/relationships/customXml" Target="../ink/ink210.xml"/><Relationship Id="rId283" Type="http://schemas.openxmlformats.org/officeDocument/2006/relationships/image" Target="../media/image335.png"/><Relationship Id="rId339" Type="http://schemas.openxmlformats.org/officeDocument/2006/relationships/image" Target="../media/image363.png"/><Relationship Id="rId490" Type="http://schemas.openxmlformats.org/officeDocument/2006/relationships/customXml" Target="../ink/ink437.xml"/><Relationship Id="rId504" Type="http://schemas.openxmlformats.org/officeDocument/2006/relationships/customXml" Target="../ink/ink444.xml"/><Relationship Id="rId546" Type="http://schemas.openxmlformats.org/officeDocument/2006/relationships/customXml" Target="../ink/ink465.xml"/><Relationship Id="rId78" Type="http://schemas.openxmlformats.org/officeDocument/2006/relationships/customXml" Target="../ink/ink231.xml"/><Relationship Id="rId101" Type="http://schemas.openxmlformats.org/officeDocument/2006/relationships/image" Target="../media/image244.png"/><Relationship Id="rId143" Type="http://schemas.openxmlformats.org/officeDocument/2006/relationships/image" Target="../media/image265.png"/><Relationship Id="rId185" Type="http://schemas.openxmlformats.org/officeDocument/2006/relationships/image" Target="../media/image286.png"/><Relationship Id="rId350" Type="http://schemas.openxmlformats.org/officeDocument/2006/relationships/customXml" Target="../ink/ink367.xml"/><Relationship Id="rId406" Type="http://schemas.openxmlformats.org/officeDocument/2006/relationships/customXml" Target="../ink/ink395.xml"/><Relationship Id="rId588" Type="http://schemas.openxmlformats.org/officeDocument/2006/relationships/customXml" Target="../ink/ink486.xml"/><Relationship Id="rId9" Type="http://schemas.openxmlformats.org/officeDocument/2006/relationships/image" Target="../media/image198.png"/><Relationship Id="rId210" Type="http://schemas.openxmlformats.org/officeDocument/2006/relationships/customXml" Target="../ink/ink297.xml"/><Relationship Id="rId392" Type="http://schemas.openxmlformats.org/officeDocument/2006/relationships/customXml" Target="../ink/ink388.xml"/><Relationship Id="rId448" Type="http://schemas.openxmlformats.org/officeDocument/2006/relationships/customXml" Target="../ink/ink416.xml"/><Relationship Id="rId252" Type="http://schemas.openxmlformats.org/officeDocument/2006/relationships/customXml" Target="../ink/ink318.xml"/><Relationship Id="rId294" Type="http://schemas.openxmlformats.org/officeDocument/2006/relationships/customXml" Target="../ink/ink339.xml"/><Relationship Id="rId308" Type="http://schemas.openxmlformats.org/officeDocument/2006/relationships/customXml" Target="../ink/ink346.xml"/><Relationship Id="rId515" Type="http://schemas.openxmlformats.org/officeDocument/2006/relationships/image" Target="../media/image451.png"/><Relationship Id="rId47" Type="http://schemas.openxmlformats.org/officeDocument/2006/relationships/image" Target="../media/image217.png"/><Relationship Id="rId89" Type="http://schemas.openxmlformats.org/officeDocument/2006/relationships/image" Target="../media/image238.png"/><Relationship Id="rId112" Type="http://schemas.openxmlformats.org/officeDocument/2006/relationships/customXml" Target="../ink/ink248.xml"/><Relationship Id="rId154" Type="http://schemas.openxmlformats.org/officeDocument/2006/relationships/customXml" Target="../ink/ink269.xml"/><Relationship Id="rId361" Type="http://schemas.openxmlformats.org/officeDocument/2006/relationships/image" Target="../media/image374.png"/><Relationship Id="rId557" Type="http://schemas.openxmlformats.org/officeDocument/2006/relationships/image" Target="../media/image472.png"/><Relationship Id="rId196" Type="http://schemas.openxmlformats.org/officeDocument/2006/relationships/customXml" Target="../ink/ink290.xml"/><Relationship Id="rId417" Type="http://schemas.openxmlformats.org/officeDocument/2006/relationships/image" Target="../media/image402.png"/><Relationship Id="rId459" Type="http://schemas.openxmlformats.org/officeDocument/2006/relationships/image" Target="../media/image423.png"/><Relationship Id="rId16" Type="http://schemas.openxmlformats.org/officeDocument/2006/relationships/customXml" Target="../ink/ink200.xml"/><Relationship Id="rId221" Type="http://schemas.openxmlformats.org/officeDocument/2006/relationships/image" Target="../media/image304.png"/><Relationship Id="rId263" Type="http://schemas.openxmlformats.org/officeDocument/2006/relationships/image" Target="../media/image325.png"/><Relationship Id="rId319" Type="http://schemas.openxmlformats.org/officeDocument/2006/relationships/image" Target="../media/image353.png"/><Relationship Id="rId470" Type="http://schemas.openxmlformats.org/officeDocument/2006/relationships/customXml" Target="../ink/ink427.xml"/><Relationship Id="rId526" Type="http://schemas.openxmlformats.org/officeDocument/2006/relationships/customXml" Target="../ink/ink455.xml"/><Relationship Id="rId58" Type="http://schemas.openxmlformats.org/officeDocument/2006/relationships/customXml" Target="../ink/ink221.xml"/><Relationship Id="rId123" Type="http://schemas.openxmlformats.org/officeDocument/2006/relationships/image" Target="../media/image255.png"/><Relationship Id="rId330" Type="http://schemas.openxmlformats.org/officeDocument/2006/relationships/customXml" Target="../ink/ink357.xml"/><Relationship Id="rId568" Type="http://schemas.openxmlformats.org/officeDocument/2006/relationships/customXml" Target="../ink/ink476.xml"/><Relationship Id="rId165" Type="http://schemas.openxmlformats.org/officeDocument/2006/relationships/image" Target="../media/image276.png"/><Relationship Id="rId372" Type="http://schemas.openxmlformats.org/officeDocument/2006/relationships/customXml" Target="../ink/ink378.xml"/><Relationship Id="rId428" Type="http://schemas.openxmlformats.org/officeDocument/2006/relationships/customXml" Target="../ink/ink406.xml"/><Relationship Id="rId232" Type="http://schemas.openxmlformats.org/officeDocument/2006/relationships/customXml" Target="../ink/ink308.xml"/><Relationship Id="rId274" Type="http://schemas.openxmlformats.org/officeDocument/2006/relationships/customXml" Target="../ink/ink329.xml"/><Relationship Id="rId481" Type="http://schemas.openxmlformats.org/officeDocument/2006/relationships/image" Target="../media/image434.png"/><Relationship Id="rId27" Type="http://schemas.openxmlformats.org/officeDocument/2006/relationships/image" Target="../media/image207.png"/><Relationship Id="rId69" Type="http://schemas.openxmlformats.org/officeDocument/2006/relationships/image" Target="../media/image228.png"/><Relationship Id="rId134" Type="http://schemas.openxmlformats.org/officeDocument/2006/relationships/customXml" Target="../ink/ink259.xml"/><Relationship Id="rId537" Type="http://schemas.openxmlformats.org/officeDocument/2006/relationships/image" Target="../media/image462.png"/><Relationship Id="rId579" Type="http://schemas.openxmlformats.org/officeDocument/2006/relationships/image" Target="../media/image483.png"/><Relationship Id="rId80" Type="http://schemas.openxmlformats.org/officeDocument/2006/relationships/customXml" Target="../ink/ink232.xml"/><Relationship Id="rId176" Type="http://schemas.openxmlformats.org/officeDocument/2006/relationships/customXml" Target="../ink/ink280.xml"/><Relationship Id="rId341" Type="http://schemas.openxmlformats.org/officeDocument/2006/relationships/image" Target="../media/image364.png"/><Relationship Id="rId383" Type="http://schemas.openxmlformats.org/officeDocument/2006/relationships/image" Target="../media/image385.png"/><Relationship Id="rId439" Type="http://schemas.openxmlformats.org/officeDocument/2006/relationships/image" Target="../media/image413.png"/><Relationship Id="rId590" Type="http://schemas.openxmlformats.org/officeDocument/2006/relationships/customXml" Target="../ink/ink487.xml"/><Relationship Id="rId201" Type="http://schemas.openxmlformats.org/officeDocument/2006/relationships/image" Target="../media/image294.png"/><Relationship Id="rId243" Type="http://schemas.openxmlformats.org/officeDocument/2006/relationships/image" Target="../media/image315.png"/><Relationship Id="rId285" Type="http://schemas.openxmlformats.org/officeDocument/2006/relationships/image" Target="../media/image336.png"/><Relationship Id="rId450" Type="http://schemas.openxmlformats.org/officeDocument/2006/relationships/customXml" Target="../ink/ink417.xml"/><Relationship Id="rId506" Type="http://schemas.openxmlformats.org/officeDocument/2006/relationships/customXml" Target="../ink/ink445.xml"/><Relationship Id="rId38" Type="http://schemas.openxmlformats.org/officeDocument/2006/relationships/customXml" Target="../ink/ink211.xml"/><Relationship Id="rId103" Type="http://schemas.openxmlformats.org/officeDocument/2006/relationships/image" Target="../media/image245.png"/><Relationship Id="rId310" Type="http://schemas.openxmlformats.org/officeDocument/2006/relationships/customXml" Target="../ink/ink347.xml"/><Relationship Id="rId492" Type="http://schemas.openxmlformats.org/officeDocument/2006/relationships/customXml" Target="../ink/ink438.xml"/><Relationship Id="rId548" Type="http://schemas.openxmlformats.org/officeDocument/2006/relationships/customXml" Target="../ink/ink466.xml"/><Relationship Id="rId91" Type="http://schemas.openxmlformats.org/officeDocument/2006/relationships/image" Target="../media/image239.png"/><Relationship Id="rId145" Type="http://schemas.openxmlformats.org/officeDocument/2006/relationships/image" Target="../media/image266.png"/><Relationship Id="rId187" Type="http://schemas.openxmlformats.org/officeDocument/2006/relationships/image" Target="../media/image287.png"/><Relationship Id="rId352" Type="http://schemas.openxmlformats.org/officeDocument/2006/relationships/customXml" Target="../ink/ink368.xml"/><Relationship Id="rId394" Type="http://schemas.openxmlformats.org/officeDocument/2006/relationships/customXml" Target="../ink/ink389.xml"/><Relationship Id="rId408" Type="http://schemas.openxmlformats.org/officeDocument/2006/relationships/customXml" Target="../ink/ink396.xml"/><Relationship Id="rId212" Type="http://schemas.openxmlformats.org/officeDocument/2006/relationships/customXml" Target="../ink/ink298.xml"/><Relationship Id="rId254" Type="http://schemas.openxmlformats.org/officeDocument/2006/relationships/customXml" Target="../ink/ink319.xml"/><Relationship Id="rId49" Type="http://schemas.openxmlformats.org/officeDocument/2006/relationships/image" Target="../media/image218.png"/><Relationship Id="rId114" Type="http://schemas.openxmlformats.org/officeDocument/2006/relationships/customXml" Target="../ink/ink249.xml"/><Relationship Id="rId296" Type="http://schemas.openxmlformats.org/officeDocument/2006/relationships/customXml" Target="../ink/ink340.xml"/><Relationship Id="rId461" Type="http://schemas.openxmlformats.org/officeDocument/2006/relationships/image" Target="../media/image424.png"/><Relationship Id="rId517" Type="http://schemas.openxmlformats.org/officeDocument/2006/relationships/image" Target="../media/image452.png"/><Relationship Id="rId559" Type="http://schemas.openxmlformats.org/officeDocument/2006/relationships/image" Target="../media/image473.png"/><Relationship Id="rId60" Type="http://schemas.openxmlformats.org/officeDocument/2006/relationships/customXml" Target="../ink/ink222.xml"/><Relationship Id="rId156" Type="http://schemas.openxmlformats.org/officeDocument/2006/relationships/customXml" Target="../ink/ink270.xml"/><Relationship Id="rId198" Type="http://schemas.openxmlformats.org/officeDocument/2006/relationships/customXml" Target="../ink/ink291.xml"/><Relationship Id="rId321" Type="http://schemas.openxmlformats.org/officeDocument/2006/relationships/image" Target="../media/image354.png"/><Relationship Id="rId363" Type="http://schemas.openxmlformats.org/officeDocument/2006/relationships/image" Target="../media/image375.png"/><Relationship Id="rId419" Type="http://schemas.openxmlformats.org/officeDocument/2006/relationships/image" Target="../media/image403.png"/><Relationship Id="rId570" Type="http://schemas.openxmlformats.org/officeDocument/2006/relationships/customXml" Target="../ink/ink477.xml"/><Relationship Id="rId223" Type="http://schemas.openxmlformats.org/officeDocument/2006/relationships/image" Target="../media/image305.png"/><Relationship Id="rId430" Type="http://schemas.openxmlformats.org/officeDocument/2006/relationships/customXml" Target="../ink/ink407.xml"/><Relationship Id="rId18" Type="http://schemas.openxmlformats.org/officeDocument/2006/relationships/customXml" Target="../ink/ink201.xml"/><Relationship Id="rId265" Type="http://schemas.openxmlformats.org/officeDocument/2006/relationships/image" Target="../media/image326.png"/><Relationship Id="rId472" Type="http://schemas.openxmlformats.org/officeDocument/2006/relationships/customXml" Target="../ink/ink428.xml"/><Relationship Id="rId528" Type="http://schemas.openxmlformats.org/officeDocument/2006/relationships/customXml" Target="../ink/ink456.xml"/><Relationship Id="rId125" Type="http://schemas.openxmlformats.org/officeDocument/2006/relationships/image" Target="../media/image256.png"/><Relationship Id="rId167" Type="http://schemas.openxmlformats.org/officeDocument/2006/relationships/image" Target="../media/image277.png"/><Relationship Id="rId332" Type="http://schemas.openxmlformats.org/officeDocument/2006/relationships/customXml" Target="../ink/ink358.xml"/><Relationship Id="rId374" Type="http://schemas.openxmlformats.org/officeDocument/2006/relationships/customXml" Target="../ink/ink379.xml"/><Relationship Id="rId581" Type="http://schemas.openxmlformats.org/officeDocument/2006/relationships/image" Target="../media/image484.png"/><Relationship Id="rId71" Type="http://schemas.openxmlformats.org/officeDocument/2006/relationships/image" Target="../media/image229.png"/><Relationship Id="rId234" Type="http://schemas.openxmlformats.org/officeDocument/2006/relationships/customXml" Target="../ink/ink309.xml"/><Relationship Id="rId2" Type="http://schemas.openxmlformats.org/officeDocument/2006/relationships/customXml" Target="../ink/ink193.xml"/><Relationship Id="rId29" Type="http://schemas.openxmlformats.org/officeDocument/2006/relationships/image" Target="../media/image208.png"/><Relationship Id="rId276" Type="http://schemas.openxmlformats.org/officeDocument/2006/relationships/customXml" Target="../ink/ink330.xml"/><Relationship Id="rId441" Type="http://schemas.openxmlformats.org/officeDocument/2006/relationships/image" Target="../media/image414.png"/><Relationship Id="rId483" Type="http://schemas.openxmlformats.org/officeDocument/2006/relationships/image" Target="../media/image435.png"/><Relationship Id="rId539" Type="http://schemas.openxmlformats.org/officeDocument/2006/relationships/image" Target="../media/image463.png"/><Relationship Id="rId40" Type="http://schemas.openxmlformats.org/officeDocument/2006/relationships/customXml" Target="../ink/ink212.xml"/><Relationship Id="rId136" Type="http://schemas.openxmlformats.org/officeDocument/2006/relationships/customXml" Target="../ink/ink260.xml"/><Relationship Id="rId178" Type="http://schemas.openxmlformats.org/officeDocument/2006/relationships/customXml" Target="../ink/ink281.xml"/><Relationship Id="rId301" Type="http://schemas.openxmlformats.org/officeDocument/2006/relationships/image" Target="../media/image344.png"/><Relationship Id="rId343" Type="http://schemas.openxmlformats.org/officeDocument/2006/relationships/image" Target="../media/image365.png"/><Relationship Id="rId550" Type="http://schemas.openxmlformats.org/officeDocument/2006/relationships/customXml" Target="../ink/ink467.xml"/><Relationship Id="rId82" Type="http://schemas.openxmlformats.org/officeDocument/2006/relationships/customXml" Target="../ink/ink233.xml"/><Relationship Id="rId203" Type="http://schemas.openxmlformats.org/officeDocument/2006/relationships/image" Target="../media/image295.png"/><Relationship Id="rId385" Type="http://schemas.openxmlformats.org/officeDocument/2006/relationships/image" Target="../media/image386.png"/><Relationship Id="rId245" Type="http://schemas.openxmlformats.org/officeDocument/2006/relationships/image" Target="../media/image316.png"/><Relationship Id="rId287" Type="http://schemas.openxmlformats.org/officeDocument/2006/relationships/image" Target="../media/image337.png"/><Relationship Id="rId410" Type="http://schemas.openxmlformats.org/officeDocument/2006/relationships/customXml" Target="../ink/ink397.xml"/><Relationship Id="rId452" Type="http://schemas.openxmlformats.org/officeDocument/2006/relationships/customXml" Target="../ink/ink418.xml"/><Relationship Id="rId494" Type="http://schemas.openxmlformats.org/officeDocument/2006/relationships/customXml" Target="../ink/ink439.xml"/><Relationship Id="rId508" Type="http://schemas.openxmlformats.org/officeDocument/2006/relationships/customXml" Target="../ink/ink446.xml"/><Relationship Id="rId105" Type="http://schemas.openxmlformats.org/officeDocument/2006/relationships/image" Target="../media/image246.png"/><Relationship Id="rId147" Type="http://schemas.openxmlformats.org/officeDocument/2006/relationships/image" Target="../media/image267.png"/><Relationship Id="rId312" Type="http://schemas.openxmlformats.org/officeDocument/2006/relationships/customXml" Target="../ink/ink348.xml"/><Relationship Id="rId354" Type="http://schemas.openxmlformats.org/officeDocument/2006/relationships/customXml" Target="../ink/ink369.xml"/><Relationship Id="rId51" Type="http://schemas.openxmlformats.org/officeDocument/2006/relationships/image" Target="../media/image219.png"/><Relationship Id="rId93" Type="http://schemas.openxmlformats.org/officeDocument/2006/relationships/image" Target="../media/image240.png"/><Relationship Id="rId189" Type="http://schemas.openxmlformats.org/officeDocument/2006/relationships/image" Target="../media/image288.png"/><Relationship Id="rId396" Type="http://schemas.openxmlformats.org/officeDocument/2006/relationships/customXml" Target="../ink/ink390.xml"/><Relationship Id="rId561" Type="http://schemas.openxmlformats.org/officeDocument/2006/relationships/image" Target="../media/image474.png"/><Relationship Id="rId214" Type="http://schemas.openxmlformats.org/officeDocument/2006/relationships/customXml" Target="../ink/ink299.xml"/><Relationship Id="rId256" Type="http://schemas.openxmlformats.org/officeDocument/2006/relationships/customXml" Target="../ink/ink320.xml"/><Relationship Id="rId298" Type="http://schemas.openxmlformats.org/officeDocument/2006/relationships/customXml" Target="../ink/ink341.xml"/><Relationship Id="rId421" Type="http://schemas.openxmlformats.org/officeDocument/2006/relationships/image" Target="../media/image404.png"/><Relationship Id="rId463" Type="http://schemas.openxmlformats.org/officeDocument/2006/relationships/image" Target="../media/image425.png"/><Relationship Id="rId519" Type="http://schemas.openxmlformats.org/officeDocument/2006/relationships/image" Target="../media/image453.png"/><Relationship Id="rId116" Type="http://schemas.openxmlformats.org/officeDocument/2006/relationships/customXml" Target="../ink/ink250.xml"/><Relationship Id="rId158" Type="http://schemas.openxmlformats.org/officeDocument/2006/relationships/customXml" Target="../ink/ink271.xml"/><Relationship Id="rId323" Type="http://schemas.openxmlformats.org/officeDocument/2006/relationships/image" Target="../media/image355.png"/><Relationship Id="rId530" Type="http://schemas.openxmlformats.org/officeDocument/2006/relationships/customXml" Target="../ink/ink457.xml"/><Relationship Id="rId20" Type="http://schemas.openxmlformats.org/officeDocument/2006/relationships/customXml" Target="../ink/ink202.xml"/><Relationship Id="rId62" Type="http://schemas.openxmlformats.org/officeDocument/2006/relationships/customXml" Target="../ink/ink223.xml"/><Relationship Id="rId365" Type="http://schemas.openxmlformats.org/officeDocument/2006/relationships/image" Target="../media/image376.png"/><Relationship Id="rId572" Type="http://schemas.openxmlformats.org/officeDocument/2006/relationships/customXml" Target="../ink/ink478.xml"/><Relationship Id="rId225" Type="http://schemas.openxmlformats.org/officeDocument/2006/relationships/image" Target="../media/image306.png"/><Relationship Id="rId267" Type="http://schemas.openxmlformats.org/officeDocument/2006/relationships/image" Target="../media/image327.png"/><Relationship Id="rId432" Type="http://schemas.openxmlformats.org/officeDocument/2006/relationships/customXml" Target="../ink/ink408.xml"/><Relationship Id="rId474" Type="http://schemas.openxmlformats.org/officeDocument/2006/relationships/customXml" Target="../ink/ink429.xml"/><Relationship Id="rId127" Type="http://schemas.openxmlformats.org/officeDocument/2006/relationships/image" Target="../media/image257.png"/><Relationship Id="rId31" Type="http://schemas.openxmlformats.org/officeDocument/2006/relationships/image" Target="../media/image209.png"/><Relationship Id="rId73" Type="http://schemas.openxmlformats.org/officeDocument/2006/relationships/image" Target="../media/image230.png"/><Relationship Id="rId169" Type="http://schemas.openxmlformats.org/officeDocument/2006/relationships/image" Target="../media/image278.png"/><Relationship Id="rId334" Type="http://schemas.openxmlformats.org/officeDocument/2006/relationships/customXml" Target="../ink/ink359.xml"/><Relationship Id="rId376" Type="http://schemas.openxmlformats.org/officeDocument/2006/relationships/customXml" Target="../ink/ink380.xml"/><Relationship Id="rId541" Type="http://schemas.openxmlformats.org/officeDocument/2006/relationships/image" Target="../media/image464.png"/><Relationship Id="rId583" Type="http://schemas.openxmlformats.org/officeDocument/2006/relationships/image" Target="../media/image485.png"/><Relationship Id="rId4" Type="http://schemas.openxmlformats.org/officeDocument/2006/relationships/customXml" Target="../ink/ink194.xml"/><Relationship Id="rId180" Type="http://schemas.openxmlformats.org/officeDocument/2006/relationships/customXml" Target="../ink/ink282.xml"/><Relationship Id="rId236" Type="http://schemas.openxmlformats.org/officeDocument/2006/relationships/customXml" Target="../ink/ink310.xml"/><Relationship Id="rId278" Type="http://schemas.openxmlformats.org/officeDocument/2006/relationships/customXml" Target="../ink/ink331.xml"/><Relationship Id="rId401" Type="http://schemas.openxmlformats.org/officeDocument/2006/relationships/image" Target="../media/image394.png"/><Relationship Id="rId443" Type="http://schemas.openxmlformats.org/officeDocument/2006/relationships/image" Target="../media/image415.png"/><Relationship Id="rId303" Type="http://schemas.openxmlformats.org/officeDocument/2006/relationships/image" Target="../media/image345.png"/><Relationship Id="rId485" Type="http://schemas.openxmlformats.org/officeDocument/2006/relationships/image" Target="../media/image436.png"/><Relationship Id="rId42" Type="http://schemas.openxmlformats.org/officeDocument/2006/relationships/customXml" Target="../ink/ink213.xml"/><Relationship Id="rId84" Type="http://schemas.openxmlformats.org/officeDocument/2006/relationships/customXml" Target="../ink/ink234.xml"/><Relationship Id="rId138" Type="http://schemas.openxmlformats.org/officeDocument/2006/relationships/customXml" Target="../ink/ink261.xml"/><Relationship Id="rId345" Type="http://schemas.openxmlformats.org/officeDocument/2006/relationships/image" Target="../media/image366.png"/><Relationship Id="rId387" Type="http://schemas.openxmlformats.org/officeDocument/2006/relationships/image" Target="../media/image387.png"/><Relationship Id="rId510" Type="http://schemas.openxmlformats.org/officeDocument/2006/relationships/customXml" Target="../ink/ink447.xml"/><Relationship Id="rId552" Type="http://schemas.openxmlformats.org/officeDocument/2006/relationships/customXml" Target="../ink/ink468.xml"/><Relationship Id="rId191" Type="http://schemas.openxmlformats.org/officeDocument/2006/relationships/image" Target="../media/image289.png"/><Relationship Id="rId205" Type="http://schemas.openxmlformats.org/officeDocument/2006/relationships/image" Target="../media/image296.png"/><Relationship Id="rId247" Type="http://schemas.openxmlformats.org/officeDocument/2006/relationships/image" Target="../media/image317.png"/><Relationship Id="rId412" Type="http://schemas.openxmlformats.org/officeDocument/2006/relationships/customXml" Target="../ink/ink398.xml"/><Relationship Id="rId107" Type="http://schemas.openxmlformats.org/officeDocument/2006/relationships/image" Target="../media/image247.png"/><Relationship Id="rId289" Type="http://schemas.openxmlformats.org/officeDocument/2006/relationships/image" Target="../media/image338.png"/><Relationship Id="rId454" Type="http://schemas.openxmlformats.org/officeDocument/2006/relationships/customXml" Target="../ink/ink419.xml"/><Relationship Id="rId496" Type="http://schemas.openxmlformats.org/officeDocument/2006/relationships/customXml" Target="../ink/ink440.xml"/><Relationship Id="rId11" Type="http://schemas.openxmlformats.org/officeDocument/2006/relationships/image" Target="../media/image199.png"/><Relationship Id="rId53" Type="http://schemas.openxmlformats.org/officeDocument/2006/relationships/image" Target="../media/image220.png"/><Relationship Id="rId149" Type="http://schemas.openxmlformats.org/officeDocument/2006/relationships/image" Target="../media/image268.png"/><Relationship Id="rId314" Type="http://schemas.openxmlformats.org/officeDocument/2006/relationships/customXml" Target="../ink/ink349.xml"/><Relationship Id="rId356" Type="http://schemas.openxmlformats.org/officeDocument/2006/relationships/customXml" Target="../ink/ink370.xml"/><Relationship Id="rId398" Type="http://schemas.openxmlformats.org/officeDocument/2006/relationships/customXml" Target="../ink/ink391.xml"/><Relationship Id="rId521" Type="http://schemas.openxmlformats.org/officeDocument/2006/relationships/image" Target="../media/image454.png"/><Relationship Id="rId563" Type="http://schemas.openxmlformats.org/officeDocument/2006/relationships/image" Target="../media/image475.png"/><Relationship Id="rId95" Type="http://schemas.openxmlformats.org/officeDocument/2006/relationships/image" Target="../media/image241.png"/><Relationship Id="rId160" Type="http://schemas.openxmlformats.org/officeDocument/2006/relationships/customXml" Target="../ink/ink272.xml"/><Relationship Id="rId216" Type="http://schemas.openxmlformats.org/officeDocument/2006/relationships/customXml" Target="../ink/ink300.xml"/><Relationship Id="rId423" Type="http://schemas.openxmlformats.org/officeDocument/2006/relationships/image" Target="../media/image405.png"/><Relationship Id="rId258" Type="http://schemas.openxmlformats.org/officeDocument/2006/relationships/customXml" Target="../ink/ink321.xml"/><Relationship Id="rId465" Type="http://schemas.openxmlformats.org/officeDocument/2006/relationships/image" Target="../media/image426.png"/><Relationship Id="rId22" Type="http://schemas.openxmlformats.org/officeDocument/2006/relationships/customXml" Target="../ink/ink203.xml"/><Relationship Id="rId64" Type="http://schemas.openxmlformats.org/officeDocument/2006/relationships/customXml" Target="../ink/ink224.xml"/><Relationship Id="rId118" Type="http://schemas.openxmlformats.org/officeDocument/2006/relationships/customXml" Target="../ink/ink251.xml"/><Relationship Id="rId325" Type="http://schemas.openxmlformats.org/officeDocument/2006/relationships/image" Target="../media/image356.png"/><Relationship Id="rId367" Type="http://schemas.openxmlformats.org/officeDocument/2006/relationships/image" Target="../media/image377.png"/><Relationship Id="rId532" Type="http://schemas.openxmlformats.org/officeDocument/2006/relationships/customXml" Target="../ink/ink458.xml"/><Relationship Id="rId574" Type="http://schemas.openxmlformats.org/officeDocument/2006/relationships/customXml" Target="../ink/ink479.xml"/><Relationship Id="rId171" Type="http://schemas.openxmlformats.org/officeDocument/2006/relationships/image" Target="../media/image279.png"/><Relationship Id="rId227" Type="http://schemas.openxmlformats.org/officeDocument/2006/relationships/image" Target="../media/image307.png"/><Relationship Id="rId269" Type="http://schemas.openxmlformats.org/officeDocument/2006/relationships/image" Target="../media/image328.png"/><Relationship Id="rId434" Type="http://schemas.openxmlformats.org/officeDocument/2006/relationships/customXml" Target="../ink/ink409.xml"/><Relationship Id="rId476" Type="http://schemas.openxmlformats.org/officeDocument/2006/relationships/customXml" Target="../ink/ink430.xml"/><Relationship Id="rId33" Type="http://schemas.openxmlformats.org/officeDocument/2006/relationships/image" Target="../media/image210.png"/><Relationship Id="rId129" Type="http://schemas.openxmlformats.org/officeDocument/2006/relationships/image" Target="../media/image258.png"/><Relationship Id="rId280" Type="http://schemas.openxmlformats.org/officeDocument/2006/relationships/customXml" Target="../ink/ink332.xml"/><Relationship Id="rId336" Type="http://schemas.openxmlformats.org/officeDocument/2006/relationships/customXml" Target="../ink/ink360.xml"/><Relationship Id="rId501" Type="http://schemas.openxmlformats.org/officeDocument/2006/relationships/image" Target="../media/image444.png"/><Relationship Id="rId543" Type="http://schemas.openxmlformats.org/officeDocument/2006/relationships/image" Target="../media/image465.png"/><Relationship Id="rId75" Type="http://schemas.openxmlformats.org/officeDocument/2006/relationships/image" Target="../media/image231.png"/><Relationship Id="rId140" Type="http://schemas.openxmlformats.org/officeDocument/2006/relationships/customXml" Target="../ink/ink262.xml"/><Relationship Id="rId182" Type="http://schemas.openxmlformats.org/officeDocument/2006/relationships/customXml" Target="../ink/ink283.xml"/><Relationship Id="rId378" Type="http://schemas.openxmlformats.org/officeDocument/2006/relationships/customXml" Target="../ink/ink381.xml"/><Relationship Id="rId403" Type="http://schemas.openxmlformats.org/officeDocument/2006/relationships/image" Target="../media/image395.png"/><Relationship Id="rId585" Type="http://schemas.openxmlformats.org/officeDocument/2006/relationships/image" Target="../media/image486.png"/><Relationship Id="rId6" Type="http://schemas.openxmlformats.org/officeDocument/2006/relationships/customXml" Target="../ink/ink195.xml"/><Relationship Id="rId238" Type="http://schemas.openxmlformats.org/officeDocument/2006/relationships/customXml" Target="../ink/ink311.xml"/><Relationship Id="rId445" Type="http://schemas.openxmlformats.org/officeDocument/2006/relationships/image" Target="../media/image416.png"/><Relationship Id="rId487" Type="http://schemas.openxmlformats.org/officeDocument/2006/relationships/image" Target="../media/image437.png"/><Relationship Id="rId291" Type="http://schemas.openxmlformats.org/officeDocument/2006/relationships/image" Target="../media/image339.png"/><Relationship Id="rId305" Type="http://schemas.openxmlformats.org/officeDocument/2006/relationships/image" Target="../media/image346.png"/><Relationship Id="rId347" Type="http://schemas.openxmlformats.org/officeDocument/2006/relationships/image" Target="../media/image367.png"/><Relationship Id="rId512" Type="http://schemas.openxmlformats.org/officeDocument/2006/relationships/customXml" Target="../ink/ink448.xml"/><Relationship Id="rId44" Type="http://schemas.openxmlformats.org/officeDocument/2006/relationships/customXml" Target="../ink/ink214.xml"/><Relationship Id="rId86" Type="http://schemas.openxmlformats.org/officeDocument/2006/relationships/customXml" Target="../ink/ink235.xml"/><Relationship Id="rId151" Type="http://schemas.openxmlformats.org/officeDocument/2006/relationships/image" Target="../media/image269.png"/><Relationship Id="rId389" Type="http://schemas.openxmlformats.org/officeDocument/2006/relationships/image" Target="../media/image388.png"/><Relationship Id="rId554" Type="http://schemas.openxmlformats.org/officeDocument/2006/relationships/customXml" Target="../ink/ink469.xml"/><Relationship Id="rId193" Type="http://schemas.openxmlformats.org/officeDocument/2006/relationships/image" Target="../media/image290.png"/><Relationship Id="rId207" Type="http://schemas.openxmlformats.org/officeDocument/2006/relationships/image" Target="../media/image297.png"/><Relationship Id="rId249" Type="http://schemas.openxmlformats.org/officeDocument/2006/relationships/image" Target="../media/image318.png"/><Relationship Id="rId414" Type="http://schemas.openxmlformats.org/officeDocument/2006/relationships/customXml" Target="../ink/ink399.xml"/><Relationship Id="rId456" Type="http://schemas.openxmlformats.org/officeDocument/2006/relationships/customXml" Target="../ink/ink420.xml"/><Relationship Id="rId498" Type="http://schemas.openxmlformats.org/officeDocument/2006/relationships/customXml" Target="../ink/ink441.xml"/><Relationship Id="rId13" Type="http://schemas.openxmlformats.org/officeDocument/2006/relationships/image" Target="../media/image200.png"/><Relationship Id="rId109" Type="http://schemas.openxmlformats.org/officeDocument/2006/relationships/image" Target="../media/image248.png"/><Relationship Id="rId260" Type="http://schemas.openxmlformats.org/officeDocument/2006/relationships/customXml" Target="../ink/ink322.xml"/><Relationship Id="rId316" Type="http://schemas.openxmlformats.org/officeDocument/2006/relationships/customXml" Target="../ink/ink350.xml"/><Relationship Id="rId523" Type="http://schemas.openxmlformats.org/officeDocument/2006/relationships/image" Target="../media/image455.png"/><Relationship Id="rId55" Type="http://schemas.openxmlformats.org/officeDocument/2006/relationships/image" Target="../media/image221.png"/><Relationship Id="rId97" Type="http://schemas.openxmlformats.org/officeDocument/2006/relationships/image" Target="../media/image242.png"/><Relationship Id="rId120" Type="http://schemas.openxmlformats.org/officeDocument/2006/relationships/customXml" Target="../ink/ink252.xml"/><Relationship Id="rId358" Type="http://schemas.openxmlformats.org/officeDocument/2006/relationships/customXml" Target="../ink/ink371.xml"/><Relationship Id="rId565" Type="http://schemas.openxmlformats.org/officeDocument/2006/relationships/image" Target="../media/image476.png"/><Relationship Id="rId162" Type="http://schemas.openxmlformats.org/officeDocument/2006/relationships/customXml" Target="../ink/ink273.xml"/><Relationship Id="rId218" Type="http://schemas.openxmlformats.org/officeDocument/2006/relationships/customXml" Target="../ink/ink301.xml"/><Relationship Id="rId425" Type="http://schemas.openxmlformats.org/officeDocument/2006/relationships/image" Target="../media/image406.png"/><Relationship Id="rId467" Type="http://schemas.openxmlformats.org/officeDocument/2006/relationships/image" Target="../media/image427.png"/><Relationship Id="rId271" Type="http://schemas.openxmlformats.org/officeDocument/2006/relationships/image" Target="../media/image329.png"/><Relationship Id="rId24" Type="http://schemas.openxmlformats.org/officeDocument/2006/relationships/customXml" Target="../ink/ink204.xml"/><Relationship Id="rId66" Type="http://schemas.openxmlformats.org/officeDocument/2006/relationships/customXml" Target="../ink/ink225.xml"/><Relationship Id="rId131" Type="http://schemas.openxmlformats.org/officeDocument/2006/relationships/image" Target="../media/image259.png"/><Relationship Id="rId327" Type="http://schemas.openxmlformats.org/officeDocument/2006/relationships/image" Target="../media/image357.png"/><Relationship Id="rId369" Type="http://schemas.openxmlformats.org/officeDocument/2006/relationships/image" Target="../media/image378.png"/><Relationship Id="rId534" Type="http://schemas.openxmlformats.org/officeDocument/2006/relationships/customXml" Target="../ink/ink459.xml"/><Relationship Id="rId576" Type="http://schemas.openxmlformats.org/officeDocument/2006/relationships/customXml" Target="../ink/ink480.xml"/><Relationship Id="rId173" Type="http://schemas.openxmlformats.org/officeDocument/2006/relationships/image" Target="../media/image280.png"/><Relationship Id="rId229" Type="http://schemas.openxmlformats.org/officeDocument/2006/relationships/image" Target="../media/image308.png"/><Relationship Id="rId380" Type="http://schemas.openxmlformats.org/officeDocument/2006/relationships/customXml" Target="../ink/ink382.xml"/><Relationship Id="rId436" Type="http://schemas.openxmlformats.org/officeDocument/2006/relationships/customXml" Target="../ink/ink410.xml"/><Relationship Id="rId240" Type="http://schemas.openxmlformats.org/officeDocument/2006/relationships/customXml" Target="../ink/ink312.xml"/><Relationship Id="rId478" Type="http://schemas.openxmlformats.org/officeDocument/2006/relationships/customXml" Target="../ink/ink431.xml"/><Relationship Id="rId35" Type="http://schemas.openxmlformats.org/officeDocument/2006/relationships/image" Target="../media/image211.png"/><Relationship Id="rId77" Type="http://schemas.openxmlformats.org/officeDocument/2006/relationships/image" Target="../media/image232.png"/><Relationship Id="rId100" Type="http://schemas.openxmlformats.org/officeDocument/2006/relationships/customXml" Target="../ink/ink242.xml"/><Relationship Id="rId282" Type="http://schemas.openxmlformats.org/officeDocument/2006/relationships/customXml" Target="../ink/ink333.xml"/><Relationship Id="rId338" Type="http://schemas.openxmlformats.org/officeDocument/2006/relationships/customXml" Target="../ink/ink361.xml"/><Relationship Id="rId503" Type="http://schemas.openxmlformats.org/officeDocument/2006/relationships/image" Target="../media/image445.png"/><Relationship Id="rId545" Type="http://schemas.openxmlformats.org/officeDocument/2006/relationships/image" Target="../media/image466.png"/><Relationship Id="rId587" Type="http://schemas.openxmlformats.org/officeDocument/2006/relationships/image" Target="../media/image487.png"/><Relationship Id="rId8" Type="http://schemas.openxmlformats.org/officeDocument/2006/relationships/customXml" Target="../ink/ink196.xml"/><Relationship Id="rId142" Type="http://schemas.openxmlformats.org/officeDocument/2006/relationships/customXml" Target="../ink/ink263.xml"/><Relationship Id="rId184" Type="http://schemas.openxmlformats.org/officeDocument/2006/relationships/customXml" Target="../ink/ink284.xml"/><Relationship Id="rId391" Type="http://schemas.openxmlformats.org/officeDocument/2006/relationships/image" Target="../media/image389.png"/><Relationship Id="rId405" Type="http://schemas.openxmlformats.org/officeDocument/2006/relationships/image" Target="../media/image396.png"/><Relationship Id="rId447" Type="http://schemas.openxmlformats.org/officeDocument/2006/relationships/image" Target="../media/image417.png"/><Relationship Id="rId251" Type="http://schemas.openxmlformats.org/officeDocument/2006/relationships/image" Target="../media/image319.png"/><Relationship Id="rId489" Type="http://schemas.openxmlformats.org/officeDocument/2006/relationships/image" Target="../media/image438.png"/><Relationship Id="rId46" Type="http://schemas.openxmlformats.org/officeDocument/2006/relationships/customXml" Target="../ink/ink215.xml"/><Relationship Id="rId293" Type="http://schemas.openxmlformats.org/officeDocument/2006/relationships/image" Target="../media/image340.png"/><Relationship Id="rId307" Type="http://schemas.openxmlformats.org/officeDocument/2006/relationships/image" Target="../media/image347.png"/><Relationship Id="rId349" Type="http://schemas.openxmlformats.org/officeDocument/2006/relationships/image" Target="../media/image368.png"/><Relationship Id="rId514" Type="http://schemas.openxmlformats.org/officeDocument/2006/relationships/customXml" Target="../ink/ink449.xml"/><Relationship Id="rId556" Type="http://schemas.openxmlformats.org/officeDocument/2006/relationships/customXml" Target="../ink/ink470.xml"/><Relationship Id="rId88" Type="http://schemas.openxmlformats.org/officeDocument/2006/relationships/customXml" Target="../ink/ink236.xml"/><Relationship Id="rId111" Type="http://schemas.openxmlformats.org/officeDocument/2006/relationships/image" Target="../media/image249.png"/><Relationship Id="rId153" Type="http://schemas.openxmlformats.org/officeDocument/2006/relationships/image" Target="../media/image270.png"/><Relationship Id="rId195" Type="http://schemas.openxmlformats.org/officeDocument/2006/relationships/image" Target="../media/image291.png"/><Relationship Id="rId209" Type="http://schemas.openxmlformats.org/officeDocument/2006/relationships/image" Target="../media/image298.png"/><Relationship Id="rId360" Type="http://schemas.openxmlformats.org/officeDocument/2006/relationships/customXml" Target="../ink/ink372.xml"/><Relationship Id="rId416" Type="http://schemas.openxmlformats.org/officeDocument/2006/relationships/customXml" Target="../ink/ink400.xml"/><Relationship Id="rId220" Type="http://schemas.openxmlformats.org/officeDocument/2006/relationships/customXml" Target="../ink/ink302.xml"/><Relationship Id="rId458" Type="http://schemas.openxmlformats.org/officeDocument/2006/relationships/customXml" Target="../ink/ink421.xml"/><Relationship Id="rId15" Type="http://schemas.openxmlformats.org/officeDocument/2006/relationships/image" Target="../media/image201.png"/><Relationship Id="rId57" Type="http://schemas.openxmlformats.org/officeDocument/2006/relationships/image" Target="../media/image222.png"/><Relationship Id="rId262" Type="http://schemas.openxmlformats.org/officeDocument/2006/relationships/customXml" Target="../ink/ink323.xml"/><Relationship Id="rId318" Type="http://schemas.openxmlformats.org/officeDocument/2006/relationships/customXml" Target="../ink/ink351.xml"/><Relationship Id="rId525" Type="http://schemas.openxmlformats.org/officeDocument/2006/relationships/image" Target="../media/image456.png"/><Relationship Id="rId567" Type="http://schemas.openxmlformats.org/officeDocument/2006/relationships/image" Target="../media/image477.png"/><Relationship Id="rId99" Type="http://schemas.openxmlformats.org/officeDocument/2006/relationships/image" Target="../media/image243.png"/><Relationship Id="rId122" Type="http://schemas.openxmlformats.org/officeDocument/2006/relationships/customXml" Target="../ink/ink253.xml"/><Relationship Id="rId164" Type="http://schemas.openxmlformats.org/officeDocument/2006/relationships/customXml" Target="../ink/ink274.xml"/><Relationship Id="rId371" Type="http://schemas.openxmlformats.org/officeDocument/2006/relationships/image" Target="../media/image379.png"/><Relationship Id="rId427" Type="http://schemas.openxmlformats.org/officeDocument/2006/relationships/image" Target="../media/image407.png"/><Relationship Id="rId469" Type="http://schemas.openxmlformats.org/officeDocument/2006/relationships/image" Target="../media/image428.png"/><Relationship Id="rId26" Type="http://schemas.openxmlformats.org/officeDocument/2006/relationships/customXml" Target="../ink/ink205.xml"/><Relationship Id="rId231" Type="http://schemas.openxmlformats.org/officeDocument/2006/relationships/image" Target="../media/image309.png"/><Relationship Id="rId273" Type="http://schemas.openxmlformats.org/officeDocument/2006/relationships/image" Target="../media/image330.png"/><Relationship Id="rId329" Type="http://schemas.openxmlformats.org/officeDocument/2006/relationships/image" Target="../media/image358.png"/><Relationship Id="rId480" Type="http://schemas.openxmlformats.org/officeDocument/2006/relationships/customXml" Target="../ink/ink432.xml"/><Relationship Id="rId536" Type="http://schemas.openxmlformats.org/officeDocument/2006/relationships/customXml" Target="../ink/ink460.xml"/><Relationship Id="rId68" Type="http://schemas.openxmlformats.org/officeDocument/2006/relationships/customXml" Target="../ink/ink226.xml"/><Relationship Id="rId133" Type="http://schemas.openxmlformats.org/officeDocument/2006/relationships/image" Target="../media/image260.png"/><Relationship Id="rId175" Type="http://schemas.openxmlformats.org/officeDocument/2006/relationships/image" Target="../media/image281.png"/><Relationship Id="rId340" Type="http://schemas.openxmlformats.org/officeDocument/2006/relationships/customXml" Target="../ink/ink362.xml"/><Relationship Id="rId578" Type="http://schemas.openxmlformats.org/officeDocument/2006/relationships/customXml" Target="../ink/ink481.xml"/><Relationship Id="rId200" Type="http://schemas.openxmlformats.org/officeDocument/2006/relationships/customXml" Target="../ink/ink292.xml"/><Relationship Id="rId382" Type="http://schemas.openxmlformats.org/officeDocument/2006/relationships/customXml" Target="../ink/ink383.xml"/><Relationship Id="rId438" Type="http://schemas.openxmlformats.org/officeDocument/2006/relationships/customXml" Target="../ink/ink411.xml"/><Relationship Id="rId242" Type="http://schemas.openxmlformats.org/officeDocument/2006/relationships/customXml" Target="../ink/ink313.xml"/><Relationship Id="rId284" Type="http://schemas.openxmlformats.org/officeDocument/2006/relationships/customXml" Target="../ink/ink334.xml"/><Relationship Id="rId491" Type="http://schemas.openxmlformats.org/officeDocument/2006/relationships/image" Target="../media/image439.png"/><Relationship Id="rId505" Type="http://schemas.openxmlformats.org/officeDocument/2006/relationships/image" Target="../media/image446.png"/><Relationship Id="rId37" Type="http://schemas.openxmlformats.org/officeDocument/2006/relationships/image" Target="../media/image212.png"/><Relationship Id="rId79" Type="http://schemas.openxmlformats.org/officeDocument/2006/relationships/image" Target="../media/image233.png"/><Relationship Id="rId102" Type="http://schemas.openxmlformats.org/officeDocument/2006/relationships/customXml" Target="../ink/ink243.xml"/><Relationship Id="rId144" Type="http://schemas.openxmlformats.org/officeDocument/2006/relationships/customXml" Target="../ink/ink264.xml"/><Relationship Id="rId547" Type="http://schemas.openxmlformats.org/officeDocument/2006/relationships/image" Target="../media/image467.png"/><Relationship Id="rId589" Type="http://schemas.openxmlformats.org/officeDocument/2006/relationships/image" Target="../media/image488.png"/><Relationship Id="rId90" Type="http://schemas.openxmlformats.org/officeDocument/2006/relationships/customXml" Target="../ink/ink237.xml"/><Relationship Id="rId186" Type="http://schemas.openxmlformats.org/officeDocument/2006/relationships/customXml" Target="../ink/ink285.xml"/><Relationship Id="rId351" Type="http://schemas.openxmlformats.org/officeDocument/2006/relationships/image" Target="../media/image369.png"/><Relationship Id="rId393" Type="http://schemas.openxmlformats.org/officeDocument/2006/relationships/image" Target="../media/image390.png"/><Relationship Id="rId407" Type="http://schemas.openxmlformats.org/officeDocument/2006/relationships/image" Target="../media/image397.png"/><Relationship Id="rId449" Type="http://schemas.openxmlformats.org/officeDocument/2006/relationships/image" Target="../media/image418.png"/><Relationship Id="rId211" Type="http://schemas.openxmlformats.org/officeDocument/2006/relationships/image" Target="../media/image299.png"/><Relationship Id="rId253" Type="http://schemas.openxmlformats.org/officeDocument/2006/relationships/image" Target="../media/image320.png"/><Relationship Id="rId295" Type="http://schemas.openxmlformats.org/officeDocument/2006/relationships/image" Target="../media/image341.png"/><Relationship Id="rId309" Type="http://schemas.openxmlformats.org/officeDocument/2006/relationships/image" Target="../media/image348.png"/><Relationship Id="rId460" Type="http://schemas.openxmlformats.org/officeDocument/2006/relationships/customXml" Target="../ink/ink422.xml"/><Relationship Id="rId516" Type="http://schemas.openxmlformats.org/officeDocument/2006/relationships/customXml" Target="../ink/ink450.xml"/><Relationship Id="rId48" Type="http://schemas.openxmlformats.org/officeDocument/2006/relationships/customXml" Target="../ink/ink216.xml"/><Relationship Id="rId113" Type="http://schemas.openxmlformats.org/officeDocument/2006/relationships/image" Target="../media/image250.png"/><Relationship Id="rId320" Type="http://schemas.openxmlformats.org/officeDocument/2006/relationships/customXml" Target="../ink/ink352.xml"/><Relationship Id="rId558" Type="http://schemas.openxmlformats.org/officeDocument/2006/relationships/customXml" Target="../ink/ink471.xml"/><Relationship Id="rId155" Type="http://schemas.openxmlformats.org/officeDocument/2006/relationships/image" Target="../media/image271.png"/><Relationship Id="rId197" Type="http://schemas.openxmlformats.org/officeDocument/2006/relationships/image" Target="../media/image292.png"/><Relationship Id="rId362" Type="http://schemas.openxmlformats.org/officeDocument/2006/relationships/customXml" Target="../ink/ink373.xml"/><Relationship Id="rId418" Type="http://schemas.openxmlformats.org/officeDocument/2006/relationships/customXml" Target="../ink/ink401.xml"/><Relationship Id="rId222" Type="http://schemas.openxmlformats.org/officeDocument/2006/relationships/customXml" Target="../ink/ink303.xml"/><Relationship Id="rId264" Type="http://schemas.openxmlformats.org/officeDocument/2006/relationships/customXml" Target="../ink/ink324.xml"/><Relationship Id="rId471" Type="http://schemas.openxmlformats.org/officeDocument/2006/relationships/image" Target="../media/image429.png"/><Relationship Id="rId17" Type="http://schemas.openxmlformats.org/officeDocument/2006/relationships/image" Target="../media/image202.png"/><Relationship Id="rId59" Type="http://schemas.openxmlformats.org/officeDocument/2006/relationships/image" Target="../media/image223.png"/><Relationship Id="rId124" Type="http://schemas.openxmlformats.org/officeDocument/2006/relationships/customXml" Target="../ink/ink254.xml"/><Relationship Id="rId527" Type="http://schemas.openxmlformats.org/officeDocument/2006/relationships/image" Target="../media/image457.png"/><Relationship Id="rId569" Type="http://schemas.openxmlformats.org/officeDocument/2006/relationships/image" Target="../media/image478.png"/><Relationship Id="rId70" Type="http://schemas.openxmlformats.org/officeDocument/2006/relationships/customXml" Target="../ink/ink227.xml"/><Relationship Id="rId166" Type="http://schemas.openxmlformats.org/officeDocument/2006/relationships/customXml" Target="../ink/ink275.xml"/><Relationship Id="rId331" Type="http://schemas.openxmlformats.org/officeDocument/2006/relationships/image" Target="../media/image359.png"/><Relationship Id="rId373" Type="http://schemas.openxmlformats.org/officeDocument/2006/relationships/image" Target="../media/image380.png"/><Relationship Id="rId429" Type="http://schemas.openxmlformats.org/officeDocument/2006/relationships/image" Target="../media/image408.png"/><Relationship Id="rId580" Type="http://schemas.openxmlformats.org/officeDocument/2006/relationships/customXml" Target="../ink/ink482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10.png"/><Relationship Id="rId440" Type="http://schemas.openxmlformats.org/officeDocument/2006/relationships/customXml" Target="../ink/ink412.xml"/><Relationship Id="rId28" Type="http://schemas.openxmlformats.org/officeDocument/2006/relationships/customXml" Target="../ink/ink206.xml"/><Relationship Id="rId275" Type="http://schemas.openxmlformats.org/officeDocument/2006/relationships/image" Target="../media/image331.png"/><Relationship Id="rId300" Type="http://schemas.openxmlformats.org/officeDocument/2006/relationships/customXml" Target="../ink/ink342.xml"/><Relationship Id="rId482" Type="http://schemas.openxmlformats.org/officeDocument/2006/relationships/customXml" Target="../ink/ink433.xml"/><Relationship Id="rId538" Type="http://schemas.openxmlformats.org/officeDocument/2006/relationships/customXml" Target="../ink/ink461.xml"/><Relationship Id="rId81" Type="http://schemas.openxmlformats.org/officeDocument/2006/relationships/image" Target="../media/image234.png"/><Relationship Id="rId135" Type="http://schemas.openxmlformats.org/officeDocument/2006/relationships/image" Target="../media/image261.png"/><Relationship Id="rId177" Type="http://schemas.openxmlformats.org/officeDocument/2006/relationships/image" Target="../media/image282.png"/><Relationship Id="rId342" Type="http://schemas.openxmlformats.org/officeDocument/2006/relationships/customXml" Target="../ink/ink363.xml"/><Relationship Id="rId384" Type="http://schemas.openxmlformats.org/officeDocument/2006/relationships/customXml" Target="../ink/ink384.xml"/><Relationship Id="rId591" Type="http://schemas.openxmlformats.org/officeDocument/2006/relationships/image" Target="../media/image489.png"/><Relationship Id="rId202" Type="http://schemas.openxmlformats.org/officeDocument/2006/relationships/customXml" Target="../ink/ink293.xml"/><Relationship Id="rId244" Type="http://schemas.openxmlformats.org/officeDocument/2006/relationships/customXml" Target="../ink/ink314.xml"/><Relationship Id="rId39" Type="http://schemas.openxmlformats.org/officeDocument/2006/relationships/image" Target="../media/image213.png"/><Relationship Id="rId286" Type="http://schemas.openxmlformats.org/officeDocument/2006/relationships/customXml" Target="../ink/ink335.xml"/><Relationship Id="rId451" Type="http://schemas.openxmlformats.org/officeDocument/2006/relationships/image" Target="../media/image419.png"/><Relationship Id="rId493" Type="http://schemas.openxmlformats.org/officeDocument/2006/relationships/image" Target="../media/image440.png"/><Relationship Id="rId507" Type="http://schemas.openxmlformats.org/officeDocument/2006/relationships/image" Target="../media/image447.png"/><Relationship Id="rId549" Type="http://schemas.openxmlformats.org/officeDocument/2006/relationships/image" Target="../media/image468.png"/><Relationship Id="rId50" Type="http://schemas.openxmlformats.org/officeDocument/2006/relationships/customXml" Target="../ink/ink217.xml"/><Relationship Id="rId104" Type="http://schemas.openxmlformats.org/officeDocument/2006/relationships/customXml" Target="../ink/ink244.xml"/><Relationship Id="rId146" Type="http://schemas.openxmlformats.org/officeDocument/2006/relationships/customXml" Target="../ink/ink265.xml"/><Relationship Id="rId188" Type="http://schemas.openxmlformats.org/officeDocument/2006/relationships/customXml" Target="../ink/ink286.xml"/><Relationship Id="rId311" Type="http://schemas.openxmlformats.org/officeDocument/2006/relationships/image" Target="../media/image349.png"/><Relationship Id="rId353" Type="http://schemas.openxmlformats.org/officeDocument/2006/relationships/image" Target="../media/image370.png"/><Relationship Id="rId395" Type="http://schemas.openxmlformats.org/officeDocument/2006/relationships/image" Target="../media/image391.png"/><Relationship Id="rId409" Type="http://schemas.openxmlformats.org/officeDocument/2006/relationships/image" Target="../media/image398.png"/><Relationship Id="rId560" Type="http://schemas.openxmlformats.org/officeDocument/2006/relationships/customXml" Target="../ink/ink472.xml"/><Relationship Id="rId92" Type="http://schemas.openxmlformats.org/officeDocument/2006/relationships/customXml" Target="../ink/ink238.xml"/><Relationship Id="rId213" Type="http://schemas.openxmlformats.org/officeDocument/2006/relationships/image" Target="../media/image300.png"/><Relationship Id="rId420" Type="http://schemas.openxmlformats.org/officeDocument/2006/relationships/customXml" Target="../ink/ink402.xml"/><Relationship Id="rId255" Type="http://schemas.openxmlformats.org/officeDocument/2006/relationships/image" Target="../media/image321.png"/><Relationship Id="rId297" Type="http://schemas.openxmlformats.org/officeDocument/2006/relationships/image" Target="../media/image342.png"/><Relationship Id="rId462" Type="http://schemas.openxmlformats.org/officeDocument/2006/relationships/customXml" Target="../ink/ink423.xml"/><Relationship Id="rId518" Type="http://schemas.openxmlformats.org/officeDocument/2006/relationships/customXml" Target="../ink/ink451.xml"/><Relationship Id="rId115" Type="http://schemas.openxmlformats.org/officeDocument/2006/relationships/image" Target="../media/image251.png"/><Relationship Id="rId157" Type="http://schemas.openxmlformats.org/officeDocument/2006/relationships/image" Target="../media/image272.png"/><Relationship Id="rId322" Type="http://schemas.openxmlformats.org/officeDocument/2006/relationships/customXml" Target="../ink/ink353.xml"/><Relationship Id="rId364" Type="http://schemas.openxmlformats.org/officeDocument/2006/relationships/customXml" Target="../ink/ink374.xml"/><Relationship Id="rId61" Type="http://schemas.openxmlformats.org/officeDocument/2006/relationships/image" Target="../media/image224.png"/><Relationship Id="rId199" Type="http://schemas.openxmlformats.org/officeDocument/2006/relationships/image" Target="../media/image293.png"/><Relationship Id="rId571" Type="http://schemas.openxmlformats.org/officeDocument/2006/relationships/image" Target="../media/image479.png"/><Relationship Id="rId19" Type="http://schemas.openxmlformats.org/officeDocument/2006/relationships/image" Target="../media/image203.png"/><Relationship Id="rId224" Type="http://schemas.openxmlformats.org/officeDocument/2006/relationships/customXml" Target="../ink/ink304.xml"/><Relationship Id="rId266" Type="http://schemas.openxmlformats.org/officeDocument/2006/relationships/customXml" Target="../ink/ink325.xml"/><Relationship Id="rId431" Type="http://schemas.openxmlformats.org/officeDocument/2006/relationships/image" Target="../media/image409.png"/><Relationship Id="rId473" Type="http://schemas.openxmlformats.org/officeDocument/2006/relationships/image" Target="../media/image430.png"/><Relationship Id="rId529" Type="http://schemas.openxmlformats.org/officeDocument/2006/relationships/image" Target="../media/image458.png"/><Relationship Id="rId30" Type="http://schemas.openxmlformats.org/officeDocument/2006/relationships/customXml" Target="../ink/ink207.xml"/><Relationship Id="rId126" Type="http://schemas.openxmlformats.org/officeDocument/2006/relationships/customXml" Target="../ink/ink255.xml"/><Relationship Id="rId168" Type="http://schemas.openxmlformats.org/officeDocument/2006/relationships/customXml" Target="../ink/ink276.xml"/><Relationship Id="rId333" Type="http://schemas.openxmlformats.org/officeDocument/2006/relationships/image" Target="../media/image360.png"/><Relationship Id="rId540" Type="http://schemas.openxmlformats.org/officeDocument/2006/relationships/customXml" Target="../ink/ink462.xml"/><Relationship Id="rId72" Type="http://schemas.openxmlformats.org/officeDocument/2006/relationships/customXml" Target="../ink/ink228.xml"/><Relationship Id="rId375" Type="http://schemas.openxmlformats.org/officeDocument/2006/relationships/image" Target="../media/image381.png"/><Relationship Id="rId582" Type="http://schemas.openxmlformats.org/officeDocument/2006/relationships/customXml" Target="../ink/ink483.xml"/><Relationship Id="rId3" Type="http://schemas.openxmlformats.org/officeDocument/2006/relationships/image" Target="../media/image195.png"/><Relationship Id="rId235" Type="http://schemas.openxmlformats.org/officeDocument/2006/relationships/image" Target="../media/image311.png"/><Relationship Id="rId277" Type="http://schemas.openxmlformats.org/officeDocument/2006/relationships/image" Target="../media/image332.png"/><Relationship Id="rId400" Type="http://schemas.openxmlformats.org/officeDocument/2006/relationships/customXml" Target="../ink/ink392.xml"/><Relationship Id="rId442" Type="http://schemas.openxmlformats.org/officeDocument/2006/relationships/customXml" Target="../ink/ink413.xml"/><Relationship Id="rId484" Type="http://schemas.openxmlformats.org/officeDocument/2006/relationships/customXml" Target="../ink/ink434.xml"/><Relationship Id="rId137" Type="http://schemas.openxmlformats.org/officeDocument/2006/relationships/image" Target="../media/image262.png"/><Relationship Id="rId302" Type="http://schemas.openxmlformats.org/officeDocument/2006/relationships/customXml" Target="../ink/ink343.xml"/><Relationship Id="rId344" Type="http://schemas.openxmlformats.org/officeDocument/2006/relationships/customXml" Target="../ink/ink364.xml"/><Relationship Id="rId41" Type="http://schemas.openxmlformats.org/officeDocument/2006/relationships/image" Target="../media/image214.png"/><Relationship Id="rId83" Type="http://schemas.openxmlformats.org/officeDocument/2006/relationships/image" Target="../media/image235.png"/><Relationship Id="rId179" Type="http://schemas.openxmlformats.org/officeDocument/2006/relationships/image" Target="../media/image283.png"/><Relationship Id="rId386" Type="http://schemas.openxmlformats.org/officeDocument/2006/relationships/customXml" Target="../ink/ink385.xml"/><Relationship Id="rId551" Type="http://schemas.openxmlformats.org/officeDocument/2006/relationships/image" Target="../media/image469.png"/><Relationship Id="rId190" Type="http://schemas.openxmlformats.org/officeDocument/2006/relationships/customXml" Target="../ink/ink287.xml"/><Relationship Id="rId204" Type="http://schemas.openxmlformats.org/officeDocument/2006/relationships/customXml" Target="../ink/ink294.xml"/><Relationship Id="rId246" Type="http://schemas.openxmlformats.org/officeDocument/2006/relationships/customXml" Target="../ink/ink315.xml"/><Relationship Id="rId288" Type="http://schemas.openxmlformats.org/officeDocument/2006/relationships/customXml" Target="../ink/ink336.xml"/><Relationship Id="rId411" Type="http://schemas.openxmlformats.org/officeDocument/2006/relationships/image" Target="../media/image399.png"/><Relationship Id="rId453" Type="http://schemas.openxmlformats.org/officeDocument/2006/relationships/image" Target="../media/image420.png"/><Relationship Id="rId509" Type="http://schemas.openxmlformats.org/officeDocument/2006/relationships/image" Target="../media/image448.png"/><Relationship Id="rId106" Type="http://schemas.openxmlformats.org/officeDocument/2006/relationships/customXml" Target="../ink/ink245.xml"/><Relationship Id="rId313" Type="http://schemas.openxmlformats.org/officeDocument/2006/relationships/image" Target="../media/image350.png"/><Relationship Id="rId495" Type="http://schemas.openxmlformats.org/officeDocument/2006/relationships/image" Target="../media/image441.png"/><Relationship Id="rId10" Type="http://schemas.openxmlformats.org/officeDocument/2006/relationships/customXml" Target="../ink/ink197.xml"/><Relationship Id="rId52" Type="http://schemas.openxmlformats.org/officeDocument/2006/relationships/customXml" Target="../ink/ink218.xml"/><Relationship Id="rId94" Type="http://schemas.openxmlformats.org/officeDocument/2006/relationships/customXml" Target="../ink/ink239.xml"/><Relationship Id="rId148" Type="http://schemas.openxmlformats.org/officeDocument/2006/relationships/customXml" Target="../ink/ink266.xml"/><Relationship Id="rId355" Type="http://schemas.openxmlformats.org/officeDocument/2006/relationships/image" Target="../media/image371.png"/><Relationship Id="rId397" Type="http://schemas.openxmlformats.org/officeDocument/2006/relationships/image" Target="../media/image392.png"/><Relationship Id="rId520" Type="http://schemas.openxmlformats.org/officeDocument/2006/relationships/customXml" Target="../ink/ink452.xml"/><Relationship Id="rId562" Type="http://schemas.openxmlformats.org/officeDocument/2006/relationships/customXml" Target="../ink/ink473.xml"/><Relationship Id="rId215" Type="http://schemas.openxmlformats.org/officeDocument/2006/relationships/image" Target="../media/image301.png"/><Relationship Id="rId257" Type="http://schemas.openxmlformats.org/officeDocument/2006/relationships/image" Target="../media/image322.png"/><Relationship Id="rId422" Type="http://schemas.openxmlformats.org/officeDocument/2006/relationships/customXml" Target="../ink/ink403.xml"/><Relationship Id="rId464" Type="http://schemas.openxmlformats.org/officeDocument/2006/relationships/customXml" Target="../ink/ink424.xml"/><Relationship Id="rId299" Type="http://schemas.openxmlformats.org/officeDocument/2006/relationships/image" Target="../media/image343.png"/><Relationship Id="rId63" Type="http://schemas.openxmlformats.org/officeDocument/2006/relationships/image" Target="../media/image225.png"/><Relationship Id="rId159" Type="http://schemas.openxmlformats.org/officeDocument/2006/relationships/image" Target="../media/image273.png"/><Relationship Id="rId366" Type="http://schemas.openxmlformats.org/officeDocument/2006/relationships/customXml" Target="../ink/ink375.xml"/><Relationship Id="rId573" Type="http://schemas.openxmlformats.org/officeDocument/2006/relationships/image" Target="../media/image480.png"/><Relationship Id="rId226" Type="http://schemas.openxmlformats.org/officeDocument/2006/relationships/customXml" Target="../ink/ink305.xml"/><Relationship Id="rId433" Type="http://schemas.openxmlformats.org/officeDocument/2006/relationships/image" Target="../media/image410.png"/><Relationship Id="rId74" Type="http://schemas.openxmlformats.org/officeDocument/2006/relationships/customXml" Target="../ink/ink229.xml"/><Relationship Id="rId377" Type="http://schemas.openxmlformats.org/officeDocument/2006/relationships/image" Target="../media/image382.png"/><Relationship Id="rId500" Type="http://schemas.openxmlformats.org/officeDocument/2006/relationships/customXml" Target="../ink/ink442.xml"/><Relationship Id="rId584" Type="http://schemas.openxmlformats.org/officeDocument/2006/relationships/customXml" Target="../ink/ink484.xml"/><Relationship Id="rId5" Type="http://schemas.openxmlformats.org/officeDocument/2006/relationships/image" Target="../media/image196.png"/><Relationship Id="rId237" Type="http://schemas.openxmlformats.org/officeDocument/2006/relationships/image" Target="../media/image312.png"/><Relationship Id="rId444" Type="http://schemas.openxmlformats.org/officeDocument/2006/relationships/customXml" Target="../ink/ink414.xml"/><Relationship Id="rId290" Type="http://schemas.openxmlformats.org/officeDocument/2006/relationships/customXml" Target="../ink/ink337.xml"/><Relationship Id="rId304" Type="http://schemas.openxmlformats.org/officeDocument/2006/relationships/customXml" Target="../ink/ink344.xml"/><Relationship Id="rId388" Type="http://schemas.openxmlformats.org/officeDocument/2006/relationships/customXml" Target="../ink/ink386.xml"/><Relationship Id="rId511" Type="http://schemas.openxmlformats.org/officeDocument/2006/relationships/image" Target="../media/image449.png"/><Relationship Id="rId85" Type="http://schemas.openxmlformats.org/officeDocument/2006/relationships/image" Target="../media/image236.png"/><Relationship Id="rId150" Type="http://schemas.openxmlformats.org/officeDocument/2006/relationships/customXml" Target="../ink/ink267.xml"/><Relationship Id="rId248" Type="http://schemas.openxmlformats.org/officeDocument/2006/relationships/customXml" Target="../ink/ink316.xml"/><Relationship Id="rId455" Type="http://schemas.openxmlformats.org/officeDocument/2006/relationships/image" Target="../media/image421.png"/><Relationship Id="rId12" Type="http://schemas.openxmlformats.org/officeDocument/2006/relationships/customXml" Target="../ink/ink198.xml"/><Relationship Id="rId108" Type="http://schemas.openxmlformats.org/officeDocument/2006/relationships/customXml" Target="../ink/ink246.xml"/><Relationship Id="rId315" Type="http://schemas.openxmlformats.org/officeDocument/2006/relationships/image" Target="../media/image351.png"/><Relationship Id="rId522" Type="http://schemas.openxmlformats.org/officeDocument/2006/relationships/customXml" Target="../ink/ink453.xml"/><Relationship Id="rId96" Type="http://schemas.openxmlformats.org/officeDocument/2006/relationships/customXml" Target="../ink/ink240.xml"/><Relationship Id="rId161" Type="http://schemas.openxmlformats.org/officeDocument/2006/relationships/image" Target="../media/image274.png"/><Relationship Id="rId399" Type="http://schemas.openxmlformats.org/officeDocument/2006/relationships/image" Target="../media/image393.png"/><Relationship Id="rId259" Type="http://schemas.openxmlformats.org/officeDocument/2006/relationships/image" Target="../media/image323.png"/><Relationship Id="rId466" Type="http://schemas.openxmlformats.org/officeDocument/2006/relationships/customXml" Target="../ink/ink425.xml"/><Relationship Id="rId23" Type="http://schemas.openxmlformats.org/officeDocument/2006/relationships/image" Target="../media/image205.png"/><Relationship Id="rId119" Type="http://schemas.openxmlformats.org/officeDocument/2006/relationships/image" Target="../media/image253.png"/><Relationship Id="rId326" Type="http://schemas.openxmlformats.org/officeDocument/2006/relationships/customXml" Target="../ink/ink355.xml"/><Relationship Id="rId533" Type="http://schemas.openxmlformats.org/officeDocument/2006/relationships/image" Target="../media/image460.png"/><Relationship Id="rId172" Type="http://schemas.openxmlformats.org/officeDocument/2006/relationships/customXml" Target="../ink/ink278.xml"/><Relationship Id="rId477" Type="http://schemas.openxmlformats.org/officeDocument/2006/relationships/image" Target="../media/image432.png"/><Relationship Id="rId337" Type="http://schemas.openxmlformats.org/officeDocument/2006/relationships/image" Target="../media/image362.png"/><Relationship Id="rId34" Type="http://schemas.openxmlformats.org/officeDocument/2006/relationships/customXml" Target="../ink/ink209.xml"/><Relationship Id="rId544" Type="http://schemas.openxmlformats.org/officeDocument/2006/relationships/customXml" Target="../ink/ink464.xml"/><Relationship Id="rId183" Type="http://schemas.openxmlformats.org/officeDocument/2006/relationships/image" Target="../media/image285.png"/><Relationship Id="rId390" Type="http://schemas.openxmlformats.org/officeDocument/2006/relationships/customXml" Target="../ink/ink387.xml"/><Relationship Id="rId404" Type="http://schemas.openxmlformats.org/officeDocument/2006/relationships/customXml" Target="../ink/ink394.xml"/><Relationship Id="rId250" Type="http://schemas.openxmlformats.org/officeDocument/2006/relationships/customXml" Target="../ink/ink317.xml"/><Relationship Id="rId488" Type="http://schemas.openxmlformats.org/officeDocument/2006/relationships/customXml" Target="../ink/ink436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46.xml"/><Relationship Id="rId671" Type="http://schemas.openxmlformats.org/officeDocument/2006/relationships/customXml" Target="../ink/ink823.xml"/><Relationship Id="rId769" Type="http://schemas.openxmlformats.org/officeDocument/2006/relationships/customXml" Target="../ink/ink872.xml"/><Relationship Id="rId976" Type="http://schemas.openxmlformats.org/officeDocument/2006/relationships/image" Target="../media/image975.png"/><Relationship Id="rId21" Type="http://schemas.openxmlformats.org/officeDocument/2006/relationships/image" Target="../media/image499.png"/><Relationship Id="rId324" Type="http://schemas.openxmlformats.org/officeDocument/2006/relationships/image" Target="../media/image649.png"/><Relationship Id="rId531" Type="http://schemas.openxmlformats.org/officeDocument/2006/relationships/customXml" Target="../ink/ink753.xml"/><Relationship Id="rId629" Type="http://schemas.openxmlformats.org/officeDocument/2006/relationships/customXml" Target="../ink/ink802.xml"/><Relationship Id="rId170" Type="http://schemas.openxmlformats.org/officeDocument/2006/relationships/image" Target="../media/image573.png"/><Relationship Id="rId836" Type="http://schemas.openxmlformats.org/officeDocument/2006/relationships/image" Target="../media/image905.png"/><Relationship Id="rId268" Type="http://schemas.openxmlformats.org/officeDocument/2006/relationships/image" Target="../media/image621.png"/><Relationship Id="rId475" Type="http://schemas.openxmlformats.org/officeDocument/2006/relationships/customXml" Target="../ink/ink725.xml"/><Relationship Id="rId682" Type="http://schemas.openxmlformats.org/officeDocument/2006/relationships/image" Target="../media/image828.png"/><Relationship Id="rId903" Type="http://schemas.openxmlformats.org/officeDocument/2006/relationships/customXml" Target="../ink/ink939.xml"/><Relationship Id="rId32" Type="http://schemas.openxmlformats.org/officeDocument/2006/relationships/customXml" Target="../ink/ink503.xml"/><Relationship Id="rId128" Type="http://schemas.openxmlformats.org/officeDocument/2006/relationships/image" Target="../media/image552.png"/><Relationship Id="rId335" Type="http://schemas.openxmlformats.org/officeDocument/2006/relationships/customXml" Target="../ink/ink655.xml"/><Relationship Id="rId542" Type="http://schemas.openxmlformats.org/officeDocument/2006/relationships/image" Target="../media/image758.png"/><Relationship Id="rId181" Type="http://schemas.openxmlformats.org/officeDocument/2006/relationships/customXml" Target="../ink/ink578.xml"/><Relationship Id="rId402" Type="http://schemas.openxmlformats.org/officeDocument/2006/relationships/image" Target="../media/image688.png"/><Relationship Id="rId847" Type="http://schemas.openxmlformats.org/officeDocument/2006/relationships/customXml" Target="../ink/ink911.xml"/><Relationship Id="rId279" Type="http://schemas.openxmlformats.org/officeDocument/2006/relationships/customXml" Target="../ink/ink627.xml"/><Relationship Id="rId486" Type="http://schemas.openxmlformats.org/officeDocument/2006/relationships/image" Target="../media/image730.png"/><Relationship Id="rId693" Type="http://schemas.openxmlformats.org/officeDocument/2006/relationships/customXml" Target="../ink/ink834.xml"/><Relationship Id="rId707" Type="http://schemas.openxmlformats.org/officeDocument/2006/relationships/customXml" Target="../ink/ink841.xml"/><Relationship Id="rId914" Type="http://schemas.openxmlformats.org/officeDocument/2006/relationships/image" Target="../media/image944.png"/><Relationship Id="rId43" Type="http://schemas.openxmlformats.org/officeDocument/2006/relationships/image" Target="../media/image510.png"/><Relationship Id="rId139" Type="http://schemas.openxmlformats.org/officeDocument/2006/relationships/customXml" Target="../ink/ink557.xml"/><Relationship Id="rId346" Type="http://schemas.openxmlformats.org/officeDocument/2006/relationships/image" Target="../media/image660.png"/><Relationship Id="rId553" Type="http://schemas.openxmlformats.org/officeDocument/2006/relationships/customXml" Target="../ink/ink764.xml"/><Relationship Id="rId760" Type="http://schemas.openxmlformats.org/officeDocument/2006/relationships/image" Target="../media/image867.png"/><Relationship Id="rId192" Type="http://schemas.openxmlformats.org/officeDocument/2006/relationships/image" Target="../media/image584.png"/><Relationship Id="rId206" Type="http://schemas.openxmlformats.org/officeDocument/2006/relationships/image" Target="../media/image590.png"/><Relationship Id="rId413" Type="http://schemas.openxmlformats.org/officeDocument/2006/relationships/customXml" Target="../ink/ink694.xml"/><Relationship Id="rId858" Type="http://schemas.openxmlformats.org/officeDocument/2006/relationships/image" Target="../media/image916.png"/><Relationship Id="rId497" Type="http://schemas.openxmlformats.org/officeDocument/2006/relationships/customXml" Target="../ink/ink736.xml"/><Relationship Id="rId620" Type="http://schemas.openxmlformats.org/officeDocument/2006/relationships/image" Target="../media/image797.png"/><Relationship Id="rId718" Type="http://schemas.openxmlformats.org/officeDocument/2006/relationships/image" Target="../media/image846.png"/><Relationship Id="rId925" Type="http://schemas.openxmlformats.org/officeDocument/2006/relationships/customXml" Target="../ink/ink950.xml"/><Relationship Id="rId357" Type="http://schemas.openxmlformats.org/officeDocument/2006/relationships/customXml" Target="../ink/ink666.xml"/><Relationship Id="rId54" Type="http://schemas.openxmlformats.org/officeDocument/2006/relationships/customXml" Target="../ink/ink514.xml"/><Relationship Id="rId217" Type="http://schemas.openxmlformats.org/officeDocument/2006/relationships/customXml" Target="../ink/ink596.xml"/><Relationship Id="rId564" Type="http://schemas.openxmlformats.org/officeDocument/2006/relationships/image" Target="../media/image769.png"/><Relationship Id="rId771" Type="http://schemas.openxmlformats.org/officeDocument/2006/relationships/customXml" Target="../ink/ink873.xml"/><Relationship Id="rId869" Type="http://schemas.openxmlformats.org/officeDocument/2006/relationships/customXml" Target="../ink/ink922.xml"/><Relationship Id="rId424" Type="http://schemas.openxmlformats.org/officeDocument/2006/relationships/image" Target="../media/image699.png"/><Relationship Id="rId631" Type="http://schemas.openxmlformats.org/officeDocument/2006/relationships/customXml" Target="../ink/ink803.xml"/><Relationship Id="rId729" Type="http://schemas.openxmlformats.org/officeDocument/2006/relationships/customXml" Target="../ink/ink852.xml"/><Relationship Id="rId270" Type="http://schemas.openxmlformats.org/officeDocument/2006/relationships/image" Target="../media/image622.png"/><Relationship Id="rId936" Type="http://schemas.openxmlformats.org/officeDocument/2006/relationships/image" Target="../media/image955.png"/><Relationship Id="rId65" Type="http://schemas.openxmlformats.org/officeDocument/2006/relationships/image" Target="../media/image521.png"/><Relationship Id="rId130" Type="http://schemas.openxmlformats.org/officeDocument/2006/relationships/image" Target="../media/image553.png"/><Relationship Id="rId368" Type="http://schemas.openxmlformats.org/officeDocument/2006/relationships/image" Target="../media/image671.png"/><Relationship Id="rId575" Type="http://schemas.openxmlformats.org/officeDocument/2006/relationships/customXml" Target="../ink/ink775.xml"/><Relationship Id="rId782" Type="http://schemas.openxmlformats.org/officeDocument/2006/relationships/image" Target="../media/image878.png"/><Relationship Id="rId228" Type="http://schemas.openxmlformats.org/officeDocument/2006/relationships/image" Target="../media/image601.png"/><Relationship Id="rId435" Type="http://schemas.openxmlformats.org/officeDocument/2006/relationships/customXml" Target="../ink/ink705.xml"/><Relationship Id="rId642" Type="http://schemas.openxmlformats.org/officeDocument/2006/relationships/image" Target="../media/image808.png"/><Relationship Id="rId281" Type="http://schemas.openxmlformats.org/officeDocument/2006/relationships/customXml" Target="../ink/ink628.xml"/><Relationship Id="rId502" Type="http://schemas.openxmlformats.org/officeDocument/2006/relationships/image" Target="../media/image738.png"/><Relationship Id="rId947" Type="http://schemas.openxmlformats.org/officeDocument/2006/relationships/customXml" Target="../ink/ink961.xml"/><Relationship Id="rId76" Type="http://schemas.openxmlformats.org/officeDocument/2006/relationships/customXml" Target="../ink/ink525.xml"/><Relationship Id="rId141" Type="http://schemas.openxmlformats.org/officeDocument/2006/relationships/customXml" Target="../ink/ink558.xml"/><Relationship Id="rId379" Type="http://schemas.openxmlformats.org/officeDocument/2006/relationships/customXml" Target="../ink/ink677.xml"/><Relationship Id="rId586" Type="http://schemas.openxmlformats.org/officeDocument/2006/relationships/image" Target="../media/image780.png"/><Relationship Id="rId793" Type="http://schemas.openxmlformats.org/officeDocument/2006/relationships/customXml" Target="../ink/ink884.xml"/><Relationship Id="rId807" Type="http://schemas.openxmlformats.org/officeDocument/2006/relationships/customXml" Target="../ink/ink891.xml"/><Relationship Id="rId7" Type="http://schemas.openxmlformats.org/officeDocument/2006/relationships/image" Target="../media/image492.png"/><Relationship Id="rId239" Type="http://schemas.openxmlformats.org/officeDocument/2006/relationships/customXml" Target="../ink/ink607.xml"/><Relationship Id="rId446" Type="http://schemas.openxmlformats.org/officeDocument/2006/relationships/image" Target="../media/image710.png"/><Relationship Id="rId653" Type="http://schemas.openxmlformats.org/officeDocument/2006/relationships/customXml" Target="../ink/ink814.xml"/><Relationship Id="rId292" Type="http://schemas.openxmlformats.org/officeDocument/2006/relationships/image" Target="../media/image633.png"/><Relationship Id="rId306" Type="http://schemas.openxmlformats.org/officeDocument/2006/relationships/image" Target="../media/image640.png"/><Relationship Id="rId860" Type="http://schemas.openxmlformats.org/officeDocument/2006/relationships/image" Target="../media/image917.png"/><Relationship Id="rId958" Type="http://schemas.openxmlformats.org/officeDocument/2006/relationships/image" Target="../media/image966.png"/><Relationship Id="rId87" Type="http://schemas.openxmlformats.org/officeDocument/2006/relationships/image" Target="../media/image532.png"/><Relationship Id="rId513" Type="http://schemas.openxmlformats.org/officeDocument/2006/relationships/customXml" Target="../ink/ink744.xml"/><Relationship Id="rId597" Type="http://schemas.openxmlformats.org/officeDocument/2006/relationships/customXml" Target="../ink/ink786.xml"/><Relationship Id="rId720" Type="http://schemas.openxmlformats.org/officeDocument/2006/relationships/image" Target="../media/image847.png"/><Relationship Id="rId818" Type="http://schemas.openxmlformats.org/officeDocument/2006/relationships/image" Target="../media/image896.png"/><Relationship Id="rId152" Type="http://schemas.openxmlformats.org/officeDocument/2006/relationships/image" Target="../media/image564.png"/><Relationship Id="rId457" Type="http://schemas.openxmlformats.org/officeDocument/2006/relationships/customXml" Target="../ink/ink716.xml"/><Relationship Id="rId664" Type="http://schemas.openxmlformats.org/officeDocument/2006/relationships/image" Target="../media/image819.png"/><Relationship Id="rId871" Type="http://schemas.openxmlformats.org/officeDocument/2006/relationships/customXml" Target="../ink/ink923.xml"/><Relationship Id="rId969" Type="http://schemas.openxmlformats.org/officeDocument/2006/relationships/customXml" Target="../ink/ink972.xml"/><Relationship Id="rId14" Type="http://schemas.openxmlformats.org/officeDocument/2006/relationships/customXml" Target="../ink/ink494.xml"/><Relationship Id="rId317" Type="http://schemas.openxmlformats.org/officeDocument/2006/relationships/customXml" Target="../ink/ink646.xml"/><Relationship Id="rId524" Type="http://schemas.openxmlformats.org/officeDocument/2006/relationships/image" Target="../media/image749.png"/><Relationship Id="rId731" Type="http://schemas.openxmlformats.org/officeDocument/2006/relationships/customXml" Target="../ink/ink853.xml"/><Relationship Id="rId98" Type="http://schemas.openxmlformats.org/officeDocument/2006/relationships/image" Target="../media/image537.png"/><Relationship Id="rId163" Type="http://schemas.openxmlformats.org/officeDocument/2006/relationships/customXml" Target="../ink/ink569.xml"/><Relationship Id="rId370" Type="http://schemas.openxmlformats.org/officeDocument/2006/relationships/image" Target="../media/image672.png"/><Relationship Id="rId829" Type="http://schemas.openxmlformats.org/officeDocument/2006/relationships/customXml" Target="../ink/ink902.xml"/><Relationship Id="rId230" Type="http://schemas.openxmlformats.org/officeDocument/2006/relationships/image" Target="../media/image602.png"/><Relationship Id="rId468" Type="http://schemas.openxmlformats.org/officeDocument/2006/relationships/image" Target="../media/image721.png"/><Relationship Id="rId675" Type="http://schemas.openxmlformats.org/officeDocument/2006/relationships/customXml" Target="../ink/ink825.xml"/><Relationship Id="rId882" Type="http://schemas.openxmlformats.org/officeDocument/2006/relationships/image" Target="../media/image928.png"/><Relationship Id="rId25" Type="http://schemas.openxmlformats.org/officeDocument/2006/relationships/image" Target="../media/image501.png"/><Relationship Id="rId328" Type="http://schemas.openxmlformats.org/officeDocument/2006/relationships/image" Target="../media/image651.png"/><Relationship Id="rId535" Type="http://schemas.openxmlformats.org/officeDocument/2006/relationships/customXml" Target="../ink/ink755.xml"/><Relationship Id="rId742" Type="http://schemas.openxmlformats.org/officeDocument/2006/relationships/image" Target="../media/image858.png"/><Relationship Id="rId174" Type="http://schemas.openxmlformats.org/officeDocument/2006/relationships/image" Target="../media/image575.png"/><Relationship Id="rId381" Type="http://schemas.openxmlformats.org/officeDocument/2006/relationships/customXml" Target="../ink/ink678.xml"/><Relationship Id="rId602" Type="http://schemas.openxmlformats.org/officeDocument/2006/relationships/image" Target="../media/image788.png"/><Relationship Id="rId241" Type="http://schemas.openxmlformats.org/officeDocument/2006/relationships/customXml" Target="../ink/ink608.xml"/><Relationship Id="rId479" Type="http://schemas.openxmlformats.org/officeDocument/2006/relationships/customXml" Target="../ink/ink727.xml"/><Relationship Id="rId686" Type="http://schemas.openxmlformats.org/officeDocument/2006/relationships/image" Target="../media/image830.png"/><Relationship Id="rId893" Type="http://schemas.openxmlformats.org/officeDocument/2006/relationships/customXml" Target="../ink/ink934.xml"/><Relationship Id="rId907" Type="http://schemas.openxmlformats.org/officeDocument/2006/relationships/customXml" Target="../ink/ink941.xml"/><Relationship Id="rId36" Type="http://schemas.openxmlformats.org/officeDocument/2006/relationships/customXml" Target="../ink/ink505.xml"/><Relationship Id="rId339" Type="http://schemas.openxmlformats.org/officeDocument/2006/relationships/customXml" Target="../ink/ink657.xml"/><Relationship Id="rId546" Type="http://schemas.openxmlformats.org/officeDocument/2006/relationships/image" Target="../media/image760.png"/><Relationship Id="rId753" Type="http://schemas.openxmlformats.org/officeDocument/2006/relationships/customXml" Target="../ink/ink864.xml"/><Relationship Id="rId101" Type="http://schemas.openxmlformats.org/officeDocument/2006/relationships/customXml" Target="../ink/ink538.xml"/><Relationship Id="rId185" Type="http://schemas.openxmlformats.org/officeDocument/2006/relationships/customXml" Target="../ink/ink580.xml"/><Relationship Id="rId406" Type="http://schemas.openxmlformats.org/officeDocument/2006/relationships/image" Target="../media/image690.png"/><Relationship Id="rId960" Type="http://schemas.openxmlformats.org/officeDocument/2006/relationships/image" Target="../media/image967.png"/><Relationship Id="rId392" Type="http://schemas.openxmlformats.org/officeDocument/2006/relationships/image" Target="../media/image683.png"/><Relationship Id="rId613" Type="http://schemas.openxmlformats.org/officeDocument/2006/relationships/customXml" Target="../ink/ink794.xml"/><Relationship Id="rId697" Type="http://schemas.openxmlformats.org/officeDocument/2006/relationships/customXml" Target="../ink/ink836.xml"/><Relationship Id="rId820" Type="http://schemas.openxmlformats.org/officeDocument/2006/relationships/image" Target="../media/image897.png"/><Relationship Id="rId918" Type="http://schemas.openxmlformats.org/officeDocument/2006/relationships/image" Target="../media/image946.png"/><Relationship Id="rId252" Type="http://schemas.openxmlformats.org/officeDocument/2006/relationships/image" Target="../media/image613.png"/><Relationship Id="rId47" Type="http://schemas.openxmlformats.org/officeDocument/2006/relationships/image" Target="../media/image512.png"/><Relationship Id="rId112" Type="http://schemas.openxmlformats.org/officeDocument/2006/relationships/image" Target="../media/image544.png"/><Relationship Id="rId557" Type="http://schemas.openxmlformats.org/officeDocument/2006/relationships/customXml" Target="../ink/ink766.xml"/><Relationship Id="rId764" Type="http://schemas.openxmlformats.org/officeDocument/2006/relationships/image" Target="../media/image869.png"/><Relationship Id="rId971" Type="http://schemas.openxmlformats.org/officeDocument/2006/relationships/customXml" Target="../ink/ink973.xml"/><Relationship Id="rId196" Type="http://schemas.openxmlformats.org/officeDocument/2006/relationships/image" Target="../media/image585.png"/><Relationship Id="rId417" Type="http://schemas.openxmlformats.org/officeDocument/2006/relationships/customXml" Target="../ink/ink696.xml"/><Relationship Id="rId624" Type="http://schemas.openxmlformats.org/officeDocument/2006/relationships/image" Target="../media/image799.png"/><Relationship Id="rId831" Type="http://schemas.openxmlformats.org/officeDocument/2006/relationships/customXml" Target="../ink/ink903.xml"/><Relationship Id="rId263" Type="http://schemas.openxmlformats.org/officeDocument/2006/relationships/customXml" Target="../ink/ink619.xml"/><Relationship Id="rId470" Type="http://schemas.openxmlformats.org/officeDocument/2006/relationships/image" Target="../media/image722.png"/><Relationship Id="rId929" Type="http://schemas.openxmlformats.org/officeDocument/2006/relationships/customXml" Target="../ink/ink952.xml"/><Relationship Id="rId58" Type="http://schemas.openxmlformats.org/officeDocument/2006/relationships/customXml" Target="../ink/ink516.xml"/><Relationship Id="rId123" Type="http://schemas.openxmlformats.org/officeDocument/2006/relationships/customXml" Target="../ink/ink549.xml"/><Relationship Id="rId330" Type="http://schemas.openxmlformats.org/officeDocument/2006/relationships/image" Target="../media/image652.png"/><Relationship Id="rId568" Type="http://schemas.openxmlformats.org/officeDocument/2006/relationships/image" Target="../media/image771.png"/><Relationship Id="rId775" Type="http://schemas.openxmlformats.org/officeDocument/2006/relationships/customXml" Target="../ink/ink875.xml"/><Relationship Id="rId982" Type="http://schemas.openxmlformats.org/officeDocument/2006/relationships/image" Target="../media/image978.png"/><Relationship Id="rId428" Type="http://schemas.openxmlformats.org/officeDocument/2006/relationships/image" Target="../media/image701.png"/><Relationship Id="rId635" Type="http://schemas.openxmlformats.org/officeDocument/2006/relationships/customXml" Target="../ink/ink805.xml"/><Relationship Id="rId842" Type="http://schemas.openxmlformats.org/officeDocument/2006/relationships/image" Target="../media/image908.png"/><Relationship Id="rId274" Type="http://schemas.openxmlformats.org/officeDocument/2006/relationships/image" Target="../media/image624.png"/><Relationship Id="rId481" Type="http://schemas.openxmlformats.org/officeDocument/2006/relationships/customXml" Target="../ink/ink728.xml"/><Relationship Id="rId702" Type="http://schemas.openxmlformats.org/officeDocument/2006/relationships/image" Target="../media/image838.png"/><Relationship Id="rId69" Type="http://schemas.openxmlformats.org/officeDocument/2006/relationships/image" Target="../media/image523.png"/><Relationship Id="rId134" Type="http://schemas.openxmlformats.org/officeDocument/2006/relationships/image" Target="../media/image555.png"/><Relationship Id="rId579" Type="http://schemas.openxmlformats.org/officeDocument/2006/relationships/customXml" Target="../ink/ink777.xml"/><Relationship Id="rId786" Type="http://schemas.openxmlformats.org/officeDocument/2006/relationships/image" Target="../media/image880.png"/><Relationship Id="rId341" Type="http://schemas.openxmlformats.org/officeDocument/2006/relationships/customXml" Target="../ink/ink658.xml"/><Relationship Id="rId439" Type="http://schemas.openxmlformats.org/officeDocument/2006/relationships/customXml" Target="../ink/ink707.xml"/><Relationship Id="rId646" Type="http://schemas.openxmlformats.org/officeDocument/2006/relationships/image" Target="../media/image810.png"/><Relationship Id="rId201" Type="http://schemas.openxmlformats.org/officeDocument/2006/relationships/customXml" Target="../ink/ink588.xml"/><Relationship Id="rId285" Type="http://schemas.openxmlformats.org/officeDocument/2006/relationships/customXml" Target="../ink/ink630.xml"/><Relationship Id="rId506" Type="http://schemas.openxmlformats.org/officeDocument/2006/relationships/image" Target="../media/image740.png"/><Relationship Id="rId853" Type="http://schemas.openxmlformats.org/officeDocument/2006/relationships/customXml" Target="../ink/ink914.xml"/><Relationship Id="rId492" Type="http://schemas.openxmlformats.org/officeDocument/2006/relationships/image" Target="../media/image733.png"/><Relationship Id="rId713" Type="http://schemas.openxmlformats.org/officeDocument/2006/relationships/customXml" Target="../ink/ink844.xml"/><Relationship Id="rId797" Type="http://schemas.openxmlformats.org/officeDocument/2006/relationships/customXml" Target="../ink/ink886.xml"/><Relationship Id="rId920" Type="http://schemas.openxmlformats.org/officeDocument/2006/relationships/image" Target="../media/image947.png"/><Relationship Id="rId145" Type="http://schemas.openxmlformats.org/officeDocument/2006/relationships/customXml" Target="../ink/ink560.xml"/><Relationship Id="rId352" Type="http://schemas.openxmlformats.org/officeDocument/2006/relationships/image" Target="../media/image663.png"/><Relationship Id="rId212" Type="http://schemas.openxmlformats.org/officeDocument/2006/relationships/image" Target="../media/image593.png"/><Relationship Id="rId657" Type="http://schemas.openxmlformats.org/officeDocument/2006/relationships/customXml" Target="../ink/ink816.xml"/><Relationship Id="rId864" Type="http://schemas.openxmlformats.org/officeDocument/2006/relationships/image" Target="../media/image919.png"/><Relationship Id="rId296" Type="http://schemas.openxmlformats.org/officeDocument/2006/relationships/image" Target="../media/image635.png"/><Relationship Id="rId517" Type="http://schemas.openxmlformats.org/officeDocument/2006/relationships/customXml" Target="../ink/ink746.xml"/><Relationship Id="rId724" Type="http://schemas.openxmlformats.org/officeDocument/2006/relationships/image" Target="../media/image849.png"/><Relationship Id="rId931" Type="http://schemas.openxmlformats.org/officeDocument/2006/relationships/customXml" Target="../ink/ink953.xml"/><Relationship Id="rId60" Type="http://schemas.openxmlformats.org/officeDocument/2006/relationships/customXml" Target="../ink/ink517.xml"/><Relationship Id="rId156" Type="http://schemas.openxmlformats.org/officeDocument/2006/relationships/image" Target="../media/image566.png"/><Relationship Id="rId363" Type="http://schemas.openxmlformats.org/officeDocument/2006/relationships/customXml" Target="../ink/ink669.xml"/><Relationship Id="rId570" Type="http://schemas.openxmlformats.org/officeDocument/2006/relationships/image" Target="../media/image772.png"/><Relationship Id="rId223" Type="http://schemas.openxmlformats.org/officeDocument/2006/relationships/customXml" Target="../ink/ink599.xml"/><Relationship Id="rId430" Type="http://schemas.openxmlformats.org/officeDocument/2006/relationships/image" Target="../media/image702.png"/><Relationship Id="rId668" Type="http://schemas.openxmlformats.org/officeDocument/2006/relationships/image" Target="../media/image821.png"/><Relationship Id="rId875" Type="http://schemas.openxmlformats.org/officeDocument/2006/relationships/customXml" Target="../ink/ink925.xml"/><Relationship Id="rId18" Type="http://schemas.openxmlformats.org/officeDocument/2006/relationships/customXml" Target="../ink/ink496.xml"/><Relationship Id="rId528" Type="http://schemas.openxmlformats.org/officeDocument/2006/relationships/image" Target="../media/image751.png"/><Relationship Id="rId735" Type="http://schemas.openxmlformats.org/officeDocument/2006/relationships/customXml" Target="../ink/ink855.xml"/><Relationship Id="rId942" Type="http://schemas.openxmlformats.org/officeDocument/2006/relationships/image" Target="../media/image958.png"/><Relationship Id="rId167" Type="http://schemas.openxmlformats.org/officeDocument/2006/relationships/customXml" Target="../ink/ink571.xml"/><Relationship Id="rId374" Type="http://schemas.openxmlformats.org/officeDocument/2006/relationships/image" Target="../media/image674.png"/><Relationship Id="rId581" Type="http://schemas.openxmlformats.org/officeDocument/2006/relationships/customXml" Target="../ink/ink778.xml"/><Relationship Id="rId71" Type="http://schemas.openxmlformats.org/officeDocument/2006/relationships/image" Target="../media/image524.png"/><Relationship Id="rId234" Type="http://schemas.openxmlformats.org/officeDocument/2006/relationships/image" Target="../media/image604.png"/><Relationship Id="rId679" Type="http://schemas.openxmlformats.org/officeDocument/2006/relationships/customXml" Target="../ink/ink827.xml"/><Relationship Id="rId802" Type="http://schemas.openxmlformats.org/officeDocument/2006/relationships/image" Target="../media/image888.png"/><Relationship Id="rId886" Type="http://schemas.openxmlformats.org/officeDocument/2006/relationships/image" Target="../media/image930.png"/><Relationship Id="rId2" Type="http://schemas.openxmlformats.org/officeDocument/2006/relationships/customXml" Target="../ink/ink488.xml"/><Relationship Id="rId29" Type="http://schemas.openxmlformats.org/officeDocument/2006/relationships/image" Target="../media/image503.png"/><Relationship Id="rId441" Type="http://schemas.openxmlformats.org/officeDocument/2006/relationships/customXml" Target="../ink/ink708.xml"/><Relationship Id="rId539" Type="http://schemas.openxmlformats.org/officeDocument/2006/relationships/customXml" Target="../ink/ink757.xml"/><Relationship Id="rId746" Type="http://schemas.openxmlformats.org/officeDocument/2006/relationships/image" Target="../media/image860.png"/><Relationship Id="rId178" Type="http://schemas.openxmlformats.org/officeDocument/2006/relationships/image" Target="../media/image577.png"/><Relationship Id="rId301" Type="http://schemas.openxmlformats.org/officeDocument/2006/relationships/customXml" Target="../ink/ink638.xml"/><Relationship Id="rId953" Type="http://schemas.openxmlformats.org/officeDocument/2006/relationships/customXml" Target="../ink/ink964.xml"/><Relationship Id="rId82" Type="http://schemas.openxmlformats.org/officeDocument/2006/relationships/customXml" Target="../ink/ink528.xml"/><Relationship Id="rId385" Type="http://schemas.openxmlformats.org/officeDocument/2006/relationships/customXml" Target="../ink/ink680.xml"/><Relationship Id="rId592" Type="http://schemas.openxmlformats.org/officeDocument/2006/relationships/image" Target="../media/image783.png"/><Relationship Id="rId606" Type="http://schemas.openxmlformats.org/officeDocument/2006/relationships/image" Target="../media/image790.png"/><Relationship Id="rId813" Type="http://schemas.openxmlformats.org/officeDocument/2006/relationships/customXml" Target="../ink/ink894.xml"/><Relationship Id="rId245" Type="http://schemas.openxmlformats.org/officeDocument/2006/relationships/customXml" Target="../ink/ink610.xml"/><Relationship Id="rId452" Type="http://schemas.openxmlformats.org/officeDocument/2006/relationships/image" Target="../media/image713.png"/><Relationship Id="rId897" Type="http://schemas.openxmlformats.org/officeDocument/2006/relationships/customXml" Target="../ink/ink936.xml"/><Relationship Id="rId105" Type="http://schemas.openxmlformats.org/officeDocument/2006/relationships/customXml" Target="../ink/ink540.xml"/><Relationship Id="rId312" Type="http://schemas.openxmlformats.org/officeDocument/2006/relationships/image" Target="../media/image643.png"/><Relationship Id="rId757" Type="http://schemas.openxmlformats.org/officeDocument/2006/relationships/customXml" Target="../ink/ink866.xml"/><Relationship Id="rId964" Type="http://schemas.openxmlformats.org/officeDocument/2006/relationships/image" Target="../media/image969.png"/><Relationship Id="rId93" Type="http://schemas.openxmlformats.org/officeDocument/2006/relationships/customXml" Target="../ink/ink534.xml"/><Relationship Id="rId189" Type="http://schemas.openxmlformats.org/officeDocument/2006/relationships/customXml" Target="../ink/ink582.xml"/><Relationship Id="rId396" Type="http://schemas.openxmlformats.org/officeDocument/2006/relationships/image" Target="../media/image685.png"/><Relationship Id="rId617" Type="http://schemas.openxmlformats.org/officeDocument/2006/relationships/customXml" Target="../ink/ink796.xml"/><Relationship Id="rId824" Type="http://schemas.openxmlformats.org/officeDocument/2006/relationships/image" Target="../media/image899.png"/><Relationship Id="rId256" Type="http://schemas.openxmlformats.org/officeDocument/2006/relationships/image" Target="../media/image615.png"/><Relationship Id="rId463" Type="http://schemas.openxmlformats.org/officeDocument/2006/relationships/customXml" Target="../ink/ink719.xml"/><Relationship Id="rId670" Type="http://schemas.openxmlformats.org/officeDocument/2006/relationships/image" Target="../media/image822.png"/><Relationship Id="rId116" Type="http://schemas.openxmlformats.org/officeDocument/2006/relationships/image" Target="../media/image546.png"/><Relationship Id="rId323" Type="http://schemas.openxmlformats.org/officeDocument/2006/relationships/customXml" Target="../ink/ink649.xml"/><Relationship Id="rId530" Type="http://schemas.openxmlformats.org/officeDocument/2006/relationships/image" Target="../media/image752.png"/><Relationship Id="rId768" Type="http://schemas.openxmlformats.org/officeDocument/2006/relationships/image" Target="../media/image871.png"/><Relationship Id="rId975" Type="http://schemas.openxmlformats.org/officeDocument/2006/relationships/customXml" Target="../ink/ink975.xml"/><Relationship Id="rId20" Type="http://schemas.openxmlformats.org/officeDocument/2006/relationships/customXml" Target="../ink/ink497.xml"/><Relationship Id="rId628" Type="http://schemas.openxmlformats.org/officeDocument/2006/relationships/image" Target="../media/image801.png"/><Relationship Id="rId835" Type="http://schemas.openxmlformats.org/officeDocument/2006/relationships/customXml" Target="../ink/ink905.xml"/><Relationship Id="rId267" Type="http://schemas.openxmlformats.org/officeDocument/2006/relationships/customXml" Target="../ink/ink621.xml"/><Relationship Id="rId474" Type="http://schemas.openxmlformats.org/officeDocument/2006/relationships/image" Target="../media/image724.png"/><Relationship Id="rId127" Type="http://schemas.openxmlformats.org/officeDocument/2006/relationships/customXml" Target="../ink/ink551.xml"/><Relationship Id="rId681" Type="http://schemas.openxmlformats.org/officeDocument/2006/relationships/customXml" Target="../ink/ink828.xml"/><Relationship Id="rId779" Type="http://schemas.openxmlformats.org/officeDocument/2006/relationships/customXml" Target="../ink/ink877.xml"/><Relationship Id="rId902" Type="http://schemas.openxmlformats.org/officeDocument/2006/relationships/image" Target="../media/image938.png"/><Relationship Id="rId31" Type="http://schemas.openxmlformats.org/officeDocument/2006/relationships/image" Target="../media/image504.png"/><Relationship Id="rId334" Type="http://schemas.openxmlformats.org/officeDocument/2006/relationships/image" Target="../media/image654.png"/><Relationship Id="rId541" Type="http://schemas.openxmlformats.org/officeDocument/2006/relationships/customXml" Target="../ink/ink758.xml"/><Relationship Id="rId639" Type="http://schemas.openxmlformats.org/officeDocument/2006/relationships/customXml" Target="../ink/ink807.xml"/><Relationship Id="rId180" Type="http://schemas.openxmlformats.org/officeDocument/2006/relationships/image" Target="../media/image578.png"/><Relationship Id="rId278" Type="http://schemas.openxmlformats.org/officeDocument/2006/relationships/image" Target="../media/image626.png"/><Relationship Id="rId401" Type="http://schemas.openxmlformats.org/officeDocument/2006/relationships/customXml" Target="../ink/ink688.xml"/><Relationship Id="rId846" Type="http://schemas.openxmlformats.org/officeDocument/2006/relationships/image" Target="../media/image910.png"/><Relationship Id="rId485" Type="http://schemas.openxmlformats.org/officeDocument/2006/relationships/customXml" Target="../ink/ink730.xml"/><Relationship Id="rId692" Type="http://schemas.openxmlformats.org/officeDocument/2006/relationships/image" Target="../media/image833.png"/><Relationship Id="rId706" Type="http://schemas.openxmlformats.org/officeDocument/2006/relationships/image" Target="../media/image840.png"/><Relationship Id="rId913" Type="http://schemas.openxmlformats.org/officeDocument/2006/relationships/customXml" Target="../ink/ink944.xml"/><Relationship Id="rId42" Type="http://schemas.openxmlformats.org/officeDocument/2006/relationships/customXml" Target="../ink/ink508.xml"/><Relationship Id="rId138" Type="http://schemas.openxmlformats.org/officeDocument/2006/relationships/image" Target="../media/image557.png"/><Relationship Id="rId345" Type="http://schemas.openxmlformats.org/officeDocument/2006/relationships/customXml" Target="../ink/ink660.xml"/><Relationship Id="rId552" Type="http://schemas.openxmlformats.org/officeDocument/2006/relationships/image" Target="../media/image763.png"/><Relationship Id="rId191" Type="http://schemas.openxmlformats.org/officeDocument/2006/relationships/customXml" Target="../ink/ink583.xml"/><Relationship Id="rId205" Type="http://schemas.openxmlformats.org/officeDocument/2006/relationships/customXml" Target="../ink/ink590.xml"/><Relationship Id="rId412" Type="http://schemas.openxmlformats.org/officeDocument/2006/relationships/image" Target="../media/image693.png"/><Relationship Id="rId857" Type="http://schemas.openxmlformats.org/officeDocument/2006/relationships/customXml" Target="../ink/ink916.xml"/><Relationship Id="rId289" Type="http://schemas.openxmlformats.org/officeDocument/2006/relationships/customXml" Target="../ink/ink632.xml"/><Relationship Id="rId496" Type="http://schemas.openxmlformats.org/officeDocument/2006/relationships/image" Target="../media/image735.png"/><Relationship Id="rId717" Type="http://schemas.openxmlformats.org/officeDocument/2006/relationships/customXml" Target="../ink/ink846.xml"/><Relationship Id="rId924" Type="http://schemas.openxmlformats.org/officeDocument/2006/relationships/image" Target="../media/image949.png"/><Relationship Id="rId53" Type="http://schemas.openxmlformats.org/officeDocument/2006/relationships/image" Target="../media/image515.png"/><Relationship Id="rId149" Type="http://schemas.openxmlformats.org/officeDocument/2006/relationships/customXml" Target="../ink/ink562.xml"/><Relationship Id="rId356" Type="http://schemas.openxmlformats.org/officeDocument/2006/relationships/image" Target="../media/image665.png"/><Relationship Id="rId563" Type="http://schemas.openxmlformats.org/officeDocument/2006/relationships/customXml" Target="../ink/ink769.xml"/><Relationship Id="rId770" Type="http://schemas.openxmlformats.org/officeDocument/2006/relationships/image" Target="../media/image872.png"/><Relationship Id="rId216" Type="http://schemas.openxmlformats.org/officeDocument/2006/relationships/image" Target="../media/image595.png"/><Relationship Id="rId423" Type="http://schemas.openxmlformats.org/officeDocument/2006/relationships/customXml" Target="../ink/ink699.xml"/><Relationship Id="rId868" Type="http://schemas.openxmlformats.org/officeDocument/2006/relationships/image" Target="../media/image921.png"/><Relationship Id="rId630" Type="http://schemas.openxmlformats.org/officeDocument/2006/relationships/image" Target="../media/image802.png"/><Relationship Id="rId728" Type="http://schemas.openxmlformats.org/officeDocument/2006/relationships/image" Target="../media/image851.png"/><Relationship Id="rId935" Type="http://schemas.openxmlformats.org/officeDocument/2006/relationships/customXml" Target="../ink/ink955.xml"/><Relationship Id="rId64" Type="http://schemas.openxmlformats.org/officeDocument/2006/relationships/customXml" Target="../ink/ink519.xml"/><Relationship Id="rId367" Type="http://schemas.openxmlformats.org/officeDocument/2006/relationships/customXml" Target="../ink/ink671.xml"/><Relationship Id="rId574" Type="http://schemas.openxmlformats.org/officeDocument/2006/relationships/image" Target="../media/image774.png"/><Relationship Id="rId227" Type="http://schemas.openxmlformats.org/officeDocument/2006/relationships/customXml" Target="../ink/ink601.xml"/><Relationship Id="rId781" Type="http://schemas.openxmlformats.org/officeDocument/2006/relationships/customXml" Target="../ink/ink878.xml"/><Relationship Id="rId879" Type="http://schemas.openxmlformats.org/officeDocument/2006/relationships/customXml" Target="../ink/ink927.xml"/><Relationship Id="rId434" Type="http://schemas.openxmlformats.org/officeDocument/2006/relationships/image" Target="../media/image704.png"/><Relationship Id="rId641" Type="http://schemas.openxmlformats.org/officeDocument/2006/relationships/customXml" Target="../ink/ink808.xml"/><Relationship Id="rId739" Type="http://schemas.openxmlformats.org/officeDocument/2006/relationships/customXml" Target="../ink/ink857.xml"/><Relationship Id="rId280" Type="http://schemas.openxmlformats.org/officeDocument/2006/relationships/image" Target="../media/image627.png"/><Relationship Id="rId501" Type="http://schemas.openxmlformats.org/officeDocument/2006/relationships/customXml" Target="../ink/ink738.xml"/><Relationship Id="rId946" Type="http://schemas.openxmlformats.org/officeDocument/2006/relationships/image" Target="../media/image960.png"/><Relationship Id="rId75" Type="http://schemas.openxmlformats.org/officeDocument/2006/relationships/image" Target="../media/image526.png"/><Relationship Id="rId140" Type="http://schemas.openxmlformats.org/officeDocument/2006/relationships/image" Target="../media/image558.png"/><Relationship Id="rId378" Type="http://schemas.openxmlformats.org/officeDocument/2006/relationships/image" Target="../media/image676.png"/><Relationship Id="rId585" Type="http://schemas.openxmlformats.org/officeDocument/2006/relationships/customXml" Target="../ink/ink780.xml"/><Relationship Id="rId792" Type="http://schemas.openxmlformats.org/officeDocument/2006/relationships/image" Target="../media/image883.png"/><Relationship Id="rId806" Type="http://schemas.openxmlformats.org/officeDocument/2006/relationships/image" Target="../media/image890.png"/><Relationship Id="rId6" Type="http://schemas.openxmlformats.org/officeDocument/2006/relationships/customXml" Target="../ink/ink490.xml"/><Relationship Id="rId238" Type="http://schemas.openxmlformats.org/officeDocument/2006/relationships/image" Target="../media/image606.png"/><Relationship Id="rId445" Type="http://schemas.openxmlformats.org/officeDocument/2006/relationships/customXml" Target="../ink/ink710.xml"/><Relationship Id="rId652" Type="http://schemas.openxmlformats.org/officeDocument/2006/relationships/image" Target="../media/image813.png"/><Relationship Id="rId291" Type="http://schemas.openxmlformats.org/officeDocument/2006/relationships/customXml" Target="../ink/ink633.xml"/><Relationship Id="rId305" Type="http://schemas.openxmlformats.org/officeDocument/2006/relationships/customXml" Target="../ink/ink640.xml"/><Relationship Id="rId512" Type="http://schemas.openxmlformats.org/officeDocument/2006/relationships/image" Target="../media/image743.png"/><Relationship Id="rId957" Type="http://schemas.openxmlformats.org/officeDocument/2006/relationships/customXml" Target="../ink/ink966.xml"/><Relationship Id="rId86" Type="http://schemas.openxmlformats.org/officeDocument/2006/relationships/customXml" Target="../ink/ink530.xml"/><Relationship Id="rId151" Type="http://schemas.openxmlformats.org/officeDocument/2006/relationships/customXml" Target="../ink/ink563.xml"/><Relationship Id="rId389" Type="http://schemas.openxmlformats.org/officeDocument/2006/relationships/customXml" Target="../ink/ink682.xml"/><Relationship Id="rId596" Type="http://schemas.openxmlformats.org/officeDocument/2006/relationships/image" Target="../media/image785.png"/><Relationship Id="rId817" Type="http://schemas.openxmlformats.org/officeDocument/2006/relationships/customXml" Target="../ink/ink896.xml"/><Relationship Id="rId249" Type="http://schemas.openxmlformats.org/officeDocument/2006/relationships/customXml" Target="../ink/ink612.xml"/><Relationship Id="rId456" Type="http://schemas.openxmlformats.org/officeDocument/2006/relationships/image" Target="../media/image715.png"/><Relationship Id="rId663" Type="http://schemas.openxmlformats.org/officeDocument/2006/relationships/customXml" Target="../ink/ink819.xml"/><Relationship Id="rId870" Type="http://schemas.openxmlformats.org/officeDocument/2006/relationships/image" Target="../media/image922.png"/><Relationship Id="rId13" Type="http://schemas.openxmlformats.org/officeDocument/2006/relationships/image" Target="../media/image495.png"/><Relationship Id="rId109" Type="http://schemas.openxmlformats.org/officeDocument/2006/relationships/customXml" Target="../ink/ink542.xml"/><Relationship Id="rId316" Type="http://schemas.openxmlformats.org/officeDocument/2006/relationships/image" Target="../media/image645.png"/><Relationship Id="rId523" Type="http://schemas.openxmlformats.org/officeDocument/2006/relationships/customXml" Target="../ink/ink749.xml"/><Relationship Id="rId968" Type="http://schemas.openxmlformats.org/officeDocument/2006/relationships/image" Target="../media/image971.png"/><Relationship Id="rId97" Type="http://schemas.openxmlformats.org/officeDocument/2006/relationships/customXml" Target="../ink/ink536.xml"/><Relationship Id="rId730" Type="http://schemas.openxmlformats.org/officeDocument/2006/relationships/image" Target="../media/image852.png"/><Relationship Id="rId828" Type="http://schemas.openxmlformats.org/officeDocument/2006/relationships/image" Target="../media/image901.png"/><Relationship Id="rId162" Type="http://schemas.openxmlformats.org/officeDocument/2006/relationships/image" Target="../media/image569.png"/><Relationship Id="rId467" Type="http://schemas.openxmlformats.org/officeDocument/2006/relationships/customXml" Target="../ink/ink721.xml"/><Relationship Id="rId674" Type="http://schemas.openxmlformats.org/officeDocument/2006/relationships/image" Target="../media/image824.png"/><Relationship Id="rId881" Type="http://schemas.openxmlformats.org/officeDocument/2006/relationships/customXml" Target="../ink/ink928.xml"/><Relationship Id="rId979" Type="http://schemas.openxmlformats.org/officeDocument/2006/relationships/customXml" Target="../ink/ink977.xml"/><Relationship Id="rId24" Type="http://schemas.openxmlformats.org/officeDocument/2006/relationships/customXml" Target="../ink/ink499.xml"/><Relationship Id="rId327" Type="http://schemas.openxmlformats.org/officeDocument/2006/relationships/customXml" Target="../ink/ink651.xml"/><Relationship Id="rId534" Type="http://schemas.openxmlformats.org/officeDocument/2006/relationships/image" Target="../media/image754.png"/><Relationship Id="rId741" Type="http://schemas.openxmlformats.org/officeDocument/2006/relationships/customXml" Target="../ink/ink858.xml"/><Relationship Id="rId839" Type="http://schemas.openxmlformats.org/officeDocument/2006/relationships/customXml" Target="../ink/ink907.xml"/><Relationship Id="rId173" Type="http://schemas.openxmlformats.org/officeDocument/2006/relationships/customXml" Target="../ink/ink574.xml"/><Relationship Id="rId380" Type="http://schemas.openxmlformats.org/officeDocument/2006/relationships/image" Target="../media/image677.png"/><Relationship Id="rId601" Type="http://schemas.openxmlformats.org/officeDocument/2006/relationships/customXml" Target="../ink/ink788.xml"/><Relationship Id="rId240" Type="http://schemas.openxmlformats.org/officeDocument/2006/relationships/image" Target="../media/image607.png"/><Relationship Id="rId478" Type="http://schemas.openxmlformats.org/officeDocument/2006/relationships/image" Target="../media/image726.png"/><Relationship Id="rId685" Type="http://schemas.openxmlformats.org/officeDocument/2006/relationships/customXml" Target="../ink/ink830.xml"/><Relationship Id="rId892" Type="http://schemas.openxmlformats.org/officeDocument/2006/relationships/image" Target="../media/image933.png"/><Relationship Id="rId906" Type="http://schemas.openxmlformats.org/officeDocument/2006/relationships/image" Target="../media/image940.png"/><Relationship Id="rId35" Type="http://schemas.openxmlformats.org/officeDocument/2006/relationships/image" Target="../media/image506.png"/><Relationship Id="rId100" Type="http://schemas.openxmlformats.org/officeDocument/2006/relationships/image" Target="../media/image538.png"/><Relationship Id="rId338" Type="http://schemas.openxmlformats.org/officeDocument/2006/relationships/image" Target="../media/image656.png"/><Relationship Id="rId545" Type="http://schemas.openxmlformats.org/officeDocument/2006/relationships/customXml" Target="../ink/ink760.xml"/><Relationship Id="rId752" Type="http://schemas.openxmlformats.org/officeDocument/2006/relationships/image" Target="../media/image863.png"/><Relationship Id="rId184" Type="http://schemas.openxmlformats.org/officeDocument/2006/relationships/image" Target="../media/image580.png"/><Relationship Id="rId391" Type="http://schemas.openxmlformats.org/officeDocument/2006/relationships/customXml" Target="../ink/ink683.xml"/><Relationship Id="rId405" Type="http://schemas.openxmlformats.org/officeDocument/2006/relationships/customXml" Target="../ink/ink690.xml"/><Relationship Id="rId612" Type="http://schemas.openxmlformats.org/officeDocument/2006/relationships/image" Target="../media/image793.png"/><Relationship Id="rId251" Type="http://schemas.openxmlformats.org/officeDocument/2006/relationships/customXml" Target="../ink/ink613.xml"/><Relationship Id="rId489" Type="http://schemas.openxmlformats.org/officeDocument/2006/relationships/customXml" Target="../ink/ink732.xml"/><Relationship Id="rId696" Type="http://schemas.openxmlformats.org/officeDocument/2006/relationships/image" Target="../media/image835.png"/><Relationship Id="rId917" Type="http://schemas.openxmlformats.org/officeDocument/2006/relationships/customXml" Target="../ink/ink946.xml"/><Relationship Id="rId46" Type="http://schemas.openxmlformats.org/officeDocument/2006/relationships/customXml" Target="../ink/ink510.xml"/><Relationship Id="rId349" Type="http://schemas.openxmlformats.org/officeDocument/2006/relationships/customXml" Target="../ink/ink662.xml"/><Relationship Id="rId556" Type="http://schemas.openxmlformats.org/officeDocument/2006/relationships/image" Target="../media/image765.png"/><Relationship Id="rId763" Type="http://schemas.openxmlformats.org/officeDocument/2006/relationships/customXml" Target="../ink/ink869.xml"/><Relationship Id="rId111" Type="http://schemas.openxmlformats.org/officeDocument/2006/relationships/customXml" Target="../ink/ink543.xml"/><Relationship Id="rId195" Type="http://schemas.openxmlformats.org/officeDocument/2006/relationships/customXml" Target="../ink/ink585.xml"/><Relationship Id="rId209" Type="http://schemas.openxmlformats.org/officeDocument/2006/relationships/customXml" Target="../ink/ink592.xml"/><Relationship Id="rId416" Type="http://schemas.openxmlformats.org/officeDocument/2006/relationships/image" Target="../media/image695.png"/><Relationship Id="rId970" Type="http://schemas.openxmlformats.org/officeDocument/2006/relationships/image" Target="../media/image972.png"/><Relationship Id="rId623" Type="http://schemas.openxmlformats.org/officeDocument/2006/relationships/customXml" Target="../ink/ink799.xml"/><Relationship Id="rId830" Type="http://schemas.openxmlformats.org/officeDocument/2006/relationships/image" Target="../media/image902.png"/><Relationship Id="rId928" Type="http://schemas.openxmlformats.org/officeDocument/2006/relationships/image" Target="../media/image951.png"/><Relationship Id="rId57" Type="http://schemas.openxmlformats.org/officeDocument/2006/relationships/image" Target="../media/image517.png"/><Relationship Id="rId262" Type="http://schemas.openxmlformats.org/officeDocument/2006/relationships/image" Target="../media/image618.png"/><Relationship Id="rId567" Type="http://schemas.openxmlformats.org/officeDocument/2006/relationships/customXml" Target="../ink/ink771.xml"/><Relationship Id="rId122" Type="http://schemas.openxmlformats.org/officeDocument/2006/relationships/image" Target="../media/image549.png"/><Relationship Id="rId774" Type="http://schemas.openxmlformats.org/officeDocument/2006/relationships/image" Target="../media/image874.png"/><Relationship Id="rId981" Type="http://schemas.openxmlformats.org/officeDocument/2006/relationships/customXml" Target="../ink/ink978.xml"/><Relationship Id="rId427" Type="http://schemas.openxmlformats.org/officeDocument/2006/relationships/customXml" Target="../ink/ink701.xml"/><Relationship Id="rId634" Type="http://schemas.openxmlformats.org/officeDocument/2006/relationships/image" Target="../media/image804.png"/><Relationship Id="rId841" Type="http://schemas.openxmlformats.org/officeDocument/2006/relationships/customXml" Target="../ink/ink908.xml"/><Relationship Id="rId273" Type="http://schemas.openxmlformats.org/officeDocument/2006/relationships/customXml" Target="../ink/ink624.xml"/><Relationship Id="rId480" Type="http://schemas.openxmlformats.org/officeDocument/2006/relationships/image" Target="../media/image727.png"/><Relationship Id="rId701" Type="http://schemas.openxmlformats.org/officeDocument/2006/relationships/customXml" Target="../ink/ink838.xml"/><Relationship Id="rId939" Type="http://schemas.openxmlformats.org/officeDocument/2006/relationships/customXml" Target="../ink/ink957.xml"/><Relationship Id="rId68" Type="http://schemas.openxmlformats.org/officeDocument/2006/relationships/customXml" Target="../ink/ink521.xml"/><Relationship Id="rId133" Type="http://schemas.openxmlformats.org/officeDocument/2006/relationships/customXml" Target="../ink/ink554.xml"/><Relationship Id="rId340" Type="http://schemas.openxmlformats.org/officeDocument/2006/relationships/image" Target="../media/image657.png"/><Relationship Id="rId578" Type="http://schemas.openxmlformats.org/officeDocument/2006/relationships/image" Target="../media/image776.png"/><Relationship Id="rId785" Type="http://schemas.openxmlformats.org/officeDocument/2006/relationships/customXml" Target="../ink/ink880.xml"/><Relationship Id="rId200" Type="http://schemas.openxmlformats.org/officeDocument/2006/relationships/image" Target="../media/image587.png"/><Relationship Id="rId438" Type="http://schemas.openxmlformats.org/officeDocument/2006/relationships/image" Target="../media/image706.png"/><Relationship Id="rId645" Type="http://schemas.openxmlformats.org/officeDocument/2006/relationships/customXml" Target="../ink/ink810.xml"/><Relationship Id="rId852" Type="http://schemas.openxmlformats.org/officeDocument/2006/relationships/image" Target="../media/image913.png"/><Relationship Id="rId284" Type="http://schemas.openxmlformats.org/officeDocument/2006/relationships/image" Target="../media/image629.png"/><Relationship Id="rId491" Type="http://schemas.openxmlformats.org/officeDocument/2006/relationships/customXml" Target="../ink/ink733.xml"/><Relationship Id="rId505" Type="http://schemas.openxmlformats.org/officeDocument/2006/relationships/customXml" Target="../ink/ink740.xml"/><Relationship Id="rId712" Type="http://schemas.openxmlformats.org/officeDocument/2006/relationships/image" Target="../media/image843.png"/><Relationship Id="rId79" Type="http://schemas.openxmlformats.org/officeDocument/2006/relationships/image" Target="../media/image528.png"/><Relationship Id="rId144" Type="http://schemas.openxmlformats.org/officeDocument/2006/relationships/image" Target="../media/image560.png"/><Relationship Id="rId589" Type="http://schemas.openxmlformats.org/officeDocument/2006/relationships/customXml" Target="../ink/ink782.xml"/><Relationship Id="rId796" Type="http://schemas.openxmlformats.org/officeDocument/2006/relationships/image" Target="../media/image885.png"/><Relationship Id="rId351" Type="http://schemas.openxmlformats.org/officeDocument/2006/relationships/customXml" Target="../ink/ink663.xml"/><Relationship Id="rId449" Type="http://schemas.openxmlformats.org/officeDocument/2006/relationships/customXml" Target="../ink/ink712.xml"/><Relationship Id="rId656" Type="http://schemas.openxmlformats.org/officeDocument/2006/relationships/image" Target="../media/image815.png"/><Relationship Id="rId863" Type="http://schemas.openxmlformats.org/officeDocument/2006/relationships/customXml" Target="../ink/ink919.xml"/><Relationship Id="rId211" Type="http://schemas.openxmlformats.org/officeDocument/2006/relationships/customXml" Target="../ink/ink593.xml"/><Relationship Id="rId295" Type="http://schemas.openxmlformats.org/officeDocument/2006/relationships/customXml" Target="../ink/ink635.xml"/><Relationship Id="rId309" Type="http://schemas.openxmlformats.org/officeDocument/2006/relationships/customXml" Target="../ink/ink642.xml"/><Relationship Id="rId516" Type="http://schemas.openxmlformats.org/officeDocument/2006/relationships/image" Target="../media/image745.png"/><Relationship Id="rId723" Type="http://schemas.openxmlformats.org/officeDocument/2006/relationships/customXml" Target="../ink/ink849.xml"/><Relationship Id="rId930" Type="http://schemas.openxmlformats.org/officeDocument/2006/relationships/image" Target="../media/image952.png"/><Relationship Id="rId155" Type="http://schemas.openxmlformats.org/officeDocument/2006/relationships/customXml" Target="../ink/ink565.xml"/><Relationship Id="rId362" Type="http://schemas.openxmlformats.org/officeDocument/2006/relationships/image" Target="../media/image668.png"/><Relationship Id="rId222" Type="http://schemas.openxmlformats.org/officeDocument/2006/relationships/image" Target="../media/image598.png"/><Relationship Id="rId667" Type="http://schemas.openxmlformats.org/officeDocument/2006/relationships/customXml" Target="../ink/ink821.xml"/><Relationship Id="rId874" Type="http://schemas.openxmlformats.org/officeDocument/2006/relationships/image" Target="../media/image924.png"/><Relationship Id="rId17" Type="http://schemas.openxmlformats.org/officeDocument/2006/relationships/image" Target="../media/image497.png"/><Relationship Id="rId527" Type="http://schemas.openxmlformats.org/officeDocument/2006/relationships/customXml" Target="../ink/ink751.xml"/><Relationship Id="rId734" Type="http://schemas.openxmlformats.org/officeDocument/2006/relationships/image" Target="../media/image854.png"/><Relationship Id="rId941" Type="http://schemas.openxmlformats.org/officeDocument/2006/relationships/customXml" Target="../ink/ink958.xml"/><Relationship Id="rId70" Type="http://schemas.openxmlformats.org/officeDocument/2006/relationships/customXml" Target="../ink/ink522.xml"/><Relationship Id="rId166" Type="http://schemas.openxmlformats.org/officeDocument/2006/relationships/image" Target="../media/image571.png"/><Relationship Id="rId373" Type="http://schemas.openxmlformats.org/officeDocument/2006/relationships/customXml" Target="../ink/ink674.xml"/><Relationship Id="rId580" Type="http://schemas.openxmlformats.org/officeDocument/2006/relationships/image" Target="../media/image777.png"/><Relationship Id="rId801" Type="http://schemas.openxmlformats.org/officeDocument/2006/relationships/customXml" Target="../ink/ink888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604.xml"/><Relationship Id="rId440" Type="http://schemas.openxmlformats.org/officeDocument/2006/relationships/image" Target="../media/image707.png"/><Relationship Id="rId678" Type="http://schemas.openxmlformats.org/officeDocument/2006/relationships/image" Target="../media/image826.png"/><Relationship Id="rId885" Type="http://schemas.openxmlformats.org/officeDocument/2006/relationships/customXml" Target="../ink/ink930.xml"/><Relationship Id="rId28" Type="http://schemas.openxmlformats.org/officeDocument/2006/relationships/customXml" Target="../ink/ink501.xml"/><Relationship Id="rId300" Type="http://schemas.openxmlformats.org/officeDocument/2006/relationships/image" Target="../media/image637.png"/><Relationship Id="rId538" Type="http://schemas.openxmlformats.org/officeDocument/2006/relationships/image" Target="../media/image756.png"/><Relationship Id="rId745" Type="http://schemas.openxmlformats.org/officeDocument/2006/relationships/customXml" Target="../ink/ink860.xml"/><Relationship Id="rId952" Type="http://schemas.openxmlformats.org/officeDocument/2006/relationships/image" Target="../media/image963.png"/><Relationship Id="rId81" Type="http://schemas.openxmlformats.org/officeDocument/2006/relationships/image" Target="../media/image529.png"/><Relationship Id="rId177" Type="http://schemas.openxmlformats.org/officeDocument/2006/relationships/customXml" Target="../ink/ink576.xml"/><Relationship Id="rId384" Type="http://schemas.openxmlformats.org/officeDocument/2006/relationships/image" Target="../media/image679.png"/><Relationship Id="rId591" Type="http://schemas.openxmlformats.org/officeDocument/2006/relationships/customXml" Target="../ink/ink783.xml"/><Relationship Id="rId605" Type="http://schemas.openxmlformats.org/officeDocument/2006/relationships/customXml" Target="../ink/ink790.xml"/><Relationship Id="rId812" Type="http://schemas.openxmlformats.org/officeDocument/2006/relationships/image" Target="../media/image893.png"/><Relationship Id="rId244" Type="http://schemas.openxmlformats.org/officeDocument/2006/relationships/image" Target="../media/image609.png"/><Relationship Id="rId689" Type="http://schemas.openxmlformats.org/officeDocument/2006/relationships/customXml" Target="../ink/ink832.xml"/><Relationship Id="rId896" Type="http://schemas.openxmlformats.org/officeDocument/2006/relationships/image" Target="../media/image935.png"/><Relationship Id="rId39" Type="http://schemas.openxmlformats.org/officeDocument/2006/relationships/image" Target="../media/image508.png"/><Relationship Id="rId451" Type="http://schemas.openxmlformats.org/officeDocument/2006/relationships/customXml" Target="../ink/ink713.xml"/><Relationship Id="rId549" Type="http://schemas.openxmlformats.org/officeDocument/2006/relationships/customXml" Target="../ink/ink762.xml"/><Relationship Id="rId756" Type="http://schemas.openxmlformats.org/officeDocument/2006/relationships/image" Target="../media/image865.png"/><Relationship Id="rId104" Type="http://schemas.openxmlformats.org/officeDocument/2006/relationships/image" Target="../media/image540.png"/><Relationship Id="rId188" Type="http://schemas.openxmlformats.org/officeDocument/2006/relationships/image" Target="../media/image582.png"/><Relationship Id="rId311" Type="http://schemas.openxmlformats.org/officeDocument/2006/relationships/customXml" Target="../ink/ink643.xml"/><Relationship Id="rId395" Type="http://schemas.openxmlformats.org/officeDocument/2006/relationships/customXml" Target="../ink/ink685.xml"/><Relationship Id="rId409" Type="http://schemas.openxmlformats.org/officeDocument/2006/relationships/customXml" Target="../ink/ink692.xml"/><Relationship Id="rId963" Type="http://schemas.openxmlformats.org/officeDocument/2006/relationships/customXml" Target="../ink/ink969.xml"/><Relationship Id="rId92" Type="http://schemas.openxmlformats.org/officeDocument/2006/relationships/customXml" Target="../ink/ink533.xml"/><Relationship Id="rId616" Type="http://schemas.openxmlformats.org/officeDocument/2006/relationships/image" Target="../media/image795.png"/><Relationship Id="rId823" Type="http://schemas.openxmlformats.org/officeDocument/2006/relationships/customXml" Target="../ink/ink899.xml"/><Relationship Id="rId255" Type="http://schemas.openxmlformats.org/officeDocument/2006/relationships/customXml" Target="../ink/ink615.xml"/><Relationship Id="rId462" Type="http://schemas.openxmlformats.org/officeDocument/2006/relationships/image" Target="../media/image718.png"/><Relationship Id="rId115" Type="http://schemas.openxmlformats.org/officeDocument/2006/relationships/customXml" Target="../ink/ink545.xml"/><Relationship Id="rId322" Type="http://schemas.openxmlformats.org/officeDocument/2006/relationships/image" Target="../media/image648.png"/><Relationship Id="rId767" Type="http://schemas.openxmlformats.org/officeDocument/2006/relationships/customXml" Target="../ink/ink871.xml"/><Relationship Id="rId974" Type="http://schemas.openxmlformats.org/officeDocument/2006/relationships/image" Target="../media/image974.png"/><Relationship Id="rId199" Type="http://schemas.openxmlformats.org/officeDocument/2006/relationships/customXml" Target="../ink/ink587.xml"/><Relationship Id="rId627" Type="http://schemas.openxmlformats.org/officeDocument/2006/relationships/customXml" Target="../ink/ink801.xml"/><Relationship Id="rId834" Type="http://schemas.openxmlformats.org/officeDocument/2006/relationships/image" Target="../media/image904.png"/><Relationship Id="rId19" Type="http://schemas.openxmlformats.org/officeDocument/2006/relationships/image" Target="../media/image498.png"/><Relationship Id="rId224" Type="http://schemas.openxmlformats.org/officeDocument/2006/relationships/image" Target="../media/image599.png"/><Relationship Id="rId266" Type="http://schemas.openxmlformats.org/officeDocument/2006/relationships/image" Target="../media/image620.png"/><Relationship Id="rId431" Type="http://schemas.openxmlformats.org/officeDocument/2006/relationships/customXml" Target="../ink/ink703.xml"/><Relationship Id="rId473" Type="http://schemas.openxmlformats.org/officeDocument/2006/relationships/customXml" Target="../ink/ink724.xml"/><Relationship Id="rId529" Type="http://schemas.openxmlformats.org/officeDocument/2006/relationships/customXml" Target="../ink/ink752.xml"/><Relationship Id="rId680" Type="http://schemas.openxmlformats.org/officeDocument/2006/relationships/image" Target="../media/image827.png"/><Relationship Id="rId736" Type="http://schemas.openxmlformats.org/officeDocument/2006/relationships/image" Target="../media/image855.png"/><Relationship Id="rId901" Type="http://schemas.openxmlformats.org/officeDocument/2006/relationships/customXml" Target="../ink/ink938.xml"/><Relationship Id="rId30" Type="http://schemas.openxmlformats.org/officeDocument/2006/relationships/customXml" Target="../ink/ink502.xml"/><Relationship Id="rId126" Type="http://schemas.openxmlformats.org/officeDocument/2006/relationships/image" Target="../media/image551.png"/><Relationship Id="rId168" Type="http://schemas.openxmlformats.org/officeDocument/2006/relationships/image" Target="../media/image572.png"/><Relationship Id="rId333" Type="http://schemas.openxmlformats.org/officeDocument/2006/relationships/customXml" Target="../ink/ink654.xml"/><Relationship Id="rId540" Type="http://schemas.openxmlformats.org/officeDocument/2006/relationships/image" Target="../media/image757.png"/><Relationship Id="rId778" Type="http://schemas.openxmlformats.org/officeDocument/2006/relationships/image" Target="../media/image876.png"/><Relationship Id="rId943" Type="http://schemas.openxmlformats.org/officeDocument/2006/relationships/customXml" Target="../ink/ink959.xml"/><Relationship Id="rId72" Type="http://schemas.openxmlformats.org/officeDocument/2006/relationships/customXml" Target="../ink/ink523.xml"/><Relationship Id="rId375" Type="http://schemas.openxmlformats.org/officeDocument/2006/relationships/customXml" Target="../ink/ink675.xml"/><Relationship Id="rId582" Type="http://schemas.openxmlformats.org/officeDocument/2006/relationships/image" Target="../media/image778.png"/><Relationship Id="rId638" Type="http://schemas.openxmlformats.org/officeDocument/2006/relationships/image" Target="../media/image806.png"/><Relationship Id="rId803" Type="http://schemas.openxmlformats.org/officeDocument/2006/relationships/customXml" Target="../ink/ink889.xml"/><Relationship Id="rId845" Type="http://schemas.openxmlformats.org/officeDocument/2006/relationships/customXml" Target="../ink/ink910.xml"/><Relationship Id="rId3" Type="http://schemas.openxmlformats.org/officeDocument/2006/relationships/image" Target="../media/image490.png"/><Relationship Id="rId235" Type="http://schemas.openxmlformats.org/officeDocument/2006/relationships/customXml" Target="../ink/ink605.xml"/><Relationship Id="rId277" Type="http://schemas.openxmlformats.org/officeDocument/2006/relationships/customXml" Target="../ink/ink626.xml"/><Relationship Id="rId400" Type="http://schemas.openxmlformats.org/officeDocument/2006/relationships/image" Target="../media/image687.png"/><Relationship Id="rId442" Type="http://schemas.openxmlformats.org/officeDocument/2006/relationships/image" Target="../media/image708.png"/><Relationship Id="rId484" Type="http://schemas.openxmlformats.org/officeDocument/2006/relationships/image" Target="../media/image729.png"/><Relationship Id="rId705" Type="http://schemas.openxmlformats.org/officeDocument/2006/relationships/customXml" Target="../ink/ink840.xml"/><Relationship Id="rId887" Type="http://schemas.openxmlformats.org/officeDocument/2006/relationships/customXml" Target="../ink/ink931.xml"/><Relationship Id="rId137" Type="http://schemas.openxmlformats.org/officeDocument/2006/relationships/customXml" Target="../ink/ink556.xml"/><Relationship Id="rId302" Type="http://schemas.openxmlformats.org/officeDocument/2006/relationships/image" Target="../media/image638.png"/><Relationship Id="rId344" Type="http://schemas.openxmlformats.org/officeDocument/2006/relationships/image" Target="../media/image659.png"/><Relationship Id="rId691" Type="http://schemas.openxmlformats.org/officeDocument/2006/relationships/customXml" Target="../ink/ink833.xml"/><Relationship Id="rId747" Type="http://schemas.openxmlformats.org/officeDocument/2006/relationships/customXml" Target="../ink/ink861.xml"/><Relationship Id="rId789" Type="http://schemas.openxmlformats.org/officeDocument/2006/relationships/customXml" Target="../ink/ink882.xml"/><Relationship Id="rId912" Type="http://schemas.openxmlformats.org/officeDocument/2006/relationships/image" Target="../media/image943.png"/><Relationship Id="rId954" Type="http://schemas.openxmlformats.org/officeDocument/2006/relationships/image" Target="../media/image964.png"/><Relationship Id="rId41" Type="http://schemas.openxmlformats.org/officeDocument/2006/relationships/image" Target="../media/image509.png"/><Relationship Id="rId83" Type="http://schemas.openxmlformats.org/officeDocument/2006/relationships/image" Target="../media/image530.png"/><Relationship Id="rId179" Type="http://schemas.openxmlformats.org/officeDocument/2006/relationships/customXml" Target="../ink/ink577.xml"/><Relationship Id="rId386" Type="http://schemas.openxmlformats.org/officeDocument/2006/relationships/image" Target="../media/image680.png"/><Relationship Id="rId551" Type="http://schemas.openxmlformats.org/officeDocument/2006/relationships/customXml" Target="../ink/ink763.xml"/><Relationship Id="rId593" Type="http://schemas.openxmlformats.org/officeDocument/2006/relationships/customXml" Target="../ink/ink784.xml"/><Relationship Id="rId607" Type="http://schemas.openxmlformats.org/officeDocument/2006/relationships/customXml" Target="../ink/ink791.xml"/><Relationship Id="rId649" Type="http://schemas.openxmlformats.org/officeDocument/2006/relationships/customXml" Target="../ink/ink812.xml"/><Relationship Id="rId814" Type="http://schemas.openxmlformats.org/officeDocument/2006/relationships/image" Target="../media/image894.png"/><Relationship Id="rId856" Type="http://schemas.openxmlformats.org/officeDocument/2006/relationships/image" Target="../media/image915.png"/><Relationship Id="rId190" Type="http://schemas.openxmlformats.org/officeDocument/2006/relationships/image" Target="../media/image583.png"/><Relationship Id="rId204" Type="http://schemas.openxmlformats.org/officeDocument/2006/relationships/image" Target="../media/image589.png"/><Relationship Id="rId246" Type="http://schemas.openxmlformats.org/officeDocument/2006/relationships/image" Target="../media/image610.png"/><Relationship Id="rId288" Type="http://schemas.openxmlformats.org/officeDocument/2006/relationships/image" Target="../media/image631.png"/><Relationship Id="rId411" Type="http://schemas.openxmlformats.org/officeDocument/2006/relationships/customXml" Target="../ink/ink693.xml"/><Relationship Id="rId453" Type="http://schemas.openxmlformats.org/officeDocument/2006/relationships/customXml" Target="../ink/ink714.xml"/><Relationship Id="rId509" Type="http://schemas.openxmlformats.org/officeDocument/2006/relationships/customXml" Target="../ink/ink742.xml"/><Relationship Id="rId660" Type="http://schemas.openxmlformats.org/officeDocument/2006/relationships/image" Target="../media/image817.png"/><Relationship Id="rId898" Type="http://schemas.openxmlformats.org/officeDocument/2006/relationships/image" Target="../media/image936.png"/><Relationship Id="rId106" Type="http://schemas.openxmlformats.org/officeDocument/2006/relationships/image" Target="../media/image541.png"/><Relationship Id="rId313" Type="http://schemas.openxmlformats.org/officeDocument/2006/relationships/customXml" Target="../ink/ink644.xml"/><Relationship Id="rId495" Type="http://schemas.openxmlformats.org/officeDocument/2006/relationships/customXml" Target="../ink/ink735.xml"/><Relationship Id="rId716" Type="http://schemas.openxmlformats.org/officeDocument/2006/relationships/image" Target="../media/image845.png"/><Relationship Id="rId758" Type="http://schemas.openxmlformats.org/officeDocument/2006/relationships/image" Target="../media/image866.png"/><Relationship Id="rId923" Type="http://schemas.openxmlformats.org/officeDocument/2006/relationships/customXml" Target="../ink/ink949.xml"/><Relationship Id="rId965" Type="http://schemas.openxmlformats.org/officeDocument/2006/relationships/customXml" Target="../ink/ink970.xml"/><Relationship Id="rId10" Type="http://schemas.openxmlformats.org/officeDocument/2006/relationships/customXml" Target="../ink/ink492.xml"/><Relationship Id="rId52" Type="http://schemas.openxmlformats.org/officeDocument/2006/relationships/customXml" Target="../ink/ink513.xml"/><Relationship Id="rId94" Type="http://schemas.openxmlformats.org/officeDocument/2006/relationships/image" Target="../media/image535.png"/><Relationship Id="rId148" Type="http://schemas.openxmlformats.org/officeDocument/2006/relationships/image" Target="../media/image562.png"/><Relationship Id="rId355" Type="http://schemas.openxmlformats.org/officeDocument/2006/relationships/customXml" Target="../ink/ink665.xml"/><Relationship Id="rId397" Type="http://schemas.openxmlformats.org/officeDocument/2006/relationships/customXml" Target="../ink/ink686.xml"/><Relationship Id="rId520" Type="http://schemas.openxmlformats.org/officeDocument/2006/relationships/image" Target="../media/image747.png"/><Relationship Id="rId562" Type="http://schemas.openxmlformats.org/officeDocument/2006/relationships/image" Target="../media/image768.png"/><Relationship Id="rId618" Type="http://schemas.openxmlformats.org/officeDocument/2006/relationships/image" Target="../media/image796.png"/><Relationship Id="rId825" Type="http://schemas.openxmlformats.org/officeDocument/2006/relationships/customXml" Target="../ink/ink900.xml"/><Relationship Id="rId215" Type="http://schemas.openxmlformats.org/officeDocument/2006/relationships/customXml" Target="../ink/ink595.xml"/><Relationship Id="rId257" Type="http://schemas.openxmlformats.org/officeDocument/2006/relationships/customXml" Target="../ink/ink616.xml"/><Relationship Id="rId422" Type="http://schemas.openxmlformats.org/officeDocument/2006/relationships/image" Target="../media/image698.png"/><Relationship Id="rId464" Type="http://schemas.openxmlformats.org/officeDocument/2006/relationships/image" Target="../media/image719.png"/><Relationship Id="rId867" Type="http://schemas.openxmlformats.org/officeDocument/2006/relationships/customXml" Target="../ink/ink921.xml"/><Relationship Id="rId299" Type="http://schemas.openxmlformats.org/officeDocument/2006/relationships/customXml" Target="../ink/ink637.xml"/><Relationship Id="rId727" Type="http://schemas.openxmlformats.org/officeDocument/2006/relationships/customXml" Target="../ink/ink851.xml"/><Relationship Id="rId934" Type="http://schemas.openxmlformats.org/officeDocument/2006/relationships/image" Target="../media/image954.png"/><Relationship Id="rId63" Type="http://schemas.openxmlformats.org/officeDocument/2006/relationships/image" Target="../media/image520.png"/><Relationship Id="rId159" Type="http://schemas.openxmlformats.org/officeDocument/2006/relationships/customXml" Target="../ink/ink567.xml"/><Relationship Id="rId366" Type="http://schemas.openxmlformats.org/officeDocument/2006/relationships/image" Target="../media/image670.png"/><Relationship Id="rId573" Type="http://schemas.openxmlformats.org/officeDocument/2006/relationships/customXml" Target="../ink/ink774.xml"/><Relationship Id="rId780" Type="http://schemas.openxmlformats.org/officeDocument/2006/relationships/image" Target="../media/image877.png"/><Relationship Id="rId226" Type="http://schemas.openxmlformats.org/officeDocument/2006/relationships/image" Target="../media/image600.png"/><Relationship Id="rId433" Type="http://schemas.openxmlformats.org/officeDocument/2006/relationships/customXml" Target="../ink/ink704.xml"/><Relationship Id="rId878" Type="http://schemas.openxmlformats.org/officeDocument/2006/relationships/image" Target="../media/image926.png"/><Relationship Id="rId640" Type="http://schemas.openxmlformats.org/officeDocument/2006/relationships/image" Target="../media/image807.png"/><Relationship Id="rId738" Type="http://schemas.openxmlformats.org/officeDocument/2006/relationships/image" Target="../media/image856.png"/><Relationship Id="rId945" Type="http://schemas.openxmlformats.org/officeDocument/2006/relationships/customXml" Target="../ink/ink960.xml"/><Relationship Id="rId74" Type="http://schemas.openxmlformats.org/officeDocument/2006/relationships/customXml" Target="../ink/ink524.xml"/><Relationship Id="rId377" Type="http://schemas.openxmlformats.org/officeDocument/2006/relationships/customXml" Target="../ink/ink676.xml"/><Relationship Id="rId500" Type="http://schemas.openxmlformats.org/officeDocument/2006/relationships/image" Target="../media/image737.png"/><Relationship Id="rId584" Type="http://schemas.openxmlformats.org/officeDocument/2006/relationships/image" Target="../media/image779.png"/><Relationship Id="rId805" Type="http://schemas.openxmlformats.org/officeDocument/2006/relationships/customXml" Target="../ink/ink890.xml"/><Relationship Id="rId5" Type="http://schemas.openxmlformats.org/officeDocument/2006/relationships/image" Target="../media/image491.png"/><Relationship Id="rId237" Type="http://schemas.openxmlformats.org/officeDocument/2006/relationships/customXml" Target="../ink/ink606.xml"/><Relationship Id="rId791" Type="http://schemas.openxmlformats.org/officeDocument/2006/relationships/customXml" Target="../ink/ink883.xml"/><Relationship Id="rId889" Type="http://schemas.openxmlformats.org/officeDocument/2006/relationships/customXml" Target="../ink/ink932.xml"/><Relationship Id="rId444" Type="http://schemas.openxmlformats.org/officeDocument/2006/relationships/image" Target="../media/image709.png"/><Relationship Id="rId651" Type="http://schemas.openxmlformats.org/officeDocument/2006/relationships/customXml" Target="../ink/ink813.xml"/><Relationship Id="rId749" Type="http://schemas.openxmlformats.org/officeDocument/2006/relationships/customXml" Target="../ink/ink862.xml"/><Relationship Id="rId290" Type="http://schemas.openxmlformats.org/officeDocument/2006/relationships/image" Target="../media/image632.png"/><Relationship Id="rId304" Type="http://schemas.openxmlformats.org/officeDocument/2006/relationships/image" Target="../media/image639.png"/><Relationship Id="rId388" Type="http://schemas.openxmlformats.org/officeDocument/2006/relationships/image" Target="../media/image681.png"/><Relationship Id="rId511" Type="http://schemas.openxmlformats.org/officeDocument/2006/relationships/customXml" Target="../ink/ink743.xml"/><Relationship Id="rId609" Type="http://schemas.openxmlformats.org/officeDocument/2006/relationships/customXml" Target="../ink/ink792.xml"/><Relationship Id="rId956" Type="http://schemas.openxmlformats.org/officeDocument/2006/relationships/image" Target="../media/image965.png"/><Relationship Id="rId85" Type="http://schemas.openxmlformats.org/officeDocument/2006/relationships/image" Target="../media/image531.png"/><Relationship Id="rId150" Type="http://schemas.openxmlformats.org/officeDocument/2006/relationships/image" Target="../media/image563.png"/><Relationship Id="rId595" Type="http://schemas.openxmlformats.org/officeDocument/2006/relationships/customXml" Target="../ink/ink785.xml"/><Relationship Id="rId816" Type="http://schemas.openxmlformats.org/officeDocument/2006/relationships/image" Target="../media/image895.png"/><Relationship Id="rId248" Type="http://schemas.openxmlformats.org/officeDocument/2006/relationships/image" Target="../media/image611.png"/><Relationship Id="rId455" Type="http://schemas.openxmlformats.org/officeDocument/2006/relationships/customXml" Target="../ink/ink715.xml"/><Relationship Id="rId662" Type="http://schemas.openxmlformats.org/officeDocument/2006/relationships/image" Target="../media/image818.png"/><Relationship Id="rId12" Type="http://schemas.openxmlformats.org/officeDocument/2006/relationships/customXml" Target="../ink/ink493.xml"/><Relationship Id="rId108" Type="http://schemas.openxmlformats.org/officeDocument/2006/relationships/image" Target="../media/image542.png"/><Relationship Id="rId315" Type="http://schemas.openxmlformats.org/officeDocument/2006/relationships/customXml" Target="../ink/ink645.xml"/><Relationship Id="rId522" Type="http://schemas.openxmlformats.org/officeDocument/2006/relationships/image" Target="../media/image748.png"/><Relationship Id="rId967" Type="http://schemas.openxmlformats.org/officeDocument/2006/relationships/customXml" Target="../ink/ink971.xml"/><Relationship Id="rId96" Type="http://schemas.openxmlformats.org/officeDocument/2006/relationships/image" Target="../media/image536.png"/><Relationship Id="rId161" Type="http://schemas.openxmlformats.org/officeDocument/2006/relationships/customXml" Target="../ink/ink568.xml"/><Relationship Id="rId399" Type="http://schemas.openxmlformats.org/officeDocument/2006/relationships/customXml" Target="../ink/ink687.xml"/><Relationship Id="rId827" Type="http://schemas.openxmlformats.org/officeDocument/2006/relationships/customXml" Target="../ink/ink901.xml"/><Relationship Id="rId259" Type="http://schemas.openxmlformats.org/officeDocument/2006/relationships/customXml" Target="../ink/ink617.xml"/><Relationship Id="rId466" Type="http://schemas.openxmlformats.org/officeDocument/2006/relationships/image" Target="../media/image720.png"/><Relationship Id="rId673" Type="http://schemas.openxmlformats.org/officeDocument/2006/relationships/customXml" Target="../ink/ink824.xml"/><Relationship Id="rId880" Type="http://schemas.openxmlformats.org/officeDocument/2006/relationships/image" Target="../media/image927.png"/><Relationship Id="rId23" Type="http://schemas.openxmlformats.org/officeDocument/2006/relationships/image" Target="../media/image500.png"/><Relationship Id="rId119" Type="http://schemas.openxmlformats.org/officeDocument/2006/relationships/customXml" Target="../ink/ink547.xml"/><Relationship Id="rId326" Type="http://schemas.openxmlformats.org/officeDocument/2006/relationships/image" Target="../media/image650.png"/><Relationship Id="rId533" Type="http://schemas.openxmlformats.org/officeDocument/2006/relationships/customXml" Target="../ink/ink754.xml"/><Relationship Id="rId978" Type="http://schemas.openxmlformats.org/officeDocument/2006/relationships/image" Target="../media/image976.png"/><Relationship Id="rId740" Type="http://schemas.openxmlformats.org/officeDocument/2006/relationships/image" Target="../media/image857.png"/><Relationship Id="rId838" Type="http://schemas.openxmlformats.org/officeDocument/2006/relationships/image" Target="../media/image906.png"/><Relationship Id="rId172" Type="http://schemas.openxmlformats.org/officeDocument/2006/relationships/image" Target="../media/image574.png"/><Relationship Id="rId477" Type="http://schemas.openxmlformats.org/officeDocument/2006/relationships/customXml" Target="../ink/ink726.xml"/><Relationship Id="rId600" Type="http://schemas.openxmlformats.org/officeDocument/2006/relationships/image" Target="../media/image787.png"/><Relationship Id="rId684" Type="http://schemas.openxmlformats.org/officeDocument/2006/relationships/image" Target="../media/image829.png"/><Relationship Id="rId337" Type="http://schemas.openxmlformats.org/officeDocument/2006/relationships/customXml" Target="../ink/ink656.xml"/><Relationship Id="rId891" Type="http://schemas.openxmlformats.org/officeDocument/2006/relationships/customXml" Target="../ink/ink933.xml"/><Relationship Id="rId905" Type="http://schemas.openxmlformats.org/officeDocument/2006/relationships/customXml" Target="../ink/ink940.xml"/><Relationship Id="rId34" Type="http://schemas.openxmlformats.org/officeDocument/2006/relationships/customXml" Target="../ink/ink504.xml"/><Relationship Id="rId544" Type="http://schemas.openxmlformats.org/officeDocument/2006/relationships/image" Target="../media/image759.png"/><Relationship Id="rId751" Type="http://schemas.openxmlformats.org/officeDocument/2006/relationships/customXml" Target="../ink/ink863.xml"/><Relationship Id="rId849" Type="http://schemas.openxmlformats.org/officeDocument/2006/relationships/customXml" Target="../ink/ink912.xml"/><Relationship Id="rId183" Type="http://schemas.openxmlformats.org/officeDocument/2006/relationships/customXml" Target="../ink/ink579.xml"/><Relationship Id="rId390" Type="http://schemas.openxmlformats.org/officeDocument/2006/relationships/image" Target="../media/image682.png"/><Relationship Id="rId404" Type="http://schemas.openxmlformats.org/officeDocument/2006/relationships/image" Target="../media/image689.png"/><Relationship Id="rId611" Type="http://schemas.openxmlformats.org/officeDocument/2006/relationships/customXml" Target="../ink/ink793.xml"/><Relationship Id="rId250" Type="http://schemas.openxmlformats.org/officeDocument/2006/relationships/image" Target="../media/image612.png"/><Relationship Id="rId488" Type="http://schemas.openxmlformats.org/officeDocument/2006/relationships/image" Target="../media/image731.png"/><Relationship Id="rId695" Type="http://schemas.openxmlformats.org/officeDocument/2006/relationships/customXml" Target="../ink/ink835.xml"/><Relationship Id="rId709" Type="http://schemas.openxmlformats.org/officeDocument/2006/relationships/customXml" Target="../ink/ink842.xml"/><Relationship Id="rId916" Type="http://schemas.openxmlformats.org/officeDocument/2006/relationships/image" Target="../media/image945.png"/><Relationship Id="rId45" Type="http://schemas.openxmlformats.org/officeDocument/2006/relationships/image" Target="../media/image511.png"/><Relationship Id="rId110" Type="http://schemas.openxmlformats.org/officeDocument/2006/relationships/image" Target="../media/image543.png"/><Relationship Id="rId348" Type="http://schemas.openxmlformats.org/officeDocument/2006/relationships/image" Target="../media/image661.png"/><Relationship Id="rId555" Type="http://schemas.openxmlformats.org/officeDocument/2006/relationships/customXml" Target="../ink/ink765.xml"/><Relationship Id="rId762" Type="http://schemas.openxmlformats.org/officeDocument/2006/relationships/image" Target="../media/image868.png"/><Relationship Id="rId194" Type="http://schemas.openxmlformats.org/officeDocument/2006/relationships/image" Target="../media/image45.png"/><Relationship Id="rId208" Type="http://schemas.openxmlformats.org/officeDocument/2006/relationships/image" Target="../media/image591.png"/><Relationship Id="rId415" Type="http://schemas.openxmlformats.org/officeDocument/2006/relationships/customXml" Target="../ink/ink695.xml"/><Relationship Id="rId622" Type="http://schemas.openxmlformats.org/officeDocument/2006/relationships/image" Target="../media/image798.png"/><Relationship Id="rId261" Type="http://schemas.openxmlformats.org/officeDocument/2006/relationships/customXml" Target="../ink/ink618.xml"/><Relationship Id="rId499" Type="http://schemas.openxmlformats.org/officeDocument/2006/relationships/customXml" Target="../ink/ink737.xml"/><Relationship Id="rId927" Type="http://schemas.openxmlformats.org/officeDocument/2006/relationships/customXml" Target="../ink/ink951.xml"/><Relationship Id="rId56" Type="http://schemas.openxmlformats.org/officeDocument/2006/relationships/customXml" Target="../ink/ink515.xml"/><Relationship Id="rId359" Type="http://schemas.openxmlformats.org/officeDocument/2006/relationships/customXml" Target="../ink/ink667.xml"/><Relationship Id="rId566" Type="http://schemas.openxmlformats.org/officeDocument/2006/relationships/image" Target="../media/image770.png"/><Relationship Id="rId773" Type="http://schemas.openxmlformats.org/officeDocument/2006/relationships/customXml" Target="../ink/ink874.xml"/><Relationship Id="rId121" Type="http://schemas.openxmlformats.org/officeDocument/2006/relationships/customXml" Target="../ink/ink548.xml"/><Relationship Id="rId219" Type="http://schemas.openxmlformats.org/officeDocument/2006/relationships/customXml" Target="../ink/ink597.xml"/><Relationship Id="rId426" Type="http://schemas.openxmlformats.org/officeDocument/2006/relationships/image" Target="../media/image700.png"/><Relationship Id="rId633" Type="http://schemas.openxmlformats.org/officeDocument/2006/relationships/customXml" Target="../ink/ink804.xml"/><Relationship Id="rId980" Type="http://schemas.openxmlformats.org/officeDocument/2006/relationships/image" Target="../media/image977.png"/><Relationship Id="rId840" Type="http://schemas.openxmlformats.org/officeDocument/2006/relationships/image" Target="../media/image907.png"/><Relationship Id="rId938" Type="http://schemas.openxmlformats.org/officeDocument/2006/relationships/image" Target="../media/image956.png"/><Relationship Id="rId67" Type="http://schemas.openxmlformats.org/officeDocument/2006/relationships/image" Target="../media/image522.png"/><Relationship Id="rId272" Type="http://schemas.openxmlformats.org/officeDocument/2006/relationships/image" Target="../media/image623.png"/><Relationship Id="rId577" Type="http://schemas.openxmlformats.org/officeDocument/2006/relationships/customXml" Target="../ink/ink776.xml"/><Relationship Id="rId700" Type="http://schemas.openxmlformats.org/officeDocument/2006/relationships/image" Target="../media/image837.png"/><Relationship Id="rId132" Type="http://schemas.openxmlformats.org/officeDocument/2006/relationships/image" Target="../media/image554.png"/><Relationship Id="rId784" Type="http://schemas.openxmlformats.org/officeDocument/2006/relationships/image" Target="../media/image879.png"/><Relationship Id="rId437" Type="http://schemas.openxmlformats.org/officeDocument/2006/relationships/customXml" Target="../ink/ink706.xml"/><Relationship Id="rId644" Type="http://schemas.openxmlformats.org/officeDocument/2006/relationships/image" Target="../media/image809.png"/><Relationship Id="rId851" Type="http://schemas.openxmlformats.org/officeDocument/2006/relationships/customXml" Target="../ink/ink913.xml"/><Relationship Id="rId283" Type="http://schemas.openxmlformats.org/officeDocument/2006/relationships/customXml" Target="../ink/ink629.xml"/><Relationship Id="rId490" Type="http://schemas.openxmlformats.org/officeDocument/2006/relationships/image" Target="../media/image732.png"/><Relationship Id="rId504" Type="http://schemas.openxmlformats.org/officeDocument/2006/relationships/image" Target="../media/image739.png"/><Relationship Id="rId711" Type="http://schemas.openxmlformats.org/officeDocument/2006/relationships/customXml" Target="../ink/ink843.xml"/><Relationship Id="rId949" Type="http://schemas.openxmlformats.org/officeDocument/2006/relationships/customXml" Target="../ink/ink962.xml"/><Relationship Id="rId78" Type="http://schemas.openxmlformats.org/officeDocument/2006/relationships/customXml" Target="../ink/ink526.xml"/><Relationship Id="rId143" Type="http://schemas.openxmlformats.org/officeDocument/2006/relationships/customXml" Target="../ink/ink559.xml"/><Relationship Id="rId350" Type="http://schemas.openxmlformats.org/officeDocument/2006/relationships/image" Target="../media/image662.png"/><Relationship Id="rId588" Type="http://schemas.openxmlformats.org/officeDocument/2006/relationships/image" Target="../media/image781.png"/><Relationship Id="rId795" Type="http://schemas.openxmlformats.org/officeDocument/2006/relationships/customXml" Target="../ink/ink885.xml"/><Relationship Id="rId809" Type="http://schemas.openxmlformats.org/officeDocument/2006/relationships/customXml" Target="../ink/ink892.xml"/><Relationship Id="rId9" Type="http://schemas.openxmlformats.org/officeDocument/2006/relationships/image" Target="../media/image493.png"/><Relationship Id="rId210" Type="http://schemas.openxmlformats.org/officeDocument/2006/relationships/image" Target="../media/image592.png"/><Relationship Id="rId448" Type="http://schemas.openxmlformats.org/officeDocument/2006/relationships/image" Target="../media/image711.png"/><Relationship Id="rId655" Type="http://schemas.openxmlformats.org/officeDocument/2006/relationships/customXml" Target="../ink/ink815.xml"/><Relationship Id="rId862" Type="http://schemas.openxmlformats.org/officeDocument/2006/relationships/image" Target="../media/image918.png"/><Relationship Id="rId294" Type="http://schemas.openxmlformats.org/officeDocument/2006/relationships/image" Target="../media/image634.png"/><Relationship Id="rId308" Type="http://schemas.openxmlformats.org/officeDocument/2006/relationships/image" Target="../media/image641.png"/><Relationship Id="rId515" Type="http://schemas.openxmlformats.org/officeDocument/2006/relationships/customXml" Target="../ink/ink745.xml"/><Relationship Id="rId722" Type="http://schemas.openxmlformats.org/officeDocument/2006/relationships/image" Target="../media/image848.png"/><Relationship Id="rId89" Type="http://schemas.openxmlformats.org/officeDocument/2006/relationships/image" Target="../media/image533.png"/><Relationship Id="rId154" Type="http://schemas.openxmlformats.org/officeDocument/2006/relationships/image" Target="../media/image565.png"/><Relationship Id="rId361" Type="http://schemas.openxmlformats.org/officeDocument/2006/relationships/customXml" Target="../ink/ink668.xml"/><Relationship Id="rId599" Type="http://schemas.openxmlformats.org/officeDocument/2006/relationships/customXml" Target="../ink/ink787.xml"/><Relationship Id="rId459" Type="http://schemas.openxmlformats.org/officeDocument/2006/relationships/customXml" Target="../ink/ink717.xml"/><Relationship Id="rId666" Type="http://schemas.openxmlformats.org/officeDocument/2006/relationships/image" Target="../media/image820.png"/><Relationship Id="rId873" Type="http://schemas.openxmlformats.org/officeDocument/2006/relationships/customXml" Target="../ink/ink924.xml"/><Relationship Id="rId16" Type="http://schemas.openxmlformats.org/officeDocument/2006/relationships/customXml" Target="../ink/ink495.xml"/><Relationship Id="rId221" Type="http://schemas.openxmlformats.org/officeDocument/2006/relationships/customXml" Target="../ink/ink598.xml"/><Relationship Id="rId319" Type="http://schemas.openxmlformats.org/officeDocument/2006/relationships/customXml" Target="../ink/ink647.xml"/><Relationship Id="rId526" Type="http://schemas.openxmlformats.org/officeDocument/2006/relationships/image" Target="../media/image750.png"/><Relationship Id="rId733" Type="http://schemas.openxmlformats.org/officeDocument/2006/relationships/customXml" Target="../ink/ink854.xml"/><Relationship Id="rId940" Type="http://schemas.openxmlformats.org/officeDocument/2006/relationships/image" Target="../media/image957.png"/><Relationship Id="rId165" Type="http://schemas.openxmlformats.org/officeDocument/2006/relationships/customXml" Target="../ink/ink570.xml"/><Relationship Id="rId372" Type="http://schemas.openxmlformats.org/officeDocument/2006/relationships/image" Target="../media/image673.png"/><Relationship Id="rId677" Type="http://schemas.openxmlformats.org/officeDocument/2006/relationships/customXml" Target="../ink/ink826.xml"/><Relationship Id="rId800" Type="http://schemas.openxmlformats.org/officeDocument/2006/relationships/image" Target="../media/image887.png"/><Relationship Id="rId232" Type="http://schemas.openxmlformats.org/officeDocument/2006/relationships/image" Target="../media/image603.png"/><Relationship Id="rId884" Type="http://schemas.openxmlformats.org/officeDocument/2006/relationships/image" Target="../media/image929.png"/><Relationship Id="rId27" Type="http://schemas.openxmlformats.org/officeDocument/2006/relationships/image" Target="../media/image502.png"/><Relationship Id="rId537" Type="http://schemas.openxmlformats.org/officeDocument/2006/relationships/customXml" Target="../ink/ink756.xml"/><Relationship Id="rId744" Type="http://schemas.openxmlformats.org/officeDocument/2006/relationships/image" Target="../media/image859.png"/><Relationship Id="rId951" Type="http://schemas.openxmlformats.org/officeDocument/2006/relationships/customXml" Target="../ink/ink963.xml"/><Relationship Id="rId80" Type="http://schemas.openxmlformats.org/officeDocument/2006/relationships/customXml" Target="../ink/ink527.xml"/><Relationship Id="rId176" Type="http://schemas.openxmlformats.org/officeDocument/2006/relationships/image" Target="../media/image576.png"/><Relationship Id="rId383" Type="http://schemas.openxmlformats.org/officeDocument/2006/relationships/customXml" Target="../ink/ink679.xml"/><Relationship Id="rId590" Type="http://schemas.openxmlformats.org/officeDocument/2006/relationships/image" Target="../media/image782.png"/><Relationship Id="rId604" Type="http://schemas.openxmlformats.org/officeDocument/2006/relationships/image" Target="../media/image789.png"/><Relationship Id="rId811" Type="http://schemas.openxmlformats.org/officeDocument/2006/relationships/customXml" Target="../ink/ink893.xml"/><Relationship Id="rId243" Type="http://schemas.openxmlformats.org/officeDocument/2006/relationships/customXml" Target="../ink/ink609.xml"/><Relationship Id="rId450" Type="http://schemas.openxmlformats.org/officeDocument/2006/relationships/image" Target="../media/image712.png"/><Relationship Id="rId688" Type="http://schemas.openxmlformats.org/officeDocument/2006/relationships/image" Target="../media/image831.png"/><Relationship Id="rId895" Type="http://schemas.openxmlformats.org/officeDocument/2006/relationships/customXml" Target="../ink/ink935.xml"/><Relationship Id="rId909" Type="http://schemas.openxmlformats.org/officeDocument/2006/relationships/customXml" Target="../ink/ink942.xml"/><Relationship Id="rId38" Type="http://schemas.openxmlformats.org/officeDocument/2006/relationships/customXml" Target="../ink/ink506.xml"/><Relationship Id="rId103" Type="http://schemas.openxmlformats.org/officeDocument/2006/relationships/customXml" Target="../ink/ink539.xml"/><Relationship Id="rId310" Type="http://schemas.openxmlformats.org/officeDocument/2006/relationships/image" Target="../media/image642.png"/><Relationship Id="rId548" Type="http://schemas.openxmlformats.org/officeDocument/2006/relationships/image" Target="../media/image761.png"/><Relationship Id="rId755" Type="http://schemas.openxmlformats.org/officeDocument/2006/relationships/customXml" Target="../ink/ink865.xml"/><Relationship Id="rId962" Type="http://schemas.openxmlformats.org/officeDocument/2006/relationships/image" Target="../media/image968.png"/><Relationship Id="rId91" Type="http://schemas.openxmlformats.org/officeDocument/2006/relationships/image" Target="../media/image534.png"/><Relationship Id="rId187" Type="http://schemas.openxmlformats.org/officeDocument/2006/relationships/customXml" Target="../ink/ink581.xml"/><Relationship Id="rId394" Type="http://schemas.openxmlformats.org/officeDocument/2006/relationships/image" Target="../media/image684.png"/><Relationship Id="rId408" Type="http://schemas.openxmlformats.org/officeDocument/2006/relationships/image" Target="../media/image691.png"/><Relationship Id="rId615" Type="http://schemas.openxmlformats.org/officeDocument/2006/relationships/customXml" Target="../ink/ink795.xml"/><Relationship Id="rId822" Type="http://schemas.openxmlformats.org/officeDocument/2006/relationships/image" Target="../media/image898.png"/><Relationship Id="rId254" Type="http://schemas.openxmlformats.org/officeDocument/2006/relationships/image" Target="../media/image614.png"/><Relationship Id="rId699" Type="http://schemas.openxmlformats.org/officeDocument/2006/relationships/customXml" Target="../ink/ink837.xml"/><Relationship Id="rId49" Type="http://schemas.openxmlformats.org/officeDocument/2006/relationships/image" Target="../media/image513.png"/><Relationship Id="rId114" Type="http://schemas.openxmlformats.org/officeDocument/2006/relationships/image" Target="../media/image545.png"/><Relationship Id="rId461" Type="http://schemas.openxmlformats.org/officeDocument/2006/relationships/customXml" Target="../ink/ink718.xml"/><Relationship Id="rId559" Type="http://schemas.openxmlformats.org/officeDocument/2006/relationships/customXml" Target="../ink/ink767.xml"/><Relationship Id="rId766" Type="http://schemas.openxmlformats.org/officeDocument/2006/relationships/image" Target="../media/image870.png"/><Relationship Id="rId198" Type="http://schemas.openxmlformats.org/officeDocument/2006/relationships/image" Target="../media/image586.png"/><Relationship Id="rId321" Type="http://schemas.openxmlformats.org/officeDocument/2006/relationships/customXml" Target="../ink/ink648.xml"/><Relationship Id="rId419" Type="http://schemas.openxmlformats.org/officeDocument/2006/relationships/customXml" Target="../ink/ink697.xml"/><Relationship Id="rId626" Type="http://schemas.openxmlformats.org/officeDocument/2006/relationships/image" Target="../media/image800.png"/><Relationship Id="rId973" Type="http://schemas.openxmlformats.org/officeDocument/2006/relationships/customXml" Target="../ink/ink974.xml"/><Relationship Id="rId833" Type="http://schemas.openxmlformats.org/officeDocument/2006/relationships/customXml" Target="../ink/ink904.xml"/><Relationship Id="rId265" Type="http://schemas.openxmlformats.org/officeDocument/2006/relationships/customXml" Target="../ink/ink620.xml"/><Relationship Id="rId472" Type="http://schemas.openxmlformats.org/officeDocument/2006/relationships/image" Target="../media/image723.png"/><Relationship Id="rId900" Type="http://schemas.openxmlformats.org/officeDocument/2006/relationships/image" Target="../media/image937.png"/><Relationship Id="rId125" Type="http://schemas.openxmlformats.org/officeDocument/2006/relationships/customXml" Target="../ink/ink550.xml"/><Relationship Id="rId332" Type="http://schemas.openxmlformats.org/officeDocument/2006/relationships/image" Target="../media/image653.png"/><Relationship Id="rId777" Type="http://schemas.openxmlformats.org/officeDocument/2006/relationships/customXml" Target="../ink/ink876.xml"/><Relationship Id="rId637" Type="http://schemas.openxmlformats.org/officeDocument/2006/relationships/customXml" Target="../ink/ink806.xml"/><Relationship Id="rId844" Type="http://schemas.openxmlformats.org/officeDocument/2006/relationships/image" Target="../media/image909.png"/><Relationship Id="rId276" Type="http://schemas.openxmlformats.org/officeDocument/2006/relationships/image" Target="../media/image625.png"/><Relationship Id="rId483" Type="http://schemas.openxmlformats.org/officeDocument/2006/relationships/customXml" Target="../ink/ink729.xml"/><Relationship Id="rId690" Type="http://schemas.openxmlformats.org/officeDocument/2006/relationships/image" Target="../media/image832.png"/><Relationship Id="rId704" Type="http://schemas.openxmlformats.org/officeDocument/2006/relationships/image" Target="../media/image839.png"/><Relationship Id="rId911" Type="http://schemas.openxmlformats.org/officeDocument/2006/relationships/customXml" Target="../ink/ink943.xml"/><Relationship Id="rId40" Type="http://schemas.openxmlformats.org/officeDocument/2006/relationships/customXml" Target="../ink/ink507.xml"/><Relationship Id="rId136" Type="http://schemas.openxmlformats.org/officeDocument/2006/relationships/image" Target="../media/image556.png"/><Relationship Id="rId343" Type="http://schemas.openxmlformats.org/officeDocument/2006/relationships/customXml" Target="../ink/ink659.xml"/><Relationship Id="rId550" Type="http://schemas.openxmlformats.org/officeDocument/2006/relationships/image" Target="../media/image762.png"/><Relationship Id="rId788" Type="http://schemas.openxmlformats.org/officeDocument/2006/relationships/image" Target="../media/image881.png"/><Relationship Id="rId203" Type="http://schemas.openxmlformats.org/officeDocument/2006/relationships/customXml" Target="../ink/ink589.xml"/><Relationship Id="rId648" Type="http://schemas.openxmlformats.org/officeDocument/2006/relationships/image" Target="../media/image811.png"/><Relationship Id="rId855" Type="http://schemas.openxmlformats.org/officeDocument/2006/relationships/customXml" Target="../ink/ink915.xml"/><Relationship Id="rId287" Type="http://schemas.openxmlformats.org/officeDocument/2006/relationships/customXml" Target="../ink/ink631.xml"/><Relationship Id="rId410" Type="http://schemas.openxmlformats.org/officeDocument/2006/relationships/image" Target="../media/image692.png"/><Relationship Id="rId494" Type="http://schemas.openxmlformats.org/officeDocument/2006/relationships/image" Target="../media/image734.png"/><Relationship Id="rId508" Type="http://schemas.openxmlformats.org/officeDocument/2006/relationships/image" Target="../media/image741.png"/><Relationship Id="rId715" Type="http://schemas.openxmlformats.org/officeDocument/2006/relationships/customXml" Target="../ink/ink845.xml"/><Relationship Id="rId922" Type="http://schemas.openxmlformats.org/officeDocument/2006/relationships/image" Target="../media/image948.png"/><Relationship Id="rId147" Type="http://schemas.openxmlformats.org/officeDocument/2006/relationships/customXml" Target="../ink/ink561.xml"/><Relationship Id="rId354" Type="http://schemas.openxmlformats.org/officeDocument/2006/relationships/image" Target="../media/image664.png"/><Relationship Id="rId799" Type="http://schemas.openxmlformats.org/officeDocument/2006/relationships/customXml" Target="../ink/ink887.xml"/><Relationship Id="rId51" Type="http://schemas.openxmlformats.org/officeDocument/2006/relationships/image" Target="../media/image514.png"/><Relationship Id="rId561" Type="http://schemas.openxmlformats.org/officeDocument/2006/relationships/customXml" Target="../ink/ink768.xml"/><Relationship Id="rId659" Type="http://schemas.openxmlformats.org/officeDocument/2006/relationships/customXml" Target="../ink/ink817.xml"/><Relationship Id="rId866" Type="http://schemas.openxmlformats.org/officeDocument/2006/relationships/image" Target="../media/image920.png"/><Relationship Id="rId214" Type="http://schemas.openxmlformats.org/officeDocument/2006/relationships/image" Target="../media/image594.png"/><Relationship Id="rId298" Type="http://schemas.openxmlformats.org/officeDocument/2006/relationships/image" Target="../media/image636.png"/><Relationship Id="rId421" Type="http://schemas.openxmlformats.org/officeDocument/2006/relationships/customXml" Target="../ink/ink698.xml"/><Relationship Id="rId519" Type="http://schemas.openxmlformats.org/officeDocument/2006/relationships/customXml" Target="../ink/ink747.xml"/><Relationship Id="rId158" Type="http://schemas.openxmlformats.org/officeDocument/2006/relationships/image" Target="../media/image567.png"/><Relationship Id="rId726" Type="http://schemas.openxmlformats.org/officeDocument/2006/relationships/image" Target="../media/image850.png"/><Relationship Id="rId933" Type="http://schemas.openxmlformats.org/officeDocument/2006/relationships/customXml" Target="../ink/ink954.xml"/><Relationship Id="rId62" Type="http://schemas.openxmlformats.org/officeDocument/2006/relationships/customXml" Target="../ink/ink518.xml"/><Relationship Id="rId365" Type="http://schemas.openxmlformats.org/officeDocument/2006/relationships/customXml" Target="../ink/ink670.xml"/><Relationship Id="rId572" Type="http://schemas.openxmlformats.org/officeDocument/2006/relationships/image" Target="../media/image773.png"/><Relationship Id="rId225" Type="http://schemas.openxmlformats.org/officeDocument/2006/relationships/customXml" Target="../ink/ink600.xml"/><Relationship Id="rId432" Type="http://schemas.openxmlformats.org/officeDocument/2006/relationships/image" Target="../media/image703.png"/><Relationship Id="rId877" Type="http://schemas.openxmlformats.org/officeDocument/2006/relationships/customXml" Target="../ink/ink926.xml"/><Relationship Id="rId737" Type="http://schemas.openxmlformats.org/officeDocument/2006/relationships/customXml" Target="../ink/ink856.xml"/><Relationship Id="rId944" Type="http://schemas.openxmlformats.org/officeDocument/2006/relationships/image" Target="../media/image959.png"/><Relationship Id="rId73" Type="http://schemas.openxmlformats.org/officeDocument/2006/relationships/image" Target="../media/image525.png"/><Relationship Id="rId169" Type="http://schemas.openxmlformats.org/officeDocument/2006/relationships/customXml" Target="../ink/ink572.xml"/><Relationship Id="rId376" Type="http://schemas.openxmlformats.org/officeDocument/2006/relationships/image" Target="../media/image675.png"/><Relationship Id="rId583" Type="http://schemas.openxmlformats.org/officeDocument/2006/relationships/customXml" Target="../ink/ink779.xml"/><Relationship Id="rId790" Type="http://schemas.openxmlformats.org/officeDocument/2006/relationships/image" Target="../media/image882.png"/><Relationship Id="rId804" Type="http://schemas.openxmlformats.org/officeDocument/2006/relationships/image" Target="../media/image889.png"/><Relationship Id="rId4" Type="http://schemas.openxmlformats.org/officeDocument/2006/relationships/customXml" Target="../ink/ink489.xml"/><Relationship Id="rId236" Type="http://schemas.openxmlformats.org/officeDocument/2006/relationships/image" Target="../media/image605.png"/><Relationship Id="rId443" Type="http://schemas.openxmlformats.org/officeDocument/2006/relationships/customXml" Target="../ink/ink709.xml"/><Relationship Id="rId650" Type="http://schemas.openxmlformats.org/officeDocument/2006/relationships/image" Target="../media/image812.png"/><Relationship Id="rId888" Type="http://schemas.openxmlformats.org/officeDocument/2006/relationships/image" Target="../media/image931.png"/><Relationship Id="rId303" Type="http://schemas.openxmlformats.org/officeDocument/2006/relationships/customXml" Target="../ink/ink639.xml"/><Relationship Id="rId748" Type="http://schemas.openxmlformats.org/officeDocument/2006/relationships/image" Target="../media/image861.png"/><Relationship Id="rId955" Type="http://schemas.openxmlformats.org/officeDocument/2006/relationships/customXml" Target="../ink/ink965.xml"/><Relationship Id="rId84" Type="http://schemas.openxmlformats.org/officeDocument/2006/relationships/customXml" Target="../ink/ink529.xml"/><Relationship Id="rId387" Type="http://schemas.openxmlformats.org/officeDocument/2006/relationships/customXml" Target="../ink/ink681.xml"/><Relationship Id="rId510" Type="http://schemas.openxmlformats.org/officeDocument/2006/relationships/image" Target="../media/image742.png"/><Relationship Id="rId594" Type="http://schemas.openxmlformats.org/officeDocument/2006/relationships/image" Target="../media/image784.png"/><Relationship Id="rId608" Type="http://schemas.openxmlformats.org/officeDocument/2006/relationships/image" Target="../media/image791.png"/><Relationship Id="rId815" Type="http://schemas.openxmlformats.org/officeDocument/2006/relationships/customXml" Target="../ink/ink895.xml"/><Relationship Id="rId247" Type="http://schemas.openxmlformats.org/officeDocument/2006/relationships/customXml" Target="../ink/ink611.xml"/><Relationship Id="rId899" Type="http://schemas.openxmlformats.org/officeDocument/2006/relationships/customXml" Target="../ink/ink937.xml"/><Relationship Id="rId107" Type="http://schemas.openxmlformats.org/officeDocument/2006/relationships/customXml" Target="../ink/ink541.xml"/><Relationship Id="rId454" Type="http://schemas.openxmlformats.org/officeDocument/2006/relationships/image" Target="../media/image714.png"/><Relationship Id="rId661" Type="http://schemas.openxmlformats.org/officeDocument/2006/relationships/customXml" Target="../ink/ink818.xml"/><Relationship Id="rId759" Type="http://schemas.openxmlformats.org/officeDocument/2006/relationships/customXml" Target="../ink/ink867.xml"/><Relationship Id="rId966" Type="http://schemas.openxmlformats.org/officeDocument/2006/relationships/image" Target="../media/image970.png"/><Relationship Id="rId11" Type="http://schemas.openxmlformats.org/officeDocument/2006/relationships/image" Target="../media/image494.png"/><Relationship Id="rId314" Type="http://schemas.openxmlformats.org/officeDocument/2006/relationships/image" Target="../media/image644.png"/><Relationship Id="rId398" Type="http://schemas.openxmlformats.org/officeDocument/2006/relationships/image" Target="../media/image686.png"/><Relationship Id="rId521" Type="http://schemas.openxmlformats.org/officeDocument/2006/relationships/customXml" Target="../ink/ink748.xml"/><Relationship Id="rId619" Type="http://schemas.openxmlformats.org/officeDocument/2006/relationships/customXml" Target="../ink/ink797.xml"/><Relationship Id="rId95" Type="http://schemas.openxmlformats.org/officeDocument/2006/relationships/customXml" Target="../ink/ink535.xml"/><Relationship Id="rId160" Type="http://schemas.openxmlformats.org/officeDocument/2006/relationships/image" Target="../media/image568.png"/><Relationship Id="rId826" Type="http://schemas.openxmlformats.org/officeDocument/2006/relationships/image" Target="../media/image900.png"/><Relationship Id="rId258" Type="http://schemas.openxmlformats.org/officeDocument/2006/relationships/image" Target="../media/image616.png"/><Relationship Id="rId465" Type="http://schemas.openxmlformats.org/officeDocument/2006/relationships/customXml" Target="../ink/ink720.xml"/><Relationship Id="rId672" Type="http://schemas.openxmlformats.org/officeDocument/2006/relationships/image" Target="../media/image823.png"/><Relationship Id="rId22" Type="http://schemas.openxmlformats.org/officeDocument/2006/relationships/customXml" Target="../ink/ink498.xml"/><Relationship Id="rId118" Type="http://schemas.openxmlformats.org/officeDocument/2006/relationships/image" Target="../media/image547.png"/><Relationship Id="rId325" Type="http://schemas.openxmlformats.org/officeDocument/2006/relationships/customXml" Target="../ink/ink650.xml"/><Relationship Id="rId532" Type="http://schemas.openxmlformats.org/officeDocument/2006/relationships/image" Target="../media/image753.png"/><Relationship Id="rId977" Type="http://schemas.openxmlformats.org/officeDocument/2006/relationships/customXml" Target="../ink/ink976.xml"/><Relationship Id="rId171" Type="http://schemas.openxmlformats.org/officeDocument/2006/relationships/customXml" Target="../ink/ink573.xml"/><Relationship Id="rId837" Type="http://schemas.openxmlformats.org/officeDocument/2006/relationships/customXml" Target="../ink/ink906.xml"/><Relationship Id="rId269" Type="http://schemas.openxmlformats.org/officeDocument/2006/relationships/customXml" Target="../ink/ink622.xml"/><Relationship Id="rId476" Type="http://schemas.openxmlformats.org/officeDocument/2006/relationships/image" Target="../media/image725.png"/><Relationship Id="rId683" Type="http://schemas.openxmlformats.org/officeDocument/2006/relationships/customXml" Target="../ink/ink829.xml"/><Relationship Id="rId890" Type="http://schemas.openxmlformats.org/officeDocument/2006/relationships/image" Target="../media/image932.png"/><Relationship Id="rId904" Type="http://schemas.openxmlformats.org/officeDocument/2006/relationships/image" Target="../media/image939.png"/><Relationship Id="rId33" Type="http://schemas.openxmlformats.org/officeDocument/2006/relationships/image" Target="../media/image505.png"/><Relationship Id="rId129" Type="http://schemas.openxmlformats.org/officeDocument/2006/relationships/customXml" Target="../ink/ink552.xml"/><Relationship Id="rId336" Type="http://schemas.openxmlformats.org/officeDocument/2006/relationships/image" Target="../media/image655.png"/><Relationship Id="rId543" Type="http://schemas.openxmlformats.org/officeDocument/2006/relationships/customXml" Target="../ink/ink759.xml"/><Relationship Id="rId182" Type="http://schemas.openxmlformats.org/officeDocument/2006/relationships/image" Target="../media/image579.png"/><Relationship Id="rId403" Type="http://schemas.openxmlformats.org/officeDocument/2006/relationships/customXml" Target="../ink/ink689.xml"/><Relationship Id="rId750" Type="http://schemas.openxmlformats.org/officeDocument/2006/relationships/image" Target="../media/image862.png"/><Relationship Id="rId848" Type="http://schemas.openxmlformats.org/officeDocument/2006/relationships/image" Target="../media/image911.png"/><Relationship Id="rId487" Type="http://schemas.openxmlformats.org/officeDocument/2006/relationships/customXml" Target="../ink/ink731.xml"/><Relationship Id="rId610" Type="http://schemas.openxmlformats.org/officeDocument/2006/relationships/image" Target="../media/image792.png"/><Relationship Id="rId694" Type="http://schemas.openxmlformats.org/officeDocument/2006/relationships/image" Target="../media/image834.png"/><Relationship Id="rId708" Type="http://schemas.openxmlformats.org/officeDocument/2006/relationships/image" Target="../media/image841.png"/><Relationship Id="rId915" Type="http://schemas.openxmlformats.org/officeDocument/2006/relationships/customXml" Target="../ink/ink945.xml"/><Relationship Id="rId347" Type="http://schemas.openxmlformats.org/officeDocument/2006/relationships/customXml" Target="../ink/ink661.xml"/><Relationship Id="rId44" Type="http://schemas.openxmlformats.org/officeDocument/2006/relationships/customXml" Target="../ink/ink509.xml"/><Relationship Id="rId554" Type="http://schemas.openxmlformats.org/officeDocument/2006/relationships/image" Target="../media/image764.png"/><Relationship Id="rId761" Type="http://schemas.openxmlformats.org/officeDocument/2006/relationships/customXml" Target="../ink/ink868.xml"/><Relationship Id="rId859" Type="http://schemas.openxmlformats.org/officeDocument/2006/relationships/customXml" Target="../ink/ink917.xml"/><Relationship Id="rId193" Type="http://schemas.openxmlformats.org/officeDocument/2006/relationships/customXml" Target="../ink/ink584.xml"/><Relationship Id="rId207" Type="http://schemas.openxmlformats.org/officeDocument/2006/relationships/customXml" Target="../ink/ink591.xml"/><Relationship Id="rId414" Type="http://schemas.openxmlformats.org/officeDocument/2006/relationships/image" Target="../media/image694.png"/><Relationship Id="rId498" Type="http://schemas.openxmlformats.org/officeDocument/2006/relationships/image" Target="../media/image736.png"/><Relationship Id="rId621" Type="http://schemas.openxmlformats.org/officeDocument/2006/relationships/customXml" Target="../ink/ink798.xml"/><Relationship Id="rId260" Type="http://schemas.openxmlformats.org/officeDocument/2006/relationships/image" Target="../media/image617.png"/><Relationship Id="rId719" Type="http://schemas.openxmlformats.org/officeDocument/2006/relationships/customXml" Target="../ink/ink847.xml"/><Relationship Id="rId926" Type="http://schemas.openxmlformats.org/officeDocument/2006/relationships/image" Target="../media/image950.png"/><Relationship Id="rId55" Type="http://schemas.openxmlformats.org/officeDocument/2006/relationships/image" Target="../media/image516.png"/><Relationship Id="rId120" Type="http://schemas.openxmlformats.org/officeDocument/2006/relationships/image" Target="../media/image548.png"/><Relationship Id="rId358" Type="http://schemas.openxmlformats.org/officeDocument/2006/relationships/image" Target="../media/image666.png"/><Relationship Id="rId565" Type="http://schemas.openxmlformats.org/officeDocument/2006/relationships/customXml" Target="../ink/ink770.xml"/><Relationship Id="rId772" Type="http://schemas.openxmlformats.org/officeDocument/2006/relationships/image" Target="../media/image873.png"/><Relationship Id="rId218" Type="http://schemas.openxmlformats.org/officeDocument/2006/relationships/image" Target="../media/image596.png"/><Relationship Id="rId425" Type="http://schemas.openxmlformats.org/officeDocument/2006/relationships/customXml" Target="../ink/ink700.xml"/><Relationship Id="rId632" Type="http://schemas.openxmlformats.org/officeDocument/2006/relationships/image" Target="../media/image803.png"/><Relationship Id="rId271" Type="http://schemas.openxmlformats.org/officeDocument/2006/relationships/customXml" Target="../ink/ink623.xml"/><Relationship Id="rId937" Type="http://schemas.openxmlformats.org/officeDocument/2006/relationships/customXml" Target="../ink/ink956.xml"/><Relationship Id="rId66" Type="http://schemas.openxmlformats.org/officeDocument/2006/relationships/customXml" Target="../ink/ink520.xml"/><Relationship Id="rId131" Type="http://schemas.openxmlformats.org/officeDocument/2006/relationships/customXml" Target="../ink/ink553.xml"/><Relationship Id="rId369" Type="http://schemas.openxmlformats.org/officeDocument/2006/relationships/customXml" Target="../ink/ink672.xml"/><Relationship Id="rId576" Type="http://schemas.openxmlformats.org/officeDocument/2006/relationships/image" Target="../media/image775.png"/><Relationship Id="rId783" Type="http://schemas.openxmlformats.org/officeDocument/2006/relationships/customXml" Target="../ink/ink879.xml"/><Relationship Id="rId229" Type="http://schemas.openxmlformats.org/officeDocument/2006/relationships/customXml" Target="../ink/ink602.xml"/><Relationship Id="rId436" Type="http://schemas.openxmlformats.org/officeDocument/2006/relationships/image" Target="../media/image705.png"/><Relationship Id="rId643" Type="http://schemas.openxmlformats.org/officeDocument/2006/relationships/customXml" Target="../ink/ink809.xml"/><Relationship Id="rId850" Type="http://schemas.openxmlformats.org/officeDocument/2006/relationships/image" Target="../media/image912.png"/><Relationship Id="rId948" Type="http://schemas.openxmlformats.org/officeDocument/2006/relationships/image" Target="../media/image961.png"/><Relationship Id="rId77" Type="http://schemas.openxmlformats.org/officeDocument/2006/relationships/image" Target="../media/image527.png"/><Relationship Id="rId282" Type="http://schemas.openxmlformats.org/officeDocument/2006/relationships/image" Target="../media/image628.png"/><Relationship Id="rId503" Type="http://schemas.openxmlformats.org/officeDocument/2006/relationships/customXml" Target="../ink/ink739.xml"/><Relationship Id="rId587" Type="http://schemas.openxmlformats.org/officeDocument/2006/relationships/customXml" Target="../ink/ink781.xml"/><Relationship Id="rId710" Type="http://schemas.openxmlformats.org/officeDocument/2006/relationships/image" Target="../media/image842.png"/><Relationship Id="rId808" Type="http://schemas.openxmlformats.org/officeDocument/2006/relationships/image" Target="../media/image891.png"/><Relationship Id="rId8" Type="http://schemas.openxmlformats.org/officeDocument/2006/relationships/customXml" Target="../ink/ink491.xml"/><Relationship Id="rId142" Type="http://schemas.openxmlformats.org/officeDocument/2006/relationships/image" Target="../media/image559.png"/><Relationship Id="rId447" Type="http://schemas.openxmlformats.org/officeDocument/2006/relationships/customXml" Target="../ink/ink711.xml"/><Relationship Id="rId794" Type="http://schemas.openxmlformats.org/officeDocument/2006/relationships/image" Target="../media/image884.png"/><Relationship Id="rId654" Type="http://schemas.openxmlformats.org/officeDocument/2006/relationships/image" Target="../media/image814.png"/><Relationship Id="rId861" Type="http://schemas.openxmlformats.org/officeDocument/2006/relationships/customXml" Target="../ink/ink918.xml"/><Relationship Id="rId959" Type="http://schemas.openxmlformats.org/officeDocument/2006/relationships/customXml" Target="../ink/ink967.xml"/><Relationship Id="rId293" Type="http://schemas.openxmlformats.org/officeDocument/2006/relationships/customXml" Target="../ink/ink634.xml"/><Relationship Id="rId307" Type="http://schemas.openxmlformats.org/officeDocument/2006/relationships/customXml" Target="../ink/ink641.xml"/><Relationship Id="rId514" Type="http://schemas.openxmlformats.org/officeDocument/2006/relationships/image" Target="../media/image744.png"/><Relationship Id="rId721" Type="http://schemas.openxmlformats.org/officeDocument/2006/relationships/customXml" Target="../ink/ink848.xml"/><Relationship Id="rId88" Type="http://schemas.openxmlformats.org/officeDocument/2006/relationships/customXml" Target="../ink/ink531.xml"/><Relationship Id="rId153" Type="http://schemas.openxmlformats.org/officeDocument/2006/relationships/customXml" Target="../ink/ink564.xml"/><Relationship Id="rId360" Type="http://schemas.openxmlformats.org/officeDocument/2006/relationships/image" Target="../media/image667.png"/><Relationship Id="rId598" Type="http://schemas.openxmlformats.org/officeDocument/2006/relationships/image" Target="../media/image786.png"/><Relationship Id="rId819" Type="http://schemas.openxmlformats.org/officeDocument/2006/relationships/customXml" Target="../ink/ink897.xml"/><Relationship Id="rId220" Type="http://schemas.openxmlformats.org/officeDocument/2006/relationships/image" Target="../media/image597.png"/><Relationship Id="rId458" Type="http://schemas.openxmlformats.org/officeDocument/2006/relationships/image" Target="../media/image716.png"/><Relationship Id="rId665" Type="http://schemas.openxmlformats.org/officeDocument/2006/relationships/customXml" Target="../ink/ink820.xml"/><Relationship Id="rId872" Type="http://schemas.openxmlformats.org/officeDocument/2006/relationships/image" Target="../media/image923.png"/><Relationship Id="rId15" Type="http://schemas.openxmlformats.org/officeDocument/2006/relationships/image" Target="../media/image496.png"/><Relationship Id="rId318" Type="http://schemas.openxmlformats.org/officeDocument/2006/relationships/image" Target="../media/image646.png"/><Relationship Id="rId525" Type="http://schemas.openxmlformats.org/officeDocument/2006/relationships/customXml" Target="../ink/ink750.xml"/><Relationship Id="rId732" Type="http://schemas.openxmlformats.org/officeDocument/2006/relationships/image" Target="../media/image853.png"/><Relationship Id="rId99" Type="http://schemas.openxmlformats.org/officeDocument/2006/relationships/customXml" Target="../ink/ink537.xml"/><Relationship Id="rId164" Type="http://schemas.openxmlformats.org/officeDocument/2006/relationships/image" Target="../media/image570.png"/><Relationship Id="rId371" Type="http://schemas.openxmlformats.org/officeDocument/2006/relationships/customXml" Target="../ink/ink673.xml"/><Relationship Id="rId469" Type="http://schemas.openxmlformats.org/officeDocument/2006/relationships/customXml" Target="../ink/ink722.xml"/><Relationship Id="rId676" Type="http://schemas.openxmlformats.org/officeDocument/2006/relationships/image" Target="../media/image825.png"/><Relationship Id="rId883" Type="http://schemas.openxmlformats.org/officeDocument/2006/relationships/customXml" Target="../ink/ink929.xml"/><Relationship Id="rId26" Type="http://schemas.openxmlformats.org/officeDocument/2006/relationships/customXml" Target="../ink/ink500.xml"/><Relationship Id="rId231" Type="http://schemas.openxmlformats.org/officeDocument/2006/relationships/customXml" Target="../ink/ink603.xml"/><Relationship Id="rId329" Type="http://schemas.openxmlformats.org/officeDocument/2006/relationships/customXml" Target="../ink/ink652.xml"/><Relationship Id="rId536" Type="http://schemas.openxmlformats.org/officeDocument/2006/relationships/image" Target="../media/image755.png"/><Relationship Id="rId175" Type="http://schemas.openxmlformats.org/officeDocument/2006/relationships/customXml" Target="../ink/ink575.xml"/><Relationship Id="rId743" Type="http://schemas.openxmlformats.org/officeDocument/2006/relationships/customXml" Target="../ink/ink859.xml"/><Relationship Id="rId950" Type="http://schemas.openxmlformats.org/officeDocument/2006/relationships/image" Target="../media/image962.png"/><Relationship Id="rId382" Type="http://schemas.openxmlformats.org/officeDocument/2006/relationships/image" Target="../media/image678.png"/><Relationship Id="rId603" Type="http://schemas.openxmlformats.org/officeDocument/2006/relationships/customXml" Target="../ink/ink789.xml"/><Relationship Id="rId687" Type="http://schemas.openxmlformats.org/officeDocument/2006/relationships/customXml" Target="../ink/ink831.xml"/><Relationship Id="rId810" Type="http://schemas.openxmlformats.org/officeDocument/2006/relationships/image" Target="../media/image892.png"/><Relationship Id="rId908" Type="http://schemas.openxmlformats.org/officeDocument/2006/relationships/image" Target="../media/image941.png"/><Relationship Id="rId242" Type="http://schemas.openxmlformats.org/officeDocument/2006/relationships/image" Target="../media/image608.png"/><Relationship Id="rId894" Type="http://schemas.openxmlformats.org/officeDocument/2006/relationships/image" Target="../media/image934.png"/><Relationship Id="rId37" Type="http://schemas.openxmlformats.org/officeDocument/2006/relationships/image" Target="../media/image507.png"/><Relationship Id="rId102" Type="http://schemas.openxmlformats.org/officeDocument/2006/relationships/image" Target="../media/image539.png"/><Relationship Id="rId547" Type="http://schemas.openxmlformats.org/officeDocument/2006/relationships/customXml" Target="../ink/ink761.xml"/><Relationship Id="rId754" Type="http://schemas.openxmlformats.org/officeDocument/2006/relationships/image" Target="../media/image864.png"/><Relationship Id="rId961" Type="http://schemas.openxmlformats.org/officeDocument/2006/relationships/customXml" Target="../ink/ink968.xml"/><Relationship Id="rId90" Type="http://schemas.openxmlformats.org/officeDocument/2006/relationships/customXml" Target="../ink/ink532.xml"/><Relationship Id="rId186" Type="http://schemas.openxmlformats.org/officeDocument/2006/relationships/image" Target="../media/image581.png"/><Relationship Id="rId393" Type="http://schemas.openxmlformats.org/officeDocument/2006/relationships/customXml" Target="../ink/ink684.xml"/><Relationship Id="rId407" Type="http://schemas.openxmlformats.org/officeDocument/2006/relationships/customXml" Target="../ink/ink691.xml"/><Relationship Id="rId614" Type="http://schemas.openxmlformats.org/officeDocument/2006/relationships/image" Target="../media/image794.png"/><Relationship Id="rId821" Type="http://schemas.openxmlformats.org/officeDocument/2006/relationships/customXml" Target="../ink/ink898.xml"/><Relationship Id="rId253" Type="http://schemas.openxmlformats.org/officeDocument/2006/relationships/customXml" Target="../ink/ink614.xml"/><Relationship Id="rId460" Type="http://schemas.openxmlformats.org/officeDocument/2006/relationships/image" Target="../media/image717.png"/><Relationship Id="rId698" Type="http://schemas.openxmlformats.org/officeDocument/2006/relationships/image" Target="../media/image836.png"/><Relationship Id="rId919" Type="http://schemas.openxmlformats.org/officeDocument/2006/relationships/customXml" Target="../ink/ink947.xml"/><Relationship Id="rId48" Type="http://schemas.openxmlformats.org/officeDocument/2006/relationships/customXml" Target="../ink/ink511.xml"/><Relationship Id="rId113" Type="http://schemas.openxmlformats.org/officeDocument/2006/relationships/customXml" Target="../ink/ink544.xml"/><Relationship Id="rId320" Type="http://schemas.openxmlformats.org/officeDocument/2006/relationships/image" Target="../media/image647.png"/><Relationship Id="rId558" Type="http://schemas.openxmlformats.org/officeDocument/2006/relationships/image" Target="../media/image766.png"/><Relationship Id="rId765" Type="http://schemas.openxmlformats.org/officeDocument/2006/relationships/customXml" Target="../ink/ink870.xml"/><Relationship Id="rId972" Type="http://schemas.openxmlformats.org/officeDocument/2006/relationships/image" Target="../media/image973.png"/><Relationship Id="rId197" Type="http://schemas.openxmlformats.org/officeDocument/2006/relationships/customXml" Target="../ink/ink586.xml"/><Relationship Id="rId418" Type="http://schemas.openxmlformats.org/officeDocument/2006/relationships/image" Target="../media/image696.png"/><Relationship Id="rId625" Type="http://schemas.openxmlformats.org/officeDocument/2006/relationships/customXml" Target="../ink/ink800.xml"/><Relationship Id="rId832" Type="http://schemas.openxmlformats.org/officeDocument/2006/relationships/image" Target="../media/image903.png"/><Relationship Id="rId264" Type="http://schemas.openxmlformats.org/officeDocument/2006/relationships/image" Target="../media/image619.png"/><Relationship Id="rId471" Type="http://schemas.openxmlformats.org/officeDocument/2006/relationships/customXml" Target="../ink/ink723.xml"/><Relationship Id="rId59" Type="http://schemas.openxmlformats.org/officeDocument/2006/relationships/image" Target="../media/image518.png"/><Relationship Id="rId124" Type="http://schemas.openxmlformats.org/officeDocument/2006/relationships/image" Target="../media/image550.png"/><Relationship Id="rId569" Type="http://schemas.openxmlformats.org/officeDocument/2006/relationships/customXml" Target="../ink/ink772.xml"/><Relationship Id="rId776" Type="http://schemas.openxmlformats.org/officeDocument/2006/relationships/image" Target="../media/image875.png"/><Relationship Id="rId331" Type="http://schemas.openxmlformats.org/officeDocument/2006/relationships/customXml" Target="../ink/ink653.xml"/><Relationship Id="rId429" Type="http://schemas.openxmlformats.org/officeDocument/2006/relationships/customXml" Target="../ink/ink702.xml"/><Relationship Id="rId636" Type="http://schemas.openxmlformats.org/officeDocument/2006/relationships/image" Target="../media/image805.png"/><Relationship Id="rId843" Type="http://schemas.openxmlformats.org/officeDocument/2006/relationships/customXml" Target="../ink/ink909.xml"/><Relationship Id="rId275" Type="http://schemas.openxmlformats.org/officeDocument/2006/relationships/customXml" Target="../ink/ink625.xml"/><Relationship Id="rId482" Type="http://schemas.openxmlformats.org/officeDocument/2006/relationships/image" Target="../media/image728.png"/><Relationship Id="rId703" Type="http://schemas.openxmlformats.org/officeDocument/2006/relationships/customXml" Target="../ink/ink839.xml"/><Relationship Id="rId910" Type="http://schemas.openxmlformats.org/officeDocument/2006/relationships/image" Target="../media/image942.png"/><Relationship Id="rId135" Type="http://schemas.openxmlformats.org/officeDocument/2006/relationships/customXml" Target="../ink/ink555.xml"/><Relationship Id="rId342" Type="http://schemas.openxmlformats.org/officeDocument/2006/relationships/image" Target="../media/image658.png"/><Relationship Id="rId787" Type="http://schemas.openxmlformats.org/officeDocument/2006/relationships/customXml" Target="../ink/ink881.xml"/><Relationship Id="rId202" Type="http://schemas.openxmlformats.org/officeDocument/2006/relationships/image" Target="../media/image588.png"/><Relationship Id="rId647" Type="http://schemas.openxmlformats.org/officeDocument/2006/relationships/customXml" Target="../ink/ink811.xml"/><Relationship Id="rId854" Type="http://schemas.openxmlformats.org/officeDocument/2006/relationships/image" Target="../media/image914.png"/><Relationship Id="rId286" Type="http://schemas.openxmlformats.org/officeDocument/2006/relationships/image" Target="../media/image630.png"/><Relationship Id="rId493" Type="http://schemas.openxmlformats.org/officeDocument/2006/relationships/customXml" Target="../ink/ink734.xml"/><Relationship Id="rId507" Type="http://schemas.openxmlformats.org/officeDocument/2006/relationships/customXml" Target="../ink/ink741.xml"/><Relationship Id="rId714" Type="http://schemas.openxmlformats.org/officeDocument/2006/relationships/image" Target="../media/image844.png"/><Relationship Id="rId921" Type="http://schemas.openxmlformats.org/officeDocument/2006/relationships/customXml" Target="../ink/ink948.xml"/><Relationship Id="rId50" Type="http://schemas.openxmlformats.org/officeDocument/2006/relationships/customXml" Target="../ink/ink512.xml"/><Relationship Id="rId146" Type="http://schemas.openxmlformats.org/officeDocument/2006/relationships/image" Target="../media/image561.png"/><Relationship Id="rId353" Type="http://schemas.openxmlformats.org/officeDocument/2006/relationships/customXml" Target="../ink/ink664.xml"/><Relationship Id="rId560" Type="http://schemas.openxmlformats.org/officeDocument/2006/relationships/image" Target="../media/image767.png"/><Relationship Id="rId798" Type="http://schemas.openxmlformats.org/officeDocument/2006/relationships/image" Target="../media/image886.png"/><Relationship Id="rId213" Type="http://schemas.openxmlformats.org/officeDocument/2006/relationships/customXml" Target="../ink/ink594.xml"/><Relationship Id="rId420" Type="http://schemas.openxmlformats.org/officeDocument/2006/relationships/image" Target="../media/image697.png"/><Relationship Id="rId658" Type="http://schemas.openxmlformats.org/officeDocument/2006/relationships/image" Target="../media/image816.png"/><Relationship Id="rId865" Type="http://schemas.openxmlformats.org/officeDocument/2006/relationships/customXml" Target="../ink/ink920.xml"/><Relationship Id="rId297" Type="http://schemas.openxmlformats.org/officeDocument/2006/relationships/customXml" Target="../ink/ink636.xml"/><Relationship Id="rId518" Type="http://schemas.openxmlformats.org/officeDocument/2006/relationships/image" Target="../media/image746.png"/><Relationship Id="rId725" Type="http://schemas.openxmlformats.org/officeDocument/2006/relationships/customXml" Target="../ink/ink850.xml"/><Relationship Id="rId932" Type="http://schemas.openxmlformats.org/officeDocument/2006/relationships/image" Target="../media/image953.png"/><Relationship Id="rId157" Type="http://schemas.openxmlformats.org/officeDocument/2006/relationships/customXml" Target="../ink/ink566.xml"/><Relationship Id="rId364" Type="http://schemas.openxmlformats.org/officeDocument/2006/relationships/image" Target="../media/image669.png"/><Relationship Id="rId61" Type="http://schemas.openxmlformats.org/officeDocument/2006/relationships/image" Target="../media/image519.png"/><Relationship Id="rId571" Type="http://schemas.openxmlformats.org/officeDocument/2006/relationships/customXml" Target="../ink/ink773.xml"/><Relationship Id="rId669" Type="http://schemas.openxmlformats.org/officeDocument/2006/relationships/customXml" Target="../ink/ink822.xml"/><Relationship Id="rId876" Type="http://schemas.openxmlformats.org/officeDocument/2006/relationships/image" Target="../media/image925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36.xml"/><Relationship Id="rId299" Type="http://schemas.openxmlformats.org/officeDocument/2006/relationships/customXml" Target="../ink/ink1127.xml"/><Relationship Id="rId21" Type="http://schemas.openxmlformats.org/officeDocument/2006/relationships/customXml" Target="../ink/ink988.xml"/><Relationship Id="rId63" Type="http://schemas.openxmlformats.org/officeDocument/2006/relationships/customXml" Target="../ink/ink1009.xml"/><Relationship Id="rId159" Type="http://schemas.openxmlformats.org/officeDocument/2006/relationships/customXml" Target="../ink/ink1057.xml"/><Relationship Id="rId324" Type="http://schemas.openxmlformats.org/officeDocument/2006/relationships/image" Target="../media/image1140.png"/><Relationship Id="rId366" Type="http://schemas.openxmlformats.org/officeDocument/2006/relationships/image" Target="../media/image1161.png"/><Relationship Id="rId170" Type="http://schemas.openxmlformats.org/officeDocument/2006/relationships/image" Target="../media/image1063.png"/><Relationship Id="rId226" Type="http://schemas.openxmlformats.org/officeDocument/2006/relationships/image" Target="../media/image1091.png"/><Relationship Id="rId268" Type="http://schemas.openxmlformats.org/officeDocument/2006/relationships/image" Target="../media/image1112.png"/><Relationship Id="rId32" Type="http://schemas.openxmlformats.org/officeDocument/2006/relationships/image" Target="../media/image994.png"/><Relationship Id="rId74" Type="http://schemas.openxmlformats.org/officeDocument/2006/relationships/image" Target="../media/image1015.png"/><Relationship Id="rId128" Type="http://schemas.openxmlformats.org/officeDocument/2006/relationships/image" Target="../media/image1042.png"/><Relationship Id="rId335" Type="http://schemas.openxmlformats.org/officeDocument/2006/relationships/customXml" Target="../ink/ink1145.xml"/><Relationship Id="rId377" Type="http://schemas.openxmlformats.org/officeDocument/2006/relationships/customXml" Target="../ink/ink1166.xml"/><Relationship Id="rId5" Type="http://schemas.openxmlformats.org/officeDocument/2006/relationships/customXml" Target="../ink/ink980.xml"/><Relationship Id="rId181" Type="http://schemas.openxmlformats.org/officeDocument/2006/relationships/customXml" Target="../ink/ink1068.xml"/><Relationship Id="rId237" Type="http://schemas.openxmlformats.org/officeDocument/2006/relationships/customXml" Target="../ink/ink1096.xml"/><Relationship Id="rId402" Type="http://schemas.openxmlformats.org/officeDocument/2006/relationships/image" Target="../media/image1179.png"/><Relationship Id="rId279" Type="http://schemas.openxmlformats.org/officeDocument/2006/relationships/customXml" Target="../ink/ink1117.xml"/><Relationship Id="rId43" Type="http://schemas.openxmlformats.org/officeDocument/2006/relationships/customXml" Target="../ink/ink999.xml"/><Relationship Id="rId139" Type="http://schemas.openxmlformats.org/officeDocument/2006/relationships/customXml" Target="../ink/ink1047.xml"/><Relationship Id="rId290" Type="http://schemas.openxmlformats.org/officeDocument/2006/relationships/image" Target="../media/image1123.png"/><Relationship Id="rId304" Type="http://schemas.openxmlformats.org/officeDocument/2006/relationships/image" Target="../media/image1130.png"/><Relationship Id="rId346" Type="http://schemas.openxmlformats.org/officeDocument/2006/relationships/image" Target="../media/image1151.png"/><Relationship Id="rId388" Type="http://schemas.openxmlformats.org/officeDocument/2006/relationships/image" Target="../media/image1172.png"/><Relationship Id="rId85" Type="http://schemas.openxmlformats.org/officeDocument/2006/relationships/customXml" Target="../ink/ink1020.xml"/><Relationship Id="rId150" Type="http://schemas.openxmlformats.org/officeDocument/2006/relationships/image" Target="../media/image1053.png"/><Relationship Id="rId192" Type="http://schemas.openxmlformats.org/officeDocument/2006/relationships/image" Target="../media/image1074.png"/><Relationship Id="rId206" Type="http://schemas.openxmlformats.org/officeDocument/2006/relationships/image" Target="../media/image1081.png"/><Relationship Id="rId248" Type="http://schemas.openxmlformats.org/officeDocument/2006/relationships/image" Target="../media/image1102.png"/><Relationship Id="rId12" Type="http://schemas.openxmlformats.org/officeDocument/2006/relationships/image" Target="../media/image984.png"/><Relationship Id="rId108" Type="http://schemas.openxmlformats.org/officeDocument/2006/relationships/image" Target="../media/image1032.png"/><Relationship Id="rId315" Type="http://schemas.openxmlformats.org/officeDocument/2006/relationships/customXml" Target="../ink/ink1135.xml"/><Relationship Id="rId357" Type="http://schemas.openxmlformats.org/officeDocument/2006/relationships/customXml" Target="../ink/ink1156.xml"/><Relationship Id="rId54" Type="http://schemas.openxmlformats.org/officeDocument/2006/relationships/image" Target="../media/image1005.png"/><Relationship Id="rId96" Type="http://schemas.openxmlformats.org/officeDocument/2006/relationships/image" Target="../media/image1026.png"/><Relationship Id="rId161" Type="http://schemas.openxmlformats.org/officeDocument/2006/relationships/customXml" Target="../ink/ink1058.xml"/><Relationship Id="rId217" Type="http://schemas.openxmlformats.org/officeDocument/2006/relationships/customXml" Target="../ink/ink1086.xml"/><Relationship Id="rId399" Type="http://schemas.openxmlformats.org/officeDocument/2006/relationships/customXml" Target="../ink/ink1177.xml"/><Relationship Id="rId259" Type="http://schemas.openxmlformats.org/officeDocument/2006/relationships/customXml" Target="../ink/ink1107.xml"/><Relationship Id="rId23" Type="http://schemas.openxmlformats.org/officeDocument/2006/relationships/customXml" Target="../ink/ink989.xml"/><Relationship Id="rId119" Type="http://schemas.openxmlformats.org/officeDocument/2006/relationships/customXml" Target="../ink/ink1037.xml"/><Relationship Id="rId270" Type="http://schemas.openxmlformats.org/officeDocument/2006/relationships/image" Target="../media/image1113.png"/><Relationship Id="rId326" Type="http://schemas.openxmlformats.org/officeDocument/2006/relationships/image" Target="../media/image1141.png"/><Relationship Id="rId65" Type="http://schemas.openxmlformats.org/officeDocument/2006/relationships/customXml" Target="../ink/ink1010.xml"/><Relationship Id="rId130" Type="http://schemas.openxmlformats.org/officeDocument/2006/relationships/image" Target="../media/image1043.png"/><Relationship Id="rId368" Type="http://schemas.openxmlformats.org/officeDocument/2006/relationships/image" Target="../media/image1162.png"/><Relationship Id="rId172" Type="http://schemas.openxmlformats.org/officeDocument/2006/relationships/image" Target="../media/image1064.png"/><Relationship Id="rId228" Type="http://schemas.openxmlformats.org/officeDocument/2006/relationships/image" Target="../media/image1092.png"/><Relationship Id="rId281" Type="http://schemas.openxmlformats.org/officeDocument/2006/relationships/customXml" Target="../ink/ink1118.xml"/><Relationship Id="rId337" Type="http://schemas.openxmlformats.org/officeDocument/2006/relationships/customXml" Target="../ink/ink1146.xml"/><Relationship Id="rId34" Type="http://schemas.openxmlformats.org/officeDocument/2006/relationships/image" Target="../media/image995.png"/><Relationship Id="rId76" Type="http://schemas.openxmlformats.org/officeDocument/2006/relationships/image" Target="../media/image1016.png"/><Relationship Id="rId141" Type="http://schemas.openxmlformats.org/officeDocument/2006/relationships/customXml" Target="../ink/ink1048.xml"/><Relationship Id="rId379" Type="http://schemas.openxmlformats.org/officeDocument/2006/relationships/customXml" Target="../ink/ink1167.xml"/><Relationship Id="rId7" Type="http://schemas.openxmlformats.org/officeDocument/2006/relationships/customXml" Target="../ink/ink981.xml"/><Relationship Id="rId183" Type="http://schemas.openxmlformats.org/officeDocument/2006/relationships/customXml" Target="../ink/ink1069.xml"/><Relationship Id="rId239" Type="http://schemas.openxmlformats.org/officeDocument/2006/relationships/customXml" Target="../ink/ink1097.xml"/><Relationship Id="rId390" Type="http://schemas.openxmlformats.org/officeDocument/2006/relationships/image" Target="../media/image1173.png"/><Relationship Id="rId404" Type="http://schemas.openxmlformats.org/officeDocument/2006/relationships/image" Target="../media/image1180.png"/><Relationship Id="rId250" Type="http://schemas.openxmlformats.org/officeDocument/2006/relationships/image" Target="../media/image1103.png"/><Relationship Id="rId292" Type="http://schemas.openxmlformats.org/officeDocument/2006/relationships/image" Target="../media/image1124.png"/><Relationship Id="rId306" Type="http://schemas.openxmlformats.org/officeDocument/2006/relationships/image" Target="../media/image1131.png"/><Relationship Id="rId45" Type="http://schemas.openxmlformats.org/officeDocument/2006/relationships/customXml" Target="../ink/ink1000.xml"/><Relationship Id="rId87" Type="http://schemas.openxmlformats.org/officeDocument/2006/relationships/customXml" Target="../ink/ink1021.xml"/><Relationship Id="rId110" Type="http://schemas.openxmlformats.org/officeDocument/2006/relationships/image" Target="../media/image1033.png"/><Relationship Id="rId348" Type="http://schemas.openxmlformats.org/officeDocument/2006/relationships/image" Target="../media/image1152.png"/><Relationship Id="rId152" Type="http://schemas.openxmlformats.org/officeDocument/2006/relationships/image" Target="../media/image1054.png"/><Relationship Id="rId194" Type="http://schemas.openxmlformats.org/officeDocument/2006/relationships/image" Target="../media/image1075.png"/><Relationship Id="rId208" Type="http://schemas.openxmlformats.org/officeDocument/2006/relationships/image" Target="../media/image1082.png"/><Relationship Id="rId261" Type="http://schemas.openxmlformats.org/officeDocument/2006/relationships/customXml" Target="../ink/ink1108.xml"/><Relationship Id="rId14" Type="http://schemas.openxmlformats.org/officeDocument/2006/relationships/image" Target="../media/image985.png"/><Relationship Id="rId56" Type="http://schemas.openxmlformats.org/officeDocument/2006/relationships/image" Target="../media/image1006.png"/><Relationship Id="rId317" Type="http://schemas.openxmlformats.org/officeDocument/2006/relationships/customXml" Target="../ink/ink1136.xml"/><Relationship Id="rId359" Type="http://schemas.openxmlformats.org/officeDocument/2006/relationships/customXml" Target="../ink/ink1157.xml"/><Relationship Id="rId98" Type="http://schemas.openxmlformats.org/officeDocument/2006/relationships/image" Target="../media/image1027.png"/><Relationship Id="rId121" Type="http://schemas.openxmlformats.org/officeDocument/2006/relationships/customXml" Target="../ink/ink1038.xml"/><Relationship Id="rId163" Type="http://schemas.openxmlformats.org/officeDocument/2006/relationships/customXml" Target="../ink/ink1059.xml"/><Relationship Id="rId219" Type="http://schemas.openxmlformats.org/officeDocument/2006/relationships/customXml" Target="../ink/ink1087.xml"/><Relationship Id="rId370" Type="http://schemas.openxmlformats.org/officeDocument/2006/relationships/image" Target="../media/image1163.png"/><Relationship Id="rId230" Type="http://schemas.openxmlformats.org/officeDocument/2006/relationships/image" Target="../media/image1093.png"/><Relationship Id="rId25" Type="http://schemas.openxmlformats.org/officeDocument/2006/relationships/customXml" Target="../ink/ink990.xml"/><Relationship Id="rId67" Type="http://schemas.openxmlformats.org/officeDocument/2006/relationships/customXml" Target="../ink/ink1011.xml"/><Relationship Id="rId272" Type="http://schemas.openxmlformats.org/officeDocument/2006/relationships/image" Target="../media/image1114.png"/><Relationship Id="rId328" Type="http://schemas.openxmlformats.org/officeDocument/2006/relationships/image" Target="../media/image1142.png"/><Relationship Id="rId132" Type="http://schemas.openxmlformats.org/officeDocument/2006/relationships/image" Target="../media/image1044.png"/><Relationship Id="rId174" Type="http://schemas.openxmlformats.org/officeDocument/2006/relationships/image" Target="../media/image1065.png"/><Relationship Id="rId381" Type="http://schemas.openxmlformats.org/officeDocument/2006/relationships/customXml" Target="../ink/ink1168.xml"/><Relationship Id="rId241" Type="http://schemas.openxmlformats.org/officeDocument/2006/relationships/customXml" Target="../ink/ink1098.xml"/><Relationship Id="rId36" Type="http://schemas.openxmlformats.org/officeDocument/2006/relationships/image" Target="../media/image996.png"/><Relationship Id="rId283" Type="http://schemas.openxmlformats.org/officeDocument/2006/relationships/customXml" Target="../ink/ink1119.xml"/><Relationship Id="rId339" Type="http://schemas.openxmlformats.org/officeDocument/2006/relationships/customXml" Target="../ink/ink1147.xml"/><Relationship Id="rId78" Type="http://schemas.openxmlformats.org/officeDocument/2006/relationships/image" Target="../media/image1017.png"/><Relationship Id="rId101" Type="http://schemas.openxmlformats.org/officeDocument/2006/relationships/customXml" Target="../ink/ink1028.xml"/><Relationship Id="rId143" Type="http://schemas.openxmlformats.org/officeDocument/2006/relationships/customXml" Target="../ink/ink1049.xml"/><Relationship Id="rId185" Type="http://schemas.openxmlformats.org/officeDocument/2006/relationships/customXml" Target="../ink/ink1070.xml"/><Relationship Id="rId350" Type="http://schemas.openxmlformats.org/officeDocument/2006/relationships/image" Target="../media/image1153.png"/><Relationship Id="rId9" Type="http://schemas.openxmlformats.org/officeDocument/2006/relationships/customXml" Target="../ink/ink982.xml"/><Relationship Id="rId210" Type="http://schemas.openxmlformats.org/officeDocument/2006/relationships/image" Target="../media/image1083.png"/><Relationship Id="rId392" Type="http://schemas.openxmlformats.org/officeDocument/2006/relationships/image" Target="../media/image1174.png"/><Relationship Id="rId252" Type="http://schemas.openxmlformats.org/officeDocument/2006/relationships/image" Target="../media/image1104.png"/><Relationship Id="rId294" Type="http://schemas.openxmlformats.org/officeDocument/2006/relationships/image" Target="../media/image1125.png"/><Relationship Id="rId308" Type="http://schemas.openxmlformats.org/officeDocument/2006/relationships/image" Target="../media/image1132.png"/><Relationship Id="rId47" Type="http://schemas.openxmlformats.org/officeDocument/2006/relationships/customXml" Target="../ink/ink1001.xml"/><Relationship Id="rId89" Type="http://schemas.openxmlformats.org/officeDocument/2006/relationships/customXml" Target="../ink/ink1022.xml"/><Relationship Id="rId112" Type="http://schemas.openxmlformats.org/officeDocument/2006/relationships/image" Target="../media/image1034.png"/><Relationship Id="rId154" Type="http://schemas.openxmlformats.org/officeDocument/2006/relationships/image" Target="../media/image1055.png"/><Relationship Id="rId361" Type="http://schemas.openxmlformats.org/officeDocument/2006/relationships/customXml" Target="../ink/ink1158.xml"/><Relationship Id="rId196" Type="http://schemas.openxmlformats.org/officeDocument/2006/relationships/image" Target="../media/image1076.png"/><Relationship Id="rId16" Type="http://schemas.openxmlformats.org/officeDocument/2006/relationships/image" Target="../media/image986.png"/><Relationship Id="rId221" Type="http://schemas.openxmlformats.org/officeDocument/2006/relationships/customXml" Target="../ink/ink1088.xml"/><Relationship Id="rId263" Type="http://schemas.openxmlformats.org/officeDocument/2006/relationships/customXml" Target="../ink/ink1109.xml"/><Relationship Id="rId319" Type="http://schemas.openxmlformats.org/officeDocument/2006/relationships/customXml" Target="../ink/ink1137.xml"/><Relationship Id="rId58" Type="http://schemas.openxmlformats.org/officeDocument/2006/relationships/image" Target="../media/image1007.png"/><Relationship Id="rId123" Type="http://schemas.openxmlformats.org/officeDocument/2006/relationships/customXml" Target="../ink/ink1039.xml"/><Relationship Id="rId330" Type="http://schemas.openxmlformats.org/officeDocument/2006/relationships/image" Target="../media/image1143.png"/><Relationship Id="rId90" Type="http://schemas.openxmlformats.org/officeDocument/2006/relationships/image" Target="../media/image1023.png"/><Relationship Id="rId165" Type="http://schemas.openxmlformats.org/officeDocument/2006/relationships/customXml" Target="../ink/ink1060.xml"/><Relationship Id="rId186" Type="http://schemas.openxmlformats.org/officeDocument/2006/relationships/image" Target="../media/image1071.png"/><Relationship Id="rId351" Type="http://schemas.openxmlformats.org/officeDocument/2006/relationships/customXml" Target="../ink/ink1153.xml"/><Relationship Id="rId372" Type="http://schemas.openxmlformats.org/officeDocument/2006/relationships/image" Target="../media/image1164.png"/><Relationship Id="rId393" Type="http://schemas.openxmlformats.org/officeDocument/2006/relationships/customXml" Target="../ink/ink1174.xml"/><Relationship Id="rId211" Type="http://schemas.openxmlformats.org/officeDocument/2006/relationships/customXml" Target="../ink/ink1083.xml"/><Relationship Id="rId232" Type="http://schemas.openxmlformats.org/officeDocument/2006/relationships/image" Target="../media/image1094.png"/><Relationship Id="rId253" Type="http://schemas.openxmlformats.org/officeDocument/2006/relationships/customXml" Target="../ink/ink1104.xml"/><Relationship Id="rId274" Type="http://schemas.openxmlformats.org/officeDocument/2006/relationships/image" Target="../media/image1115.png"/><Relationship Id="rId295" Type="http://schemas.openxmlformats.org/officeDocument/2006/relationships/customXml" Target="../ink/ink1125.xml"/><Relationship Id="rId309" Type="http://schemas.openxmlformats.org/officeDocument/2006/relationships/customXml" Target="../ink/ink1132.xml"/><Relationship Id="rId27" Type="http://schemas.openxmlformats.org/officeDocument/2006/relationships/customXml" Target="../ink/ink991.xml"/><Relationship Id="rId48" Type="http://schemas.openxmlformats.org/officeDocument/2006/relationships/image" Target="../media/image1002.png"/><Relationship Id="rId69" Type="http://schemas.openxmlformats.org/officeDocument/2006/relationships/customXml" Target="../ink/ink1012.xml"/><Relationship Id="rId113" Type="http://schemas.openxmlformats.org/officeDocument/2006/relationships/customXml" Target="../ink/ink1034.xml"/><Relationship Id="rId134" Type="http://schemas.openxmlformats.org/officeDocument/2006/relationships/image" Target="../media/image1045.png"/><Relationship Id="rId320" Type="http://schemas.openxmlformats.org/officeDocument/2006/relationships/image" Target="../media/image1138.png"/><Relationship Id="rId80" Type="http://schemas.openxmlformats.org/officeDocument/2006/relationships/image" Target="../media/image1018.png"/><Relationship Id="rId155" Type="http://schemas.openxmlformats.org/officeDocument/2006/relationships/customXml" Target="../ink/ink1055.xml"/><Relationship Id="rId176" Type="http://schemas.openxmlformats.org/officeDocument/2006/relationships/image" Target="../media/image1066.png"/><Relationship Id="rId197" Type="http://schemas.openxmlformats.org/officeDocument/2006/relationships/customXml" Target="../ink/ink1076.xml"/><Relationship Id="rId341" Type="http://schemas.openxmlformats.org/officeDocument/2006/relationships/customXml" Target="../ink/ink1148.xml"/><Relationship Id="rId362" Type="http://schemas.openxmlformats.org/officeDocument/2006/relationships/image" Target="../media/image1159.png"/><Relationship Id="rId383" Type="http://schemas.openxmlformats.org/officeDocument/2006/relationships/customXml" Target="../ink/ink1169.xml"/><Relationship Id="rId201" Type="http://schemas.openxmlformats.org/officeDocument/2006/relationships/customXml" Target="../ink/ink1078.xml"/><Relationship Id="rId222" Type="http://schemas.openxmlformats.org/officeDocument/2006/relationships/image" Target="../media/image1089.png"/><Relationship Id="rId243" Type="http://schemas.openxmlformats.org/officeDocument/2006/relationships/customXml" Target="../ink/ink1099.xml"/><Relationship Id="rId264" Type="http://schemas.openxmlformats.org/officeDocument/2006/relationships/image" Target="../media/image1110.png"/><Relationship Id="rId285" Type="http://schemas.openxmlformats.org/officeDocument/2006/relationships/customXml" Target="../ink/ink1120.xml"/><Relationship Id="rId17" Type="http://schemas.openxmlformats.org/officeDocument/2006/relationships/customXml" Target="../ink/ink986.xml"/><Relationship Id="rId38" Type="http://schemas.openxmlformats.org/officeDocument/2006/relationships/image" Target="../media/image997.png"/><Relationship Id="rId59" Type="http://schemas.openxmlformats.org/officeDocument/2006/relationships/customXml" Target="../ink/ink1007.xml"/><Relationship Id="rId103" Type="http://schemas.openxmlformats.org/officeDocument/2006/relationships/customXml" Target="../ink/ink1029.xml"/><Relationship Id="rId124" Type="http://schemas.openxmlformats.org/officeDocument/2006/relationships/image" Target="../media/image1040.png"/><Relationship Id="rId310" Type="http://schemas.openxmlformats.org/officeDocument/2006/relationships/image" Target="../media/image1133.png"/><Relationship Id="rId70" Type="http://schemas.openxmlformats.org/officeDocument/2006/relationships/image" Target="../media/image1013.png"/><Relationship Id="rId91" Type="http://schemas.openxmlformats.org/officeDocument/2006/relationships/customXml" Target="../ink/ink1023.xml"/><Relationship Id="rId145" Type="http://schemas.openxmlformats.org/officeDocument/2006/relationships/customXml" Target="../ink/ink1050.xml"/><Relationship Id="rId166" Type="http://schemas.openxmlformats.org/officeDocument/2006/relationships/image" Target="../media/image1061.png"/><Relationship Id="rId187" Type="http://schemas.openxmlformats.org/officeDocument/2006/relationships/customXml" Target="../ink/ink1071.xml"/><Relationship Id="rId331" Type="http://schemas.openxmlformats.org/officeDocument/2006/relationships/customXml" Target="../ink/ink1143.xml"/><Relationship Id="rId352" Type="http://schemas.openxmlformats.org/officeDocument/2006/relationships/image" Target="../media/image1154.png"/><Relationship Id="rId373" Type="http://schemas.openxmlformats.org/officeDocument/2006/relationships/customXml" Target="../ink/ink1164.xml"/><Relationship Id="rId394" Type="http://schemas.openxmlformats.org/officeDocument/2006/relationships/image" Target="../media/image1175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084.png"/><Relationship Id="rId233" Type="http://schemas.openxmlformats.org/officeDocument/2006/relationships/customXml" Target="../ink/ink1094.xml"/><Relationship Id="rId254" Type="http://schemas.openxmlformats.org/officeDocument/2006/relationships/image" Target="../media/image1105.png"/><Relationship Id="rId28" Type="http://schemas.openxmlformats.org/officeDocument/2006/relationships/image" Target="../media/image992.png"/><Relationship Id="rId49" Type="http://schemas.openxmlformats.org/officeDocument/2006/relationships/customXml" Target="../ink/ink1002.xml"/><Relationship Id="rId114" Type="http://schemas.openxmlformats.org/officeDocument/2006/relationships/image" Target="../media/image1035.png"/><Relationship Id="rId275" Type="http://schemas.openxmlformats.org/officeDocument/2006/relationships/customXml" Target="../ink/ink1115.xml"/><Relationship Id="rId296" Type="http://schemas.openxmlformats.org/officeDocument/2006/relationships/image" Target="../media/image1126.png"/><Relationship Id="rId300" Type="http://schemas.openxmlformats.org/officeDocument/2006/relationships/image" Target="../media/image1128.png"/><Relationship Id="rId60" Type="http://schemas.openxmlformats.org/officeDocument/2006/relationships/image" Target="../media/image1008.png"/><Relationship Id="rId81" Type="http://schemas.openxmlformats.org/officeDocument/2006/relationships/customXml" Target="../ink/ink1018.xml"/><Relationship Id="rId135" Type="http://schemas.openxmlformats.org/officeDocument/2006/relationships/customXml" Target="../ink/ink1045.xml"/><Relationship Id="rId156" Type="http://schemas.openxmlformats.org/officeDocument/2006/relationships/image" Target="../media/image1056.png"/><Relationship Id="rId177" Type="http://schemas.openxmlformats.org/officeDocument/2006/relationships/customXml" Target="../ink/ink1066.xml"/><Relationship Id="rId198" Type="http://schemas.openxmlformats.org/officeDocument/2006/relationships/image" Target="../media/image1077.png"/><Relationship Id="rId321" Type="http://schemas.openxmlformats.org/officeDocument/2006/relationships/customXml" Target="../ink/ink1138.xml"/><Relationship Id="rId342" Type="http://schemas.openxmlformats.org/officeDocument/2006/relationships/image" Target="../media/image1149.png"/><Relationship Id="rId363" Type="http://schemas.openxmlformats.org/officeDocument/2006/relationships/customXml" Target="../ink/ink1159.xml"/><Relationship Id="rId384" Type="http://schemas.openxmlformats.org/officeDocument/2006/relationships/image" Target="../media/image1170.png"/><Relationship Id="rId202" Type="http://schemas.openxmlformats.org/officeDocument/2006/relationships/image" Target="../media/image1079.png"/><Relationship Id="rId223" Type="http://schemas.openxmlformats.org/officeDocument/2006/relationships/customXml" Target="../ink/ink1089.xml"/><Relationship Id="rId244" Type="http://schemas.openxmlformats.org/officeDocument/2006/relationships/image" Target="../media/image1100.png"/><Relationship Id="rId18" Type="http://schemas.openxmlformats.org/officeDocument/2006/relationships/image" Target="../media/image987.png"/><Relationship Id="rId39" Type="http://schemas.openxmlformats.org/officeDocument/2006/relationships/customXml" Target="../ink/ink997.xml"/><Relationship Id="rId265" Type="http://schemas.openxmlformats.org/officeDocument/2006/relationships/customXml" Target="../ink/ink1110.xml"/><Relationship Id="rId286" Type="http://schemas.openxmlformats.org/officeDocument/2006/relationships/image" Target="../media/image1121.png"/><Relationship Id="rId50" Type="http://schemas.openxmlformats.org/officeDocument/2006/relationships/image" Target="../media/image1003.png"/><Relationship Id="rId104" Type="http://schemas.openxmlformats.org/officeDocument/2006/relationships/image" Target="../media/image1030.png"/><Relationship Id="rId125" Type="http://schemas.openxmlformats.org/officeDocument/2006/relationships/customXml" Target="../ink/ink1040.xml"/><Relationship Id="rId146" Type="http://schemas.openxmlformats.org/officeDocument/2006/relationships/image" Target="../media/image1051.png"/><Relationship Id="rId167" Type="http://schemas.openxmlformats.org/officeDocument/2006/relationships/customXml" Target="../ink/ink1061.xml"/><Relationship Id="rId188" Type="http://schemas.openxmlformats.org/officeDocument/2006/relationships/image" Target="../media/image1072.png"/><Relationship Id="rId311" Type="http://schemas.openxmlformats.org/officeDocument/2006/relationships/customXml" Target="../ink/ink1133.xml"/><Relationship Id="rId332" Type="http://schemas.openxmlformats.org/officeDocument/2006/relationships/image" Target="../media/image1144.png"/><Relationship Id="rId353" Type="http://schemas.openxmlformats.org/officeDocument/2006/relationships/customXml" Target="../ink/ink1154.xml"/><Relationship Id="rId374" Type="http://schemas.openxmlformats.org/officeDocument/2006/relationships/image" Target="../media/image1165.png"/><Relationship Id="rId395" Type="http://schemas.openxmlformats.org/officeDocument/2006/relationships/customXml" Target="../ink/ink1175.xml"/><Relationship Id="rId71" Type="http://schemas.openxmlformats.org/officeDocument/2006/relationships/customXml" Target="../ink/ink1013.xml"/><Relationship Id="rId92" Type="http://schemas.openxmlformats.org/officeDocument/2006/relationships/image" Target="../media/image1024.png"/><Relationship Id="rId213" Type="http://schemas.openxmlformats.org/officeDocument/2006/relationships/customXml" Target="../ink/ink1084.xml"/><Relationship Id="rId234" Type="http://schemas.openxmlformats.org/officeDocument/2006/relationships/image" Target="../media/image1095.png"/><Relationship Id="rId2" Type="http://schemas.openxmlformats.org/officeDocument/2006/relationships/image" Target="../media/image979.png"/><Relationship Id="rId29" Type="http://schemas.openxmlformats.org/officeDocument/2006/relationships/customXml" Target="../ink/ink992.xml"/><Relationship Id="rId255" Type="http://schemas.openxmlformats.org/officeDocument/2006/relationships/customXml" Target="../ink/ink1105.xml"/><Relationship Id="rId276" Type="http://schemas.openxmlformats.org/officeDocument/2006/relationships/image" Target="../media/image1116.png"/><Relationship Id="rId297" Type="http://schemas.openxmlformats.org/officeDocument/2006/relationships/customXml" Target="../ink/ink1126.xml"/><Relationship Id="rId40" Type="http://schemas.openxmlformats.org/officeDocument/2006/relationships/image" Target="../media/image998.png"/><Relationship Id="rId115" Type="http://schemas.openxmlformats.org/officeDocument/2006/relationships/customXml" Target="../ink/ink1035.xml"/><Relationship Id="rId136" Type="http://schemas.openxmlformats.org/officeDocument/2006/relationships/image" Target="../media/image1046.png"/><Relationship Id="rId157" Type="http://schemas.openxmlformats.org/officeDocument/2006/relationships/customXml" Target="../ink/ink1056.xml"/><Relationship Id="rId178" Type="http://schemas.openxmlformats.org/officeDocument/2006/relationships/image" Target="../media/image1067.png"/><Relationship Id="rId301" Type="http://schemas.openxmlformats.org/officeDocument/2006/relationships/customXml" Target="../ink/ink1128.xml"/><Relationship Id="rId322" Type="http://schemas.openxmlformats.org/officeDocument/2006/relationships/image" Target="../media/image1139.png"/><Relationship Id="rId343" Type="http://schemas.openxmlformats.org/officeDocument/2006/relationships/customXml" Target="../ink/ink1149.xml"/><Relationship Id="rId364" Type="http://schemas.openxmlformats.org/officeDocument/2006/relationships/image" Target="../media/image1160.png"/><Relationship Id="rId61" Type="http://schemas.openxmlformats.org/officeDocument/2006/relationships/customXml" Target="../ink/ink1008.xml"/><Relationship Id="rId82" Type="http://schemas.openxmlformats.org/officeDocument/2006/relationships/image" Target="../media/image1019.png"/><Relationship Id="rId199" Type="http://schemas.openxmlformats.org/officeDocument/2006/relationships/customXml" Target="../ink/ink1077.xml"/><Relationship Id="rId203" Type="http://schemas.openxmlformats.org/officeDocument/2006/relationships/customXml" Target="../ink/ink1079.xml"/><Relationship Id="rId385" Type="http://schemas.openxmlformats.org/officeDocument/2006/relationships/customXml" Target="../ink/ink1170.xml"/><Relationship Id="rId19" Type="http://schemas.openxmlformats.org/officeDocument/2006/relationships/customXml" Target="../ink/ink987.xml"/><Relationship Id="rId224" Type="http://schemas.openxmlformats.org/officeDocument/2006/relationships/image" Target="../media/image1090.png"/><Relationship Id="rId245" Type="http://schemas.openxmlformats.org/officeDocument/2006/relationships/customXml" Target="../ink/ink1100.xml"/><Relationship Id="rId266" Type="http://schemas.openxmlformats.org/officeDocument/2006/relationships/image" Target="../media/image1111.png"/><Relationship Id="rId287" Type="http://schemas.openxmlformats.org/officeDocument/2006/relationships/customXml" Target="../ink/ink1121.xml"/><Relationship Id="rId30" Type="http://schemas.openxmlformats.org/officeDocument/2006/relationships/image" Target="../media/image993.png"/><Relationship Id="rId105" Type="http://schemas.openxmlformats.org/officeDocument/2006/relationships/customXml" Target="../ink/ink1030.xml"/><Relationship Id="rId126" Type="http://schemas.openxmlformats.org/officeDocument/2006/relationships/image" Target="../media/image1041.png"/><Relationship Id="rId147" Type="http://schemas.openxmlformats.org/officeDocument/2006/relationships/customXml" Target="../ink/ink1051.xml"/><Relationship Id="rId168" Type="http://schemas.openxmlformats.org/officeDocument/2006/relationships/image" Target="../media/image1062.png"/><Relationship Id="rId312" Type="http://schemas.openxmlformats.org/officeDocument/2006/relationships/image" Target="../media/image1134.png"/><Relationship Id="rId333" Type="http://schemas.openxmlformats.org/officeDocument/2006/relationships/customXml" Target="../ink/ink1144.xml"/><Relationship Id="rId354" Type="http://schemas.openxmlformats.org/officeDocument/2006/relationships/image" Target="../media/image1155.png"/><Relationship Id="rId51" Type="http://schemas.openxmlformats.org/officeDocument/2006/relationships/customXml" Target="../ink/ink1003.xml"/><Relationship Id="rId72" Type="http://schemas.openxmlformats.org/officeDocument/2006/relationships/image" Target="../media/image1014.png"/><Relationship Id="rId93" Type="http://schemas.openxmlformats.org/officeDocument/2006/relationships/customXml" Target="../ink/ink1024.xml"/><Relationship Id="rId189" Type="http://schemas.openxmlformats.org/officeDocument/2006/relationships/customXml" Target="../ink/ink1072.xml"/><Relationship Id="rId375" Type="http://schemas.openxmlformats.org/officeDocument/2006/relationships/customXml" Target="../ink/ink1165.xml"/><Relationship Id="rId396" Type="http://schemas.openxmlformats.org/officeDocument/2006/relationships/image" Target="../media/image1176.png"/><Relationship Id="rId3" Type="http://schemas.openxmlformats.org/officeDocument/2006/relationships/customXml" Target="../ink/ink979.xml"/><Relationship Id="rId214" Type="http://schemas.openxmlformats.org/officeDocument/2006/relationships/image" Target="../media/image1085.png"/><Relationship Id="rId235" Type="http://schemas.openxmlformats.org/officeDocument/2006/relationships/customXml" Target="../ink/ink1095.xml"/><Relationship Id="rId256" Type="http://schemas.openxmlformats.org/officeDocument/2006/relationships/image" Target="../media/image1106.png"/><Relationship Id="rId277" Type="http://schemas.openxmlformats.org/officeDocument/2006/relationships/customXml" Target="../ink/ink1116.xml"/><Relationship Id="rId298" Type="http://schemas.openxmlformats.org/officeDocument/2006/relationships/image" Target="../media/image1127.png"/><Relationship Id="rId400" Type="http://schemas.openxmlformats.org/officeDocument/2006/relationships/image" Target="../media/image1178.png"/><Relationship Id="rId116" Type="http://schemas.openxmlformats.org/officeDocument/2006/relationships/image" Target="../media/image1036.png"/><Relationship Id="rId137" Type="http://schemas.openxmlformats.org/officeDocument/2006/relationships/customXml" Target="../ink/ink1046.xml"/><Relationship Id="rId158" Type="http://schemas.openxmlformats.org/officeDocument/2006/relationships/image" Target="../media/image1057.png"/><Relationship Id="rId302" Type="http://schemas.openxmlformats.org/officeDocument/2006/relationships/image" Target="../media/image1129.png"/><Relationship Id="rId323" Type="http://schemas.openxmlformats.org/officeDocument/2006/relationships/customXml" Target="../ink/ink1139.xml"/><Relationship Id="rId344" Type="http://schemas.openxmlformats.org/officeDocument/2006/relationships/image" Target="../media/image1150.png"/><Relationship Id="rId20" Type="http://schemas.openxmlformats.org/officeDocument/2006/relationships/image" Target="../media/image988.png"/><Relationship Id="rId41" Type="http://schemas.openxmlformats.org/officeDocument/2006/relationships/customXml" Target="../ink/ink998.xml"/><Relationship Id="rId62" Type="http://schemas.openxmlformats.org/officeDocument/2006/relationships/image" Target="../media/image1009.png"/><Relationship Id="rId83" Type="http://schemas.openxmlformats.org/officeDocument/2006/relationships/customXml" Target="../ink/ink1019.xml"/><Relationship Id="rId179" Type="http://schemas.openxmlformats.org/officeDocument/2006/relationships/customXml" Target="../ink/ink1067.xml"/><Relationship Id="rId365" Type="http://schemas.openxmlformats.org/officeDocument/2006/relationships/customXml" Target="../ink/ink1160.xml"/><Relationship Id="rId386" Type="http://schemas.openxmlformats.org/officeDocument/2006/relationships/image" Target="../media/image1171.png"/><Relationship Id="rId190" Type="http://schemas.openxmlformats.org/officeDocument/2006/relationships/image" Target="../media/image1073.png"/><Relationship Id="rId204" Type="http://schemas.openxmlformats.org/officeDocument/2006/relationships/image" Target="../media/image1080.png"/><Relationship Id="rId225" Type="http://schemas.openxmlformats.org/officeDocument/2006/relationships/customXml" Target="../ink/ink1090.xml"/><Relationship Id="rId246" Type="http://schemas.openxmlformats.org/officeDocument/2006/relationships/image" Target="../media/image1101.png"/><Relationship Id="rId267" Type="http://schemas.openxmlformats.org/officeDocument/2006/relationships/customXml" Target="../ink/ink1111.xml"/><Relationship Id="rId288" Type="http://schemas.openxmlformats.org/officeDocument/2006/relationships/image" Target="../media/image1122.png"/><Relationship Id="rId106" Type="http://schemas.openxmlformats.org/officeDocument/2006/relationships/image" Target="../media/image1031.png"/><Relationship Id="rId127" Type="http://schemas.openxmlformats.org/officeDocument/2006/relationships/customXml" Target="../ink/ink1041.xml"/><Relationship Id="rId313" Type="http://schemas.openxmlformats.org/officeDocument/2006/relationships/customXml" Target="../ink/ink1134.xml"/><Relationship Id="rId10" Type="http://schemas.openxmlformats.org/officeDocument/2006/relationships/image" Target="../media/image983.png"/><Relationship Id="rId31" Type="http://schemas.openxmlformats.org/officeDocument/2006/relationships/customXml" Target="../ink/ink993.xml"/><Relationship Id="rId52" Type="http://schemas.openxmlformats.org/officeDocument/2006/relationships/image" Target="../media/image1004.png"/><Relationship Id="rId73" Type="http://schemas.openxmlformats.org/officeDocument/2006/relationships/customXml" Target="../ink/ink1014.xml"/><Relationship Id="rId94" Type="http://schemas.openxmlformats.org/officeDocument/2006/relationships/image" Target="../media/image1025.png"/><Relationship Id="rId148" Type="http://schemas.openxmlformats.org/officeDocument/2006/relationships/image" Target="../media/image1052.png"/><Relationship Id="rId169" Type="http://schemas.openxmlformats.org/officeDocument/2006/relationships/customXml" Target="../ink/ink1062.xml"/><Relationship Id="rId334" Type="http://schemas.openxmlformats.org/officeDocument/2006/relationships/image" Target="../media/image1145.png"/><Relationship Id="rId355" Type="http://schemas.openxmlformats.org/officeDocument/2006/relationships/customXml" Target="../ink/ink1155.xml"/><Relationship Id="rId376" Type="http://schemas.openxmlformats.org/officeDocument/2006/relationships/image" Target="../media/image1166.png"/><Relationship Id="rId397" Type="http://schemas.openxmlformats.org/officeDocument/2006/relationships/customXml" Target="../ink/ink1176.xml"/><Relationship Id="rId4" Type="http://schemas.openxmlformats.org/officeDocument/2006/relationships/image" Target="../media/image980.png"/><Relationship Id="rId180" Type="http://schemas.openxmlformats.org/officeDocument/2006/relationships/image" Target="../media/image1068.png"/><Relationship Id="rId215" Type="http://schemas.openxmlformats.org/officeDocument/2006/relationships/customXml" Target="../ink/ink1085.xml"/><Relationship Id="rId236" Type="http://schemas.openxmlformats.org/officeDocument/2006/relationships/image" Target="../media/image1096.png"/><Relationship Id="rId257" Type="http://schemas.openxmlformats.org/officeDocument/2006/relationships/customXml" Target="../ink/ink1106.xml"/><Relationship Id="rId278" Type="http://schemas.openxmlformats.org/officeDocument/2006/relationships/image" Target="../media/image1117.png"/><Relationship Id="rId401" Type="http://schemas.openxmlformats.org/officeDocument/2006/relationships/customXml" Target="../ink/ink1178.xml"/><Relationship Id="rId303" Type="http://schemas.openxmlformats.org/officeDocument/2006/relationships/customXml" Target="../ink/ink1129.xml"/><Relationship Id="rId42" Type="http://schemas.openxmlformats.org/officeDocument/2006/relationships/image" Target="../media/image999.png"/><Relationship Id="rId84" Type="http://schemas.openxmlformats.org/officeDocument/2006/relationships/image" Target="../media/image1020.png"/><Relationship Id="rId138" Type="http://schemas.openxmlformats.org/officeDocument/2006/relationships/image" Target="../media/image1047.png"/><Relationship Id="rId345" Type="http://schemas.openxmlformats.org/officeDocument/2006/relationships/customXml" Target="../ink/ink1150.xml"/><Relationship Id="rId387" Type="http://schemas.openxmlformats.org/officeDocument/2006/relationships/customXml" Target="../ink/ink1171.xml"/><Relationship Id="rId191" Type="http://schemas.openxmlformats.org/officeDocument/2006/relationships/customXml" Target="../ink/ink1073.xml"/><Relationship Id="rId205" Type="http://schemas.openxmlformats.org/officeDocument/2006/relationships/customXml" Target="../ink/ink1080.xml"/><Relationship Id="rId247" Type="http://schemas.openxmlformats.org/officeDocument/2006/relationships/customXml" Target="../ink/ink1101.xml"/><Relationship Id="rId107" Type="http://schemas.openxmlformats.org/officeDocument/2006/relationships/customXml" Target="../ink/ink1031.xml"/><Relationship Id="rId289" Type="http://schemas.openxmlformats.org/officeDocument/2006/relationships/customXml" Target="../ink/ink1122.xml"/><Relationship Id="rId11" Type="http://schemas.openxmlformats.org/officeDocument/2006/relationships/customXml" Target="../ink/ink983.xml"/><Relationship Id="rId53" Type="http://schemas.openxmlformats.org/officeDocument/2006/relationships/customXml" Target="../ink/ink1004.xml"/><Relationship Id="rId149" Type="http://schemas.openxmlformats.org/officeDocument/2006/relationships/customXml" Target="../ink/ink1052.xml"/><Relationship Id="rId314" Type="http://schemas.openxmlformats.org/officeDocument/2006/relationships/image" Target="../media/image1135.png"/><Relationship Id="rId356" Type="http://schemas.openxmlformats.org/officeDocument/2006/relationships/image" Target="../media/image1156.png"/><Relationship Id="rId398" Type="http://schemas.openxmlformats.org/officeDocument/2006/relationships/image" Target="../media/image1177.png"/><Relationship Id="rId95" Type="http://schemas.openxmlformats.org/officeDocument/2006/relationships/customXml" Target="../ink/ink1025.xml"/><Relationship Id="rId160" Type="http://schemas.openxmlformats.org/officeDocument/2006/relationships/image" Target="../media/image1058.png"/><Relationship Id="rId216" Type="http://schemas.openxmlformats.org/officeDocument/2006/relationships/image" Target="../media/image1086.png"/><Relationship Id="rId258" Type="http://schemas.openxmlformats.org/officeDocument/2006/relationships/image" Target="../media/image1107.png"/><Relationship Id="rId22" Type="http://schemas.openxmlformats.org/officeDocument/2006/relationships/image" Target="../media/image989.png"/><Relationship Id="rId64" Type="http://schemas.openxmlformats.org/officeDocument/2006/relationships/image" Target="../media/image1010.png"/><Relationship Id="rId118" Type="http://schemas.openxmlformats.org/officeDocument/2006/relationships/image" Target="../media/image1037.png"/><Relationship Id="rId325" Type="http://schemas.openxmlformats.org/officeDocument/2006/relationships/customXml" Target="../ink/ink1140.xml"/><Relationship Id="rId367" Type="http://schemas.openxmlformats.org/officeDocument/2006/relationships/customXml" Target="../ink/ink1161.xml"/><Relationship Id="rId171" Type="http://schemas.openxmlformats.org/officeDocument/2006/relationships/customXml" Target="../ink/ink1063.xml"/><Relationship Id="rId227" Type="http://schemas.openxmlformats.org/officeDocument/2006/relationships/customXml" Target="../ink/ink1091.xml"/><Relationship Id="rId269" Type="http://schemas.openxmlformats.org/officeDocument/2006/relationships/customXml" Target="../ink/ink1112.xml"/><Relationship Id="rId33" Type="http://schemas.openxmlformats.org/officeDocument/2006/relationships/customXml" Target="../ink/ink994.xml"/><Relationship Id="rId129" Type="http://schemas.openxmlformats.org/officeDocument/2006/relationships/customXml" Target="../ink/ink1042.xml"/><Relationship Id="rId280" Type="http://schemas.openxmlformats.org/officeDocument/2006/relationships/image" Target="../media/image1118.png"/><Relationship Id="rId336" Type="http://schemas.openxmlformats.org/officeDocument/2006/relationships/image" Target="../media/image1146.png"/><Relationship Id="rId75" Type="http://schemas.openxmlformats.org/officeDocument/2006/relationships/customXml" Target="../ink/ink1015.xml"/><Relationship Id="rId140" Type="http://schemas.openxmlformats.org/officeDocument/2006/relationships/image" Target="../media/image1048.png"/><Relationship Id="rId182" Type="http://schemas.openxmlformats.org/officeDocument/2006/relationships/image" Target="../media/image1069.png"/><Relationship Id="rId378" Type="http://schemas.openxmlformats.org/officeDocument/2006/relationships/image" Target="../media/image1167.png"/><Relationship Id="rId403" Type="http://schemas.openxmlformats.org/officeDocument/2006/relationships/customXml" Target="../ink/ink1179.xml"/><Relationship Id="rId6" Type="http://schemas.openxmlformats.org/officeDocument/2006/relationships/image" Target="../media/image981.png"/><Relationship Id="rId238" Type="http://schemas.openxmlformats.org/officeDocument/2006/relationships/image" Target="../media/image1097.png"/><Relationship Id="rId291" Type="http://schemas.openxmlformats.org/officeDocument/2006/relationships/customXml" Target="../ink/ink1123.xml"/><Relationship Id="rId305" Type="http://schemas.openxmlformats.org/officeDocument/2006/relationships/customXml" Target="../ink/ink1130.xml"/><Relationship Id="rId347" Type="http://schemas.openxmlformats.org/officeDocument/2006/relationships/customXml" Target="../ink/ink1151.xml"/><Relationship Id="rId44" Type="http://schemas.openxmlformats.org/officeDocument/2006/relationships/image" Target="../media/image1000.png"/><Relationship Id="rId86" Type="http://schemas.openxmlformats.org/officeDocument/2006/relationships/image" Target="../media/image1021.png"/><Relationship Id="rId151" Type="http://schemas.openxmlformats.org/officeDocument/2006/relationships/customXml" Target="../ink/ink1053.xml"/><Relationship Id="rId389" Type="http://schemas.openxmlformats.org/officeDocument/2006/relationships/customXml" Target="../ink/ink1172.xml"/><Relationship Id="rId193" Type="http://schemas.openxmlformats.org/officeDocument/2006/relationships/customXml" Target="../ink/ink1074.xml"/><Relationship Id="rId207" Type="http://schemas.openxmlformats.org/officeDocument/2006/relationships/customXml" Target="../ink/ink1081.xml"/><Relationship Id="rId249" Type="http://schemas.openxmlformats.org/officeDocument/2006/relationships/customXml" Target="../ink/ink1102.xml"/><Relationship Id="rId13" Type="http://schemas.openxmlformats.org/officeDocument/2006/relationships/customXml" Target="../ink/ink984.xml"/><Relationship Id="rId109" Type="http://schemas.openxmlformats.org/officeDocument/2006/relationships/customXml" Target="../ink/ink1032.xml"/><Relationship Id="rId260" Type="http://schemas.openxmlformats.org/officeDocument/2006/relationships/image" Target="../media/image1108.png"/><Relationship Id="rId316" Type="http://schemas.openxmlformats.org/officeDocument/2006/relationships/image" Target="../media/image1136.png"/><Relationship Id="rId55" Type="http://schemas.openxmlformats.org/officeDocument/2006/relationships/customXml" Target="../ink/ink1005.xml"/><Relationship Id="rId97" Type="http://schemas.openxmlformats.org/officeDocument/2006/relationships/customXml" Target="../ink/ink1026.xml"/><Relationship Id="rId120" Type="http://schemas.openxmlformats.org/officeDocument/2006/relationships/image" Target="../media/image1038.png"/><Relationship Id="rId358" Type="http://schemas.openxmlformats.org/officeDocument/2006/relationships/image" Target="../media/image1157.png"/><Relationship Id="rId162" Type="http://schemas.openxmlformats.org/officeDocument/2006/relationships/image" Target="../media/image1059.png"/><Relationship Id="rId218" Type="http://schemas.openxmlformats.org/officeDocument/2006/relationships/image" Target="../media/image1087.png"/><Relationship Id="rId271" Type="http://schemas.openxmlformats.org/officeDocument/2006/relationships/customXml" Target="../ink/ink1113.xml"/><Relationship Id="rId24" Type="http://schemas.openxmlformats.org/officeDocument/2006/relationships/image" Target="../media/image990.png"/><Relationship Id="rId66" Type="http://schemas.openxmlformats.org/officeDocument/2006/relationships/image" Target="../media/image1011.png"/><Relationship Id="rId131" Type="http://schemas.openxmlformats.org/officeDocument/2006/relationships/customXml" Target="../ink/ink1043.xml"/><Relationship Id="rId327" Type="http://schemas.openxmlformats.org/officeDocument/2006/relationships/customXml" Target="../ink/ink1141.xml"/><Relationship Id="rId369" Type="http://schemas.openxmlformats.org/officeDocument/2006/relationships/customXml" Target="../ink/ink1162.xml"/><Relationship Id="rId173" Type="http://schemas.openxmlformats.org/officeDocument/2006/relationships/customXml" Target="../ink/ink1064.xml"/><Relationship Id="rId229" Type="http://schemas.openxmlformats.org/officeDocument/2006/relationships/customXml" Target="../ink/ink1092.xml"/><Relationship Id="rId380" Type="http://schemas.openxmlformats.org/officeDocument/2006/relationships/image" Target="../media/image1168.png"/><Relationship Id="rId240" Type="http://schemas.openxmlformats.org/officeDocument/2006/relationships/image" Target="../media/image1098.png"/><Relationship Id="rId35" Type="http://schemas.openxmlformats.org/officeDocument/2006/relationships/customXml" Target="../ink/ink995.xml"/><Relationship Id="rId77" Type="http://schemas.openxmlformats.org/officeDocument/2006/relationships/customXml" Target="../ink/ink1016.xml"/><Relationship Id="rId100" Type="http://schemas.openxmlformats.org/officeDocument/2006/relationships/image" Target="../media/image1028.png"/><Relationship Id="rId282" Type="http://schemas.openxmlformats.org/officeDocument/2006/relationships/image" Target="../media/image1119.png"/><Relationship Id="rId338" Type="http://schemas.openxmlformats.org/officeDocument/2006/relationships/image" Target="../media/image1147.png"/><Relationship Id="rId8" Type="http://schemas.openxmlformats.org/officeDocument/2006/relationships/image" Target="../media/image982.png"/><Relationship Id="rId142" Type="http://schemas.openxmlformats.org/officeDocument/2006/relationships/image" Target="../media/image1049.png"/><Relationship Id="rId184" Type="http://schemas.openxmlformats.org/officeDocument/2006/relationships/image" Target="../media/image1070.png"/><Relationship Id="rId391" Type="http://schemas.openxmlformats.org/officeDocument/2006/relationships/customXml" Target="../ink/ink1173.xml"/><Relationship Id="rId251" Type="http://schemas.openxmlformats.org/officeDocument/2006/relationships/customXml" Target="../ink/ink1103.xml"/><Relationship Id="rId46" Type="http://schemas.openxmlformats.org/officeDocument/2006/relationships/image" Target="../media/image1001.png"/><Relationship Id="rId293" Type="http://schemas.openxmlformats.org/officeDocument/2006/relationships/customXml" Target="../ink/ink1124.xml"/><Relationship Id="rId307" Type="http://schemas.openxmlformats.org/officeDocument/2006/relationships/customXml" Target="../ink/ink1131.xml"/><Relationship Id="rId349" Type="http://schemas.openxmlformats.org/officeDocument/2006/relationships/customXml" Target="../ink/ink1152.xml"/><Relationship Id="rId88" Type="http://schemas.openxmlformats.org/officeDocument/2006/relationships/image" Target="../media/image1022.png"/><Relationship Id="rId111" Type="http://schemas.openxmlformats.org/officeDocument/2006/relationships/customXml" Target="../ink/ink1033.xml"/><Relationship Id="rId153" Type="http://schemas.openxmlformats.org/officeDocument/2006/relationships/customXml" Target="../ink/ink1054.xml"/><Relationship Id="rId195" Type="http://schemas.openxmlformats.org/officeDocument/2006/relationships/customXml" Target="../ink/ink1075.xml"/><Relationship Id="rId209" Type="http://schemas.openxmlformats.org/officeDocument/2006/relationships/customXml" Target="../ink/ink1082.xml"/><Relationship Id="rId360" Type="http://schemas.openxmlformats.org/officeDocument/2006/relationships/image" Target="../media/image1158.png"/><Relationship Id="rId220" Type="http://schemas.openxmlformats.org/officeDocument/2006/relationships/image" Target="../media/image1088.png"/><Relationship Id="rId15" Type="http://schemas.openxmlformats.org/officeDocument/2006/relationships/customXml" Target="../ink/ink985.xml"/><Relationship Id="rId57" Type="http://schemas.openxmlformats.org/officeDocument/2006/relationships/customXml" Target="../ink/ink1006.xml"/><Relationship Id="rId262" Type="http://schemas.openxmlformats.org/officeDocument/2006/relationships/image" Target="../media/image1109.png"/><Relationship Id="rId318" Type="http://schemas.openxmlformats.org/officeDocument/2006/relationships/image" Target="../media/image1137.png"/><Relationship Id="rId99" Type="http://schemas.openxmlformats.org/officeDocument/2006/relationships/customXml" Target="../ink/ink1027.xml"/><Relationship Id="rId122" Type="http://schemas.openxmlformats.org/officeDocument/2006/relationships/image" Target="../media/image1039.png"/><Relationship Id="rId164" Type="http://schemas.openxmlformats.org/officeDocument/2006/relationships/image" Target="../media/image1060.png"/><Relationship Id="rId371" Type="http://schemas.openxmlformats.org/officeDocument/2006/relationships/customXml" Target="../ink/ink1163.xml"/><Relationship Id="rId26" Type="http://schemas.openxmlformats.org/officeDocument/2006/relationships/image" Target="../media/image991.png"/><Relationship Id="rId231" Type="http://schemas.openxmlformats.org/officeDocument/2006/relationships/customXml" Target="../ink/ink1093.xml"/><Relationship Id="rId273" Type="http://schemas.openxmlformats.org/officeDocument/2006/relationships/customXml" Target="../ink/ink1114.xml"/><Relationship Id="rId329" Type="http://schemas.openxmlformats.org/officeDocument/2006/relationships/customXml" Target="../ink/ink1142.xml"/><Relationship Id="rId68" Type="http://schemas.openxmlformats.org/officeDocument/2006/relationships/image" Target="../media/image1012.png"/><Relationship Id="rId133" Type="http://schemas.openxmlformats.org/officeDocument/2006/relationships/customXml" Target="../ink/ink1044.xml"/><Relationship Id="rId175" Type="http://schemas.openxmlformats.org/officeDocument/2006/relationships/customXml" Target="../ink/ink1065.xml"/><Relationship Id="rId340" Type="http://schemas.openxmlformats.org/officeDocument/2006/relationships/image" Target="../media/image1148.png"/><Relationship Id="rId200" Type="http://schemas.openxmlformats.org/officeDocument/2006/relationships/image" Target="../media/image1078.png"/><Relationship Id="rId382" Type="http://schemas.openxmlformats.org/officeDocument/2006/relationships/image" Target="../media/image1169.png"/><Relationship Id="rId242" Type="http://schemas.openxmlformats.org/officeDocument/2006/relationships/image" Target="../media/image1099.png"/><Relationship Id="rId284" Type="http://schemas.openxmlformats.org/officeDocument/2006/relationships/image" Target="../media/image1120.png"/><Relationship Id="rId37" Type="http://schemas.openxmlformats.org/officeDocument/2006/relationships/customXml" Target="../ink/ink996.xml"/><Relationship Id="rId79" Type="http://schemas.openxmlformats.org/officeDocument/2006/relationships/customXml" Target="../ink/ink1017.xml"/><Relationship Id="rId102" Type="http://schemas.openxmlformats.org/officeDocument/2006/relationships/image" Target="../media/image1029.png"/><Relationship Id="rId144" Type="http://schemas.openxmlformats.org/officeDocument/2006/relationships/image" Target="../media/image105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3.png"/><Relationship Id="rId299" Type="http://schemas.openxmlformats.org/officeDocument/2006/relationships/customXml" Target="../ink/ink1329.xml"/><Relationship Id="rId21" Type="http://schemas.openxmlformats.org/officeDocument/2006/relationships/image" Target="../media/image1015.png"/><Relationship Id="rId63" Type="http://schemas.openxmlformats.org/officeDocument/2006/relationships/image" Target="../media/image1036.png"/><Relationship Id="rId159" Type="http://schemas.openxmlformats.org/officeDocument/2006/relationships/image" Target="../media/image1214.png"/><Relationship Id="rId324" Type="http://schemas.openxmlformats.org/officeDocument/2006/relationships/image" Target="../media/image1296.png"/><Relationship Id="rId366" Type="http://schemas.openxmlformats.org/officeDocument/2006/relationships/image" Target="../media/image1317.png"/><Relationship Id="rId170" Type="http://schemas.openxmlformats.org/officeDocument/2006/relationships/customXml" Target="../ink/ink1264.xml"/><Relationship Id="rId226" Type="http://schemas.openxmlformats.org/officeDocument/2006/relationships/customXml" Target="../ink/ink1292.xml"/><Relationship Id="rId268" Type="http://schemas.openxmlformats.org/officeDocument/2006/relationships/image" Target="../media/image1268.png"/><Relationship Id="rId32" Type="http://schemas.openxmlformats.org/officeDocument/2006/relationships/customXml" Target="../ink/ink1195.xml"/><Relationship Id="rId74" Type="http://schemas.openxmlformats.org/officeDocument/2006/relationships/customXml" Target="../ink/ink1216.xml"/><Relationship Id="rId128" Type="http://schemas.openxmlformats.org/officeDocument/2006/relationships/customXml" Target="../ink/ink1243.xml"/><Relationship Id="rId335" Type="http://schemas.openxmlformats.org/officeDocument/2006/relationships/customXml" Target="../ink/ink1347.xml"/><Relationship Id="rId377" Type="http://schemas.openxmlformats.org/officeDocument/2006/relationships/customXml" Target="../ink/ink1368.xml"/><Relationship Id="rId5" Type="http://schemas.openxmlformats.org/officeDocument/2006/relationships/image" Target="../media/image1182.png"/><Relationship Id="rId181" Type="http://schemas.openxmlformats.org/officeDocument/2006/relationships/image" Target="../media/image1225.png"/><Relationship Id="rId237" Type="http://schemas.openxmlformats.org/officeDocument/2006/relationships/image" Target="../media/image1253.png"/><Relationship Id="rId279" Type="http://schemas.openxmlformats.org/officeDocument/2006/relationships/customXml" Target="../ink/ink1319.xml"/><Relationship Id="rId43" Type="http://schemas.openxmlformats.org/officeDocument/2006/relationships/image" Target="../media/image1026.png"/><Relationship Id="rId139" Type="http://schemas.openxmlformats.org/officeDocument/2006/relationships/image" Target="../media/image1204.png"/><Relationship Id="rId290" Type="http://schemas.openxmlformats.org/officeDocument/2006/relationships/image" Target="../media/image1279.png"/><Relationship Id="rId304" Type="http://schemas.openxmlformats.org/officeDocument/2006/relationships/image" Target="../media/image1286.png"/><Relationship Id="rId346" Type="http://schemas.openxmlformats.org/officeDocument/2006/relationships/image" Target="../media/image1307.png"/><Relationship Id="rId388" Type="http://schemas.openxmlformats.org/officeDocument/2006/relationships/image" Target="../media/image1328.png"/><Relationship Id="rId85" Type="http://schemas.openxmlformats.org/officeDocument/2006/relationships/image" Target="../media/image1047.png"/><Relationship Id="rId150" Type="http://schemas.openxmlformats.org/officeDocument/2006/relationships/customXml" Target="../ink/ink1254.xml"/><Relationship Id="rId192" Type="http://schemas.openxmlformats.org/officeDocument/2006/relationships/customXml" Target="../ink/ink1275.xml"/><Relationship Id="rId206" Type="http://schemas.openxmlformats.org/officeDocument/2006/relationships/customXml" Target="../ink/ink1282.xml"/><Relationship Id="rId248" Type="http://schemas.openxmlformats.org/officeDocument/2006/relationships/customXml" Target="../ink/ink1303.xml"/><Relationship Id="rId12" Type="http://schemas.openxmlformats.org/officeDocument/2006/relationships/customXml" Target="../ink/ink1185.xml"/><Relationship Id="rId108" Type="http://schemas.openxmlformats.org/officeDocument/2006/relationships/customXml" Target="../ink/ink1233.xml"/><Relationship Id="rId315" Type="http://schemas.openxmlformats.org/officeDocument/2006/relationships/customXml" Target="../ink/ink1337.xml"/><Relationship Id="rId357" Type="http://schemas.openxmlformats.org/officeDocument/2006/relationships/customXml" Target="../ink/ink1358.xml"/><Relationship Id="rId54" Type="http://schemas.openxmlformats.org/officeDocument/2006/relationships/customXml" Target="../ink/ink1206.xml"/><Relationship Id="rId96" Type="http://schemas.openxmlformats.org/officeDocument/2006/relationships/customXml" Target="../ink/ink1227.xml"/><Relationship Id="rId161" Type="http://schemas.openxmlformats.org/officeDocument/2006/relationships/image" Target="../media/image1215.png"/><Relationship Id="rId217" Type="http://schemas.openxmlformats.org/officeDocument/2006/relationships/image" Target="../media/image1243.png"/><Relationship Id="rId259" Type="http://schemas.openxmlformats.org/officeDocument/2006/relationships/customXml" Target="../ink/ink1309.xml"/><Relationship Id="rId23" Type="http://schemas.openxmlformats.org/officeDocument/2006/relationships/image" Target="../media/image1016.png"/><Relationship Id="rId119" Type="http://schemas.openxmlformats.org/officeDocument/2006/relationships/image" Target="../media/image1194.png"/><Relationship Id="rId270" Type="http://schemas.openxmlformats.org/officeDocument/2006/relationships/image" Target="../media/image1269.png"/><Relationship Id="rId326" Type="http://schemas.openxmlformats.org/officeDocument/2006/relationships/image" Target="../media/image1297.png"/><Relationship Id="rId65" Type="http://schemas.openxmlformats.org/officeDocument/2006/relationships/image" Target="../media/image1037.png"/><Relationship Id="rId130" Type="http://schemas.openxmlformats.org/officeDocument/2006/relationships/customXml" Target="../ink/ink1244.xml"/><Relationship Id="rId368" Type="http://schemas.openxmlformats.org/officeDocument/2006/relationships/image" Target="../media/image1318.png"/><Relationship Id="rId172" Type="http://schemas.openxmlformats.org/officeDocument/2006/relationships/customXml" Target="../ink/ink1265.xml"/><Relationship Id="rId228" Type="http://schemas.openxmlformats.org/officeDocument/2006/relationships/customXml" Target="../ink/ink1293.xml"/><Relationship Id="rId281" Type="http://schemas.openxmlformats.org/officeDocument/2006/relationships/customXml" Target="../ink/ink1320.xml"/><Relationship Id="rId337" Type="http://schemas.openxmlformats.org/officeDocument/2006/relationships/customXml" Target="../ink/ink1348.xml"/><Relationship Id="rId34" Type="http://schemas.openxmlformats.org/officeDocument/2006/relationships/customXml" Target="../ink/ink1196.xml"/><Relationship Id="rId76" Type="http://schemas.openxmlformats.org/officeDocument/2006/relationships/customXml" Target="../ink/ink1217.xml"/><Relationship Id="rId141" Type="http://schemas.openxmlformats.org/officeDocument/2006/relationships/image" Target="../media/image1205.png"/><Relationship Id="rId379" Type="http://schemas.openxmlformats.org/officeDocument/2006/relationships/customXml" Target="../ink/ink1369.xml"/><Relationship Id="rId7" Type="http://schemas.openxmlformats.org/officeDocument/2006/relationships/image" Target="../media/image1183.png"/><Relationship Id="rId183" Type="http://schemas.openxmlformats.org/officeDocument/2006/relationships/image" Target="../media/image1226.png"/><Relationship Id="rId239" Type="http://schemas.openxmlformats.org/officeDocument/2006/relationships/image" Target="../media/image1254.png"/><Relationship Id="rId250" Type="http://schemas.openxmlformats.org/officeDocument/2006/relationships/customXml" Target="../ink/ink1304.xml"/><Relationship Id="rId292" Type="http://schemas.openxmlformats.org/officeDocument/2006/relationships/image" Target="../media/image1280.png"/><Relationship Id="rId306" Type="http://schemas.openxmlformats.org/officeDocument/2006/relationships/image" Target="../media/image1287.png"/><Relationship Id="rId45" Type="http://schemas.openxmlformats.org/officeDocument/2006/relationships/image" Target="../media/image1027.png"/><Relationship Id="rId87" Type="http://schemas.openxmlformats.org/officeDocument/2006/relationships/image" Target="../media/image1048.png"/><Relationship Id="rId110" Type="http://schemas.openxmlformats.org/officeDocument/2006/relationships/customXml" Target="../ink/ink1234.xml"/><Relationship Id="rId348" Type="http://schemas.openxmlformats.org/officeDocument/2006/relationships/image" Target="../media/image1308.png"/><Relationship Id="rId152" Type="http://schemas.openxmlformats.org/officeDocument/2006/relationships/customXml" Target="../ink/ink1255.xml"/><Relationship Id="rId194" Type="http://schemas.openxmlformats.org/officeDocument/2006/relationships/customXml" Target="../ink/ink1276.xml"/><Relationship Id="rId208" Type="http://schemas.openxmlformats.org/officeDocument/2006/relationships/customXml" Target="../ink/ink1283.xml"/><Relationship Id="rId261" Type="http://schemas.openxmlformats.org/officeDocument/2006/relationships/customXml" Target="../ink/ink1310.xml"/><Relationship Id="rId14" Type="http://schemas.openxmlformats.org/officeDocument/2006/relationships/customXml" Target="../ink/ink1186.xml"/><Relationship Id="rId56" Type="http://schemas.openxmlformats.org/officeDocument/2006/relationships/customXml" Target="../ink/ink1207.xml"/><Relationship Id="rId317" Type="http://schemas.openxmlformats.org/officeDocument/2006/relationships/customXml" Target="../ink/ink1338.xml"/><Relationship Id="rId359" Type="http://schemas.openxmlformats.org/officeDocument/2006/relationships/customXml" Target="../ink/ink1359.xml"/><Relationship Id="rId98" Type="http://schemas.openxmlformats.org/officeDocument/2006/relationships/customXml" Target="../ink/ink1228.xml"/><Relationship Id="rId121" Type="http://schemas.openxmlformats.org/officeDocument/2006/relationships/image" Target="../media/image1195.png"/><Relationship Id="rId163" Type="http://schemas.openxmlformats.org/officeDocument/2006/relationships/image" Target="../media/image1216.png"/><Relationship Id="rId219" Type="http://schemas.openxmlformats.org/officeDocument/2006/relationships/image" Target="../media/image1244.png"/><Relationship Id="rId370" Type="http://schemas.openxmlformats.org/officeDocument/2006/relationships/image" Target="../media/image1319.png"/><Relationship Id="rId230" Type="http://schemas.openxmlformats.org/officeDocument/2006/relationships/customXml" Target="../ink/ink1294.xml"/><Relationship Id="rId25" Type="http://schemas.openxmlformats.org/officeDocument/2006/relationships/image" Target="../media/image1017.png"/><Relationship Id="rId67" Type="http://schemas.openxmlformats.org/officeDocument/2006/relationships/image" Target="../media/image1038.png"/><Relationship Id="rId272" Type="http://schemas.openxmlformats.org/officeDocument/2006/relationships/image" Target="../media/image1270.png"/><Relationship Id="rId328" Type="http://schemas.openxmlformats.org/officeDocument/2006/relationships/image" Target="../media/image1298.png"/><Relationship Id="rId132" Type="http://schemas.openxmlformats.org/officeDocument/2006/relationships/customXml" Target="../ink/ink1245.xml"/><Relationship Id="rId174" Type="http://schemas.openxmlformats.org/officeDocument/2006/relationships/customXml" Target="../ink/ink1266.xml"/><Relationship Id="rId381" Type="http://schemas.openxmlformats.org/officeDocument/2006/relationships/customXml" Target="../ink/ink1370.xml"/><Relationship Id="rId241" Type="http://schemas.openxmlformats.org/officeDocument/2006/relationships/image" Target="../media/image1255.png"/><Relationship Id="rId36" Type="http://schemas.openxmlformats.org/officeDocument/2006/relationships/customXml" Target="../ink/ink1197.xml"/><Relationship Id="rId283" Type="http://schemas.openxmlformats.org/officeDocument/2006/relationships/customXml" Target="../ink/ink1321.xml"/><Relationship Id="rId339" Type="http://schemas.openxmlformats.org/officeDocument/2006/relationships/customXml" Target="../ink/ink1349.xml"/><Relationship Id="rId78" Type="http://schemas.openxmlformats.org/officeDocument/2006/relationships/customXml" Target="../ink/ink1218.xml"/><Relationship Id="rId101" Type="http://schemas.openxmlformats.org/officeDocument/2006/relationships/image" Target="../media/image1185.png"/><Relationship Id="rId143" Type="http://schemas.openxmlformats.org/officeDocument/2006/relationships/image" Target="../media/image1206.png"/><Relationship Id="rId185" Type="http://schemas.openxmlformats.org/officeDocument/2006/relationships/image" Target="../media/image1227.png"/><Relationship Id="rId350" Type="http://schemas.openxmlformats.org/officeDocument/2006/relationships/image" Target="../media/image1309.png"/><Relationship Id="rId9" Type="http://schemas.openxmlformats.org/officeDocument/2006/relationships/image" Target="../media/image1009.png"/><Relationship Id="rId210" Type="http://schemas.openxmlformats.org/officeDocument/2006/relationships/customXml" Target="../ink/ink1284.xml"/><Relationship Id="rId252" Type="http://schemas.openxmlformats.org/officeDocument/2006/relationships/customXml" Target="../ink/ink1305.xml"/><Relationship Id="rId294" Type="http://schemas.openxmlformats.org/officeDocument/2006/relationships/image" Target="../media/image1281.png"/><Relationship Id="rId308" Type="http://schemas.openxmlformats.org/officeDocument/2006/relationships/image" Target="../media/image1288.png"/><Relationship Id="rId47" Type="http://schemas.openxmlformats.org/officeDocument/2006/relationships/image" Target="../media/image1028.png"/><Relationship Id="rId68" Type="http://schemas.openxmlformats.org/officeDocument/2006/relationships/customXml" Target="../ink/ink1213.xml"/><Relationship Id="rId89" Type="http://schemas.openxmlformats.org/officeDocument/2006/relationships/image" Target="../media/image1049.png"/><Relationship Id="rId112" Type="http://schemas.openxmlformats.org/officeDocument/2006/relationships/customXml" Target="../ink/ink1235.xml"/><Relationship Id="rId133" Type="http://schemas.openxmlformats.org/officeDocument/2006/relationships/image" Target="../media/image1201.png"/><Relationship Id="rId154" Type="http://schemas.openxmlformats.org/officeDocument/2006/relationships/customXml" Target="../ink/ink1256.xml"/><Relationship Id="rId175" Type="http://schemas.openxmlformats.org/officeDocument/2006/relationships/image" Target="../media/image1222.png"/><Relationship Id="rId340" Type="http://schemas.openxmlformats.org/officeDocument/2006/relationships/image" Target="../media/image1304.png"/><Relationship Id="rId361" Type="http://schemas.openxmlformats.org/officeDocument/2006/relationships/customXml" Target="../ink/ink1360.xml"/><Relationship Id="rId196" Type="http://schemas.openxmlformats.org/officeDocument/2006/relationships/customXml" Target="../ink/ink1277.xml"/><Relationship Id="rId200" Type="http://schemas.openxmlformats.org/officeDocument/2006/relationships/customXml" Target="../ink/ink1279.xml"/><Relationship Id="rId382" Type="http://schemas.openxmlformats.org/officeDocument/2006/relationships/image" Target="../media/image1325.png"/><Relationship Id="rId16" Type="http://schemas.openxmlformats.org/officeDocument/2006/relationships/customXml" Target="../ink/ink1187.xml"/><Relationship Id="rId221" Type="http://schemas.openxmlformats.org/officeDocument/2006/relationships/image" Target="../media/image1245.png"/><Relationship Id="rId242" Type="http://schemas.openxmlformats.org/officeDocument/2006/relationships/customXml" Target="../ink/ink1300.xml"/><Relationship Id="rId263" Type="http://schemas.openxmlformats.org/officeDocument/2006/relationships/customXml" Target="../ink/ink1311.xml"/><Relationship Id="rId284" Type="http://schemas.openxmlformats.org/officeDocument/2006/relationships/image" Target="../media/image1276.png"/><Relationship Id="rId319" Type="http://schemas.openxmlformats.org/officeDocument/2006/relationships/customXml" Target="../ink/ink1339.xml"/><Relationship Id="rId37" Type="http://schemas.openxmlformats.org/officeDocument/2006/relationships/image" Target="../media/image1023.png"/><Relationship Id="rId58" Type="http://schemas.openxmlformats.org/officeDocument/2006/relationships/customXml" Target="../ink/ink1208.xml"/><Relationship Id="rId79" Type="http://schemas.openxmlformats.org/officeDocument/2006/relationships/image" Target="../media/image1044.png"/><Relationship Id="rId102" Type="http://schemas.openxmlformats.org/officeDocument/2006/relationships/customXml" Target="../ink/ink1230.xml"/><Relationship Id="rId123" Type="http://schemas.openxmlformats.org/officeDocument/2006/relationships/image" Target="../media/image1196.png"/><Relationship Id="rId144" Type="http://schemas.openxmlformats.org/officeDocument/2006/relationships/customXml" Target="../ink/ink1251.xml"/><Relationship Id="rId330" Type="http://schemas.openxmlformats.org/officeDocument/2006/relationships/image" Target="../media/image1299.png"/><Relationship Id="rId90" Type="http://schemas.openxmlformats.org/officeDocument/2006/relationships/customXml" Target="../ink/ink1224.xml"/><Relationship Id="rId165" Type="http://schemas.openxmlformats.org/officeDocument/2006/relationships/image" Target="../media/image1217.png"/><Relationship Id="rId186" Type="http://schemas.openxmlformats.org/officeDocument/2006/relationships/customXml" Target="../ink/ink1272.xml"/><Relationship Id="rId351" Type="http://schemas.openxmlformats.org/officeDocument/2006/relationships/customXml" Target="../ink/ink1355.xml"/><Relationship Id="rId372" Type="http://schemas.openxmlformats.org/officeDocument/2006/relationships/image" Target="../media/image1320.png"/><Relationship Id="rId211" Type="http://schemas.openxmlformats.org/officeDocument/2006/relationships/image" Target="../media/image1240.png"/><Relationship Id="rId232" Type="http://schemas.openxmlformats.org/officeDocument/2006/relationships/customXml" Target="../ink/ink1295.xml"/><Relationship Id="rId253" Type="http://schemas.openxmlformats.org/officeDocument/2006/relationships/image" Target="../media/image1261.png"/><Relationship Id="rId274" Type="http://schemas.openxmlformats.org/officeDocument/2006/relationships/image" Target="../media/image1271.png"/><Relationship Id="rId295" Type="http://schemas.openxmlformats.org/officeDocument/2006/relationships/customXml" Target="../ink/ink1327.xml"/><Relationship Id="rId309" Type="http://schemas.openxmlformats.org/officeDocument/2006/relationships/customXml" Target="../ink/ink1334.xml"/><Relationship Id="rId27" Type="http://schemas.openxmlformats.org/officeDocument/2006/relationships/image" Target="../media/image1018.png"/><Relationship Id="rId48" Type="http://schemas.openxmlformats.org/officeDocument/2006/relationships/customXml" Target="../ink/ink1203.xml"/><Relationship Id="rId69" Type="http://schemas.openxmlformats.org/officeDocument/2006/relationships/image" Target="../media/image1039.png"/><Relationship Id="rId113" Type="http://schemas.openxmlformats.org/officeDocument/2006/relationships/image" Target="../media/image1191.png"/><Relationship Id="rId134" Type="http://schemas.openxmlformats.org/officeDocument/2006/relationships/customXml" Target="../ink/ink1246.xml"/><Relationship Id="rId320" Type="http://schemas.openxmlformats.org/officeDocument/2006/relationships/image" Target="../media/image1294.png"/><Relationship Id="rId80" Type="http://schemas.openxmlformats.org/officeDocument/2006/relationships/customXml" Target="../ink/ink1219.xml"/><Relationship Id="rId155" Type="http://schemas.openxmlformats.org/officeDocument/2006/relationships/image" Target="../media/image1212.png"/><Relationship Id="rId176" Type="http://schemas.openxmlformats.org/officeDocument/2006/relationships/customXml" Target="../ink/ink1267.xml"/><Relationship Id="rId197" Type="http://schemas.openxmlformats.org/officeDocument/2006/relationships/image" Target="../media/image1233.png"/><Relationship Id="rId341" Type="http://schemas.openxmlformats.org/officeDocument/2006/relationships/customXml" Target="../ink/ink1350.xml"/><Relationship Id="rId362" Type="http://schemas.openxmlformats.org/officeDocument/2006/relationships/image" Target="../media/image1315.png"/><Relationship Id="rId383" Type="http://schemas.openxmlformats.org/officeDocument/2006/relationships/customXml" Target="../ink/ink1371.xml"/><Relationship Id="rId201" Type="http://schemas.openxmlformats.org/officeDocument/2006/relationships/image" Target="../media/image1235.png"/><Relationship Id="rId222" Type="http://schemas.openxmlformats.org/officeDocument/2006/relationships/customXml" Target="../ink/ink1290.xml"/><Relationship Id="rId243" Type="http://schemas.openxmlformats.org/officeDocument/2006/relationships/image" Target="../media/image1256.png"/><Relationship Id="rId264" Type="http://schemas.openxmlformats.org/officeDocument/2006/relationships/image" Target="../media/image1266.png"/><Relationship Id="rId285" Type="http://schemas.openxmlformats.org/officeDocument/2006/relationships/customXml" Target="../ink/ink1322.xml"/><Relationship Id="rId17" Type="http://schemas.openxmlformats.org/officeDocument/2006/relationships/image" Target="../media/image1013.png"/><Relationship Id="rId38" Type="http://schemas.openxmlformats.org/officeDocument/2006/relationships/customXml" Target="../ink/ink1198.xml"/><Relationship Id="rId59" Type="http://schemas.openxmlformats.org/officeDocument/2006/relationships/image" Target="../media/image1034.png"/><Relationship Id="rId103" Type="http://schemas.openxmlformats.org/officeDocument/2006/relationships/image" Target="../media/image1186.png"/><Relationship Id="rId124" Type="http://schemas.openxmlformats.org/officeDocument/2006/relationships/customXml" Target="../ink/ink1241.xml"/><Relationship Id="rId310" Type="http://schemas.openxmlformats.org/officeDocument/2006/relationships/image" Target="../media/image1289.png"/><Relationship Id="rId70" Type="http://schemas.openxmlformats.org/officeDocument/2006/relationships/customXml" Target="../ink/ink1214.xml"/><Relationship Id="rId91" Type="http://schemas.openxmlformats.org/officeDocument/2006/relationships/image" Target="../media/image1050.png"/><Relationship Id="rId145" Type="http://schemas.openxmlformats.org/officeDocument/2006/relationships/image" Target="../media/image1207.png"/><Relationship Id="rId166" Type="http://schemas.openxmlformats.org/officeDocument/2006/relationships/customXml" Target="../ink/ink1262.xml"/><Relationship Id="rId187" Type="http://schemas.openxmlformats.org/officeDocument/2006/relationships/image" Target="../media/image1228.png"/><Relationship Id="rId331" Type="http://schemas.openxmlformats.org/officeDocument/2006/relationships/customXml" Target="../ink/ink1345.xml"/><Relationship Id="rId352" Type="http://schemas.openxmlformats.org/officeDocument/2006/relationships/image" Target="../media/image1310.png"/><Relationship Id="rId373" Type="http://schemas.openxmlformats.org/officeDocument/2006/relationships/customXml" Target="../ink/ink1366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285.xml"/><Relationship Id="rId233" Type="http://schemas.openxmlformats.org/officeDocument/2006/relationships/image" Target="../media/image1251.png"/><Relationship Id="rId254" Type="http://schemas.openxmlformats.org/officeDocument/2006/relationships/customXml" Target="../ink/ink1306.xml"/><Relationship Id="rId28" Type="http://schemas.openxmlformats.org/officeDocument/2006/relationships/customXml" Target="../ink/ink1193.xml"/><Relationship Id="rId49" Type="http://schemas.openxmlformats.org/officeDocument/2006/relationships/image" Target="../media/image1029.png"/><Relationship Id="rId114" Type="http://schemas.openxmlformats.org/officeDocument/2006/relationships/customXml" Target="../ink/ink1236.xml"/><Relationship Id="rId275" Type="http://schemas.openxmlformats.org/officeDocument/2006/relationships/customXml" Target="../ink/ink1317.xml"/><Relationship Id="rId296" Type="http://schemas.openxmlformats.org/officeDocument/2006/relationships/image" Target="../media/image1282.png"/><Relationship Id="rId300" Type="http://schemas.openxmlformats.org/officeDocument/2006/relationships/image" Target="../media/image1284.png"/><Relationship Id="rId60" Type="http://schemas.openxmlformats.org/officeDocument/2006/relationships/customXml" Target="../ink/ink1209.xml"/><Relationship Id="rId81" Type="http://schemas.openxmlformats.org/officeDocument/2006/relationships/image" Target="../media/image1045.png"/><Relationship Id="rId135" Type="http://schemas.openxmlformats.org/officeDocument/2006/relationships/image" Target="../media/image1202.png"/><Relationship Id="rId156" Type="http://schemas.openxmlformats.org/officeDocument/2006/relationships/customXml" Target="../ink/ink1257.xml"/><Relationship Id="rId177" Type="http://schemas.openxmlformats.org/officeDocument/2006/relationships/image" Target="../media/image1223.png"/><Relationship Id="rId198" Type="http://schemas.openxmlformats.org/officeDocument/2006/relationships/customXml" Target="../ink/ink1278.xml"/><Relationship Id="rId321" Type="http://schemas.openxmlformats.org/officeDocument/2006/relationships/customXml" Target="../ink/ink1340.xml"/><Relationship Id="rId342" Type="http://schemas.openxmlformats.org/officeDocument/2006/relationships/image" Target="../media/image1305.png"/><Relationship Id="rId363" Type="http://schemas.openxmlformats.org/officeDocument/2006/relationships/customXml" Target="../ink/ink1361.xml"/><Relationship Id="rId384" Type="http://schemas.openxmlformats.org/officeDocument/2006/relationships/image" Target="../media/image1326.png"/><Relationship Id="rId202" Type="http://schemas.openxmlformats.org/officeDocument/2006/relationships/customXml" Target="../ink/ink1280.xml"/><Relationship Id="rId223" Type="http://schemas.openxmlformats.org/officeDocument/2006/relationships/image" Target="../media/image1246.png"/><Relationship Id="rId244" Type="http://schemas.openxmlformats.org/officeDocument/2006/relationships/customXml" Target="../ink/ink1301.xml"/><Relationship Id="rId18" Type="http://schemas.openxmlformats.org/officeDocument/2006/relationships/customXml" Target="../ink/ink1188.xml"/><Relationship Id="rId39" Type="http://schemas.openxmlformats.org/officeDocument/2006/relationships/image" Target="../media/image1024.png"/><Relationship Id="rId265" Type="http://schemas.openxmlformats.org/officeDocument/2006/relationships/customXml" Target="../ink/ink1312.xml"/><Relationship Id="rId286" Type="http://schemas.openxmlformats.org/officeDocument/2006/relationships/image" Target="../media/image1277.png"/><Relationship Id="rId50" Type="http://schemas.openxmlformats.org/officeDocument/2006/relationships/customXml" Target="../ink/ink1204.xml"/><Relationship Id="rId104" Type="http://schemas.openxmlformats.org/officeDocument/2006/relationships/customXml" Target="../ink/ink1231.xml"/><Relationship Id="rId125" Type="http://schemas.openxmlformats.org/officeDocument/2006/relationships/image" Target="../media/image1197.png"/><Relationship Id="rId146" Type="http://schemas.openxmlformats.org/officeDocument/2006/relationships/customXml" Target="../ink/ink1252.xml"/><Relationship Id="rId167" Type="http://schemas.openxmlformats.org/officeDocument/2006/relationships/image" Target="../media/image1218.png"/><Relationship Id="rId188" Type="http://schemas.openxmlformats.org/officeDocument/2006/relationships/customXml" Target="../ink/ink1273.xml"/><Relationship Id="rId311" Type="http://schemas.openxmlformats.org/officeDocument/2006/relationships/customXml" Target="../ink/ink1335.xml"/><Relationship Id="rId332" Type="http://schemas.openxmlformats.org/officeDocument/2006/relationships/image" Target="../media/image1300.png"/><Relationship Id="rId353" Type="http://schemas.openxmlformats.org/officeDocument/2006/relationships/customXml" Target="../ink/ink1356.xml"/><Relationship Id="rId374" Type="http://schemas.openxmlformats.org/officeDocument/2006/relationships/image" Target="../media/image1321.png"/><Relationship Id="rId71" Type="http://schemas.openxmlformats.org/officeDocument/2006/relationships/image" Target="../media/image1040.png"/><Relationship Id="rId92" Type="http://schemas.openxmlformats.org/officeDocument/2006/relationships/customXml" Target="../ink/ink1225.xml"/><Relationship Id="rId213" Type="http://schemas.openxmlformats.org/officeDocument/2006/relationships/image" Target="../media/image1241.png"/><Relationship Id="rId234" Type="http://schemas.openxmlformats.org/officeDocument/2006/relationships/customXml" Target="../ink/ink1296.xml"/><Relationship Id="rId2" Type="http://schemas.openxmlformats.org/officeDocument/2006/relationships/customXml" Target="../ink/ink1180.xml"/><Relationship Id="rId29" Type="http://schemas.openxmlformats.org/officeDocument/2006/relationships/image" Target="../media/image1019.png"/><Relationship Id="rId255" Type="http://schemas.openxmlformats.org/officeDocument/2006/relationships/image" Target="../media/image1262.png"/><Relationship Id="rId276" Type="http://schemas.openxmlformats.org/officeDocument/2006/relationships/image" Target="../media/image1272.png"/><Relationship Id="rId297" Type="http://schemas.openxmlformats.org/officeDocument/2006/relationships/customXml" Target="../ink/ink1328.xml"/><Relationship Id="rId40" Type="http://schemas.openxmlformats.org/officeDocument/2006/relationships/customXml" Target="../ink/ink1199.xml"/><Relationship Id="rId115" Type="http://schemas.openxmlformats.org/officeDocument/2006/relationships/image" Target="../media/image1192.png"/><Relationship Id="rId136" Type="http://schemas.openxmlformats.org/officeDocument/2006/relationships/customXml" Target="../ink/ink1247.xml"/><Relationship Id="rId157" Type="http://schemas.openxmlformats.org/officeDocument/2006/relationships/image" Target="../media/image1213.png"/><Relationship Id="rId178" Type="http://schemas.openxmlformats.org/officeDocument/2006/relationships/customXml" Target="../ink/ink1268.xml"/><Relationship Id="rId301" Type="http://schemas.openxmlformats.org/officeDocument/2006/relationships/customXml" Target="../ink/ink1330.xml"/><Relationship Id="rId322" Type="http://schemas.openxmlformats.org/officeDocument/2006/relationships/image" Target="../media/image1295.png"/><Relationship Id="rId343" Type="http://schemas.openxmlformats.org/officeDocument/2006/relationships/customXml" Target="../ink/ink1351.xml"/><Relationship Id="rId364" Type="http://schemas.openxmlformats.org/officeDocument/2006/relationships/image" Target="../media/image1316.png"/><Relationship Id="rId61" Type="http://schemas.openxmlformats.org/officeDocument/2006/relationships/image" Target="../media/image1035.png"/><Relationship Id="rId82" Type="http://schemas.openxmlformats.org/officeDocument/2006/relationships/customXml" Target="../ink/ink1220.xml"/><Relationship Id="rId199" Type="http://schemas.openxmlformats.org/officeDocument/2006/relationships/image" Target="../media/image1234.png"/><Relationship Id="rId203" Type="http://schemas.openxmlformats.org/officeDocument/2006/relationships/image" Target="../media/image1236.png"/><Relationship Id="rId385" Type="http://schemas.openxmlformats.org/officeDocument/2006/relationships/customXml" Target="../ink/ink1372.xml"/><Relationship Id="rId19" Type="http://schemas.openxmlformats.org/officeDocument/2006/relationships/image" Target="../media/image1014.png"/><Relationship Id="rId224" Type="http://schemas.openxmlformats.org/officeDocument/2006/relationships/customXml" Target="../ink/ink1291.xml"/><Relationship Id="rId245" Type="http://schemas.openxmlformats.org/officeDocument/2006/relationships/image" Target="../media/image1257.png"/><Relationship Id="rId266" Type="http://schemas.openxmlformats.org/officeDocument/2006/relationships/image" Target="../media/image1267.png"/><Relationship Id="rId287" Type="http://schemas.openxmlformats.org/officeDocument/2006/relationships/customXml" Target="../ink/ink1323.xml"/><Relationship Id="rId30" Type="http://schemas.openxmlformats.org/officeDocument/2006/relationships/customXml" Target="../ink/ink1194.xml"/><Relationship Id="rId105" Type="http://schemas.openxmlformats.org/officeDocument/2006/relationships/image" Target="../media/image1187.png"/><Relationship Id="rId126" Type="http://schemas.openxmlformats.org/officeDocument/2006/relationships/customXml" Target="../ink/ink1242.xml"/><Relationship Id="rId147" Type="http://schemas.openxmlformats.org/officeDocument/2006/relationships/image" Target="../media/image1208.png"/><Relationship Id="rId168" Type="http://schemas.openxmlformats.org/officeDocument/2006/relationships/customXml" Target="../ink/ink1263.xml"/><Relationship Id="rId312" Type="http://schemas.openxmlformats.org/officeDocument/2006/relationships/image" Target="../media/image1290.png"/><Relationship Id="rId333" Type="http://schemas.openxmlformats.org/officeDocument/2006/relationships/customXml" Target="../ink/ink1346.xml"/><Relationship Id="rId354" Type="http://schemas.openxmlformats.org/officeDocument/2006/relationships/image" Target="../media/image1311.png"/><Relationship Id="rId51" Type="http://schemas.openxmlformats.org/officeDocument/2006/relationships/image" Target="../media/image1030.png"/><Relationship Id="rId72" Type="http://schemas.openxmlformats.org/officeDocument/2006/relationships/customXml" Target="../ink/ink1215.xml"/><Relationship Id="rId93" Type="http://schemas.openxmlformats.org/officeDocument/2006/relationships/image" Target="../media/image1051.png"/><Relationship Id="rId189" Type="http://schemas.openxmlformats.org/officeDocument/2006/relationships/image" Target="../media/image1229.png"/><Relationship Id="rId375" Type="http://schemas.openxmlformats.org/officeDocument/2006/relationships/customXml" Target="../ink/ink1367.xml"/><Relationship Id="rId3" Type="http://schemas.openxmlformats.org/officeDocument/2006/relationships/image" Target="../media/image1181.png"/><Relationship Id="rId214" Type="http://schemas.openxmlformats.org/officeDocument/2006/relationships/customXml" Target="../ink/ink1286.xml"/><Relationship Id="rId235" Type="http://schemas.openxmlformats.org/officeDocument/2006/relationships/image" Target="../media/image1252.png"/><Relationship Id="rId256" Type="http://schemas.openxmlformats.org/officeDocument/2006/relationships/customXml" Target="../ink/ink1307.xml"/><Relationship Id="rId277" Type="http://schemas.openxmlformats.org/officeDocument/2006/relationships/customXml" Target="../ink/ink1318.xml"/><Relationship Id="rId298" Type="http://schemas.openxmlformats.org/officeDocument/2006/relationships/image" Target="../media/image1283.png"/><Relationship Id="rId116" Type="http://schemas.openxmlformats.org/officeDocument/2006/relationships/customXml" Target="../ink/ink1237.xml"/><Relationship Id="rId137" Type="http://schemas.openxmlformats.org/officeDocument/2006/relationships/image" Target="../media/image1203.png"/><Relationship Id="rId158" Type="http://schemas.openxmlformats.org/officeDocument/2006/relationships/customXml" Target="../ink/ink1258.xml"/><Relationship Id="rId302" Type="http://schemas.openxmlformats.org/officeDocument/2006/relationships/image" Target="../media/image1285.png"/><Relationship Id="rId323" Type="http://schemas.openxmlformats.org/officeDocument/2006/relationships/customXml" Target="../ink/ink1341.xml"/><Relationship Id="rId344" Type="http://schemas.openxmlformats.org/officeDocument/2006/relationships/image" Target="../media/image1306.png"/><Relationship Id="rId20" Type="http://schemas.openxmlformats.org/officeDocument/2006/relationships/customXml" Target="../ink/ink1189.xml"/><Relationship Id="rId41" Type="http://schemas.openxmlformats.org/officeDocument/2006/relationships/image" Target="../media/image1025.png"/><Relationship Id="rId62" Type="http://schemas.openxmlformats.org/officeDocument/2006/relationships/customXml" Target="../ink/ink1210.xml"/><Relationship Id="rId83" Type="http://schemas.openxmlformats.org/officeDocument/2006/relationships/image" Target="../media/image1046.png"/><Relationship Id="rId179" Type="http://schemas.openxmlformats.org/officeDocument/2006/relationships/image" Target="../media/image1224.png"/><Relationship Id="rId365" Type="http://schemas.openxmlformats.org/officeDocument/2006/relationships/customXml" Target="../ink/ink1362.xml"/><Relationship Id="rId386" Type="http://schemas.openxmlformats.org/officeDocument/2006/relationships/image" Target="../media/image1327.png"/><Relationship Id="rId190" Type="http://schemas.openxmlformats.org/officeDocument/2006/relationships/customXml" Target="../ink/ink1274.xml"/><Relationship Id="rId204" Type="http://schemas.openxmlformats.org/officeDocument/2006/relationships/customXml" Target="../ink/ink1281.xml"/><Relationship Id="rId225" Type="http://schemas.openxmlformats.org/officeDocument/2006/relationships/image" Target="../media/image1247.png"/><Relationship Id="rId246" Type="http://schemas.openxmlformats.org/officeDocument/2006/relationships/customXml" Target="../ink/ink1302.xml"/><Relationship Id="rId267" Type="http://schemas.openxmlformats.org/officeDocument/2006/relationships/customXml" Target="../ink/ink1313.xml"/><Relationship Id="rId288" Type="http://schemas.openxmlformats.org/officeDocument/2006/relationships/image" Target="../media/image1278.png"/><Relationship Id="rId106" Type="http://schemas.openxmlformats.org/officeDocument/2006/relationships/customXml" Target="../ink/ink1232.xml"/><Relationship Id="rId127" Type="http://schemas.openxmlformats.org/officeDocument/2006/relationships/image" Target="../media/image1198.png"/><Relationship Id="rId313" Type="http://schemas.openxmlformats.org/officeDocument/2006/relationships/customXml" Target="../ink/ink1336.xml"/><Relationship Id="rId10" Type="http://schemas.openxmlformats.org/officeDocument/2006/relationships/customXml" Target="../ink/ink1184.xml"/><Relationship Id="rId31" Type="http://schemas.openxmlformats.org/officeDocument/2006/relationships/image" Target="../media/image1020.png"/><Relationship Id="rId52" Type="http://schemas.openxmlformats.org/officeDocument/2006/relationships/customXml" Target="../ink/ink1205.xml"/><Relationship Id="rId73" Type="http://schemas.openxmlformats.org/officeDocument/2006/relationships/image" Target="../media/image1041.png"/><Relationship Id="rId94" Type="http://schemas.openxmlformats.org/officeDocument/2006/relationships/customXml" Target="../ink/ink1226.xml"/><Relationship Id="rId148" Type="http://schemas.openxmlformats.org/officeDocument/2006/relationships/customXml" Target="../ink/ink1253.xml"/><Relationship Id="rId169" Type="http://schemas.openxmlformats.org/officeDocument/2006/relationships/image" Target="../media/image1219.png"/><Relationship Id="rId334" Type="http://schemas.openxmlformats.org/officeDocument/2006/relationships/image" Target="../media/image1301.png"/><Relationship Id="rId355" Type="http://schemas.openxmlformats.org/officeDocument/2006/relationships/customXml" Target="../ink/ink1357.xml"/><Relationship Id="rId376" Type="http://schemas.openxmlformats.org/officeDocument/2006/relationships/image" Target="../media/image1322.png"/><Relationship Id="rId4" Type="http://schemas.openxmlformats.org/officeDocument/2006/relationships/customXml" Target="../ink/ink1181.xml"/><Relationship Id="rId180" Type="http://schemas.openxmlformats.org/officeDocument/2006/relationships/customXml" Target="../ink/ink1269.xml"/><Relationship Id="rId215" Type="http://schemas.openxmlformats.org/officeDocument/2006/relationships/image" Target="../media/image1242.png"/><Relationship Id="rId236" Type="http://schemas.openxmlformats.org/officeDocument/2006/relationships/customXml" Target="../ink/ink1297.xml"/><Relationship Id="rId257" Type="http://schemas.openxmlformats.org/officeDocument/2006/relationships/customXml" Target="../ink/ink1308.xml"/><Relationship Id="rId278" Type="http://schemas.openxmlformats.org/officeDocument/2006/relationships/image" Target="../media/image1273.png"/><Relationship Id="rId303" Type="http://schemas.openxmlformats.org/officeDocument/2006/relationships/customXml" Target="../ink/ink1331.xml"/><Relationship Id="rId42" Type="http://schemas.openxmlformats.org/officeDocument/2006/relationships/customXml" Target="../ink/ink1200.xml"/><Relationship Id="rId84" Type="http://schemas.openxmlformats.org/officeDocument/2006/relationships/customXml" Target="../ink/ink1221.xml"/><Relationship Id="rId138" Type="http://schemas.openxmlformats.org/officeDocument/2006/relationships/customXml" Target="../ink/ink1248.xml"/><Relationship Id="rId345" Type="http://schemas.openxmlformats.org/officeDocument/2006/relationships/customXml" Target="../ink/ink1352.xml"/><Relationship Id="rId387" Type="http://schemas.openxmlformats.org/officeDocument/2006/relationships/customXml" Target="../ink/ink1373.xml"/><Relationship Id="rId191" Type="http://schemas.openxmlformats.org/officeDocument/2006/relationships/image" Target="../media/image1230.png"/><Relationship Id="rId205" Type="http://schemas.openxmlformats.org/officeDocument/2006/relationships/image" Target="../media/image1237.png"/><Relationship Id="rId247" Type="http://schemas.openxmlformats.org/officeDocument/2006/relationships/image" Target="../media/image1258.png"/><Relationship Id="rId107" Type="http://schemas.openxmlformats.org/officeDocument/2006/relationships/image" Target="../media/image1188.png"/><Relationship Id="rId289" Type="http://schemas.openxmlformats.org/officeDocument/2006/relationships/customXml" Target="../ink/ink1324.xml"/><Relationship Id="rId11" Type="http://schemas.openxmlformats.org/officeDocument/2006/relationships/image" Target="../media/image1010.png"/><Relationship Id="rId53" Type="http://schemas.openxmlformats.org/officeDocument/2006/relationships/image" Target="../media/image1031.png"/><Relationship Id="rId149" Type="http://schemas.openxmlformats.org/officeDocument/2006/relationships/image" Target="../media/image1209.png"/><Relationship Id="rId314" Type="http://schemas.openxmlformats.org/officeDocument/2006/relationships/image" Target="../media/image1291.png"/><Relationship Id="rId356" Type="http://schemas.openxmlformats.org/officeDocument/2006/relationships/image" Target="../media/image1312.png"/><Relationship Id="rId95" Type="http://schemas.openxmlformats.org/officeDocument/2006/relationships/image" Target="../media/image1052.png"/><Relationship Id="rId160" Type="http://schemas.openxmlformats.org/officeDocument/2006/relationships/customXml" Target="../ink/ink1259.xml"/><Relationship Id="rId216" Type="http://schemas.openxmlformats.org/officeDocument/2006/relationships/customXml" Target="../ink/ink1287.xml"/><Relationship Id="rId258" Type="http://schemas.openxmlformats.org/officeDocument/2006/relationships/image" Target="../media/image1263.png"/><Relationship Id="rId22" Type="http://schemas.openxmlformats.org/officeDocument/2006/relationships/customXml" Target="../ink/ink1190.xml"/><Relationship Id="rId64" Type="http://schemas.openxmlformats.org/officeDocument/2006/relationships/customXml" Target="../ink/ink1211.xml"/><Relationship Id="rId118" Type="http://schemas.openxmlformats.org/officeDocument/2006/relationships/customXml" Target="../ink/ink1238.xml"/><Relationship Id="rId325" Type="http://schemas.openxmlformats.org/officeDocument/2006/relationships/customXml" Target="../ink/ink1342.xml"/><Relationship Id="rId367" Type="http://schemas.openxmlformats.org/officeDocument/2006/relationships/customXml" Target="../ink/ink1363.xml"/><Relationship Id="rId171" Type="http://schemas.openxmlformats.org/officeDocument/2006/relationships/image" Target="../media/image1220.png"/><Relationship Id="rId227" Type="http://schemas.openxmlformats.org/officeDocument/2006/relationships/image" Target="../media/image1248.png"/><Relationship Id="rId269" Type="http://schemas.openxmlformats.org/officeDocument/2006/relationships/customXml" Target="../ink/ink1314.xml"/><Relationship Id="rId33" Type="http://schemas.openxmlformats.org/officeDocument/2006/relationships/image" Target="../media/image1021.png"/><Relationship Id="rId129" Type="http://schemas.openxmlformats.org/officeDocument/2006/relationships/image" Target="../media/image1199.png"/><Relationship Id="rId280" Type="http://schemas.openxmlformats.org/officeDocument/2006/relationships/image" Target="../media/image1274.png"/><Relationship Id="rId336" Type="http://schemas.openxmlformats.org/officeDocument/2006/relationships/image" Target="../media/image1302.png"/><Relationship Id="rId75" Type="http://schemas.openxmlformats.org/officeDocument/2006/relationships/image" Target="../media/image1042.png"/><Relationship Id="rId140" Type="http://schemas.openxmlformats.org/officeDocument/2006/relationships/customXml" Target="../ink/ink1249.xml"/><Relationship Id="rId182" Type="http://schemas.openxmlformats.org/officeDocument/2006/relationships/customXml" Target="../ink/ink1270.xml"/><Relationship Id="rId378" Type="http://schemas.openxmlformats.org/officeDocument/2006/relationships/image" Target="../media/image1323.png"/><Relationship Id="rId6" Type="http://schemas.openxmlformats.org/officeDocument/2006/relationships/customXml" Target="../ink/ink1182.xml"/><Relationship Id="rId238" Type="http://schemas.openxmlformats.org/officeDocument/2006/relationships/customXml" Target="../ink/ink1298.xml"/><Relationship Id="rId291" Type="http://schemas.openxmlformats.org/officeDocument/2006/relationships/customXml" Target="../ink/ink1325.xml"/><Relationship Id="rId305" Type="http://schemas.openxmlformats.org/officeDocument/2006/relationships/customXml" Target="../ink/ink1332.xml"/><Relationship Id="rId347" Type="http://schemas.openxmlformats.org/officeDocument/2006/relationships/customXml" Target="../ink/ink1353.xml"/><Relationship Id="rId44" Type="http://schemas.openxmlformats.org/officeDocument/2006/relationships/customXml" Target="../ink/ink1201.xml"/><Relationship Id="rId86" Type="http://schemas.openxmlformats.org/officeDocument/2006/relationships/customXml" Target="../ink/ink1222.xml"/><Relationship Id="rId151" Type="http://schemas.openxmlformats.org/officeDocument/2006/relationships/image" Target="../media/image1210.png"/><Relationship Id="rId193" Type="http://schemas.openxmlformats.org/officeDocument/2006/relationships/image" Target="../media/image1231.png"/><Relationship Id="rId207" Type="http://schemas.openxmlformats.org/officeDocument/2006/relationships/image" Target="../media/image1238.png"/><Relationship Id="rId249" Type="http://schemas.openxmlformats.org/officeDocument/2006/relationships/image" Target="../media/image1259.png"/><Relationship Id="rId13" Type="http://schemas.openxmlformats.org/officeDocument/2006/relationships/image" Target="../media/image1011.png"/><Relationship Id="rId109" Type="http://schemas.openxmlformats.org/officeDocument/2006/relationships/image" Target="../media/image1189.png"/><Relationship Id="rId260" Type="http://schemas.openxmlformats.org/officeDocument/2006/relationships/image" Target="../media/image1264.png"/><Relationship Id="rId316" Type="http://schemas.openxmlformats.org/officeDocument/2006/relationships/image" Target="../media/image1292.png"/><Relationship Id="rId55" Type="http://schemas.openxmlformats.org/officeDocument/2006/relationships/image" Target="../media/image1032.png"/><Relationship Id="rId97" Type="http://schemas.openxmlformats.org/officeDocument/2006/relationships/image" Target="../media/image1053.png"/><Relationship Id="rId120" Type="http://schemas.openxmlformats.org/officeDocument/2006/relationships/customXml" Target="../ink/ink1239.xml"/><Relationship Id="rId358" Type="http://schemas.openxmlformats.org/officeDocument/2006/relationships/image" Target="../media/image1313.png"/><Relationship Id="rId162" Type="http://schemas.openxmlformats.org/officeDocument/2006/relationships/customXml" Target="../ink/ink1260.xml"/><Relationship Id="rId218" Type="http://schemas.openxmlformats.org/officeDocument/2006/relationships/customXml" Target="../ink/ink1288.xml"/><Relationship Id="rId271" Type="http://schemas.openxmlformats.org/officeDocument/2006/relationships/customXml" Target="../ink/ink1315.xml"/><Relationship Id="rId24" Type="http://schemas.openxmlformats.org/officeDocument/2006/relationships/customXml" Target="../ink/ink1191.xml"/><Relationship Id="rId66" Type="http://schemas.openxmlformats.org/officeDocument/2006/relationships/customXml" Target="../ink/ink1212.xml"/><Relationship Id="rId131" Type="http://schemas.openxmlformats.org/officeDocument/2006/relationships/image" Target="../media/image1200.png"/><Relationship Id="rId327" Type="http://schemas.openxmlformats.org/officeDocument/2006/relationships/customXml" Target="../ink/ink1343.xml"/><Relationship Id="rId369" Type="http://schemas.openxmlformats.org/officeDocument/2006/relationships/customXml" Target="../ink/ink1364.xml"/><Relationship Id="rId173" Type="http://schemas.openxmlformats.org/officeDocument/2006/relationships/image" Target="../media/image1221.png"/><Relationship Id="rId229" Type="http://schemas.openxmlformats.org/officeDocument/2006/relationships/image" Target="../media/image1249.png"/><Relationship Id="rId380" Type="http://schemas.openxmlformats.org/officeDocument/2006/relationships/image" Target="../media/image1324.png"/><Relationship Id="rId240" Type="http://schemas.openxmlformats.org/officeDocument/2006/relationships/customXml" Target="../ink/ink1299.xml"/><Relationship Id="rId35" Type="http://schemas.openxmlformats.org/officeDocument/2006/relationships/image" Target="../media/image1022.png"/><Relationship Id="rId77" Type="http://schemas.openxmlformats.org/officeDocument/2006/relationships/image" Target="../media/image1043.png"/><Relationship Id="rId100" Type="http://schemas.openxmlformats.org/officeDocument/2006/relationships/customXml" Target="../ink/ink1229.xml"/><Relationship Id="rId282" Type="http://schemas.openxmlformats.org/officeDocument/2006/relationships/image" Target="../media/image1275.png"/><Relationship Id="rId338" Type="http://schemas.openxmlformats.org/officeDocument/2006/relationships/image" Target="../media/image1303.png"/><Relationship Id="rId8" Type="http://schemas.openxmlformats.org/officeDocument/2006/relationships/customXml" Target="../ink/ink1183.xml"/><Relationship Id="rId142" Type="http://schemas.openxmlformats.org/officeDocument/2006/relationships/customXml" Target="../ink/ink1250.xml"/><Relationship Id="rId184" Type="http://schemas.openxmlformats.org/officeDocument/2006/relationships/customXml" Target="../ink/ink1271.xml"/><Relationship Id="rId251" Type="http://schemas.openxmlformats.org/officeDocument/2006/relationships/image" Target="../media/image1260.png"/><Relationship Id="rId46" Type="http://schemas.openxmlformats.org/officeDocument/2006/relationships/customXml" Target="../ink/ink1202.xml"/><Relationship Id="rId293" Type="http://schemas.openxmlformats.org/officeDocument/2006/relationships/customXml" Target="../ink/ink1326.xml"/><Relationship Id="rId307" Type="http://schemas.openxmlformats.org/officeDocument/2006/relationships/customXml" Target="../ink/ink1333.xml"/><Relationship Id="rId349" Type="http://schemas.openxmlformats.org/officeDocument/2006/relationships/customXml" Target="../ink/ink1354.xml"/><Relationship Id="rId88" Type="http://schemas.openxmlformats.org/officeDocument/2006/relationships/customXml" Target="../ink/ink1223.xml"/><Relationship Id="rId111" Type="http://schemas.openxmlformats.org/officeDocument/2006/relationships/image" Target="../media/image1190.png"/><Relationship Id="rId153" Type="http://schemas.openxmlformats.org/officeDocument/2006/relationships/image" Target="../media/image1211.png"/><Relationship Id="rId195" Type="http://schemas.openxmlformats.org/officeDocument/2006/relationships/image" Target="../media/image1232.png"/><Relationship Id="rId209" Type="http://schemas.openxmlformats.org/officeDocument/2006/relationships/image" Target="../media/image1239.png"/><Relationship Id="rId360" Type="http://schemas.openxmlformats.org/officeDocument/2006/relationships/image" Target="../media/image1314.png"/><Relationship Id="rId220" Type="http://schemas.openxmlformats.org/officeDocument/2006/relationships/customXml" Target="../ink/ink1289.xml"/><Relationship Id="rId15" Type="http://schemas.openxmlformats.org/officeDocument/2006/relationships/image" Target="../media/image1012.png"/><Relationship Id="rId57" Type="http://schemas.openxmlformats.org/officeDocument/2006/relationships/image" Target="../media/image1033.png"/><Relationship Id="rId262" Type="http://schemas.openxmlformats.org/officeDocument/2006/relationships/image" Target="../media/image1265.png"/><Relationship Id="rId318" Type="http://schemas.openxmlformats.org/officeDocument/2006/relationships/image" Target="../media/image1293.png"/><Relationship Id="rId99" Type="http://schemas.openxmlformats.org/officeDocument/2006/relationships/image" Target="../media/image1184.png"/><Relationship Id="rId122" Type="http://schemas.openxmlformats.org/officeDocument/2006/relationships/customXml" Target="../ink/ink1240.xml"/><Relationship Id="rId164" Type="http://schemas.openxmlformats.org/officeDocument/2006/relationships/customXml" Target="../ink/ink1261.xml"/><Relationship Id="rId371" Type="http://schemas.openxmlformats.org/officeDocument/2006/relationships/customXml" Target="../ink/ink1365.xml"/><Relationship Id="rId26" Type="http://schemas.openxmlformats.org/officeDocument/2006/relationships/customXml" Target="../ink/ink1192.xml"/><Relationship Id="rId231" Type="http://schemas.openxmlformats.org/officeDocument/2006/relationships/image" Target="../media/image1250.png"/><Relationship Id="rId273" Type="http://schemas.openxmlformats.org/officeDocument/2006/relationships/customXml" Target="../ink/ink1316.xml"/><Relationship Id="rId329" Type="http://schemas.openxmlformats.org/officeDocument/2006/relationships/customXml" Target="../ink/ink134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31.xml"/><Relationship Id="rId21" Type="http://schemas.openxmlformats.org/officeDocument/2006/relationships/customXml" Target="../ink/ink1383.xml"/><Relationship Id="rId42" Type="http://schemas.openxmlformats.org/officeDocument/2006/relationships/image" Target="../media/image1348.png"/><Relationship Id="rId63" Type="http://schemas.openxmlformats.org/officeDocument/2006/relationships/customXml" Target="../ink/ink1404.xml"/><Relationship Id="rId84" Type="http://schemas.openxmlformats.org/officeDocument/2006/relationships/image" Target="../media/image1368.png"/><Relationship Id="rId138" Type="http://schemas.openxmlformats.org/officeDocument/2006/relationships/image" Target="../media/image1395.png"/><Relationship Id="rId159" Type="http://schemas.openxmlformats.org/officeDocument/2006/relationships/customXml" Target="../ink/ink1452.xml"/><Relationship Id="rId170" Type="http://schemas.openxmlformats.org/officeDocument/2006/relationships/image" Target="../media/image1411.png"/><Relationship Id="rId191" Type="http://schemas.openxmlformats.org/officeDocument/2006/relationships/customXml" Target="../ink/ink1468.xml"/><Relationship Id="rId205" Type="http://schemas.openxmlformats.org/officeDocument/2006/relationships/customXml" Target="../ink/ink1475.xml"/><Relationship Id="rId226" Type="http://schemas.openxmlformats.org/officeDocument/2006/relationships/image" Target="../media/image1439.png"/><Relationship Id="rId107" Type="http://schemas.openxmlformats.org/officeDocument/2006/relationships/customXml" Target="../ink/ink1426.xml"/><Relationship Id="rId11" Type="http://schemas.openxmlformats.org/officeDocument/2006/relationships/customXml" Target="../ink/ink1378.xml"/><Relationship Id="rId32" Type="http://schemas.openxmlformats.org/officeDocument/2006/relationships/image" Target="../media/image1343.png"/><Relationship Id="rId53" Type="http://schemas.openxmlformats.org/officeDocument/2006/relationships/customXml" Target="../ink/ink1399.xml"/><Relationship Id="rId74" Type="http://schemas.openxmlformats.org/officeDocument/2006/relationships/image" Target="../media/image1363.png"/><Relationship Id="rId128" Type="http://schemas.openxmlformats.org/officeDocument/2006/relationships/image" Target="../media/image1390.png"/><Relationship Id="rId149" Type="http://schemas.openxmlformats.org/officeDocument/2006/relationships/customXml" Target="../ink/ink1447.xml"/><Relationship Id="rId5" Type="http://schemas.openxmlformats.org/officeDocument/2006/relationships/customXml" Target="../ink/ink1375.xml"/><Relationship Id="rId95" Type="http://schemas.openxmlformats.org/officeDocument/2006/relationships/customXml" Target="../ink/ink1420.xml"/><Relationship Id="rId160" Type="http://schemas.openxmlformats.org/officeDocument/2006/relationships/image" Target="../media/image1406.png"/><Relationship Id="rId181" Type="http://schemas.openxmlformats.org/officeDocument/2006/relationships/customXml" Target="../ink/ink1463.xml"/><Relationship Id="rId216" Type="http://schemas.openxmlformats.org/officeDocument/2006/relationships/image" Target="../media/image1434.png"/><Relationship Id="rId237" Type="http://schemas.openxmlformats.org/officeDocument/2006/relationships/customXml" Target="../ink/ink1491.xml"/><Relationship Id="rId22" Type="http://schemas.openxmlformats.org/officeDocument/2006/relationships/image" Target="../media/image1338.png"/><Relationship Id="rId43" Type="http://schemas.openxmlformats.org/officeDocument/2006/relationships/customXml" Target="../ink/ink1394.xml"/><Relationship Id="rId64" Type="http://schemas.openxmlformats.org/officeDocument/2006/relationships/image" Target="../media/image1358.png"/><Relationship Id="rId118" Type="http://schemas.openxmlformats.org/officeDocument/2006/relationships/image" Target="../media/image1385.png"/><Relationship Id="rId139" Type="http://schemas.openxmlformats.org/officeDocument/2006/relationships/customXml" Target="../ink/ink1442.xml"/><Relationship Id="rId85" Type="http://schemas.openxmlformats.org/officeDocument/2006/relationships/customXml" Target="../ink/ink1415.xml"/><Relationship Id="rId150" Type="http://schemas.openxmlformats.org/officeDocument/2006/relationships/image" Target="../media/image1401.png"/><Relationship Id="rId171" Type="http://schemas.openxmlformats.org/officeDocument/2006/relationships/customXml" Target="../ink/ink1458.xml"/><Relationship Id="rId192" Type="http://schemas.openxmlformats.org/officeDocument/2006/relationships/image" Target="../media/image1422.png"/><Relationship Id="rId206" Type="http://schemas.openxmlformats.org/officeDocument/2006/relationships/image" Target="../media/image1429.png"/><Relationship Id="rId227" Type="http://schemas.openxmlformats.org/officeDocument/2006/relationships/customXml" Target="../ink/ink1486.xml"/><Relationship Id="rId12" Type="http://schemas.openxmlformats.org/officeDocument/2006/relationships/image" Target="../media/image1333.png"/><Relationship Id="rId33" Type="http://schemas.openxmlformats.org/officeDocument/2006/relationships/customXml" Target="../ink/ink1389.xml"/><Relationship Id="rId108" Type="http://schemas.openxmlformats.org/officeDocument/2006/relationships/image" Target="../media/image1380.png"/><Relationship Id="rId129" Type="http://schemas.openxmlformats.org/officeDocument/2006/relationships/customXml" Target="../ink/ink1437.xml"/><Relationship Id="rId54" Type="http://schemas.openxmlformats.org/officeDocument/2006/relationships/image" Target="../media/image1353.png"/><Relationship Id="rId75" Type="http://schemas.openxmlformats.org/officeDocument/2006/relationships/customXml" Target="../ink/ink1410.xml"/><Relationship Id="rId96" Type="http://schemas.openxmlformats.org/officeDocument/2006/relationships/image" Target="../media/image1374.png"/><Relationship Id="rId140" Type="http://schemas.openxmlformats.org/officeDocument/2006/relationships/image" Target="../media/image1396.png"/><Relationship Id="rId161" Type="http://schemas.openxmlformats.org/officeDocument/2006/relationships/customXml" Target="../ink/ink1453.xml"/><Relationship Id="rId182" Type="http://schemas.openxmlformats.org/officeDocument/2006/relationships/image" Target="../media/image1417.png"/><Relationship Id="rId217" Type="http://schemas.openxmlformats.org/officeDocument/2006/relationships/customXml" Target="../ink/ink1481.xml"/><Relationship Id="rId6" Type="http://schemas.openxmlformats.org/officeDocument/2006/relationships/image" Target="../media/image1330.png"/><Relationship Id="rId238" Type="http://schemas.openxmlformats.org/officeDocument/2006/relationships/image" Target="../media/image1445.png"/><Relationship Id="rId23" Type="http://schemas.openxmlformats.org/officeDocument/2006/relationships/customXml" Target="../ink/ink1384.xml"/><Relationship Id="rId119" Type="http://schemas.openxmlformats.org/officeDocument/2006/relationships/customXml" Target="../ink/ink1432.xml"/><Relationship Id="rId44" Type="http://schemas.openxmlformats.org/officeDocument/2006/relationships/image" Target="../media/image1349.png"/><Relationship Id="rId65" Type="http://schemas.openxmlformats.org/officeDocument/2006/relationships/customXml" Target="../ink/ink1405.xml"/><Relationship Id="rId86" Type="http://schemas.openxmlformats.org/officeDocument/2006/relationships/image" Target="../media/image1369.png"/><Relationship Id="rId130" Type="http://schemas.openxmlformats.org/officeDocument/2006/relationships/image" Target="../media/image1391.png"/><Relationship Id="rId151" Type="http://schemas.openxmlformats.org/officeDocument/2006/relationships/customXml" Target="../ink/ink1448.xml"/><Relationship Id="rId172" Type="http://schemas.openxmlformats.org/officeDocument/2006/relationships/image" Target="../media/image1412.png"/><Relationship Id="rId193" Type="http://schemas.openxmlformats.org/officeDocument/2006/relationships/customXml" Target="../ink/ink1469.xml"/><Relationship Id="rId207" Type="http://schemas.openxmlformats.org/officeDocument/2006/relationships/customXml" Target="../ink/ink1476.xml"/><Relationship Id="rId228" Type="http://schemas.openxmlformats.org/officeDocument/2006/relationships/image" Target="../media/image1440.png"/><Relationship Id="rId13" Type="http://schemas.openxmlformats.org/officeDocument/2006/relationships/customXml" Target="../ink/ink1379.xml"/><Relationship Id="rId109" Type="http://schemas.openxmlformats.org/officeDocument/2006/relationships/customXml" Target="../ink/ink1427.xml"/><Relationship Id="rId34" Type="http://schemas.openxmlformats.org/officeDocument/2006/relationships/image" Target="../media/image1344.png"/><Relationship Id="rId55" Type="http://schemas.openxmlformats.org/officeDocument/2006/relationships/customXml" Target="../ink/ink1400.xml"/><Relationship Id="rId76" Type="http://schemas.openxmlformats.org/officeDocument/2006/relationships/image" Target="../media/image1364.png"/><Relationship Id="rId97" Type="http://schemas.openxmlformats.org/officeDocument/2006/relationships/customXml" Target="../ink/ink1421.xml"/><Relationship Id="rId120" Type="http://schemas.openxmlformats.org/officeDocument/2006/relationships/image" Target="../media/image1386.png"/><Relationship Id="rId141" Type="http://schemas.openxmlformats.org/officeDocument/2006/relationships/customXml" Target="../ink/ink1443.xml"/><Relationship Id="rId7" Type="http://schemas.openxmlformats.org/officeDocument/2006/relationships/customXml" Target="../ink/ink1376.xml"/><Relationship Id="rId162" Type="http://schemas.openxmlformats.org/officeDocument/2006/relationships/image" Target="../media/image1407.png"/><Relationship Id="rId183" Type="http://schemas.openxmlformats.org/officeDocument/2006/relationships/customXml" Target="../ink/ink1464.xml"/><Relationship Id="rId218" Type="http://schemas.openxmlformats.org/officeDocument/2006/relationships/image" Target="../media/image1435.png"/><Relationship Id="rId239" Type="http://schemas.openxmlformats.org/officeDocument/2006/relationships/customXml" Target="../ink/ink1492.xml"/><Relationship Id="rId24" Type="http://schemas.openxmlformats.org/officeDocument/2006/relationships/image" Target="../media/image1339.png"/><Relationship Id="rId45" Type="http://schemas.openxmlformats.org/officeDocument/2006/relationships/customXml" Target="../ink/ink1395.xml"/><Relationship Id="rId66" Type="http://schemas.openxmlformats.org/officeDocument/2006/relationships/image" Target="../media/image1359.png"/><Relationship Id="rId87" Type="http://schemas.openxmlformats.org/officeDocument/2006/relationships/customXml" Target="../ink/ink1416.xml"/><Relationship Id="rId110" Type="http://schemas.openxmlformats.org/officeDocument/2006/relationships/image" Target="../media/image1381.png"/><Relationship Id="rId131" Type="http://schemas.openxmlformats.org/officeDocument/2006/relationships/customXml" Target="../ink/ink1438.xml"/><Relationship Id="rId152" Type="http://schemas.openxmlformats.org/officeDocument/2006/relationships/image" Target="../media/image1402.png"/><Relationship Id="rId173" Type="http://schemas.openxmlformats.org/officeDocument/2006/relationships/customXml" Target="../ink/ink1459.xml"/><Relationship Id="rId194" Type="http://schemas.openxmlformats.org/officeDocument/2006/relationships/image" Target="../media/image1423.png"/><Relationship Id="rId208" Type="http://schemas.openxmlformats.org/officeDocument/2006/relationships/image" Target="../media/image1430.png"/><Relationship Id="rId229" Type="http://schemas.openxmlformats.org/officeDocument/2006/relationships/customXml" Target="../ink/ink1487.xml"/><Relationship Id="rId240" Type="http://schemas.openxmlformats.org/officeDocument/2006/relationships/image" Target="../media/image1446.png"/><Relationship Id="rId14" Type="http://schemas.openxmlformats.org/officeDocument/2006/relationships/image" Target="../media/image1334.png"/><Relationship Id="rId35" Type="http://schemas.openxmlformats.org/officeDocument/2006/relationships/customXml" Target="../ink/ink1390.xml"/><Relationship Id="rId56" Type="http://schemas.openxmlformats.org/officeDocument/2006/relationships/image" Target="../media/image1354.png"/><Relationship Id="rId77" Type="http://schemas.openxmlformats.org/officeDocument/2006/relationships/customXml" Target="../ink/ink1411.xml"/><Relationship Id="rId100" Type="http://schemas.openxmlformats.org/officeDocument/2006/relationships/image" Target="../media/image1376.png"/><Relationship Id="rId8" Type="http://schemas.openxmlformats.org/officeDocument/2006/relationships/image" Target="../media/image1331.png"/><Relationship Id="rId98" Type="http://schemas.openxmlformats.org/officeDocument/2006/relationships/image" Target="../media/image1375.png"/><Relationship Id="rId121" Type="http://schemas.openxmlformats.org/officeDocument/2006/relationships/customXml" Target="../ink/ink1433.xml"/><Relationship Id="rId142" Type="http://schemas.openxmlformats.org/officeDocument/2006/relationships/image" Target="../media/image1397.png"/><Relationship Id="rId163" Type="http://schemas.openxmlformats.org/officeDocument/2006/relationships/customXml" Target="../ink/ink1454.xml"/><Relationship Id="rId184" Type="http://schemas.openxmlformats.org/officeDocument/2006/relationships/image" Target="../media/image1418.png"/><Relationship Id="rId219" Type="http://schemas.openxmlformats.org/officeDocument/2006/relationships/customXml" Target="../ink/ink1482.xml"/><Relationship Id="rId230" Type="http://schemas.openxmlformats.org/officeDocument/2006/relationships/image" Target="../media/image1441.png"/><Relationship Id="rId25" Type="http://schemas.openxmlformats.org/officeDocument/2006/relationships/customXml" Target="../ink/ink1385.xml"/><Relationship Id="rId46" Type="http://schemas.openxmlformats.org/officeDocument/2006/relationships/image" Target="../media/image1350.png"/><Relationship Id="rId67" Type="http://schemas.openxmlformats.org/officeDocument/2006/relationships/customXml" Target="../ink/ink1406.xml"/><Relationship Id="rId88" Type="http://schemas.openxmlformats.org/officeDocument/2006/relationships/image" Target="../media/image1370.png"/><Relationship Id="rId111" Type="http://schemas.openxmlformats.org/officeDocument/2006/relationships/customXml" Target="../ink/ink1428.xml"/><Relationship Id="rId132" Type="http://schemas.openxmlformats.org/officeDocument/2006/relationships/image" Target="../media/image1392.png"/><Relationship Id="rId153" Type="http://schemas.openxmlformats.org/officeDocument/2006/relationships/customXml" Target="../ink/ink1449.xml"/><Relationship Id="rId174" Type="http://schemas.openxmlformats.org/officeDocument/2006/relationships/image" Target="../media/image1413.png"/><Relationship Id="rId195" Type="http://schemas.openxmlformats.org/officeDocument/2006/relationships/customXml" Target="../ink/ink1470.xml"/><Relationship Id="rId209" Type="http://schemas.openxmlformats.org/officeDocument/2006/relationships/customXml" Target="../ink/ink1477.xml"/><Relationship Id="rId190" Type="http://schemas.openxmlformats.org/officeDocument/2006/relationships/image" Target="../media/image1421.png"/><Relationship Id="rId204" Type="http://schemas.openxmlformats.org/officeDocument/2006/relationships/image" Target="../media/image1428.png"/><Relationship Id="rId220" Type="http://schemas.openxmlformats.org/officeDocument/2006/relationships/image" Target="../media/image1436.png"/><Relationship Id="rId225" Type="http://schemas.openxmlformats.org/officeDocument/2006/relationships/customXml" Target="../ink/ink1485.xml"/><Relationship Id="rId15" Type="http://schemas.openxmlformats.org/officeDocument/2006/relationships/customXml" Target="../ink/ink1380.xml"/><Relationship Id="rId36" Type="http://schemas.openxmlformats.org/officeDocument/2006/relationships/image" Target="../media/image1345.png"/><Relationship Id="rId57" Type="http://schemas.openxmlformats.org/officeDocument/2006/relationships/customXml" Target="../ink/ink1401.xml"/><Relationship Id="rId106" Type="http://schemas.openxmlformats.org/officeDocument/2006/relationships/image" Target="../media/image1379.png"/><Relationship Id="rId127" Type="http://schemas.openxmlformats.org/officeDocument/2006/relationships/customXml" Target="../ink/ink1436.xml"/><Relationship Id="rId10" Type="http://schemas.openxmlformats.org/officeDocument/2006/relationships/image" Target="../media/image1332.png"/><Relationship Id="rId31" Type="http://schemas.openxmlformats.org/officeDocument/2006/relationships/customXml" Target="../ink/ink1388.xml"/><Relationship Id="rId52" Type="http://schemas.openxmlformats.org/officeDocument/2006/relationships/image" Target="../media/image1352.png"/><Relationship Id="rId73" Type="http://schemas.openxmlformats.org/officeDocument/2006/relationships/customXml" Target="../ink/ink1409.xml"/><Relationship Id="rId78" Type="http://schemas.openxmlformats.org/officeDocument/2006/relationships/image" Target="../media/image1365.png"/><Relationship Id="rId94" Type="http://schemas.openxmlformats.org/officeDocument/2006/relationships/image" Target="../media/image1373.png"/><Relationship Id="rId99" Type="http://schemas.openxmlformats.org/officeDocument/2006/relationships/customXml" Target="../ink/ink1422.xml"/><Relationship Id="rId101" Type="http://schemas.openxmlformats.org/officeDocument/2006/relationships/customXml" Target="../ink/ink1423.xml"/><Relationship Id="rId122" Type="http://schemas.openxmlformats.org/officeDocument/2006/relationships/image" Target="../media/image1387.png"/><Relationship Id="rId143" Type="http://schemas.openxmlformats.org/officeDocument/2006/relationships/customXml" Target="../ink/ink1444.xml"/><Relationship Id="rId148" Type="http://schemas.openxmlformats.org/officeDocument/2006/relationships/image" Target="../media/image1400.png"/><Relationship Id="rId164" Type="http://schemas.openxmlformats.org/officeDocument/2006/relationships/image" Target="../media/image1408.png"/><Relationship Id="rId169" Type="http://schemas.openxmlformats.org/officeDocument/2006/relationships/customXml" Target="../ink/ink1457.xml"/><Relationship Id="rId185" Type="http://schemas.openxmlformats.org/officeDocument/2006/relationships/customXml" Target="../ink/ink1465.xml"/><Relationship Id="rId4" Type="http://schemas.openxmlformats.org/officeDocument/2006/relationships/image" Target="../media/image1329.png"/><Relationship Id="rId9" Type="http://schemas.openxmlformats.org/officeDocument/2006/relationships/customXml" Target="../ink/ink1377.xml"/><Relationship Id="rId180" Type="http://schemas.openxmlformats.org/officeDocument/2006/relationships/image" Target="../media/image1416.png"/><Relationship Id="rId210" Type="http://schemas.openxmlformats.org/officeDocument/2006/relationships/image" Target="../media/image1431.png"/><Relationship Id="rId215" Type="http://schemas.openxmlformats.org/officeDocument/2006/relationships/customXml" Target="../ink/ink1480.xml"/><Relationship Id="rId236" Type="http://schemas.openxmlformats.org/officeDocument/2006/relationships/image" Target="../media/image1444.png"/><Relationship Id="rId26" Type="http://schemas.openxmlformats.org/officeDocument/2006/relationships/image" Target="../media/image1340.png"/><Relationship Id="rId231" Type="http://schemas.openxmlformats.org/officeDocument/2006/relationships/customXml" Target="../ink/ink1488.xml"/><Relationship Id="rId47" Type="http://schemas.openxmlformats.org/officeDocument/2006/relationships/customXml" Target="../ink/ink1396.xml"/><Relationship Id="rId68" Type="http://schemas.openxmlformats.org/officeDocument/2006/relationships/image" Target="../media/image1360.png"/><Relationship Id="rId89" Type="http://schemas.openxmlformats.org/officeDocument/2006/relationships/customXml" Target="../ink/ink1417.xml"/><Relationship Id="rId112" Type="http://schemas.openxmlformats.org/officeDocument/2006/relationships/image" Target="../media/image1382.png"/><Relationship Id="rId133" Type="http://schemas.openxmlformats.org/officeDocument/2006/relationships/customXml" Target="../ink/ink1439.xml"/><Relationship Id="rId154" Type="http://schemas.openxmlformats.org/officeDocument/2006/relationships/image" Target="../media/image1403.png"/><Relationship Id="rId175" Type="http://schemas.openxmlformats.org/officeDocument/2006/relationships/customXml" Target="../ink/ink1460.xml"/><Relationship Id="rId196" Type="http://schemas.openxmlformats.org/officeDocument/2006/relationships/image" Target="../media/image1424.png"/><Relationship Id="rId200" Type="http://schemas.openxmlformats.org/officeDocument/2006/relationships/image" Target="../media/image1426.png"/><Relationship Id="rId16" Type="http://schemas.openxmlformats.org/officeDocument/2006/relationships/image" Target="../media/image1335.png"/><Relationship Id="rId221" Type="http://schemas.openxmlformats.org/officeDocument/2006/relationships/customXml" Target="../ink/ink1483.xml"/><Relationship Id="rId37" Type="http://schemas.openxmlformats.org/officeDocument/2006/relationships/customXml" Target="../ink/ink1391.xml"/><Relationship Id="rId58" Type="http://schemas.openxmlformats.org/officeDocument/2006/relationships/image" Target="../media/image1355.png"/><Relationship Id="rId79" Type="http://schemas.openxmlformats.org/officeDocument/2006/relationships/customXml" Target="../ink/ink1412.xml"/><Relationship Id="rId102" Type="http://schemas.openxmlformats.org/officeDocument/2006/relationships/image" Target="../media/image1377.png"/><Relationship Id="rId123" Type="http://schemas.openxmlformats.org/officeDocument/2006/relationships/customXml" Target="../ink/ink1434.xml"/><Relationship Id="rId144" Type="http://schemas.openxmlformats.org/officeDocument/2006/relationships/image" Target="../media/image1398.png"/><Relationship Id="rId90" Type="http://schemas.openxmlformats.org/officeDocument/2006/relationships/image" Target="../media/image1371.png"/><Relationship Id="rId165" Type="http://schemas.openxmlformats.org/officeDocument/2006/relationships/customXml" Target="../ink/ink1455.xml"/><Relationship Id="rId186" Type="http://schemas.openxmlformats.org/officeDocument/2006/relationships/image" Target="../media/image1419.png"/><Relationship Id="rId211" Type="http://schemas.openxmlformats.org/officeDocument/2006/relationships/customXml" Target="../ink/ink1478.xml"/><Relationship Id="rId232" Type="http://schemas.openxmlformats.org/officeDocument/2006/relationships/image" Target="../media/image1442.png"/><Relationship Id="rId27" Type="http://schemas.openxmlformats.org/officeDocument/2006/relationships/customXml" Target="../ink/ink1386.xml"/><Relationship Id="rId48" Type="http://schemas.openxmlformats.org/officeDocument/2006/relationships/image" Target="../media/image1115.png"/><Relationship Id="rId69" Type="http://schemas.openxmlformats.org/officeDocument/2006/relationships/customXml" Target="../ink/ink1407.xml"/><Relationship Id="rId113" Type="http://schemas.openxmlformats.org/officeDocument/2006/relationships/customXml" Target="../ink/ink1429.xml"/><Relationship Id="rId134" Type="http://schemas.openxmlformats.org/officeDocument/2006/relationships/image" Target="../media/image1393.png"/><Relationship Id="rId80" Type="http://schemas.openxmlformats.org/officeDocument/2006/relationships/image" Target="../media/image1366.png"/><Relationship Id="rId155" Type="http://schemas.openxmlformats.org/officeDocument/2006/relationships/customXml" Target="../ink/ink1450.xml"/><Relationship Id="rId176" Type="http://schemas.openxmlformats.org/officeDocument/2006/relationships/image" Target="../media/image1414.png"/><Relationship Id="rId197" Type="http://schemas.openxmlformats.org/officeDocument/2006/relationships/customXml" Target="../ink/ink1471.xml"/><Relationship Id="rId201" Type="http://schemas.openxmlformats.org/officeDocument/2006/relationships/customXml" Target="../ink/ink1473.xml"/><Relationship Id="rId222" Type="http://schemas.openxmlformats.org/officeDocument/2006/relationships/image" Target="../media/image1437.png"/><Relationship Id="rId17" Type="http://schemas.openxmlformats.org/officeDocument/2006/relationships/customXml" Target="../ink/ink1381.xml"/><Relationship Id="rId38" Type="http://schemas.openxmlformats.org/officeDocument/2006/relationships/image" Target="../media/image1346.png"/><Relationship Id="rId59" Type="http://schemas.openxmlformats.org/officeDocument/2006/relationships/customXml" Target="../ink/ink1402.xml"/><Relationship Id="rId103" Type="http://schemas.openxmlformats.org/officeDocument/2006/relationships/customXml" Target="../ink/ink1424.xml"/><Relationship Id="rId124" Type="http://schemas.openxmlformats.org/officeDocument/2006/relationships/image" Target="../media/image1388.png"/><Relationship Id="rId70" Type="http://schemas.openxmlformats.org/officeDocument/2006/relationships/image" Target="../media/image1361.png"/><Relationship Id="rId91" Type="http://schemas.openxmlformats.org/officeDocument/2006/relationships/customXml" Target="../ink/ink1418.xml"/><Relationship Id="rId145" Type="http://schemas.openxmlformats.org/officeDocument/2006/relationships/customXml" Target="../ink/ink1445.xml"/><Relationship Id="rId166" Type="http://schemas.openxmlformats.org/officeDocument/2006/relationships/image" Target="../media/image1409.png"/><Relationship Id="rId187" Type="http://schemas.openxmlformats.org/officeDocument/2006/relationships/customXml" Target="../ink/ink146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432.png"/><Relationship Id="rId233" Type="http://schemas.openxmlformats.org/officeDocument/2006/relationships/customXml" Target="../ink/ink1489.xml"/><Relationship Id="rId28" Type="http://schemas.openxmlformats.org/officeDocument/2006/relationships/image" Target="../media/image1341.png"/><Relationship Id="rId49" Type="http://schemas.openxmlformats.org/officeDocument/2006/relationships/customXml" Target="../ink/ink1397.xml"/><Relationship Id="rId114" Type="http://schemas.openxmlformats.org/officeDocument/2006/relationships/image" Target="../media/image1383.png"/><Relationship Id="rId60" Type="http://schemas.openxmlformats.org/officeDocument/2006/relationships/image" Target="../media/image1356.png"/><Relationship Id="rId81" Type="http://schemas.openxmlformats.org/officeDocument/2006/relationships/customXml" Target="../ink/ink1413.xml"/><Relationship Id="rId135" Type="http://schemas.openxmlformats.org/officeDocument/2006/relationships/customXml" Target="../ink/ink1440.xml"/><Relationship Id="rId156" Type="http://schemas.openxmlformats.org/officeDocument/2006/relationships/image" Target="../media/image1404.png"/><Relationship Id="rId177" Type="http://schemas.openxmlformats.org/officeDocument/2006/relationships/customXml" Target="../ink/ink1461.xml"/><Relationship Id="rId198" Type="http://schemas.openxmlformats.org/officeDocument/2006/relationships/image" Target="../media/image1425.png"/><Relationship Id="rId202" Type="http://schemas.openxmlformats.org/officeDocument/2006/relationships/image" Target="../media/image1427.png"/><Relationship Id="rId223" Type="http://schemas.openxmlformats.org/officeDocument/2006/relationships/customXml" Target="../ink/ink1484.xml"/><Relationship Id="rId18" Type="http://schemas.openxmlformats.org/officeDocument/2006/relationships/image" Target="../media/image1336.png"/><Relationship Id="rId39" Type="http://schemas.openxmlformats.org/officeDocument/2006/relationships/customXml" Target="../ink/ink1392.xml"/><Relationship Id="rId50" Type="http://schemas.openxmlformats.org/officeDocument/2006/relationships/image" Target="../media/image1351.png"/><Relationship Id="rId104" Type="http://schemas.openxmlformats.org/officeDocument/2006/relationships/image" Target="../media/image1378.png"/><Relationship Id="rId125" Type="http://schemas.openxmlformats.org/officeDocument/2006/relationships/customXml" Target="../ink/ink1435.xml"/><Relationship Id="rId146" Type="http://schemas.openxmlformats.org/officeDocument/2006/relationships/image" Target="../media/image1399.png"/><Relationship Id="rId167" Type="http://schemas.openxmlformats.org/officeDocument/2006/relationships/customXml" Target="../ink/ink1456.xml"/><Relationship Id="rId188" Type="http://schemas.openxmlformats.org/officeDocument/2006/relationships/image" Target="../media/image1420.png"/><Relationship Id="rId71" Type="http://schemas.openxmlformats.org/officeDocument/2006/relationships/customXml" Target="../ink/ink1408.xml"/><Relationship Id="rId92" Type="http://schemas.openxmlformats.org/officeDocument/2006/relationships/image" Target="../media/image1372.png"/><Relationship Id="rId213" Type="http://schemas.openxmlformats.org/officeDocument/2006/relationships/customXml" Target="../ink/ink1479.xml"/><Relationship Id="rId234" Type="http://schemas.openxmlformats.org/officeDocument/2006/relationships/image" Target="../media/image1443.png"/><Relationship Id="rId2" Type="http://schemas.openxmlformats.org/officeDocument/2006/relationships/image" Target="../media/image4100.png"/><Relationship Id="rId29" Type="http://schemas.openxmlformats.org/officeDocument/2006/relationships/customXml" Target="../ink/ink1387.xml"/><Relationship Id="rId40" Type="http://schemas.openxmlformats.org/officeDocument/2006/relationships/image" Target="../media/image1347.png"/><Relationship Id="rId115" Type="http://schemas.openxmlformats.org/officeDocument/2006/relationships/customXml" Target="../ink/ink1430.xml"/><Relationship Id="rId136" Type="http://schemas.openxmlformats.org/officeDocument/2006/relationships/image" Target="../media/image1394.png"/><Relationship Id="rId157" Type="http://schemas.openxmlformats.org/officeDocument/2006/relationships/customXml" Target="../ink/ink1451.xml"/><Relationship Id="rId178" Type="http://schemas.openxmlformats.org/officeDocument/2006/relationships/image" Target="../media/image1415.png"/><Relationship Id="rId61" Type="http://schemas.openxmlformats.org/officeDocument/2006/relationships/customXml" Target="../ink/ink1403.xml"/><Relationship Id="rId82" Type="http://schemas.openxmlformats.org/officeDocument/2006/relationships/image" Target="../media/image1367.png"/><Relationship Id="rId199" Type="http://schemas.openxmlformats.org/officeDocument/2006/relationships/customXml" Target="../ink/ink1472.xml"/><Relationship Id="rId203" Type="http://schemas.openxmlformats.org/officeDocument/2006/relationships/customXml" Target="../ink/ink1474.xml"/><Relationship Id="rId19" Type="http://schemas.openxmlformats.org/officeDocument/2006/relationships/customXml" Target="../ink/ink1382.xml"/><Relationship Id="rId224" Type="http://schemas.openxmlformats.org/officeDocument/2006/relationships/image" Target="../media/image1438.png"/><Relationship Id="rId30" Type="http://schemas.openxmlformats.org/officeDocument/2006/relationships/image" Target="../media/image1342.png"/><Relationship Id="rId105" Type="http://schemas.openxmlformats.org/officeDocument/2006/relationships/customXml" Target="../ink/ink1425.xml"/><Relationship Id="rId126" Type="http://schemas.openxmlformats.org/officeDocument/2006/relationships/image" Target="../media/image1389.png"/><Relationship Id="rId147" Type="http://schemas.openxmlformats.org/officeDocument/2006/relationships/customXml" Target="../ink/ink1446.xml"/><Relationship Id="rId168" Type="http://schemas.openxmlformats.org/officeDocument/2006/relationships/image" Target="../media/image1410.png"/><Relationship Id="rId51" Type="http://schemas.openxmlformats.org/officeDocument/2006/relationships/customXml" Target="../ink/ink1398.xml"/><Relationship Id="rId72" Type="http://schemas.openxmlformats.org/officeDocument/2006/relationships/image" Target="../media/image1362.png"/><Relationship Id="rId93" Type="http://schemas.openxmlformats.org/officeDocument/2006/relationships/customXml" Target="../ink/ink1419.xml"/><Relationship Id="rId189" Type="http://schemas.openxmlformats.org/officeDocument/2006/relationships/customXml" Target="../ink/ink1467.xml"/><Relationship Id="rId3" Type="http://schemas.openxmlformats.org/officeDocument/2006/relationships/customXml" Target="../ink/ink1374.xml"/><Relationship Id="rId214" Type="http://schemas.openxmlformats.org/officeDocument/2006/relationships/image" Target="../media/image1433.png"/><Relationship Id="rId235" Type="http://schemas.openxmlformats.org/officeDocument/2006/relationships/customXml" Target="../ink/ink1490.xml"/><Relationship Id="rId116" Type="http://schemas.openxmlformats.org/officeDocument/2006/relationships/image" Target="../media/image1384.png"/><Relationship Id="rId137" Type="http://schemas.openxmlformats.org/officeDocument/2006/relationships/customXml" Target="../ink/ink1441.xml"/><Relationship Id="rId158" Type="http://schemas.openxmlformats.org/officeDocument/2006/relationships/image" Target="../media/image1405.png"/><Relationship Id="rId20" Type="http://schemas.openxmlformats.org/officeDocument/2006/relationships/image" Target="../media/image1337.png"/><Relationship Id="rId41" Type="http://schemas.openxmlformats.org/officeDocument/2006/relationships/customXml" Target="../ink/ink1393.xml"/><Relationship Id="rId62" Type="http://schemas.openxmlformats.org/officeDocument/2006/relationships/image" Target="../media/image1357.png"/><Relationship Id="rId83" Type="http://schemas.openxmlformats.org/officeDocument/2006/relationships/customXml" Target="../ink/ink1414.xml"/><Relationship Id="rId179" Type="http://schemas.openxmlformats.org/officeDocument/2006/relationships/customXml" Target="../ink/ink146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50.xml"/><Relationship Id="rId21" Type="http://schemas.openxmlformats.org/officeDocument/2006/relationships/customXml" Target="../ink/ink1502.xml"/><Relationship Id="rId42" Type="http://schemas.openxmlformats.org/officeDocument/2006/relationships/image" Target="../media/image1467.png"/><Relationship Id="rId63" Type="http://schemas.openxmlformats.org/officeDocument/2006/relationships/customXml" Target="../ink/ink1523.xml"/><Relationship Id="rId84" Type="http://schemas.openxmlformats.org/officeDocument/2006/relationships/image" Target="../media/image1487.png"/><Relationship Id="rId138" Type="http://schemas.openxmlformats.org/officeDocument/2006/relationships/image" Target="../media/image1514.png"/><Relationship Id="rId159" Type="http://schemas.openxmlformats.org/officeDocument/2006/relationships/image" Target="../media/image1524.png"/><Relationship Id="rId170" Type="http://schemas.openxmlformats.org/officeDocument/2006/relationships/customXml" Target="../ink/ink1577.xml"/><Relationship Id="rId191" Type="http://schemas.openxmlformats.org/officeDocument/2006/relationships/image" Target="../media/image1540.png"/><Relationship Id="rId205" Type="http://schemas.openxmlformats.org/officeDocument/2006/relationships/image" Target="../media/image1547.png"/><Relationship Id="rId107" Type="http://schemas.openxmlformats.org/officeDocument/2006/relationships/customXml" Target="../ink/ink1545.xml"/><Relationship Id="rId11" Type="http://schemas.openxmlformats.org/officeDocument/2006/relationships/customXml" Target="../ink/ink1497.xml"/><Relationship Id="rId32" Type="http://schemas.openxmlformats.org/officeDocument/2006/relationships/image" Target="../media/image1462.png"/><Relationship Id="rId53" Type="http://schemas.openxmlformats.org/officeDocument/2006/relationships/customXml" Target="../ink/ink1518.xml"/><Relationship Id="rId74" Type="http://schemas.openxmlformats.org/officeDocument/2006/relationships/image" Target="../media/image1482.png"/><Relationship Id="rId128" Type="http://schemas.openxmlformats.org/officeDocument/2006/relationships/image" Target="../media/image1509.png"/><Relationship Id="rId149" Type="http://schemas.openxmlformats.org/officeDocument/2006/relationships/image" Target="../media/image1519.png"/><Relationship Id="rId5" Type="http://schemas.openxmlformats.org/officeDocument/2006/relationships/customXml" Target="../ink/ink1494.xml"/><Relationship Id="rId95" Type="http://schemas.openxmlformats.org/officeDocument/2006/relationships/customXml" Target="../ink/ink1539.xml"/><Relationship Id="rId160" Type="http://schemas.openxmlformats.org/officeDocument/2006/relationships/customXml" Target="../ink/ink1572.xml"/><Relationship Id="rId181" Type="http://schemas.openxmlformats.org/officeDocument/2006/relationships/image" Target="../media/image1535.png"/><Relationship Id="rId216" Type="http://schemas.openxmlformats.org/officeDocument/2006/relationships/customXml" Target="../ink/ink1600.xml"/><Relationship Id="rId22" Type="http://schemas.openxmlformats.org/officeDocument/2006/relationships/image" Target="../media/image1457.png"/><Relationship Id="rId43" Type="http://schemas.openxmlformats.org/officeDocument/2006/relationships/customXml" Target="../ink/ink1513.xml"/><Relationship Id="rId64" Type="http://schemas.openxmlformats.org/officeDocument/2006/relationships/image" Target="../media/image1478.png"/><Relationship Id="rId118" Type="http://schemas.openxmlformats.org/officeDocument/2006/relationships/image" Target="../media/image1504.png"/><Relationship Id="rId139" Type="http://schemas.openxmlformats.org/officeDocument/2006/relationships/customXml" Target="../ink/ink1561.xml"/><Relationship Id="rId85" Type="http://schemas.openxmlformats.org/officeDocument/2006/relationships/customXml" Target="../ink/ink1534.xml"/><Relationship Id="rId150" Type="http://schemas.openxmlformats.org/officeDocument/2006/relationships/customXml" Target="../ink/ink1567.xml"/><Relationship Id="rId171" Type="http://schemas.openxmlformats.org/officeDocument/2006/relationships/image" Target="../media/image1530.png"/><Relationship Id="rId192" Type="http://schemas.openxmlformats.org/officeDocument/2006/relationships/customXml" Target="../ink/ink1588.xml"/><Relationship Id="rId206" Type="http://schemas.openxmlformats.org/officeDocument/2006/relationships/customXml" Target="../ink/ink1595.xml"/><Relationship Id="rId12" Type="http://schemas.openxmlformats.org/officeDocument/2006/relationships/image" Target="../media/image1452.png"/><Relationship Id="rId33" Type="http://schemas.openxmlformats.org/officeDocument/2006/relationships/customXml" Target="../ink/ink1508.xml"/><Relationship Id="rId108" Type="http://schemas.openxmlformats.org/officeDocument/2006/relationships/image" Target="../media/image1499.png"/><Relationship Id="rId129" Type="http://schemas.openxmlformats.org/officeDocument/2006/relationships/customXml" Target="../ink/ink1556.xml"/><Relationship Id="rId54" Type="http://schemas.openxmlformats.org/officeDocument/2006/relationships/image" Target="../media/image1473.png"/><Relationship Id="rId75" Type="http://schemas.openxmlformats.org/officeDocument/2006/relationships/customXml" Target="../ink/ink1529.xml"/><Relationship Id="rId96" Type="http://schemas.openxmlformats.org/officeDocument/2006/relationships/image" Target="../media/image1493.png"/><Relationship Id="rId140" Type="http://schemas.openxmlformats.org/officeDocument/2006/relationships/image" Target="../media/image1515.png"/><Relationship Id="rId161" Type="http://schemas.openxmlformats.org/officeDocument/2006/relationships/image" Target="../media/image1525.png"/><Relationship Id="rId182" Type="http://schemas.openxmlformats.org/officeDocument/2006/relationships/customXml" Target="../ink/ink1583.xml"/><Relationship Id="rId217" Type="http://schemas.openxmlformats.org/officeDocument/2006/relationships/image" Target="../media/image1553.png"/><Relationship Id="rId6" Type="http://schemas.openxmlformats.org/officeDocument/2006/relationships/image" Target="../media/image1449.png"/><Relationship Id="rId23" Type="http://schemas.openxmlformats.org/officeDocument/2006/relationships/customXml" Target="../ink/ink1503.xml"/><Relationship Id="rId119" Type="http://schemas.openxmlformats.org/officeDocument/2006/relationships/customXml" Target="../ink/ink1551.xml"/><Relationship Id="rId44" Type="http://schemas.openxmlformats.org/officeDocument/2006/relationships/image" Target="../media/image1468.png"/><Relationship Id="rId65" Type="http://schemas.openxmlformats.org/officeDocument/2006/relationships/customXml" Target="../ink/ink1524.xml"/><Relationship Id="rId86" Type="http://schemas.openxmlformats.org/officeDocument/2006/relationships/image" Target="../media/image1488.png"/><Relationship Id="rId130" Type="http://schemas.openxmlformats.org/officeDocument/2006/relationships/image" Target="../media/image1510.png"/><Relationship Id="rId151" Type="http://schemas.openxmlformats.org/officeDocument/2006/relationships/image" Target="../media/image1520.png"/><Relationship Id="rId172" Type="http://schemas.openxmlformats.org/officeDocument/2006/relationships/customXml" Target="../ink/ink1578.xml"/><Relationship Id="rId193" Type="http://schemas.openxmlformats.org/officeDocument/2006/relationships/image" Target="../media/image1541.png"/><Relationship Id="rId207" Type="http://schemas.openxmlformats.org/officeDocument/2006/relationships/image" Target="../media/image1548.png"/><Relationship Id="rId13" Type="http://schemas.openxmlformats.org/officeDocument/2006/relationships/customXml" Target="../ink/ink1498.xml"/><Relationship Id="rId109" Type="http://schemas.openxmlformats.org/officeDocument/2006/relationships/customXml" Target="../ink/ink1546.xml"/><Relationship Id="rId34" Type="http://schemas.openxmlformats.org/officeDocument/2006/relationships/image" Target="../media/image1463.png"/><Relationship Id="rId55" Type="http://schemas.openxmlformats.org/officeDocument/2006/relationships/customXml" Target="../ink/ink1519.xml"/><Relationship Id="rId76" Type="http://schemas.openxmlformats.org/officeDocument/2006/relationships/image" Target="../media/image1483.png"/><Relationship Id="rId97" Type="http://schemas.openxmlformats.org/officeDocument/2006/relationships/customXml" Target="../ink/ink1540.xml"/><Relationship Id="rId120" Type="http://schemas.openxmlformats.org/officeDocument/2006/relationships/image" Target="../media/image1505.png"/><Relationship Id="rId141" Type="http://schemas.openxmlformats.org/officeDocument/2006/relationships/customXml" Target="../ink/ink1562.xml"/><Relationship Id="rId7" Type="http://schemas.openxmlformats.org/officeDocument/2006/relationships/customXml" Target="../ink/ink1495.xml"/><Relationship Id="rId162" Type="http://schemas.openxmlformats.org/officeDocument/2006/relationships/customXml" Target="../ink/ink1573.xml"/><Relationship Id="rId183" Type="http://schemas.openxmlformats.org/officeDocument/2006/relationships/image" Target="../media/image1536.png"/><Relationship Id="rId218" Type="http://schemas.openxmlformats.org/officeDocument/2006/relationships/customXml" Target="../ink/ink1601.xml"/><Relationship Id="rId24" Type="http://schemas.openxmlformats.org/officeDocument/2006/relationships/image" Target="../media/image1458.png"/><Relationship Id="rId45" Type="http://schemas.openxmlformats.org/officeDocument/2006/relationships/customXml" Target="../ink/ink1514.xml"/><Relationship Id="rId66" Type="http://schemas.openxmlformats.org/officeDocument/2006/relationships/image" Target="../media/image1479.png"/><Relationship Id="rId87" Type="http://schemas.openxmlformats.org/officeDocument/2006/relationships/customXml" Target="../ink/ink1535.xml"/><Relationship Id="rId110" Type="http://schemas.openxmlformats.org/officeDocument/2006/relationships/image" Target="../media/image1500.png"/><Relationship Id="rId131" Type="http://schemas.openxmlformats.org/officeDocument/2006/relationships/customXml" Target="../ink/ink1557.xml"/><Relationship Id="rId152" Type="http://schemas.openxmlformats.org/officeDocument/2006/relationships/customXml" Target="../ink/ink1568.xml"/><Relationship Id="rId173" Type="http://schemas.openxmlformats.org/officeDocument/2006/relationships/image" Target="../media/image1531.png"/><Relationship Id="rId194" Type="http://schemas.openxmlformats.org/officeDocument/2006/relationships/customXml" Target="../ink/ink1589.xml"/><Relationship Id="rId208" Type="http://schemas.openxmlformats.org/officeDocument/2006/relationships/customXml" Target="../ink/ink1596.xml"/><Relationship Id="rId14" Type="http://schemas.openxmlformats.org/officeDocument/2006/relationships/image" Target="../media/image1453.png"/><Relationship Id="rId35" Type="http://schemas.openxmlformats.org/officeDocument/2006/relationships/customXml" Target="../ink/ink1509.xml"/><Relationship Id="rId56" Type="http://schemas.openxmlformats.org/officeDocument/2006/relationships/image" Target="../media/image1474.png"/><Relationship Id="rId77" Type="http://schemas.openxmlformats.org/officeDocument/2006/relationships/customXml" Target="../ink/ink1530.xml"/><Relationship Id="rId100" Type="http://schemas.openxmlformats.org/officeDocument/2006/relationships/image" Target="../media/image1495.png"/><Relationship Id="rId8" Type="http://schemas.openxmlformats.org/officeDocument/2006/relationships/image" Target="../media/image1450.png"/><Relationship Id="rId98" Type="http://schemas.openxmlformats.org/officeDocument/2006/relationships/image" Target="../media/image1494.png"/><Relationship Id="rId121" Type="http://schemas.openxmlformats.org/officeDocument/2006/relationships/customXml" Target="../ink/ink1552.xml"/><Relationship Id="rId142" Type="http://schemas.openxmlformats.org/officeDocument/2006/relationships/image" Target="../media/image1516.png"/><Relationship Id="rId163" Type="http://schemas.openxmlformats.org/officeDocument/2006/relationships/image" Target="../media/image1526.png"/><Relationship Id="rId184" Type="http://schemas.openxmlformats.org/officeDocument/2006/relationships/customXml" Target="../ink/ink1584.xml"/><Relationship Id="rId219" Type="http://schemas.openxmlformats.org/officeDocument/2006/relationships/image" Target="../media/image1554.png"/><Relationship Id="rId3" Type="http://schemas.openxmlformats.org/officeDocument/2006/relationships/customXml" Target="../ink/ink1493.xml"/><Relationship Id="rId214" Type="http://schemas.openxmlformats.org/officeDocument/2006/relationships/customXml" Target="../ink/ink1599.xml"/><Relationship Id="rId25" Type="http://schemas.openxmlformats.org/officeDocument/2006/relationships/customXml" Target="../ink/ink1504.xml"/><Relationship Id="rId46" Type="http://schemas.openxmlformats.org/officeDocument/2006/relationships/image" Target="../media/image1469.png"/><Relationship Id="rId67" Type="http://schemas.openxmlformats.org/officeDocument/2006/relationships/customXml" Target="../ink/ink1525.xml"/><Relationship Id="rId116" Type="http://schemas.openxmlformats.org/officeDocument/2006/relationships/image" Target="../media/image1503.png"/><Relationship Id="rId137" Type="http://schemas.openxmlformats.org/officeDocument/2006/relationships/customXml" Target="../ink/ink1560.xml"/><Relationship Id="rId158" Type="http://schemas.openxmlformats.org/officeDocument/2006/relationships/customXml" Target="../ink/ink1571.xml"/><Relationship Id="rId20" Type="http://schemas.openxmlformats.org/officeDocument/2006/relationships/image" Target="../media/image1456.png"/><Relationship Id="rId41" Type="http://schemas.openxmlformats.org/officeDocument/2006/relationships/customXml" Target="../ink/ink1512.xml"/><Relationship Id="rId62" Type="http://schemas.openxmlformats.org/officeDocument/2006/relationships/image" Target="../media/image1477.png"/><Relationship Id="rId83" Type="http://schemas.openxmlformats.org/officeDocument/2006/relationships/customXml" Target="../ink/ink1533.xml"/><Relationship Id="rId88" Type="http://schemas.openxmlformats.org/officeDocument/2006/relationships/image" Target="../media/image1489.png"/><Relationship Id="rId111" Type="http://schemas.openxmlformats.org/officeDocument/2006/relationships/customXml" Target="../ink/ink1547.xml"/><Relationship Id="rId132" Type="http://schemas.openxmlformats.org/officeDocument/2006/relationships/image" Target="../media/image1511.png"/><Relationship Id="rId153" Type="http://schemas.openxmlformats.org/officeDocument/2006/relationships/image" Target="../media/image1521.png"/><Relationship Id="rId174" Type="http://schemas.openxmlformats.org/officeDocument/2006/relationships/customXml" Target="../ink/ink1579.xml"/><Relationship Id="rId179" Type="http://schemas.openxmlformats.org/officeDocument/2006/relationships/image" Target="../media/image1534.png"/><Relationship Id="rId195" Type="http://schemas.openxmlformats.org/officeDocument/2006/relationships/image" Target="../media/image1542.png"/><Relationship Id="rId209" Type="http://schemas.openxmlformats.org/officeDocument/2006/relationships/image" Target="../media/image1549.png"/><Relationship Id="rId190" Type="http://schemas.openxmlformats.org/officeDocument/2006/relationships/customXml" Target="../ink/ink1587.xml"/><Relationship Id="rId204" Type="http://schemas.openxmlformats.org/officeDocument/2006/relationships/customXml" Target="../ink/ink1594.xml"/><Relationship Id="rId220" Type="http://schemas.openxmlformats.org/officeDocument/2006/relationships/customXml" Target="../ink/ink1602.xml"/><Relationship Id="rId225" Type="http://schemas.openxmlformats.org/officeDocument/2006/relationships/image" Target="../media/image1557.png"/><Relationship Id="rId15" Type="http://schemas.openxmlformats.org/officeDocument/2006/relationships/customXml" Target="../ink/ink1499.xml"/><Relationship Id="rId36" Type="http://schemas.openxmlformats.org/officeDocument/2006/relationships/image" Target="../media/image1464.png"/><Relationship Id="rId57" Type="http://schemas.openxmlformats.org/officeDocument/2006/relationships/customXml" Target="../ink/ink1520.xml"/><Relationship Id="rId106" Type="http://schemas.openxmlformats.org/officeDocument/2006/relationships/image" Target="../media/image1498.png"/><Relationship Id="rId127" Type="http://schemas.openxmlformats.org/officeDocument/2006/relationships/customXml" Target="../ink/ink1555.xml"/><Relationship Id="rId10" Type="http://schemas.openxmlformats.org/officeDocument/2006/relationships/image" Target="../media/image1451.png"/><Relationship Id="rId31" Type="http://schemas.openxmlformats.org/officeDocument/2006/relationships/customXml" Target="../ink/ink1507.xml"/><Relationship Id="rId52" Type="http://schemas.openxmlformats.org/officeDocument/2006/relationships/image" Target="../media/image1472.png"/><Relationship Id="rId73" Type="http://schemas.openxmlformats.org/officeDocument/2006/relationships/customXml" Target="../ink/ink1528.xml"/><Relationship Id="rId78" Type="http://schemas.openxmlformats.org/officeDocument/2006/relationships/image" Target="../media/image1484.png"/><Relationship Id="rId94" Type="http://schemas.openxmlformats.org/officeDocument/2006/relationships/image" Target="../media/image1492.png"/><Relationship Id="rId99" Type="http://schemas.openxmlformats.org/officeDocument/2006/relationships/customXml" Target="../ink/ink1541.xml"/><Relationship Id="rId101" Type="http://schemas.openxmlformats.org/officeDocument/2006/relationships/customXml" Target="../ink/ink1542.xml"/><Relationship Id="rId122" Type="http://schemas.openxmlformats.org/officeDocument/2006/relationships/image" Target="../media/image1506.png"/><Relationship Id="rId143" Type="http://schemas.openxmlformats.org/officeDocument/2006/relationships/customXml" Target="../ink/ink1563.xml"/><Relationship Id="rId148" Type="http://schemas.openxmlformats.org/officeDocument/2006/relationships/customXml" Target="../ink/ink1566.xml"/><Relationship Id="rId164" Type="http://schemas.openxmlformats.org/officeDocument/2006/relationships/customXml" Target="../ink/ink1574.xml"/><Relationship Id="rId169" Type="http://schemas.openxmlformats.org/officeDocument/2006/relationships/image" Target="../media/image1529.png"/><Relationship Id="rId185" Type="http://schemas.openxmlformats.org/officeDocument/2006/relationships/image" Target="../media/image1537.png"/><Relationship Id="rId4" Type="http://schemas.openxmlformats.org/officeDocument/2006/relationships/image" Target="../media/image1448.png"/><Relationship Id="rId9" Type="http://schemas.openxmlformats.org/officeDocument/2006/relationships/customXml" Target="../ink/ink1496.xml"/><Relationship Id="rId180" Type="http://schemas.openxmlformats.org/officeDocument/2006/relationships/customXml" Target="../ink/ink1582.xml"/><Relationship Id="rId210" Type="http://schemas.openxmlformats.org/officeDocument/2006/relationships/customXml" Target="../ink/ink1597.xml"/><Relationship Id="rId215" Type="http://schemas.openxmlformats.org/officeDocument/2006/relationships/image" Target="../media/image1552.png"/><Relationship Id="rId26" Type="http://schemas.openxmlformats.org/officeDocument/2006/relationships/image" Target="../media/image1459.png"/><Relationship Id="rId47" Type="http://schemas.openxmlformats.org/officeDocument/2006/relationships/customXml" Target="../ink/ink1515.xml"/><Relationship Id="rId68" Type="http://schemas.openxmlformats.org/officeDocument/2006/relationships/image" Target="../media/image1480.png"/><Relationship Id="rId89" Type="http://schemas.openxmlformats.org/officeDocument/2006/relationships/customXml" Target="../ink/ink1536.xml"/><Relationship Id="rId112" Type="http://schemas.openxmlformats.org/officeDocument/2006/relationships/image" Target="../media/image1501.png"/><Relationship Id="rId133" Type="http://schemas.openxmlformats.org/officeDocument/2006/relationships/customXml" Target="../ink/ink1558.xml"/><Relationship Id="rId154" Type="http://schemas.openxmlformats.org/officeDocument/2006/relationships/customXml" Target="../ink/ink1569.xml"/><Relationship Id="rId175" Type="http://schemas.openxmlformats.org/officeDocument/2006/relationships/image" Target="../media/image1532.png"/><Relationship Id="rId196" Type="http://schemas.openxmlformats.org/officeDocument/2006/relationships/customXml" Target="../ink/ink1590.xml"/><Relationship Id="rId200" Type="http://schemas.openxmlformats.org/officeDocument/2006/relationships/customXml" Target="../ink/ink1592.xml"/><Relationship Id="rId16" Type="http://schemas.openxmlformats.org/officeDocument/2006/relationships/image" Target="../media/image1454.png"/><Relationship Id="rId221" Type="http://schemas.openxmlformats.org/officeDocument/2006/relationships/image" Target="../media/image1555.png"/><Relationship Id="rId37" Type="http://schemas.openxmlformats.org/officeDocument/2006/relationships/customXml" Target="../ink/ink1510.xml"/><Relationship Id="rId58" Type="http://schemas.openxmlformats.org/officeDocument/2006/relationships/image" Target="../media/image1475.png"/><Relationship Id="rId79" Type="http://schemas.openxmlformats.org/officeDocument/2006/relationships/customXml" Target="../ink/ink1531.xml"/><Relationship Id="rId102" Type="http://schemas.openxmlformats.org/officeDocument/2006/relationships/image" Target="../media/image1496.png"/><Relationship Id="rId123" Type="http://schemas.openxmlformats.org/officeDocument/2006/relationships/customXml" Target="../ink/ink1553.xml"/><Relationship Id="rId144" Type="http://schemas.openxmlformats.org/officeDocument/2006/relationships/customXml" Target="../ink/ink1564.xml"/><Relationship Id="rId90" Type="http://schemas.openxmlformats.org/officeDocument/2006/relationships/image" Target="../media/image1490.png"/><Relationship Id="rId165" Type="http://schemas.openxmlformats.org/officeDocument/2006/relationships/image" Target="../media/image1527.png"/><Relationship Id="rId186" Type="http://schemas.openxmlformats.org/officeDocument/2006/relationships/customXml" Target="../ink/ink1585.xml"/><Relationship Id="rId211" Type="http://schemas.openxmlformats.org/officeDocument/2006/relationships/image" Target="../media/image1550.png"/><Relationship Id="rId27" Type="http://schemas.openxmlformats.org/officeDocument/2006/relationships/customXml" Target="../ink/ink1505.xml"/><Relationship Id="rId48" Type="http://schemas.openxmlformats.org/officeDocument/2006/relationships/image" Target="../media/image1470.png"/><Relationship Id="rId69" Type="http://schemas.openxmlformats.org/officeDocument/2006/relationships/customXml" Target="../ink/ink1526.xml"/><Relationship Id="rId113" Type="http://schemas.openxmlformats.org/officeDocument/2006/relationships/customXml" Target="../ink/ink1548.xml"/><Relationship Id="rId134" Type="http://schemas.openxmlformats.org/officeDocument/2006/relationships/image" Target="../media/image1512.png"/><Relationship Id="rId80" Type="http://schemas.openxmlformats.org/officeDocument/2006/relationships/image" Target="../media/image1485.png"/><Relationship Id="rId155" Type="http://schemas.openxmlformats.org/officeDocument/2006/relationships/image" Target="../media/image1522.png"/><Relationship Id="rId176" Type="http://schemas.openxmlformats.org/officeDocument/2006/relationships/customXml" Target="../ink/ink1580.xml"/><Relationship Id="rId197" Type="http://schemas.openxmlformats.org/officeDocument/2006/relationships/image" Target="../media/image1543.png"/><Relationship Id="rId201" Type="http://schemas.openxmlformats.org/officeDocument/2006/relationships/image" Target="../media/image1545.png"/><Relationship Id="rId222" Type="http://schemas.openxmlformats.org/officeDocument/2006/relationships/customXml" Target="../ink/ink1603.xml"/><Relationship Id="rId17" Type="http://schemas.openxmlformats.org/officeDocument/2006/relationships/customXml" Target="../ink/ink1500.xml"/><Relationship Id="rId38" Type="http://schemas.openxmlformats.org/officeDocument/2006/relationships/image" Target="../media/image1465.png"/><Relationship Id="rId59" Type="http://schemas.openxmlformats.org/officeDocument/2006/relationships/customXml" Target="../ink/ink1521.xml"/><Relationship Id="rId103" Type="http://schemas.openxmlformats.org/officeDocument/2006/relationships/customXml" Target="../ink/ink1543.xml"/><Relationship Id="rId124" Type="http://schemas.openxmlformats.org/officeDocument/2006/relationships/image" Target="../media/image1507.png"/><Relationship Id="rId70" Type="http://schemas.openxmlformats.org/officeDocument/2006/relationships/image" Target="../media/image1115.png"/><Relationship Id="rId91" Type="http://schemas.openxmlformats.org/officeDocument/2006/relationships/customXml" Target="../ink/ink1537.xml"/><Relationship Id="rId145" Type="http://schemas.openxmlformats.org/officeDocument/2006/relationships/image" Target="../media/image1517.png"/><Relationship Id="rId166" Type="http://schemas.openxmlformats.org/officeDocument/2006/relationships/customXml" Target="../ink/ink1575.xml"/><Relationship Id="rId187" Type="http://schemas.openxmlformats.org/officeDocument/2006/relationships/image" Target="../media/image1538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598.xml"/><Relationship Id="rId28" Type="http://schemas.openxmlformats.org/officeDocument/2006/relationships/image" Target="../media/image1460.png"/><Relationship Id="rId49" Type="http://schemas.openxmlformats.org/officeDocument/2006/relationships/customXml" Target="../ink/ink1516.xml"/><Relationship Id="rId114" Type="http://schemas.openxmlformats.org/officeDocument/2006/relationships/image" Target="../media/image1502.png"/><Relationship Id="rId60" Type="http://schemas.openxmlformats.org/officeDocument/2006/relationships/image" Target="../media/image1476.png"/><Relationship Id="rId81" Type="http://schemas.openxmlformats.org/officeDocument/2006/relationships/customXml" Target="../ink/ink1532.xml"/><Relationship Id="rId135" Type="http://schemas.openxmlformats.org/officeDocument/2006/relationships/customXml" Target="../ink/ink1559.xml"/><Relationship Id="rId156" Type="http://schemas.openxmlformats.org/officeDocument/2006/relationships/customXml" Target="../ink/ink1570.xml"/><Relationship Id="rId177" Type="http://schemas.openxmlformats.org/officeDocument/2006/relationships/image" Target="../media/image1533.png"/><Relationship Id="rId198" Type="http://schemas.openxmlformats.org/officeDocument/2006/relationships/customXml" Target="../ink/ink1591.xml"/><Relationship Id="rId202" Type="http://schemas.openxmlformats.org/officeDocument/2006/relationships/customXml" Target="../ink/ink1593.xml"/><Relationship Id="rId223" Type="http://schemas.openxmlformats.org/officeDocument/2006/relationships/image" Target="../media/image1556.png"/><Relationship Id="rId18" Type="http://schemas.openxmlformats.org/officeDocument/2006/relationships/image" Target="../media/image1455.png"/><Relationship Id="rId39" Type="http://schemas.openxmlformats.org/officeDocument/2006/relationships/customXml" Target="../ink/ink1511.xml"/><Relationship Id="rId50" Type="http://schemas.openxmlformats.org/officeDocument/2006/relationships/image" Target="../media/image1471.png"/><Relationship Id="rId104" Type="http://schemas.openxmlformats.org/officeDocument/2006/relationships/image" Target="../media/image1497.png"/><Relationship Id="rId125" Type="http://schemas.openxmlformats.org/officeDocument/2006/relationships/customXml" Target="../ink/ink1554.xml"/><Relationship Id="rId146" Type="http://schemas.openxmlformats.org/officeDocument/2006/relationships/customXml" Target="../ink/ink1565.xml"/><Relationship Id="rId167" Type="http://schemas.openxmlformats.org/officeDocument/2006/relationships/image" Target="../media/image1528.png"/><Relationship Id="rId188" Type="http://schemas.openxmlformats.org/officeDocument/2006/relationships/customXml" Target="../ink/ink1586.xml"/><Relationship Id="rId71" Type="http://schemas.openxmlformats.org/officeDocument/2006/relationships/customXml" Target="../ink/ink1527.xml"/><Relationship Id="rId92" Type="http://schemas.openxmlformats.org/officeDocument/2006/relationships/image" Target="../media/image1491.png"/><Relationship Id="rId213" Type="http://schemas.openxmlformats.org/officeDocument/2006/relationships/image" Target="../media/image1551.png"/><Relationship Id="rId2" Type="http://schemas.openxmlformats.org/officeDocument/2006/relationships/image" Target="../media/image1447.png"/><Relationship Id="rId29" Type="http://schemas.openxmlformats.org/officeDocument/2006/relationships/customXml" Target="../ink/ink1506.xml"/><Relationship Id="rId40" Type="http://schemas.openxmlformats.org/officeDocument/2006/relationships/image" Target="../media/image1466.png"/><Relationship Id="rId115" Type="http://schemas.openxmlformats.org/officeDocument/2006/relationships/customXml" Target="../ink/ink1549.xml"/><Relationship Id="rId136" Type="http://schemas.openxmlformats.org/officeDocument/2006/relationships/image" Target="../media/image1513.png"/><Relationship Id="rId157" Type="http://schemas.openxmlformats.org/officeDocument/2006/relationships/image" Target="../media/image1523.png"/><Relationship Id="rId178" Type="http://schemas.openxmlformats.org/officeDocument/2006/relationships/customXml" Target="../ink/ink1581.xml"/><Relationship Id="rId61" Type="http://schemas.openxmlformats.org/officeDocument/2006/relationships/customXml" Target="../ink/ink1522.xml"/><Relationship Id="rId82" Type="http://schemas.openxmlformats.org/officeDocument/2006/relationships/image" Target="../media/image1486.png"/><Relationship Id="rId199" Type="http://schemas.openxmlformats.org/officeDocument/2006/relationships/image" Target="../media/image1544.png"/><Relationship Id="rId203" Type="http://schemas.openxmlformats.org/officeDocument/2006/relationships/image" Target="../media/image1546.png"/><Relationship Id="rId19" Type="http://schemas.openxmlformats.org/officeDocument/2006/relationships/customXml" Target="../ink/ink1501.xml"/><Relationship Id="rId224" Type="http://schemas.openxmlformats.org/officeDocument/2006/relationships/customXml" Target="../ink/ink1604.xml"/><Relationship Id="rId30" Type="http://schemas.openxmlformats.org/officeDocument/2006/relationships/image" Target="../media/image1461.png"/><Relationship Id="rId105" Type="http://schemas.openxmlformats.org/officeDocument/2006/relationships/customXml" Target="../ink/ink1544.xml"/><Relationship Id="rId126" Type="http://schemas.openxmlformats.org/officeDocument/2006/relationships/image" Target="../media/image1508.png"/><Relationship Id="rId147" Type="http://schemas.openxmlformats.org/officeDocument/2006/relationships/image" Target="../media/image1518.png"/><Relationship Id="rId168" Type="http://schemas.openxmlformats.org/officeDocument/2006/relationships/customXml" Target="../ink/ink1576.xml"/><Relationship Id="rId51" Type="http://schemas.openxmlformats.org/officeDocument/2006/relationships/customXml" Target="../ink/ink1517.xml"/><Relationship Id="rId72" Type="http://schemas.openxmlformats.org/officeDocument/2006/relationships/image" Target="../media/image1481.png"/><Relationship Id="rId93" Type="http://schemas.openxmlformats.org/officeDocument/2006/relationships/customXml" Target="../ink/ink1538.xml"/><Relationship Id="rId189" Type="http://schemas.openxmlformats.org/officeDocument/2006/relationships/image" Target="../media/image1539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15.png"/><Relationship Id="rId21" Type="http://schemas.openxmlformats.org/officeDocument/2006/relationships/image" Target="../media/image1567.png"/><Relationship Id="rId42" Type="http://schemas.openxmlformats.org/officeDocument/2006/relationships/customXml" Target="../ink/ink1625.xml"/><Relationship Id="rId63" Type="http://schemas.openxmlformats.org/officeDocument/2006/relationships/image" Target="../media/image1588.png"/><Relationship Id="rId84" Type="http://schemas.openxmlformats.org/officeDocument/2006/relationships/customXml" Target="../ink/ink1646.xml"/><Relationship Id="rId138" Type="http://schemas.openxmlformats.org/officeDocument/2006/relationships/customXml" Target="../ink/ink1673.xml"/><Relationship Id="rId107" Type="http://schemas.openxmlformats.org/officeDocument/2006/relationships/image" Target="../media/image1610.png"/><Relationship Id="rId11" Type="http://schemas.openxmlformats.org/officeDocument/2006/relationships/image" Target="../media/image1562.png"/><Relationship Id="rId32" Type="http://schemas.openxmlformats.org/officeDocument/2006/relationships/customXml" Target="../ink/ink1620.xml"/><Relationship Id="rId37" Type="http://schemas.openxmlformats.org/officeDocument/2006/relationships/image" Target="../media/image1575.png"/><Relationship Id="rId53" Type="http://schemas.openxmlformats.org/officeDocument/2006/relationships/image" Target="../media/image1583.png"/><Relationship Id="rId58" Type="http://schemas.openxmlformats.org/officeDocument/2006/relationships/customXml" Target="../ink/ink1633.xml"/><Relationship Id="rId74" Type="http://schemas.openxmlformats.org/officeDocument/2006/relationships/customXml" Target="../ink/ink1641.xml"/><Relationship Id="rId79" Type="http://schemas.openxmlformats.org/officeDocument/2006/relationships/image" Target="../media/image1596.png"/><Relationship Id="rId102" Type="http://schemas.openxmlformats.org/officeDocument/2006/relationships/customXml" Target="../ink/ink1655.xml"/><Relationship Id="rId123" Type="http://schemas.openxmlformats.org/officeDocument/2006/relationships/image" Target="../media/image1618.png"/><Relationship Id="rId128" Type="http://schemas.openxmlformats.org/officeDocument/2006/relationships/customXml" Target="../ink/ink1668.xml"/><Relationship Id="rId5" Type="http://schemas.openxmlformats.org/officeDocument/2006/relationships/image" Target="../media/image1559.png"/><Relationship Id="rId90" Type="http://schemas.openxmlformats.org/officeDocument/2006/relationships/customXml" Target="../ink/ink1649.xml"/><Relationship Id="rId95" Type="http://schemas.openxmlformats.org/officeDocument/2006/relationships/image" Target="../media/image1604.png"/><Relationship Id="rId22" Type="http://schemas.openxmlformats.org/officeDocument/2006/relationships/customXml" Target="../ink/ink1615.xml"/><Relationship Id="rId27" Type="http://schemas.openxmlformats.org/officeDocument/2006/relationships/image" Target="../media/image1570.png"/><Relationship Id="rId43" Type="http://schemas.openxmlformats.org/officeDocument/2006/relationships/image" Target="../media/image1578.png"/><Relationship Id="rId48" Type="http://schemas.openxmlformats.org/officeDocument/2006/relationships/customXml" Target="../ink/ink1628.xml"/><Relationship Id="rId64" Type="http://schemas.openxmlformats.org/officeDocument/2006/relationships/customXml" Target="../ink/ink1636.xml"/><Relationship Id="rId69" Type="http://schemas.openxmlformats.org/officeDocument/2006/relationships/image" Target="../media/image1591.png"/><Relationship Id="rId113" Type="http://schemas.openxmlformats.org/officeDocument/2006/relationships/image" Target="../media/image1613.png"/><Relationship Id="rId118" Type="http://schemas.openxmlformats.org/officeDocument/2006/relationships/customXml" Target="../ink/ink1663.xml"/><Relationship Id="rId134" Type="http://schemas.openxmlformats.org/officeDocument/2006/relationships/customXml" Target="../ink/ink1671.xml"/><Relationship Id="rId139" Type="http://schemas.openxmlformats.org/officeDocument/2006/relationships/image" Target="../media/image1626.png"/><Relationship Id="rId80" Type="http://schemas.openxmlformats.org/officeDocument/2006/relationships/customXml" Target="../ink/ink1644.xml"/><Relationship Id="rId85" Type="http://schemas.openxmlformats.org/officeDocument/2006/relationships/image" Target="../media/image1599.png"/><Relationship Id="rId12" Type="http://schemas.openxmlformats.org/officeDocument/2006/relationships/customXml" Target="../ink/ink1610.xml"/><Relationship Id="rId17" Type="http://schemas.openxmlformats.org/officeDocument/2006/relationships/image" Target="../media/image1565.png"/><Relationship Id="rId33" Type="http://schemas.openxmlformats.org/officeDocument/2006/relationships/image" Target="../media/image1573.png"/><Relationship Id="rId38" Type="http://schemas.openxmlformats.org/officeDocument/2006/relationships/customXml" Target="../ink/ink1623.xml"/><Relationship Id="rId59" Type="http://schemas.openxmlformats.org/officeDocument/2006/relationships/image" Target="../media/image1586.png"/><Relationship Id="rId103" Type="http://schemas.openxmlformats.org/officeDocument/2006/relationships/image" Target="../media/image1608.png"/><Relationship Id="rId108" Type="http://schemas.openxmlformats.org/officeDocument/2006/relationships/customXml" Target="../ink/ink1658.xml"/><Relationship Id="rId124" Type="http://schemas.openxmlformats.org/officeDocument/2006/relationships/customXml" Target="../ink/ink1666.xml"/><Relationship Id="rId129" Type="http://schemas.openxmlformats.org/officeDocument/2006/relationships/image" Target="../media/image1621.png"/><Relationship Id="rId54" Type="http://schemas.openxmlformats.org/officeDocument/2006/relationships/customXml" Target="../ink/ink1631.xml"/><Relationship Id="rId70" Type="http://schemas.openxmlformats.org/officeDocument/2006/relationships/customXml" Target="../ink/ink1639.xml"/><Relationship Id="rId75" Type="http://schemas.openxmlformats.org/officeDocument/2006/relationships/image" Target="../media/image1594.png"/><Relationship Id="rId91" Type="http://schemas.openxmlformats.org/officeDocument/2006/relationships/image" Target="../media/image1602.png"/><Relationship Id="rId96" Type="http://schemas.openxmlformats.org/officeDocument/2006/relationships/customXml" Target="../ink/ink1652.xml"/><Relationship Id="rId140" Type="http://schemas.openxmlformats.org/officeDocument/2006/relationships/customXml" Target="../ink/ink167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07.xml"/><Relationship Id="rId23" Type="http://schemas.openxmlformats.org/officeDocument/2006/relationships/image" Target="../media/image1568.png"/><Relationship Id="rId28" Type="http://schemas.openxmlformats.org/officeDocument/2006/relationships/customXml" Target="../ink/ink1618.xml"/><Relationship Id="rId49" Type="http://schemas.openxmlformats.org/officeDocument/2006/relationships/image" Target="../media/image1581.png"/><Relationship Id="rId114" Type="http://schemas.openxmlformats.org/officeDocument/2006/relationships/customXml" Target="../ink/ink1661.xml"/><Relationship Id="rId119" Type="http://schemas.openxmlformats.org/officeDocument/2006/relationships/image" Target="../media/image1616.png"/><Relationship Id="rId44" Type="http://schemas.openxmlformats.org/officeDocument/2006/relationships/customXml" Target="../ink/ink1626.xml"/><Relationship Id="rId60" Type="http://schemas.openxmlformats.org/officeDocument/2006/relationships/customXml" Target="../ink/ink1634.xml"/><Relationship Id="rId65" Type="http://schemas.openxmlformats.org/officeDocument/2006/relationships/image" Target="../media/image1589.png"/><Relationship Id="rId81" Type="http://schemas.openxmlformats.org/officeDocument/2006/relationships/image" Target="../media/image1597.png"/><Relationship Id="rId86" Type="http://schemas.openxmlformats.org/officeDocument/2006/relationships/customXml" Target="../ink/ink1647.xml"/><Relationship Id="rId130" Type="http://schemas.openxmlformats.org/officeDocument/2006/relationships/customXml" Target="../ink/ink1669.xml"/><Relationship Id="rId135" Type="http://schemas.openxmlformats.org/officeDocument/2006/relationships/image" Target="../media/image1624.png"/><Relationship Id="rId13" Type="http://schemas.openxmlformats.org/officeDocument/2006/relationships/image" Target="../media/image1563.png"/><Relationship Id="rId18" Type="http://schemas.openxmlformats.org/officeDocument/2006/relationships/customXml" Target="../ink/ink1613.xml"/><Relationship Id="rId39" Type="http://schemas.openxmlformats.org/officeDocument/2006/relationships/image" Target="../media/image1576.png"/><Relationship Id="rId109" Type="http://schemas.openxmlformats.org/officeDocument/2006/relationships/image" Target="../media/image1611.png"/><Relationship Id="rId34" Type="http://schemas.openxmlformats.org/officeDocument/2006/relationships/customXml" Target="../ink/ink1621.xml"/><Relationship Id="rId50" Type="http://schemas.openxmlformats.org/officeDocument/2006/relationships/customXml" Target="../ink/ink1629.xml"/><Relationship Id="rId55" Type="http://schemas.openxmlformats.org/officeDocument/2006/relationships/image" Target="../media/image1584.png"/><Relationship Id="rId76" Type="http://schemas.openxmlformats.org/officeDocument/2006/relationships/customXml" Target="../ink/ink1642.xml"/><Relationship Id="rId97" Type="http://schemas.openxmlformats.org/officeDocument/2006/relationships/image" Target="../media/image1605.png"/><Relationship Id="rId104" Type="http://schemas.openxmlformats.org/officeDocument/2006/relationships/customXml" Target="../ink/ink1656.xml"/><Relationship Id="rId120" Type="http://schemas.openxmlformats.org/officeDocument/2006/relationships/customXml" Target="../ink/ink1664.xml"/><Relationship Id="rId125" Type="http://schemas.openxmlformats.org/officeDocument/2006/relationships/image" Target="../media/image1619.png"/><Relationship Id="rId141" Type="http://schemas.openxmlformats.org/officeDocument/2006/relationships/image" Target="../media/image1627.png"/><Relationship Id="rId7" Type="http://schemas.openxmlformats.org/officeDocument/2006/relationships/image" Target="../media/image1560.png"/><Relationship Id="rId71" Type="http://schemas.openxmlformats.org/officeDocument/2006/relationships/image" Target="../media/image1592.png"/><Relationship Id="rId92" Type="http://schemas.openxmlformats.org/officeDocument/2006/relationships/customXml" Target="../ink/ink1650.xml"/><Relationship Id="rId2" Type="http://schemas.openxmlformats.org/officeDocument/2006/relationships/customXml" Target="../ink/ink1605.xml"/><Relationship Id="rId29" Type="http://schemas.openxmlformats.org/officeDocument/2006/relationships/image" Target="../media/image1571.png"/><Relationship Id="rId24" Type="http://schemas.openxmlformats.org/officeDocument/2006/relationships/customXml" Target="../ink/ink1616.xml"/><Relationship Id="rId40" Type="http://schemas.openxmlformats.org/officeDocument/2006/relationships/customXml" Target="../ink/ink1624.xml"/><Relationship Id="rId45" Type="http://schemas.openxmlformats.org/officeDocument/2006/relationships/image" Target="../media/image1579.png"/><Relationship Id="rId66" Type="http://schemas.openxmlformats.org/officeDocument/2006/relationships/customXml" Target="../ink/ink1637.xml"/><Relationship Id="rId87" Type="http://schemas.openxmlformats.org/officeDocument/2006/relationships/image" Target="../media/image1600.png"/><Relationship Id="rId110" Type="http://schemas.openxmlformats.org/officeDocument/2006/relationships/customXml" Target="../ink/ink1659.xml"/><Relationship Id="rId115" Type="http://schemas.openxmlformats.org/officeDocument/2006/relationships/image" Target="../media/image1614.png"/><Relationship Id="rId131" Type="http://schemas.openxmlformats.org/officeDocument/2006/relationships/image" Target="../media/image1622.png"/><Relationship Id="rId136" Type="http://schemas.openxmlformats.org/officeDocument/2006/relationships/customXml" Target="../ink/ink1672.xml"/><Relationship Id="rId61" Type="http://schemas.openxmlformats.org/officeDocument/2006/relationships/image" Target="../media/image1587.png"/><Relationship Id="rId82" Type="http://schemas.openxmlformats.org/officeDocument/2006/relationships/customXml" Target="../ink/ink1645.xml"/><Relationship Id="rId19" Type="http://schemas.openxmlformats.org/officeDocument/2006/relationships/image" Target="../media/image1566.png"/><Relationship Id="rId14" Type="http://schemas.openxmlformats.org/officeDocument/2006/relationships/customXml" Target="../ink/ink1611.xml"/><Relationship Id="rId30" Type="http://schemas.openxmlformats.org/officeDocument/2006/relationships/customXml" Target="../ink/ink1619.xml"/><Relationship Id="rId35" Type="http://schemas.openxmlformats.org/officeDocument/2006/relationships/image" Target="../media/image1574.png"/><Relationship Id="rId56" Type="http://schemas.openxmlformats.org/officeDocument/2006/relationships/customXml" Target="../ink/ink1632.xml"/><Relationship Id="rId77" Type="http://schemas.openxmlformats.org/officeDocument/2006/relationships/image" Target="../media/image1595.png"/><Relationship Id="rId100" Type="http://schemas.openxmlformats.org/officeDocument/2006/relationships/customXml" Target="../ink/ink1654.xml"/><Relationship Id="rId105" Type="http://schemas.openxmlformats.org/officeDocument/2006/relationships/image" Target="../media/image1609.png"/><Relationship Id="rId126" Type="http://schemas.openxmlformats.org/officeDocument/2006/relationships/customXml" Target="../ink/ink1667.xml"/><Relationship Id="rId8" Type="http://schemas.openxmlformats.org/officeDocument/2006/relationships/customXml" Target="../ink/ink1608.xml"/><Relationship Id="rId51" Type="http://schemas.openxmlformats.org/officeDocument/2006/relationships/image" Target="../media/image1582.png"/><Relationship Id="rId72" Type="http://schemas.openxmlformats.org/officeDocument/2006/relationships/customXml" Target="../ink/ink1640.xml"/><Relationship Id="rId93" Type="http://schemas.openxmlformats.org/officeDocument/2006/relationships/image" Target="../media/image1603.png"/><Relationship Id="rId98" Type="http://schemas.openxmlformats.org/officeDocument/2006/relationships/customXml" Target="../ink/ink1653.xml"/><Relationship Id="rId121" Type="http://schemas.openxmlformats.org/officeDocument/2006/relationships/image" Target="../media/image1617.png"/><Relationship Id="rId142" Type="http://schemas.openxmlformats.org/officeDocument/2006/relationships/customXml" Target="../ink/ink1675.xml"/><Relationship Id="rId3" Type="http://schemas.openxmlformats.org/officeDocument/2006/relationships/image" Target="../media/image1558.png"/><Relationship Id="rId25" Type="http://schemas.openxmlformats.org/officeDocument/2006/relationships/image" Target="../media/image1569.png"/><Relationship Id="rId46" Type="http://schemas.openxmlformats.org/officeDocument/2006/relationships/customXml" Target="../ink/ink1627.xml"/><Relationship Id="rId67" Type="http://schemas.openxmlformats.org/officeDocument/2006/relationships/image" Target="../media/image1590.png"/><Relationship Id="rId116" Type="http://schemas.openxmlformats.org/officeDocument/2006/relationships/customXml" Target="../ink/ink1662.xml"/><Relationship Id="rId137" Type="http://schemas.openxmlformats.org/officeDocument/2006/relationships/image" Target="../media/image1625.png"/><Relationship Id="rId20" Type="http://schemas.openxmlformats.org/officeDocument/2006/relationships/customXml" Target="../ink/ink1614.xml"/><Relationship Id="rId41" Type="http://schemas.openxmlformats.org/officeDocument/2006/relationships/image" Target="../media/image1577.png"/><Relationship Id="rId62" Type="http://schemas.openxmlformats.org/officeDocument/2006/relationships/customXml" Target="../ink/ink1635.xml"/><Relationship Id="rId83" Type="http://schemas.openxmlformats.org/officeDocument/2006/relationships/image" Target="../media/image1598.png"/><Relationship Id="rId88" Type="http://schemas.openxmlformats.org/officeDocument/2006/relationships/customXml" Target="../ink/ink1648.xml"/><Relationship Id="rId111" Type="http://schemas.openxmlformats.org/officeDocument/2006/relationships/image" Target="../media/image1612.png"/><Relationship Id="rId132" Type="http://schemas.openxmlformats.org/officeDocument/2006/relationships/customXml" Target="../ink/ink1670.xml"/><Relationship Id="rId15" Type="http://schemas.openxmlformats.org/officeDocument/2006/relationships/image" Target="../media/image1564.png"/><Relationship Id="rId36" Type="http://schemas.openxmlformats.org/officeDocument/2006/relationships/customXml" Target="../ink/ink1622.xml"/><Relationship Id="rId57" Type="http://schemas.openxmlformats.org/officeDocument/2006/relationships/image" Target="../media/image1585.png"/><Relationship Id="rId106" Type="http://schemas.openxmlformats.org/officeDocument/2006/relationships/customXml" Target="../ink/ink1657.xml"/><Relationship Id="rId127" Type="http://schemas.openxmlformats.org/officeDocument/2006/relationships/image" Target="../media/image1620.png"/><Relationship Id="rId10" Type="http://schemas.openxmlformats.org/officeDocument/2006/relationships/customXml" Target="../ink/ink1609.xml"/><Relationship Id="rId31" Type="http://schemas.openxmlformats.org/officeDocument/2006/relationships/image" Target="../media/image1572.png"/><Relationship Id="rId52" Type="http://schemas.openxmlformats.org/officeDocument/2006/relationships/customXml" Target="../ink/ink1630.xml"/><Relationship Id="rId73" Type="http://schemas.openxmlformats.org/officeDocument/2006/relationships/image" Target="../media/image1593.png"/><Relationship Id="rId78" Type="http://schemas.openxmlformats.org/officeDocument/2006/relationships/customXml" Target="../ink/ink1643.xml"/><Relationship Id="rId94" Type="http://schemas.openxmlformats.org/officeDocument/2006/relationships/customXml" Target="../ink/ink1651.xml"/><Relationship Id="rId99" Type="http://schemas.openxmlformats.org/officeDocument/2006/relationships/image" Target="../media/image1606.png"/><Relationship Id="rId101" Type="http://schemas.openxmlformats.org/officeDocument/2006/relationships/image" Target="../media/image1607.png"/><Relationship Id="rId122" Type="http://schemas.openxmlformats.org/officeDocument/2006/relationships/customXml" Target="../ink/ink1665.xml"/><Relationship Id="rId143" Type="http://schemas.openxmlformats.org/officeDocument/2006/relationships/image" Target="../media/image1628.png"/><Relationship Id="rId4" Type="http://schemas.openxmlformats.org/officeDocument/2006/relationships/customXml" Target="../ink/ink1606.xml"/><Relationship Id="rId9" Type="http://schemas.openxmlformats.org/officeDocument/2006/relationships/image" Target="../media/image1561.png"/><Relationship Id="rId26" Type="http://schemas.openxmlformats.org/officeDocument/2006/relationships/customXml" Target="../ink/ink1617.xml"/><Relationship Id="rId47" Type="http://schemas.openxmlformats.org/officeDocument/2006/relationships/image" Target="../media/image1580.png"/><Relationship Id="rId68" Type="http://schemas.openxmlformats.org/officeDocument/2006/relationships/customXml" Target="../ink/ink1638.xml"/><Relationship Id="rId89" Type="http://schemas.openxmlformats.org/officeDocument/2006/relationships/image" Target="../media/image1601.png"/><Relationship Id="rId112" Type="http://schemas.openxmlformats.org/officeDocument/2006/relationships/customXml" Target="../ink/ink1660.xml"/><Relationship Id="rId133" Type="http://schemas.openxmlformats.org/officeDocument/2006/relationships/image" Target="../media/image1623.png"/><Relationship Id="rId16" Type="http://schemas.openxmlformats.org/officeDocument/2006/relationships/customXml" Target="../ink/ink16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7.png"/><Relationship Id="rId21" Type="http://schemas.openxmlformats.org/officeDocument/2006/relationships/image" Target="../media/image1639.png"/><Relationship Id="rId42" Type="http://schemas.openxmlformats.org/officeDocument/2006/relationships/customXml" Target="../ink/ink1695.xml"/><Relationship Id="rId63" Type="http://schemas.openxmlformats.org/officeDocument/2006/relationships/image" Target="../media/image1660.png"/><Relationship Id="rId84" Type="http://schemas.openxmlformats.org/officeDocument/2006/relationships/customXml" Target="../ink/ink1716.xml"/><Relationship Id="rId138" Type="http://schemas.openxmlformats.org/officeDocument/2006/relationships/customXml" Target="../ink/ink1743.xml"/><Relationship Id="rId107" Type="http://schemas.openxmlformats.org/officeDocument/2006/relationships/image" Target="../media/image1682.png"/><Relationship Id="rId11" Type="http://schemas.openxmlformats.org/officeDocument/2006/relationships/image" Target="../media/image1634.png"/><Relationship Id="rId32" Type="http://schemas.openxmlformats.org/officeDocument/2006/relationships/customXml" Target="../ink/ink1690.xml"/><Relationship Id="rId53" Type="http://schemas.openxmlformats.org/officeDocument/2006/relationships/image" Target="../media/image1655.png"/><Relationship Id="rId74" Type="http://schemas.openxmlformats.org/officeDocument/2006/relationships/customXml" Target="../ink/ink1711.xml"/><Relationship Id="rId128" Type="http://schemas.openxmlformats.org/officeDocument/2006/relationships/customXml" Target="../ink/ink1738.xml"/><Relationship Id="rId5" Type="http://schemas.openxmlformats.org/officeDocument/2006/relationships/image" Target="../media/image1631.png"/><Relationship Id="rId90" Type="http://schemas.openxmlformats.org/officeDocument/2006/relationships/customXml" Target="../ink/ink1719.xml"/><Relationship Id="rId95" Type="http://schemas.openxmlformats.org/officeDocument/2006/relationships/image" Target="../media/image1676.png"/><Relationship Id="rId22" Type="http://schemas.openxmlformats.org/officeDocument/2006/relationships/customXml" Target="../ink/ink1685.xml"/><Relationship Id="rId27" Type="http://schemas.openxmlformats.org/officeDocument/2006/relationships/image" Target="../media/image1642.png"/><Relationship Id="rId43" Type="http://schemas.openxmlformats.org/officeDocument/2006/relationships/image" Target="../media/image1650.png"/><Relationship Id="rId48" Type="http://schemas.openxmlformats.org/officeDocument/2006/relationships/customXml" Target="../ink/ink1698.xml"/><Relationship Id="rId64" Type="http://schemas.openxmlformats.org/officeDocument/2006/relationships/customXml" Target="../ink/ink1706.xml"/><Relationship Id="rId69" Type="http://schemas.openxmlformats.org/officeDocument/2006/relationships/image" Target="../media/image1663.png"/><Relationship Id="rId113" Type="http://schemas.openxmlformats.org/officeDocument/2006/relationships/image" Target="../media/image1685.png"/><Relationship Id="rId118" Type="http://schemas.openxmlformats.org/officeDocument/2006/relationships/customXml" Target="../ink/ink1733.xml"/><Relationship Id="rId134" Type="http://schemas.openxmlformats.org/officeDocument/2006/relationships/customXml" Target="../ink/ink1741.xml"/><Relationship Id="rId139" Type="http://schemas.openxmlformats.org/officeDocument/2006/relationships/image" Target="../media/image1698.png"/><Relationship Id="rId80" Type="http://schemas.openxmlformats.org/officeDocument/2006/relationships/customXml" Target="../ink/ink1714.xml"/><Relationship Id="rId85" Type="http://schemas.openxmlformats.org/officeDocument/2006/relationships/image" Target="../media/image1671.png"/><Relationship Id="rId12" Type="http://schemas.openxmlformats.org/officeDocument/2006/relationships/customXml" Target="../ink/ink1680.xml"/><Relationship Id="rId17" Type="http://schemas.openxmlformats.org/officeDocument/2006/relationships/image" Target="../media/image1637.png"/><Relationship Id="rId33" Type="http://schemas.openxmlformats.org/officeDocument/2006/relationships/image" Target="../media/image1645.png"/><Relationship Id="rId38" Type="http://schemas.openxmlformats.org/officeDocument/2006/relationships/customXml" Target="../ink/ink1693.xml"/><Relationship Id="rId59" Type="http://schemas.openxmlformats.org/officeDocument/2006/relationships/image" Target="../media/image1658.png"/><Relationship Id="rId103" Type="http://schemas.openxmlformats.org/officeDocument/2006/relationships/image" Target="../media/image1680.png"/><Relationship Id="rId108" Type="http://schemas.openxmlformats.org/officeDocument/2006/relationships/customXml" Target="../ink/ink1728.xml"/><Relationship Id="rId124" Type="http://schemas.openxmlformats.org/officeDocument/2006/relationships/customXml" Target="../ink/ink1736.xml"/><Relationship Id="rId129" Type="http://schemas.openxmlformats.org/officeDocument/2006/relationships/image" Target="../media/image1693.png"/><Relationship Id="rId54" Type="http://schemas.openxmlformats.org/officeDocument/2006/relationships/customXml" Target="../ink/ink1701.xml"/><Relationship Id="rId70" Type="http://schemas.openxmlformats.org/officeDocument/2006/relationships/customXml" Target="../ink/ink1709.xml"/><Relationship Id="rId75" Type="http://schemas.openxmlformats.org/officeDocument/2006/relationships/image" Target="../media/image1666.png"/><Relationship Id="rId91" Type="http://schemas.openxmlformats.org/officeDocument/2006/relationships/image" Target="../media/image1674.png"/><Relationship Id="rId96" Type="http://schemas.openxmlformats.org/officeDocument/2006/relationships/customXml" Target="../ink/ink1722.xml"/><Relationship Id="rId140" Type="http://schemas.openxmlformats.org/officeDocument/2006/relationships/customXml" Target="../ink/ink1744.xml"/><Relationship Id="rId145" Type="http://schemas.openxmlformats.org/officeDocument/2006/relationships/image" Target="../media/image170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77.xml"/><Relationship Id="rId23" Type="http://schemas.openxmlformats.org/officeDocument/2006/relationships/image" Target="../media/image1640.png"/><Relationship Id="rId28" Type="http://schemas.openxmlformats.org/officeDocument/2006/relationships/customXml" Target="../ink/ink1688.xml"/><Relationship Id="rId49" Type="http://schemas.openxmlformats.org/officeDocument/2006/relationships/image" Target="../media/image1653.png"/><Relationship Id="rId114" Type="http://schemas.openxmlformats.org/officeDocument/2006/relationships/customXml" Target="../ink/ink1731.xml"/><Relationship Id="rId119" Type="http://schemas.openxmlformats.org/officeDocument/2006/relationships/image" Target="../media/image1688.png"/><Relationship Id="rId44" Type="http://schemas.openxmlformats.org/officeDocument/2006/relationships/customXml" Target="../ink/ink1696.xml"/><Relationship Id="rId60" Type="http://schemas.openxmlformats.org/officeDocument/2006/relationships/customXml" Target="../ink/ink1704.xml"/><Relationship Id="rId65" Type="http://schemas.openxmlformats.org/officeDocument/2006/relationships/image" Target="../media/image1661.png"/><Relationship Id="rId81" Type="http://schemas.openxmlformats.org/officeDocument/2006/relationships/image" Target="../media/image1669.png"/><Relationship Id="rId86" Type="http://schemas.openxmlformats.org/officeDocument/2006/relationships/customXml" Target="../ink/ink1717.xml"/><Relationship Id="rId130" Type="http://schemas.openxmlformats.org/officeDocument/2006/relationships/customXml" Target="../ink/ink1739.xml"/><Relationship Id="rId135" Type="http://schemas.openxmlformats.org/officeDocument/2006/relationships/image" Target="../media/image1696.png"/><Relationship Id="rId13" Type="http://schemas.openxmlformats.org/officeDocument/2006/relationships/image" Target="../media/image1635.png"/><Relationship Id="rId18" Type="http://schemas.openxmlformats.org/officeDocument/2006/relationships/customXml" Target="../ink/ink1683.xml"/><Relationship Id="rId39" Type="http://schemas.openxmlformats.org/officeDocument/2006/relationships/image" Target="../media/image1648.png"/><Relationship Id="rId109" Type="http://schemas.openxmlformats.org/officeDocument/2006/relationships/image" Target="../media/image1683.png"/><Relationship Id="rId34" Type="http://schemas.openxmlformats.org/officeDocument/2006/relationships/customXml" Target="../ink/ink1691.xml"/><Relationship Id="rId50" Type="http://schemas.openxmlformats.org/officeDocument/2006/relationships/customXml" Target="../ink/ink1699.xml"/><Relationship Id="rId55" Type="http://schemas.openxmlformats.org/officeDocument/2006/relationships/image" Target="../media/image1656.png"/><Relationship Id="rId76" Type="http://schemas.openxmlformats.org/officeDocument/2006/relationships/customXml" Target="../ink/ink1712.xml"/><Relationship Id="rId97" Type="http://schemas.openxmlformats.org/officeDocument/2006/relationships/image" Target="../media/image1677.png"/><Relationship Id="rId104" Type="http://schemas.openxmlformats.org/officeDocument/2006/relationships/customXml" Target="../ink/ink1726.xml"/><Relationship Id="rId120" Type="http://schemas.openxmlformats.org/officeDocument/2006/relationships/customXml" Target="../ink/ink1734.xml"/><Relationship Id="rId125" Type="http://schemas.openxmlformats.org/officeDocument/2006/relationships/image" Target="../media/image1691.png"/><Relationship Id="rId141" Type="http://schemas.openxmlformats.org/officeDocument/2006/relationships/image" Target="../media/image1699.png"/><Relationship Id="rId146" Type="http://schemas.openxmlformats.org/officeDocument/2006/relationships/customXml" Target="../ink/ink1747.xml"/><Relationship Id="rId7" Type="http://schemas.openxmlformats.org/officeDocument/2006/relationships/image" Target="../media/image1632.png"/><Relationship Id="rId71" Type="http://schemas.openxmlformats.org/officeDocument/2006/relationships/image" Target="../media/image1664.png"/><Relationship Id="rId92" Type="http://schemas.openxmlformats.org/officeDocument/2006/relationships/customXml" Target="../ink/ink1720.xml"/><Relationship Id="rId2" Type="http://schemas.openxmlformats.org/officeDocument/2006/relationships/image" Target="../media/image1629.png"/><Relationship Id="rId29" Type="http://schemas.openxmlformats.org/officeDocument/2006/relationships/image" Target="../media/image1643.png"/><Relationship Id="rId24" Type="http://schemas.openxmlformats.org/officeDocument/2006/relationships/customXml" Target="../ink/ink1686.xml"/><Relationship Id="rId40" Type="http://schemas.openxmlformats.org/officeDocument/2006/relationships/customXml" Target="../ink/ink1694.xml"/><Relationship Id="rId45" Type="http://schemas.openxmlformats.org/officeDocument/2006/relationships/image" Target="../media/image1651.png"/><Relationship Id="rId66" Type="http://schemas.openxmlformats.org/officeDocument/2006/relationships/customXml" Target="../ink/ink1707.xml"/><Relationship Id="rId87" Type="http://schemas.openxmlformats.org/officeDocument/2006/relationships/image" Target="../media/image1672.png"/><Relationship Id="rId110" Type="http://schemas.openxmlformats.org/officeDocument/2006/relationships/customXml" Target="../ink/ink1729.xml"/><Relationship Id="rId115" Type="http://schemas.openxmlformats.org/officeDocument/2006/relationships/image" Target="../media/image1686.png"/><Relationship Id="rId131" Type="http://schemas.openxmlformats.org/officeDocument/2006/relationships/image" Target="../media/image1694.png"/><Relationship Id="rId136" Type="http://schemas.openxmlformats.org/officeDocument/2006/relationships/customXml" Target="../ink/ink1742.xml"/><Relationship Id="rId61" Type="http://schemas.openxmlformats.org/officeDocument/2006/relationships/image" Target="../media/image1659.png"/><Relationship Id="rId82" Type="http://schemas.openxmlformats.org/officeDocument/2006/relationships/customXml" Target="../ink/ink1715.xml"/><Relationship Id="rId19" Type="http://schemas.openxmlformats.org/officeDocument/2006/relationships/image" Target="../media/image1638.png"/><Relationship Id="rId14" Type="http://schemas.openxmlformats.org/officeDocument/2006/relationships/customXml" Target="../ink/ink1681.xml"/><Relationship Id="rId30" Type="http://schemas.openxmlformats.org/officeDocument/2006/relationships/customXml" Target="../ink/ink1689.xml"/><Relationship Id="rId35" Type="http://schemas.openxmlformats.org/officeDocument/2006/relationships/image" Target="../media/image1646.png"/><Relationship Id="rId56" Type="http://schemas.openxmlformats.org/officeDocument/2006/relationships/customXml" Target="../ink/ink1702.xml"/><Relationship Id="rId77" Type="http://schemas.openxmlformats.org/officeDocument/2006/relationships/image" Target="../media/image1667.png"/><Relationship Id="rId100" Type="http://schemas.openxmlformats.org/officeDocument/2006/relationships/customXml" Target="../ink/ink1724.xml"/><Relationship Id="rId105" Type="http://schemas.openxmlformats.org/officeDocument/2006/relationships/image" Target="../media/image1681.png"/><Relationship Id="rId126" Type="http://schemas.openxmlformats.org/officeDocument/2006/relationships/customXml" Target="../ink/ink1737.xml"/><Relationship Id="rId147" Type="http://schemas.openxmlformats.org/officeDocument/2006/relationships/image" Target="../media/image1702.png"/><Relationship Id="rId8" Type="http://schemas.openxmlformats.org/officeDocument/2006/relationships/customXml" Target="../ink/ink1678.xml"/><Relationship Id="rId51" Type="http://schemas.openxmlformats.org/officeDocument/2006/relationships/image" Target="../media/image1654.png"/><Relationship Id="rId72" Type="http://schemas.openxmlformats.org/officeDocument/2006/relationships/customXml" Target="../ink/ink1710.xml"/><Relationship Id="rId93" Type="http://schemas.openxmlformats.org/officeDocument/2006/relationships/image" Target="../media/image1675.png"/><Relationship Id="rId98" Type="http://schemas.openxmlformats.org/officeDocument/2006/relationships/customXml" Target="../ink/ink1723.xml"/><Relationship Id="rId121" Type="http://schemas.openxmlformats.org/officeDocument/2006/relationships/image" Target="../media/image1689.png"/><Relationship Id="rId142" Type="http://schemas.openxmlformats.org/officeDocument/2006/relationships/customXml" Target="../ink/ink1745.xml"/><Relationship Id="rId3" Type="http://schemas.openxmlformats.org/officeDocument/2006/relationships/image" Target="../media/image1630.png"/><Relationship Id="rId25" Type="http://schemas.openxmlformats.org/officeDocument/2006/relationships/image" Target="../media/image1641.png"/><Relationship Id="rId46" Type="http://schemas.openxmlformats.org/officeDocument/2006/relationships/customXml" Target="../ink/ink1697.xml"/><Relationship Id="rId67" Type="http://schemas.openxmlformats.org/officeDocument/2006/relationships/image" Target="../media/image1662.png"/><Relationship Id="rId116" Type="http://schemas.openxmlformats.org/officeDocument/2006/relationships/customXml" Target="../ink/ink1732.xml"/><Relationship Id="rId137" Type="http://schemas.openxmlformats.org/officeDocument/2006/relationships/image" Target="../media/image1697.png"/><Relationship Id="rId20" Type="http://schemas.openxmlformats.org/officeDocument/2006/relationships/customXml" Target="../ink/ink1684.xml"/><Relationship Id="rId41" Type="http://schemas.openxmlformats.org/officeDocument/2006/relationships/image" Target="../media/image1649.png"/><Relationship Id="rId62" Type="http://schemas.openxmlformats.org/officeDocument/2006/relationships/customXml" Target="../ink/ink1705.xml"/><Relationship Id="rId83" Type="http://schemas.openxmlformats.org/officeDocument/2006/relationships/image" Target="../media/image1670.png"/><Relationship Id="rId88" Type="http://schemas.openxmlformats.org/officeDocument/2006/relationships/customXml" Target="../ink/ink1718.xml"/><Relationship Id="rId111" Type="http://schemas.openxmlformats.org/officeDocument/2006/relationships/image" Target="../media/image1684.png"/><Relationship Id="rId132" Type="http://schemas.openxmlformats.org/officeDocument/2006/relationships/customXml" Target="../ink/ink1740.xml"/><Relationship Id="rId15" Type="http://schemas.openxmlformats.org/officeDocument/2006/relationships/image" Target="../media/image1636.png"/><Relationship Id="rId36" Type="http://schemas.openxmlformats.org/officeDocument/2006/relationships/customXml" Target="../ink/ink1692.xml"/><Relationship Id="rId57" Type="http://schemas.openxmlformats.org/officeDocument/2006/relationships/image" Target="../media/image1657.png"/><Relationship Id="rId106" Type="http://schemas.openxmlformats.org/officeDocument/2006/relationships/customXml" Target="../ink/ink1727.xml"/><Relationship Id="rId127" Type="http://schemas.openxmlformats.org/officeDocument/2006/relationships/image" Target="../media/image1692.png"/><Relationship Id="rId10" Type="http://schemas.openxmlformats.org/officeDocument/2006/relationships/customXml" Target="../ink/ink1679.xml"/><Relationship Id="rId31" Type="http://schemas.openxmlformats.org/officeDocument/2006/relationships/image" Target="../media/image1644.png"/><Relationship Id="rId52" Type="http://schemas.openxmlformats.org/officeDocument/2006/relationships/customXml" Target="../ink/ink1700.xml"/><Relationship Id="rId73" Type="http://schemas.openxmlformats.org/officeDocument/2006/relationships/image" Target="../media/image1665.png"/><Relationship Id="rId78" Type="http://schemas.openxmlformats.org/officeDocument/2006/relationships/customXml" Target="../ink/ink1713.xml"/><Relationship Id="rId94" Type="http://schemas.openxmlformats.org/officeDocument/2006/relationships/customXml" Target="../ink/ink1721.xml"/><Relationship Id="rId99" Type="http://schemas.openxmlformats.org/officeDocument/2006/relationships/image" Target="../media/image1678.png"/><Relationship Id="rId101" Type="http://schemas.openxmlformats.org/officeDocument/2006/relationships/image" Target="../media/image1679.png"/><Relationship Id="rId122" Type="http://schemas.openxmlformats.org/officeDocument/2006/relationships/customXml" Target="../ink/ink1735.xml"/><Relationship Id="rId143" Type="http://schemas.openxmlformats.org/officeDocument/2006/relationships/image" Target="../media/image1700.png"/><Relationship Id="rId4" Type="http://schemas.openxmlformats.org/officeDocument/2006/relationships/customXml" Target="../ink/ink1676.xml"/><Relationship Id="rId9" Type="http://schemas.openxmlformats.org/officeDocument/2006/relationships/image" Target="../media/image1633.png"/><Relationship Id="rId26" Type="http://schemas.openxmlformats.org/officeDocument/2006/relationships/customXml" Target="../ink/ink1687.xml"/><Relationship Id="rId47" Type="http://schemas.openxmlformats.org/officeDocument/2006/relationships/image" Target="../media/image1652.png"/><Relationship Id="rId68" Type="http://schemas.openxmlformats.org/officeDocument/2006/relationships/customXml" Target="../ink/ink1708.xml"/><Relationship Id="rId89" Type="http://schemas.openxmlformats.org/officeDocument/2006/relationships/image" Target="../media/image1673.png"/><Relationship Id="rId112" Type="http://schemas.openxmlformats.org/officeDocument/2006/relationships/customXml" Target="../ink/ink1730.xml"/><Relationship Id="rId133" Type="http://schemas.openxmlformats.org/officeDocument/2006/relationships/image" Target="../media/image1695.png"/><Relationship Id="rId16" Type="http://schemas.openxmlformats.org/officeDocument/2006/relationships/customXml" Target="../ink/ink1682.xml"/><Relationship Id="rId37" Type="http://schemas.openxmlformats.org/officeDocument/2006/relationships/image" Target="../media/image1647.png"/><Relationship Id="rId58" Type="http://schemas.openxmlformats.org/officeDocument/2006/relationships/customXml" Target="../ink/ink1703.xml"/><Relationship Id="rId79" Type="http://schemas.openxmlformats.org/officeDocument/2006/relationships/image" Target="../media/image1668.png"/><Relationship Id="rId102" Type="http://schemas.openxmlformats.org/officeDocument/2006/relationships/customXml" Target="../ink/ink1725.xml"/><Relationship Id="rId123" Type="http://schemas.openxmlformats.org/officeDocument/2006/relationships/image" Target="../media/image1690.png"/><Relationship Id="rId144" Type="http://schemas.openxmlformats.org/officeDocument/2006/relationships/customXml" Target="../ink/ink1746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60.png"/><Relationship Id="rId21" Type="http://schemas.openxmlformats.org/officeDocument/2006/relationships/image" Target="../media/image1712.png"/><Relationship Id="rId42" Type="http://schemas.openxmlformats.org/officeDocument/2006/relationships/customXml" Target="../ink/ink1767.xml"/><Relationship Id="rId63" Type="http://schemas.openxmlformats.org/officeDocument/2006/relationships/image" Target="../media/image1733.png"/><Relationship Id="rId84" Type="http://schemas.openxmlformats.org/officeDocument/2006/relationships/customXml" Target="../ink/ink1788.xml"/><Relationship Id="rId138" Type="http://schemas.openxmlformats.org/officeDocument/2006/relationships/customXml" Target="../ink/ink1815.xml"/><Relationship Id="rId159" Type="http://schemas.openxmlformats.org/officeDocument/2006/relationships/image" Target="../media/image1781.png"/><Relationship Id="rId170" Type="http://schemas.openxmlformats.org/officeDocument/2006/relationships/customXml" Target="../ink/ink1831.xml"/><Relationship Id="rId191" Type="http://schemas.openxmlformats.org/officeDocument/2006/relationships/image" Target="../media/image1797.png"/><Relationship Id="rId107" Type="http://schemas.openxmlformats.org/officeDocument/2006/relationships/image" Target="../media/image1755.png"/><Relationship Id="rId11" Type="http://schemas.openxmlformats.org/officeDocument/2006/relationships/image" Target="../media/image1707.png"/><Relationship Id="rId32" Type="http://schemas.openxmlformats.org/officeDocument/2006/relationships/customXml" Target="../ink/ink1762.xml"/><Relationship Id="rId53" Type="http://schemas.openxmlformats.org/officeDocument/2006/relationships/image" Target="../media/image1728.png"/><Relationship Id="rId74" Type="http://schemas.openxmlformats.org/officeDocument/2006/relationships/customXml" Target="../ink/ink1783.xml"/><Relationship Id="rId128" Type="http://schemas.openxmlformats.org/officeDocument/2006/relationships/customXml" Target="../ink/ink1810.xml"/><Relationship Id="rId149" Type="http://schemas.openxmlformats.org/officeDocument/2006/relationships/image" Target="../media/image1776.png"/><Relationship Id="rId5" Type="http://schemas.openxmlformats.org/officeDocument/2006/relationships/image" Target="../media/image1704.png"/><Relationship Id="rId95" Type="http://schemas.openxmlformats.org/officeDocument/2006/relationships/image" Target="../media/image1749.png"/><Relationship Id="rId160" Type="http://schemas.openxmlformats.org/officeDocument/2006/relationships/customXml" Target="../ink/ink1826.xml"/><Relationship Id="rId181" Type="http://schemas.openxmlformats.org/officeDocument/2006/relationships/image" Target="../media/image1792.png"/><Relationship Id="rId22" Type="http://schemas.openxmlformats.org/officeDocument/2006/relationships/customXml" Target="../ink/ink1757.xml"/><Relationship Id="rId43" Type="http://schemas.openxmlformats.org/officeDocument/2006/relationships/image" Target="../media/image1723.png"/><Relationship Id="rId64" Type="http://schemas.openxmlformats.org/officeDocument/2006/relationships/customXml" Target="../ink/ink1778.xml"/><Relationship Id="rId118" Type="http://schemas.openxmlformats.org/officeDocument/2006/relationships/customXml" Target="../ink/ink1805.xml"/><Relationship Id="rId139" Type="http://schemas.openxmlformats.org/officeDocument/2006/relationships/image" Target="../media/image1771.png"/><Relationship Id="rId85" Type="http://schemas.openxmlformats.org/officeDocument/2006/relationships/image" Target="../media/image1744.png"/><Relationship Id="rId150" Type="http://schemas.openxmlformats.org/officeDocument/2006/relationships/customXml" Target="../ink/ink1821.xml"/><Relationship Id="rId171" Type="http://schemas.openxmlformats.org/officeDocument/2006/relationships/image" Target="../media/image1787.png"/><Relationship Id="rId192" Type="http://schemas.openxmlformats.org/officeDocument/2006/relationships/customXml" Target="../ink/ink1842.xml"/><Relationship Id="rId12" Type="http://schemas.openxmlformats.org/officeDocument/2006/relationships/customXml" Target="../ink/ink1752.xml"/><Relationship Id="rId33" Type="http://schemas.openxmlformats.org/officeDocument/2006/relationships/image" Target="../media/image1718.png"/><Relationship Id="rId108" Type="http://schemas.openxmlformats.org/officeDocument/2006/relationships/customXml" Target="../ink/ink1800.xml"/><Relationship Id="rId129" Type="http://schemas.openxmlformats.org/officeDocument/2006/relationships/image" Target="../media/image1766.png"/><Relationship Id="rId54" Type="http://schemas.openxmlformats.org/officeDocument/2006/relationships/customXml" Target="../ink/ink1773.xml"/><Relationship Id="rId75" Type="http://schemas.openxmlformats.org/officeDocument/2006/relationships/image" Target="../media/image1739.png"/><Relationship Id="rId96" Type="http://schemas.openxmlformats.org/officeDocument/2006/relationships/customXml" Target="../ink/ink1794.xml"/><Relationship Id="rId140" Type="http://schemas.openxmlformats.org/officeDocument/2006/relationships/customXml" Target="../ink/ink1816.xml"/><Relationship Id="rId161" Type="http://schemas.openxmlformats.org/officeDocument/2006/relationships/image" Target="../media/image1782.png"/><Relationship Id="rId182" Type="http://schemas.openxmlformats.org/officeDocument/2006/relationships/customXml" Target="../ink/ink1837.xml"/><Relationship Id="rId6" Type="http://schemas.openxmlformats.org/officeDocument/2006/relationships/customXml" Target="../ink/ink1749.xml"/><Relationship Id="rId23" Type="http://schemas.openxmlformats.org/officeDocument/2006/relationships/image" Target="../media/image1713.png"/><Relationship Id="rId119" Type="http://schemas.openxmlformats.org/officeDocument/2006/relationships/image" Target="../media/image1761.png"/><Relationship Id="rId44" Type="http://schemas.openxmlformats.org/officeDocument/2006/relationships/customXml" Target="../ink/ink1768.xml"/><Relationship Id="rId65" Type="http://schemas.openxmlformats.org/officeDocument/2006/relationships/image" Target="../media/image1734.png"/><Relationship Id="rId86" Type="http://schemas.openxmlformats.org/officeDocument/2006/relationships/customXml" Target="../ink/ink1789.xml"/><Relationship Id="rId130" Type="http://schemas.openxmlformats.org/officeDocument/2006/relationships/customXml" Target="../ink/ink1811.xml"/><Relationship Id="rId151" Type="http://schemas.openxmlformats.org/officeDocument/2006/relationships/image" Target="../media/image1777.png"/><Relationship Id="rId172" Type="http://schemas.openxmlformats.org/officeDocument/2006/relationships/customXml" Target="../ink/ink1832.xml"/><Relationship Id="rId193" Type="http://schemas.openxmlformats.org/officeDocument/2006/relationships/image" Target="../media/image1798.png"/><Relationship Id="rId13" Type="http://schemas.openxmlformats.org/officeDocument/2006/relationships/image" Target="../media/image1708.png"/><Relationship Id="rId109" Type="http://schemas.openxmlformats.org/officeDocument/2006/relationships/image" Target="../media/image1756.png"/><Relationship Id="rId34" Type="http://schemas.openxmlformats.org/officeDocument/2006/relationships/customXml" Target="../ink/ink1763.xml"/><Relationship Id="rId55" Type="http://schemas.openxmlformats.org/officeDocument/2006/relationships/image" Target="../media/image1729.png"/><Relationship Id="rId76" Type="http://schemas.openxmlformats.org/officeDocument/2006/relationships/customXml" Target="../ink/ink1784.xml"/><Relationship Id="rId97" Type="http://schemas.openxmlformats.org/officeDocument/2006/relationships/image" Target="../media/image1750.png"/><Relationship Id="rId120" Type="http://schemas.openxmlformats.org/officeDocument/2006/relationships/customXml" Target="../ink/ink1806.xml"/><Relationship Id="rId141" Type="http://schemas.openxmlformats.org/officeDocument/2006/relationships/image" Target="../media/image1772.png"/><Relationship Id="rId7" Type="http://schemas.openxmlformats.org/officeDocument/2006/relationships/image" Target="../media/image1705.png"/><Relationship Id="rId162" Type="http://schemas.openxmlformats.org/officeDocument/2006/relationships/customXml" Target="../ink/ink1827.xml"/><Relationship Id="rId183" Type="http://schemas.openxmlformats.org/officeDocument/2006/relationships/image" Target="../media/image1793.png"/><Relationship Id="rId2" Type="http://schemas.openxmlformats.org/officeDocument/2006/relationships/image" Target="../media/image1703.png"/><Relationship Id="rId29" Type="http://schemas.openxmlformats.org/officeDocument/2006/relationships/image" Target="../media/image1716.png"/><Relationship Id="rId24" Type="http://schemas.openxmlformats.org/officeDocument/2006/relationships/customXml" Target="../ink/ink1758.xml"/><Relationship Id="rId40" Type="http://schemas.openxmlformats.org/officeDocument/2006/relationships/customXml" Target="../ink/ink1766.xml"/><Relationship Id="rId45" Type="http://schemas.openxmlformats.org/officeDocument/2006/relationships/image" Target="../media/image1724.png"/><Relationship Id="rId66" Type="http://schemas.openxmlformats.org/officeDocument/2006/relationships/customXml" Target="../ink/ink1779.xml"/><Relationship Id="rId87" Type="http://schemas.openxmlformats.org/officeDocument/2006/relationships/image" Target="../media/image1745.png"/><Relationship Id="rId110" Type="http://schemas.openxmlformats.org/officeDocument/2006/relationships/customXml" Target="../ink/ink1801.xml"/><Relationship Id="rId115" Type="http://schemas.openxmlformats.org/officeDocument/2006/relationships/image" Target="../media/image1759.png"/><Relationship Id="rId131" Type="http://schemas.openxmlformats.org/officeDocument/2006/relationships/image" Target="../media/image1767.png"/><Relationship Id="rId136" Type="http://schemas.openxmlformats.org/officeDocument/2006/relationships/customXml" Target="../ink/ink1814.xml"/><Relationship Id="rId157" Type="http://schemas.openxmlformats.org/officeDocument/2006/relationships/image" Target="../media/image1780.png"/><Relationship Id="rId178" Type="http://schemas.openxmlformats.org/officeDocument/2006/relationships/customXml" Target="../ink/ink1835.xml"/><Relationship Id="rId61" Type="http://schemas.openxmlformats.org/officeDocument/2006/relationships/image" Target="../media/image1732.png"/><Relationship Id="rId82" Type="http://schemas.openxmlformats.org/officeDocument/2006/relationships/customXml" Target="../ink/ink1787.xml"/><Relationship Id="rId152" Type="http://schemas.openxmlformats.org/officeDocument/2006/relationships/customXml" Target="../ink/ink1822.xml"/><Relationship Id="rId173" Type="http://schemas.openxmlformats.org/officeDocument/2006/relationships/image" Target="../media/image1788.png"/><Relationship Id="rId194" Type="http://schemas.openxmlformats.org/officeDocument/2006/relationships/customXml" Target="../ink/ink1843.xml"/><Relationship Id="rId199" Type="http://schemas.openxmlformats.org/officeDocument/2006/relationships/image" Target="../media/image1801.png"/><Relationship Id="rId203" Type="http://schemas.openxmlformats.org/officeDocument/2006/relationships/image" Target="../media/image1803.png"/><Relationship Id="rId19" Type="http://schemas.openxmlformats.org/officeDocument/2006/relationships/image" Target="../media/image1711.png"/><Relationship Id="rId14" Type="http://schemas.openxmlformats.org/officeDocument/2006/relationships/customXml" Target="../ink/ink1753.xml"/><Relationship Id="rId30" Type="http://schemas.openxmlformats.org/officeDocument/2006/relationships/customXml" Target="../ink/ink1761.xml"/><Relationship Id="rId35" Type="http://schemas.openxmlformats.org/officeDocument/2006/relationships/image" Target="../media/image1719.png"/><Relationship Id="rId56" Type="http://schemas.openxmlformats.org/officeDocument/2006/relationships/customXml" Target="../ink/ink1774.xml"/><Relationship Id="rId77" Type="http://schemas.openxmlformats.org/officeDocument/2006/relationships/image" Target="../media/image1740.png"/><Relationship Id="rId100" Type="http://schemas.openxmlformats.org/officeDocument/2006/relationships/customXml" Target="../ink/ink1796.xml"/><Relationship Id="rId105" Type="http://schemas.openxmlformats.org/officeDocument/2006/relationships/image" Target="../media/image1754.png"/><Relationship Id="rId126" Type="http://schemas.openxmlformats.org/officeDocument/2006/relationships/customXml" Target="../ink/ink1809.xml"/><Relationship Id="rId147" Type="http://schemas.openxmlformats.org/officeDocument/2006/relationships/image" Target="../media/image1775.png"/><Relationship Id="rId168" Type="http://schemas.openxmlformats.org/officeDocument/2006/relationships/customXml" Target="../ink/ink1830.xml"/><Relationship Id="rId8" Type="http://schemas.openxmlformats.org/officeDocument/2006/relationships/customXml" Target="../ink/ink1750.xml"/><Relationship Id="rId51" Type="http://schemas.openxmlformats.org/officeDocument/2006/relationships/image" Target="../media/image1727.png"/><Relationship Id="rId72" Type="http://schemas.openxmlformats.org/officeDocument/2006/relationships/customXml" Target="../ink/ink1782.xml"/><Relationship Id="rId93" Type="http://schemas.openxmlformats.org/officeDocument/2006/relationships/image" Target="../media/image1748.png"/><Relationship Id="rId98" Type="http://schemas.openxmlformats.org/officeDocument/2006/relationships/customXml" Target="../ink/ink1795.xml"/><Relationship Id="rId121" Type="http://schemas.openxmlformats.org/officeDocument/2006/relationships/image" Target="../media/image1762.png"/><Relationship Id="rId142" Type="http://schemas.openxmlformats.org/officeDocument/2006/relationships/customXml" Target="../ink/ink1817.xml"/><Relationship Id="rId163" Type="http://schemas.openxmlformats.org/officeDocument/2006/relationships/image" Target="../media/image1783.png"/><Relationship Id="rId184" Type="http://schemas.openxmlformats.org/officeDocument/2006/relationships/customXml" Target="../ink/ink1838.xml"/><Relationship Id="rId189" Type="http://schemas.openxmlformats.org/officeDocument/2006/relationships/image" Target="../media/image1796.png"/><Relationship Id="rId3" Type="http://schemas.openxmlformats.org/officeDocument/2006/relationships/image" Target="../media/image1629.png"/><Relationship Id="rId25" Type="http://schemas.openxmlformats.org/officeDocument/2006/relationships/image" Target="../media/image1714.png"/><Relationship Id="rId46" Type="http://schemas.openxmlformats.org/officeDocument/2006/relationships/customXml" Target="../ink/ink1769.xml"/><Relationship Id="rId67" Type="http://schemas.openxmlformats.org/officeDocument/2006/relationships/image" Target="../media/image1735.png"/><Relationship Id="rId116" Type="http://schemas.openxmlformats.org/officeDocument/2006/relationships/customXml" Target="../ink/ink1804.xml"/><Relationship Id="rId137" Type="http://schemas.openxmlformats.org/officeDocument/2006/relationships/image" Target="../media/image1770.png"/><Relationship Id="rId158" Type="http://schemas.openxmlformats.org/officeDocument/2006/relationships/customXml" Target="../ink/ink1825.xml"/><Relationship Id="rId20" Type="http://schemas.openxmlformats.org/officeDocument/2006/relationships/customXml" Target="../ink/ink1756.xml"/><Relationship Id="rId41" Type="http://schemas.openxmlformats.org/officeDocument/2006/relationships/image" Target="../media/image1722.png"/><Relationship Id="rId62" Type="http://schemas.openxmlformats.org/officeDocument/2006/relationships/customXml" Target="../ink/ink1777.xml"/><Relationship Id="rId83" Type="http://schemas.openxmlformats.org/officeDocument/2006/relationships/image" Target="../media/image1743.png"/><Relationship Id="rId88" Type="http://schemas.openxmlformats.org/officeDocument/2006/relationships/customXml" Target="../ink/ink1790.xml"/><Relationship Id="rId111" Type="http://schemas.openxmlformats.org/officeDocument/2006/relationships/image" Target="../media/image1757.png"/><Relationship Id="rId132" Type="http://schemas.openxmlformats.org/officeDocument/2006/relationships/customXml" Target="../ink/ink1812.xml"/><Relationship Id="rId153" Type="http://schemas.openxmlformats.org/officeDocument/2006/relationships/image" Target="../media/image1778.png"/><Relationship Id="rId174" Type="http://schemas.openxmlformats.org/officeDocument/2006/relationships/customXml" Target="../ink/ink1833.xml"/><Relationship Id="rId179" Type="http://schemas.openxmlformats.org/officeDocument/2006/relationships/image" Target="../media/image1791.png"/><Relationship Id="rId195" Type="http://schemas.openxmlformats.org/officeDocument/2006/relationships/image" Target="../media/image1799.png"/><Relationship Id="rId190" Type="http://schemas.openxmlformats.org/officeDocument/2006/relationships/customXml" Target="../ink/ink1841.xml"/><Relationship Id="rId15" Type="http://schemas.openxmlformats.org/officeDocument/2006/relationships/image" Target="../media/image1709.png"/><Relationship Id="rId36" Type="http://schemas.openxmlformats.org/officeDocument/2006/relationships/customXml" Target="../ink/ink1764.xml"/><Relationship Id="rId57" Type="http://schemas.openxmlformats.org/officeDocument/2006/relationships/image" Target="../media/image1730.png"/><Relationship Id="rId106" Type="http://schemas.openxmlformats.org/officeDocument/2006/relationships/customXml" Target="../ink/ink1799.xml"/><Relationship Id="rId127" Type="http://schemas.openxmlformats.org/officeDocument/2006/relationships/image" Target="../media/image1765.png"/><Relationship Id="rId10" Type="http://schemas.openxmlformats.org/officeDocument/2006/relationships/customXml" Target="../ink/ink1751.xml"/><Relationship Id="rId31" Type="http://schemas.openxmlformats.org/officeDocument/2006/relationships/image" Target="../media/image1717.png"/><Relationship Id="rId52" Type="http://schemas.openxmlformats.org/officeDocument/2006/relationships/customXml" Target="../ink/ink1772.xml"/><Relationship Id="rId73" Type="http://schemas.openxmlformats.org/officeDocument/2006/relationships/image" Target="../media/image1738.png"/><Relationship Id="rId78" Type="http://schemas.openxmlformats.org/officeDocument/2006/relationships/customXml" Target="../ink/ink1785.xml"/><Relationship Id="rId94" Type="http://schemas.openxmlformats.org/officeDocument/2006/relationships/customXml" Target="../ink/ink1793.xml"/><Relationship Id="rId99" Type="http://schemas.openxmlformats.org/officeDocument/2006/relationships/image" Target="../media/image1751.png"/><Relationship Id="rId101" Type="http://schemas.openxmlformats.org/officeDocument/2006/relationships/image" Target="../media/image1752.png"/><Relationship Id="rId122" Type="http://schemas.openxmlformats.org/officeDocument/2006/relationships/customXml" Target="../ink/ink1807.xml"/><Relationship Id="rId143" Type="http://schemas.openxmlformats.org/officeDocument/2006/relationships/image" Target="../media/image1773.png"/><Relationship Id="rId148" Type="http://schemas.openxmlformats.org/officeDocument/2006/relationships/customXml" Target="../ink/ink1820.xml"/><Relationship Id="rId164" Type="http://schemas.openxmlformats.org/officeDocument/2006/relationships/customXml" Target="../ink/ink1828.xml"/><Relationship Id="rId169" Type="http://schemas.openxmlformats.org/officeDocument/2006/relationships/image" Target="../media/image1786.png"/><Relationship Id="rId185" Type="http://schemas.openxmlformats.org/officeDocument/2006/relationships/image" Target="../media/image1794.png"/><Relationship Id="rId4" Type="http://schemas.openxmlformats.org/officeDocument/2006/relationships/customXml" Target="../ink/ink1748.xml"/><Relationship Id="rId9" Type="http://schemas.openxmlformats.org/officeDocument/2006/relationships/image" Target="../media/image1706.png"/><Relationship Id="rId180" Type="http://schemas.openxmlformats.org/officeDocument/2006/relationships/customXml" Target="../ink/ink1836.xml"/><Relationship Id="rId26" Type="http://schemas.openxmlformats.org/officeDocument/2006/relationships/customXml" Target="../ink/ink1759.xml"/><Relationship Id="rId47" Type="http://schemas.openxmlformats.org/officeDocument/2006/relationships/image" Target="../media/image1725.png"/><Relationship Id="rId68" Type="http://schemas.openxmlformats.org/officeDocument/2006/relationships/customXml" Target="../ink/ink1780.xml"/><Relationship Id="rId89" Type="http://schemas.openxmlformats.org/officeDocument/2006/relationships/image" Target="../media/image1746.png"/><Relationship Id="rId112" Type="http://schemas.openxmlformats.org/officeDocument/2006/relationships/customXml" Target="../ink/ink1802.xml"/><Relationship Id="rId133" Type="http://schemas.openxmlformats.org/officeDocument/2006/relationships/image" Target="../media/image1768.png"/><Relationship Id="rId154" Type="http://schemas.openxmlformats.org/officeDocument/2006/relationships/customXml" Target="../ink/ink1823.xml"/><Relationship Id="rId175" Type="http://schemas.openxmlformats.org/officeDocument/2006/relationships/image" Target="../media/image1789.png"/><Relationship Id="rId196" Type="http://schemas.openxmlformats.org/officeDocument/2006/relationships/customXml" Target="../ink/ink1844.xml"/><Relationship Id="rId200" Type="http://schemas.openxmlformats.org/officeDocument/2006/relationships/customXml" Target="../ink/ink1846.xml"/><Relationship Id="rId16" Type="http://schemas.openxmlformats.org/officeDocument/2006/relationships/customXml" Target="../ink/ink1754.xml"/><Relationship Id="rId37" Type="http://schemas.openxmlformats.org/officeDocument/2006/relationships/image" Target="../media/image1720.png"/><Relationship Id="rId58" Type="http://schemas.openxmlformats.org/officeDocument/2006/relationships/customXml" Target="../ink/ink1775.xml"/><Relationship Id="rId79" Type="http://schemas.openxmlformats.org/officeDocument/2006/relationships/image" Target="../media/image1741.png"/><Relationship Id="rId102" Type="http://schemas.openxmlformats.org/officeDocument/2006/relationships/customXml" Target="../ink/ink1797.xml"/><Relationship Id="rId123" Type="http://schemas.openxmlformats.org/officeDocument/2006/relationships/image" Target="../media/image1763.png"/><Relationship Id="rId144" Type="http://schemas.openxmlformats.org/officeDocument/2006/relationships/customXml" Target="../ink/ink1818.xml"/><Relationship Id="rId90" Type="http://schemas.openxmlformats.org/officeDocument/2006/relationships/customXml" Target="../ink/ink1791.xml"/><Relationship Id="rId165" Type="http://schemas.openxmlformats.org/officeDocument/2006/relationships/image" Target="../media/image1784.png"/><Relationship Id="rId186" Type="http://schemas.openxmlformats.org/officeDocument/2006/relationships/customXml" Target="../ink/ink1839.xml"/><Relationship Id="rId27" Type="http://schemas.openxmlformats.org/officeDocument/2006/relationships/image" Target="../media/image1715.png"/><Relationship Id="rId48" Type="http://schemas.openxmlformats.org/officeDocument/2006/relationships/customXml" Target="../ink/ink1770.xml"/><Relationship Id="rId69" Type="http://schemas.openxmlformats.org/officeDocument/2006/relationships/image" Target="../media/image1736.png"/><Relationship Id="rId113" Type="http://schemas.openxmlformats.org/officeDocument/2006/relationships/image" Target="../media/image1758.png"/><Relationship Id="rId134" Type="http://schemas.openxmlformats.org/officeDocument/2006/relationships/customXml" Target="../ink/ink1813.xml"/><Relationship Id="rId80" Type="http://schemas.openxmlformats.org/officeDocument/2006/relationships/customXml" Target="../ink/ink1786.xml"/><Relationship Id="rId155" Type="http://schemas.openxmlformats.org/officeDocument/2006/relationships/image" Target="../media/image1779.png"/><Relationship Id="rId176" Type="http://schemas.openxmlformats.org/officeDocument/2006/relationships/customXml" Target="../ink/ink1834.xml"/><Relationship Id="rId197" Type="http://schemas.openxmlformats.org/officeDocument/2006/relationships/image" Target="../media/image1800.png"/><Relationship Id="rId201" Type="http://schemas.openxmlformats.org/officeDocument/2006/relationships/image" Target="../media/image1802.png"/><Relationship Id="rId17" Type="http://schemas.openxmlformats.org/officeDocument/2006/relationships/image" Target="../media/image1710.png"/><Relationship Id="rId38" Type="http://schemas.openxmlformats.org/officeDocument/2006/relationships/customXml" Target="../ink/ink1765.xml"/><Relationship Id="rId59" Type="http://schemas.openxmlformats.org/officeDocument/2006/relationships/image" Target="../media/image1731.png"/><Relationship Id="rId103" Type="http://schemas.openxmlformats.org/officeDocument/2006/relationships/image" Target="../media/image1753.png"/><Relationship Id="rId124" Type="http://schemas.openxmlformats.org/officeDocument/2006/relationships/customXml" Target="../ink/ink1808.xml"/><Relationship Id="rId70" Type="http://schemas.openxmlformats.org/officeDocument/2006/relationships/customXml" Target="../ink/ink1781.xml"/><Relationship Id="rId91" Type="http://schemas.openxmlformats.org/officeDocument/2006/relationships/image" Target="../media/image1747.png"/><Relationship Id="rId145" Type="http://schemas.openxmlformats.org/officeDocument/2006/relationships/image" Target="../media/image1774.png"/><Relationship Id="rId166" Type="http://schemas.openxmlformats.org/officeDocument/2006/relationships/customXml" Target="../ink/ink1829.xml"/><Relationship Id="rId187" Type="http://schemas.openxmlformats.org/officeDocument/2006/relationships/image" Target="../media/image179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760.xml"/><Relationship Id="rId49" Type="http://schemas.openxmlformats.org/officeDocument/2006/relationships/image" Target="../media/image1726.png"/><Relationship Id="rId114" Type="http://schemas.openxmlformats.org/officeDocument/2006/relationships/customXml" Target="../ink/ink1803.xml"/><Relationship Id="rId60" Type="http://schemas.openxmlformats.org/officeDocument/2006/relationships/customXml" Target="../ink/ink1776.xml"/><Relationship Id="rId81" Type="http://schemas.openxmlformats.org/officeDocument/2006/relationships/image" Target="../media/image1742.png"/><Relationship Id="rId135" Type="http://schemas.openxmlformats.org/officeDocument/2006/relationships/image" Target="../media/image1769.png"/><Relationship Id="rId156" Type="http://schemas.openxmlformats.org/officeDocument/2006/relationships/customXml" Target="../ink/ink1824.xml"/><Relationship Id="rId177" Type="http://schemas.openxmlformats.org/officeDocument/2006/relationships/image" Target="../media/image1790.png"/><Relationship Id="rId198" Type="http://schemas.openxmlformats.org/officeDocument/2006/relationships/customXml" Target="../ink/ink1845.xml"/><Relationship Id="rId202" Type="http://schemas.openxmlformats.org/officeDocument/2006/relationships/customXml" Target="../ink/ink1847.xml"/><Relationship Id="rId18" Type="http://schemas.openxmlformats.org/officeDocument/2006/relationships/customXml" Target="../ink/ink1755.xml"/><Relationship Id="rId39" Type="http://schemas.openxmlformats.org/officeDocument/2006/relationships/image" Target="../media/image1721.png"/><Relationship Id="rId50" Type="http://schemas.openxmlformats.org/officeDocument/2006/relationships/customXml" Target="../ink/ink1771.xml"/><Relationship Id="rId104" Type="http://schemas.openxmlformats.org/officeDocument/2006/relationships/customXml" Target="../ink/ink1798.xml"/><Relationship Id="rId125" Type="http://schemas.openxmlformats.org/officeDocument/2006/relationships/image" Target="../media/image1764.png"/><Relationship Id="rId146" Type="http://schemas.openxmlformats.org/officeDocument/2006/relationships/customXml" Target="../ink/ink1819.xml"/><Relationship Id="rId167" Type="http://schemas.openxmlformats.org/officeDocument/2006/relationships/image" Target="../media/image1785.png"/><Relationship Id="rId188" Type="http://schemas.openxmlformats.org/officeDocument/2006/relationships/customXml" Target="../ink/ink1840.xml"/><Relationship Id="rId71" Type="http://schemas.openxmlformats.org/officeDocument/2006/relationships/image" Target="../media/image1737.png"/><Relationship Id="rId92" Type="http://schemas.openxmlformats.org/officeDocument/2006/relationships/customXml" Target="../ink/ink179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9.png"/><Relationship Id="rId18" Type="http://schemas.openxmlformats.org/officeDocument/2006/relationships/customXml" Target="../ink/ink1855.xml"/><Relationship Id="rId26" Type="http://schemas.openxmlformats.org/officeDocument/2006/relationships/customXml" Target="../ink/ink1859.xml"/><Relationship Id="rId39" Type="http://schemas.openxmlformats.org/officeDocument/2006/relationships/image" Target="../media/image1822.png"/><Relationship Id="rId21" Type="http://schemas.openxmlformats.org/officeDocument/2006/relationships/image" Target="../media/image1813.png"/><Relationship Id="rId34" Type="http://schemas.openxmlformats.org/officeDocument/2006/relationships/customXml" Target="../ink/ink1863.xml"/><Relationship Id="rId42" Type="http://schemas.openxmlformats.org/officeDocument/2006/relationships/customXml" Target="../ink/ink1867.xml"/><Relationship Id="rId47" Type="http://schemas.openxmlformats.org/officeDocument/2006/relationships/image" Target="../media/image1826.png"/><Relationship Id="rId50" Type="http://schemas.openxmlformats.org/officeDocument/2006/relationships/customXml" Target="../ink/ink1871.xml"/><Relationship Id="rId7" Type="http://schemas.openxmlformats.org/officeDocument/2006/relationships/image" Target="../media/image1806.png"/><Relationship Id="rId2" Type="http://schemas.openxmlformats.org/officeDocument/2006/relationships/image" Target="../media/image1804.png"/><Relationship Id="rId16" Type="http://schemas.openxmlformats.org/officeDocument/2006/relationships/customXml" Target="../ink/ink1854.xml"/><Relationship Id="rId29" Type="http://schemas.openxmlformats.org/officeDocument/2006/relationships/image" Target="../media/image1817.png"/><Relationship Id="rId11" Type="http://schemas.openxmlformats.org/officeDocument/2006/relationships/image" Target="../media/image1808.png"/><Relationship Id="rId24" Type="http://schemas.openxmlformats.org/officeDocument/2006/relationships/customXml" Target="../ink/ink1858.xml"/><Relationship Id="rId32" Type="http://schemas.openxmlformats.org/officeDocument/2006/relationships/customXml" Target="../ink/ink1862.xml"/><Relationship Id="rId37" Type="http://schemas.openxmlformats.org/officeDocument/2006/relationships/image" Target="../media/image1821.png"/><Relationship Id="rId40" Type="http://schemas.openxmlformats.org/officeDocument/2006/relationships/customXml" Target="../ink/ink1866.xml"/><Relationship Id="rId45" Type="http://schemas.openxmlformats.org/officeDocument/2006/relationships/image" Target="../media/image1825.png"/><Relationship Id="rId53" Type="http://schemas.openxmlformats.org/officeDocument/2006/relationships/image" Target="../media/image1829.png"/><Relationship Id="rId5" Type="http://schemas.openxmlformats.org/officeDocument/2006/relationships/image" Target="../media/image1805.png"/><Relationship Id="rId10" Type="http://schemas.openxmlformats.org/officeDocument/2006/relationships/customXml" Target="../ink/ink1851.xml"/><Relationship Id="rId19" Type="http://schemas.openxmlformats.org/officeDocument/2006/relationships/image" Target="../media/image1812.png"/><Relationship Id="rId31" Type="http://schemas.openxmlformats.org/officeDocument/2006/relationships/image" Target="../media/image1818.png"/><Relationship Id="rId44" Type="http://schemas.openxmlformats.org/officeDocument/2006/relationships/customXml" Target="../ink/ink1868.xml"/><Relationship Id="rId52" Type="http://schemas.openxmlformats.org/officeDocument/2006/relationships/customXml" Target="../ink/ink1872.xml"/><Relationship Id="rId4" Type="http://schemas.openxmlformats.org/officeDocument/2006/relationships/customXml" Target="../ink/ink1848.xml"/><Relationship Id="rId9" Type="http://schemas.openxmlformats.org/officeDocument/2006/relationships/image" Target="../media/image1807.png"/><Relationship Id="rId14" Type="http://schemas.openxmlformats.org/officeDocument/2006/relationships/customXml" Target="../ink/ink1853.xml"/><Relationship Id="rId22" Type="http://schemas.openxmlformats.org/officeDocument/2006/relationships/customXml" Target="../ink/ink1857.xml"/><Relationship Id="rId27" Type="http://schemas.openxmlformats.org/officeDocument/2006/relationships/image" Target="../media/image1816.png"/><Relationship Id="rId30" Type="http://schemas.openxmlformats.org/officeDocument/2006/relationships/customXml" Target="../ink/ink1861.xml"/><Relationship Id="rId35" Type="http://schemas.openxmlformats.org/officeDocument/2006/relationships/image" Target="../media/image1820.png"/><Relationship Id="rId43" Type="http://schemas.openxmlformats.org/officeDocument/2006/relationships/image" Target="../media/image1824.png"/><Relationship Id="rId48" Type="http://schemas.openxmlformats.org/officeDocument/2006/relationships/customXml" Target="../ink/ink1870.xml"/><Relationship Id="rId8" Type="http://schemas.openxmlformats.org/officeDocument/2006/relationships/customXml" Target="../ink/ink1850.xml"/><Relationship Id="rId51" Type="http://schemas.openxmlformats.org/officeDocument/2006/relationships/image" Target="../media/image1828.png"/><Relationship Id="rId3" Type="http://schemas.openxmlformats.org/officeDocument/2006/relationships/image" Target="../media/image9100.png"/><Relationship Id="rId12" Type="http://schemas.openxmlformats.org/officeDocument/2006/relationships/customXml" Target="../ink/ink1852.xml"/><Relationship Id="rId17" Type="http://schemas.openxmlformats.org/officeDocument/2006/relationships/image" Target="../media/image1811.png"/><Relationship Id="rId25" Type="http://schemas.openxmlformats.org/officeDocument/2006/relationships/image" Target="../media/image1815.png"/><Relationship Id="rId33" Type="http://schemas.openxmlformats.org/officeDocument/2006/relationships/image" Target="../media/image1819.png"/><Relationship Id="rId38" Type="http://schemas.openxmlformats.org/officeDocument/2006/relationships/customXml" Target="../ink/ink1865.xml"/><Relationship Id="rId46" Type="http://schemas.openxmlformats.org/officeDocument/2006/relationships/customXml" Target="../ink/ink1869.xml"/><Relationship Id="rId20" Type="http://schemas.openxmlformats.org/officeDocument/2006/relationships/customXml" Target="../ink/ink1856.xml"/><Relationship Id="rId41" Type="http://schemas.openxmlformats.org/officeDocument/2006/relationships/image" Target="../media/image182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49.xml"/><Relationship Id="rId15" Type="http://schemas.openxmlformats.org/officeDocument/2006/relationships/image" Target="../media/image1810.png"/><Relationship Id="rId23" Type="http://schemas.openxmlformats.org/officeDocument/2006/relationships/image" Target="../media/image1814.png"/><Relationship Id="rId28" Type="http://schemas.openxmlformats.org/officeDocument/2006/relationships/customXml" Target="../ink/ink1860.xml"/><Relationship Id="rId36" Type="http://schemas.openxmlformats.org/officeDocument/2006/relationships/customXml" Target="../ink/ink1864.xml"/><Relationship Id="rId49" Type="http://schemas.openxmlformats.org/officeDocument/2006/relationships/image" Target="../media/image182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78.xml"/><Relationship Id="rId18" Type="http://schemas.openxmlformats.org/officeDocument/2006/relationships/image" Target="../media/image1838.png"/><Relationship Id="rId26" Type="http://schemas.openxmlformats.org/officeDocument/2006/relationships/image" Target="../media/image1842.png"/><Relationship Id="rId39" Type="http://schemas.openxmlformats.org/officeDocument/2006/relationships/customXml" Target="../ink/ink1891.xml"/><Relationship Id="rId21" Type="http://schemas.openxmlformats.org/officeDocument/2006/relationships/customXml" Target="../ink/ink1882.xml"/><Relationship Id="rId34" Type="http://schemas.openxmlformats.org/officeDocument/2006/relationships/image" Target="../media/image1846.png"/><Relationship Id="rId42" Type="http://schemas.openxmlformats.org/officeDocument/2006/relationships/image" Target="../media/image1850.png"/><Relationship Id="rId47" Type="http://schemas.openxmlformats.org/officeDocument/2006/relationships/customXml" Target="../ink/ink1895.xml"/><Relationship Id="rId50" Type="http://schemas.openxmlformats.org/officeDocument/2006/relationships/image" Target="../media/image1854.png"/><Relationship Id="rId7" Type="http://schemas.openxmlformats.org/officeDocument/2006/relationships/customXml" Target="../ink/ink1875.xml"/><Relationship Id="rId2" Type="http://schemas.openxmlformats.org/officeDocument/2006/relationships/image" Target="../media/image1830.png"/><Relationship Id="rId16" Type="http://schemas.openxmlformats.org/officeDocument/2006/relationships/image" Target="../media/image1837.png"/><Relationship Id="rId29" Type="http://schemas.openxmlformats.org/officeDocument/2006/relationships/customXml" Target="../ink/ink1886.xml"/><Relationship Id="rId11" Type="http://schemas.openxmlformats.org/officeDocument/2006/relationships/customXml" Target="../ink/ink1877.xml"/><Relationship Id="rId24" Type="http://schemas.openxmlformats.org/officeDocument/2006/relationships/image" Target="../media/image1841.png"/><Relationship Id="rId32" Type="http://schemas.openxmlformats.org/officeDocument/2006/relationships/image" Target="../media/image1845.png"/><Relationship Id="rId37" Type="http://schemas.openxmlformats.org/officeDocument/2006/relationships/customXml" Target="../ink/ink1890.xml"/><Relationship Id="rId40" Type="http://schemas.openxmlformats.org/officeDocument/2006/relationships/image" Target="../media/image1849.png"/><Relationship Id="rId45" Type="http://schemas.openxmlformats.org/officeDocument/2006/relationships/customXml" Target="../ink/ink1894.xml"/><Relationship Id="rId5" Type="http://schemas.openxmlformats.org/officeDocument/2006/relationships/customXml" Target="../ink/ink1874.xml"/><Relationship Id="rId15" Type="http://schemas.openxmlformats.org/officeDocument/2006/relationships/customXml" Target="../ink/ink1879.xml"/><Relationship Id="rId23" Type="http://schemas.openxmlformats.org/officeDocument/2006/relationships/customXml" Target="../ink/ink1883.xml"/><Relationship Id="rId28" Type="http://schemas.openxmlformats.org/officeDocument/2006/relationships/image" Target="../media/image1843.png"/><Relationship Id="rId36" Type="http://schemas.openxmlformats.org/officeDocument/2006/relationships/image" Target="../media/image1847.png"/><Relationship Id="rId49" Type="http://schemas.openxmlformats.org/officeDocument/2006/relationships/customXml" Target="../ink/ink1896.xml"/><Relationship Id="rId10" Type="http://schemas.openxmlformats.org/officeDocument/2006/relationships/image" Target="../media/image1834.png"/><Relationship Id="rId19" Type="http://schemas.openxmlformats.org/officeDocument/2006/relationships/customXml" Target="../ink/ink1881.xml"/><Relationship Id="rId31" Type="http://schemas.openxmlformats.org/officeDocument/2006/relationships/customXml" Target="../ink/ink1887.xml"/><Relationship Id="rId44" Type="http://schemas.openxmlformats.org/officeDocument/2006/relationships/image" Target="../media/image1851.png"/><Relationship Id="rId4" Type="http://schemas.openxmlformats.org/officeDocument/2006/relationships/image" Target="../media/image1831.png"/><Relationship Id="rId9" Type="http://schemas.openxmlformats.org/officeDocument/2006/relationships/customXml" Target="../ink/ink1876.xml"/><Relationship Id="rId14" Type="http://schemas.openxmlformats.org/officeDocument/2006/relationships/image" Target="../media/image1836.png"/><Relationship Id="rId22" Type="http://schemas.openxmlformats.org/officeDocument/2006/relationships/image" Target="../media/image1840.png"/><Relationship Id="rId27" Type="http://schemas.openxmlformats.org/officeDocument/2006/relationships/customXml" Target="../ink/ink1885.xml"/><Relationship Id="rId30" Type="http://schemas.openxmlformats.org/officeDocument/2006/relationships/image" Target="../media/image1844.png"/><Relationship Id="rId35" Type="http://schemas.openxmlformats.org/officeDocument/2006/relationships/customXml" Target="../ink/ink1889.xml"/><Relationship Id="rId43" Type="http://schemas.openxmlformats.org/officeDocument/2006/relationships/customXml" Target="../ink/ink1893.xml"/><Relationship Id="rId48" Type="http://schemas.openxmlformats.org/officeDocument/2006/relationships/image" Target="../media/image1853.png"/><Relationship Id="rId8" Type="http://schemas.openxmlformats.org/officeDocument/2006/relationships/image" Target="../media/image1833.png"/><Relationship Id="rId3" Type="http://schemas.openxmlformats.org/officeDocument/2006/relationships/customXml" Target="../ink/ink1873.xml"/><Relationship Id="rId12" Type="http://schemas.openxmlformats.org/officeDocument/2006/relationships/image" Target="../media/image1835.png"/><Relationship Id="rId17" Type="http://schemas.openxmlformats.org/officeDocument/2006/relationships/customXml" Target="../ink/ink1880.xml"/><Relationship Id="rId25" Type="http://schemas.openxmlformats.org/officeDocument/2006/relationships/customXml" Target="../ink/ink1884.xml"/><Relationship Id="rId33" Type="http://schemas.openxmlformats.org/officeDocument/2006/relationships/customXml" Target="../ink/ink1888.xml"/><Relationship Id="rId38" Type="http://schemas.openxmlformats.org/officeDocument/2006/relationships/image" Target="../media/image1848.png"/><Relationship Id="rId46" Type="http://schemas.openxmlformats.org/officeDocument/2006/relationships/image" Target="../media/image1852.png"/><Relationship Id="rId20" Type="http://schemas.openxmlformats.org/officeDocument/2006/relationships/image" Target="../media/image1839.png"/><Relationship Id="rId41" Type="http://schemas.openxmlformats.org/officeDocument/2006/relationships/customXml" Target="../ink/ink189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2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54.xml"/><Relationship Id="rId21" Type="http://schemas.openxmlformats.org/officeDocument/2006/relationships/customXml" Target="../ink/ink1906.xml"/><Relationship Id="rId42" Type="http://schemas.openxmlformats.org/officeDocument/2006/relationships/image" Target="../media/image1875.png"/><Relationship Id="rId63" Type="http://schemas.openxmlformats.org/officeDocument/2006/relationships/customXml" Target="../ink/ink1927.xml"/><Relationship Id="rId84" Type="http://schemas.openxmlformats.org/officeDocument/2006/relationships/image" Target="../media/image1895.png"/><Relationship Id="rId138" Type="http://schemas.openxmlformats.org/officeDocument/2006/relationships/image" Target="../media/image1922.png"/><Relationship Id="rId107" Type="http://schemas.openxmlformats.org/officeDocument/2006/relationships/customXml" Target="../ink/ink1949.xml"/><Relationship Id="rId11" Type="http://schemas.openxmlformats.org/officeDocument/2006/relationships/customXml" Target="../ink/ink1901.xml"/><Relationship Id="rId32" Type="http://schemas.openxmlformats.org/officeDocument/2006/relationships/image" Target="../media/image1870.png"/><Relationship Id="rId53" Type="http://schemas.openxmlformats.org/officeDocument/2006/relationships/customXml" Target="../ink/ink1922.xml"/><Relationship Id="rId74" Type="http://schemas.openxmlformats.org/officeDocument/2006/relationships/image" Target="../media/image1890.png"/><Relationship Id="rId128" Type="http://schemas.openxmlformats.org/officeDocument/2006/relationships/image" Target="../media/image1917.png"/><Relationship Id="rId149" Type="http://schemas.openxmlformats.org/officeDocument/2006/relationships/customXml" Target="../ink/ink1970.xml"/><Relationship Id="rId5" Type="http://schemas.openxmlformats.org/officeDocument/2006/relationships/customXml" Target="../ink/ink1898.xml"/><Relationship Id="rId95" Type="http://schemas.openxmlformats.org/officeDocument/2006/relationships/customXml" Target="../ink/ink1943.xml"/><Relationship Id="rId22" Type="http://schemas.openxmlformats.org/officeDocument/2006/relationships/image" Target="../media/image1865.png"/><Relationship Id="rId43" Type="http://schemas.openxmlformats.org/officeDocument/2006/relationships/customXml" Target="../ink/ink1917.xml"/><Relationship Id="rId64" Type="http://schemas.openxmlformats.org/officeDocument/2006/relationships/image" Target="../media/image1885.png"/><Relationship Id="rId118" Type="http://schemas.openxmlformats.org/officeDocument/2006/relationships/image" Target="../media/image1912.png"/><Relationship Id="rId139" Type="http://schemas.openxmlformats.org/officeDocument/2006/relationships/customXml" Target="../ink/ink1965.xml"/><Relationship Id="rId80" Type="http://schemas.openxmlformats.org/officeDocument/2006/relationships/image" Target="../media/image1893.png"/><Relationship Id="rId85" Type="http://schemas.openxmlformats.org/officeDocument/2006/relationships/customXml" Target="../ink/ink1938.xml"/><Relationship Id="rId150" Type="http://schemas.openxmlformats.org/officeDocument/2006/relationships/image" Target="../media/image1928.png"/><Relationship Id="rId155" Type="http://schemas.openxmlformats.org/officeDocument/2006/relationships/customXml" Target="../ink/ink1973.xml"/><Relationship Id="rId12" Type="http://schemas.openxmlformats.org/officeDocument/2006/relationships/image" Target="../media/image1860.png"/><Relationship Id="rId17" Type="http://schemas.openxmlformats.org/officeDocument/2006/relationships/customXml" Target="../ink/ink1904.xml"/><Relationship Id="rId33" Type="http://schemas.openxmlformats.org/officeDocument/2006/relationships/customXml" Target="../ink/ink1912.xml"/><Relationship Id="rId38" Type="http://schemas.openxmlformats.org/officeDocument/2006/relationships/image" Target="../media/image1873.png"/><Relationship Id="rId59" Type="http://schemas.openxmlformats.org/officeDocument/2006/relationships/customXml" Target="../ink/ink1925.xml"/><Relationship Id="rId103" Type="http://schemas.openxmlformats.org/officeDocument/2006/relationships/customXml" Target="../ink/ink1947.xml"/><Relationship Id="rId108" Type="http://schemas.openxmlformats.org/officeDocument/2006/relationships/image" Target="../media/image1907.png"/><Relationship Id="rId124" Type="http://schemas.openxmlformats.org/officeDocument/2006/relationships/image" Target="../media/image1915.png"/><Relationship Id="rId129" Type="http://schemas.openxmlformats.org/officeDocument/2006/relationships/customXml" Target="../ink/ink1960.xml"/><Relationship Id="rId54" Type="http://schemas.openxmlformats.org/officeDocument/2006/relationships/image" Target="../media/image1880.png"/><Relationship Id="rId70" Type="http://schemas.openxmlformats.org/officeDocument/2006/relationships/image" Target="../media/image1888.png"/><Relationship Id="rId75" Type="http://schemas.openxmlformats.org/officeDocument/2006/relationships/customXml" Target="../ink/ink1933.xml"/><Relationship Id="rId91" Type="http://schemas.openxmlformats.org/officeDocument/2006/relationships/customXml" Target="../ink/ink1941.xml"/><Relationship Id="rId96" Type="http://schemas.openxmlformats.org/officeDocument/2006/relationships/image" Target="../media/image1901.png"/><Relationship Id="rId140" Type="http://schemas.openxmlformats.org/officeDocument/2006/relationships/image" Target="../media/image1923.png"/><Relationship Id="rId145" Type="http://schemas.openxmlformats.org/officeDocument/2006/relationships/customXml" Target="../ink/ink19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7.png"/><Relationship Id="rId23" Type="http://schemas.openxmlformats.org/officeDocument/2006/relationships/customXml" Target="../ink/ink1907.xml"/><Relationship Id="rId28" Type="http://schemas.openxmlformats.org/officeDocument/2006/relationships/image" Target="../media/image1868.png"/><Relationship Id="rId49" Type="http://schemas.openxmlformats.org/officeDocument/2006/relationships/customXml" Target="../ink/ink1920.xml"/><Relationship Id="rId114" Type="http://schemas.openxmlformats.org/officeDocument/2006/relationships/image" Target="../media/image1910.png"/><Relationship Id="rId119" Type="http://schemas.openxmlformats.org/officeDocument/2006/relationships/customXml" Target="../ink/ink1955.xml"/><Relationship Id="rId44" Type="http://schemas.openxmlformats.org/officeDocument/2006/relationships/image" Target="../media/image1876.png"/><Relationship Id="rId60" Type="http://schemas.openxmlformats.org/officeDocument/2006/relationships/image" Target="../media/image1883.png"/><Relationship Id="rId65" Type="http://schemas.openxmlformats.org/officeDocument/2006/relationships/customXml" Target="../ink/ink1928.xml"/><Relationship Id="rId81" Type="http://schemas.openxmlformats.org/officeDocument/2006/relationships/customXml" Target="../ink/ink1936.xml"/><Relationship Id="rId86" Type="http://schemas.openxmlformats.org/officeDocument/2006/relationships/image" Target="../media/image1896.png"/><Relationship Id="rId130" Type="http://schemas.openxmlformats.org/officeDocument/2006/relationships/image" Target="../media/image1918.png"/><Relationship Id="rId135" Type="http://schemas.openxmlformats.org/officeDocument/2006/relationships/customXml" Target="../ink/ink1963.xml"/><Relationship Id="rId151" Type="http://schemas.openxmlformats.org/officeDocument/2006/relationships/customXml" Target="../ink/ink1971.xml"/><Relationship Id="rId156" Type="http://schemas.openxmlformats.org/officeDocument/2006/relationships/image" Target="../media/image1931.png"/><Relationship Id="rId13" Type="http://schemas.openxmlformats.org/officeDocument/2006/relationships/customXml" Target="../ink/ink1902.xml"/><Relationship Id="rId18" Type="http://schemas.openxmlformats.org/officeDocument/2006/relationships/image" Target="../media/image1863.png"/><Relationship Id="rId39" Type="http://schemas.openxmlformats.org/officeDocument/2006/relationships/customXml" Target="../ink/ink1915.xml"/><Relationship Id="rId109" Type="http://schemas.openxmlformats.org/officeDocument/2006/relationships/customXml" Target="../ink/ink1950.xml"/><Relationship Id="rId34" Type="http://schemas.openxmlformats.org/officeDocument/2006/relationships/image" Target="../media/image1871.png"/><Relationship Id="rId50" Type="http://schemas.openxmlformats.org/officeDocument/2006/relationships/image" Target="../media/image1878.png"/><Relationship Id="rId55" Type="http://schemas.openxmlformats.org/officeDocument/2006/relationships/customXml" Target="../ink/ink1923.xml"/><Relationship Id="rId76" Type="http://schemas.openxmlformats.org/officeDocument/2006/relationships/image" Target="../media/image1891.png"/><Relationship Id="rId97" Type="http://schemas.openxmlformats.org/officeDocument/2006/relationships/customXml" Target="../ink/ink1944.xml"/><Relationship Id="rId104" Type="http://schemas.openxmlformats.org/officeDocument/2006/relationships/image" Target="../media/image1905.png"/><Relationship Id="rId120" Type="http://schemas.openxmlformats.org/officeDocument/2006/relationships/image" Target="../media/image1913.png"/><Relationship Id="rId125" Type="http://schemas.openxmlformats.org/officeDocument/2006/relationships/customXml" Target="../ink/ink1958.xml"/><Relationship Id="rId141" Type="http://schemas.openxmlformats.org/officeDocument/2006/relationships/customXml" Target="../ink/ink1966.xml"/><Relationship Id="rId146" Type="http://schemas.openxmlformats.org/officeDocument/2006/relationships/image" Target="../media/image1926.png"/><Relationship Id="rId7" Type="http://schemas.openxmlformats.org/officeDocument/2006/relationships/customXml" Target="../ink/ink1899.xml"/><Relationship Id="rId71" Type="http://schemas.openxmlformats.org/officeDocument/2006/relationships/customXml" Target="../ink/ink1931.xml"/><Relationship Id="rId92" Type="http://schemas.openxmlformats.org/officeDocument/2006/relationships/image" Target="../media/image1899.png"/><Relationship Id="rId2" Type="http://schemas.openxmlformats.org/officeDocument/2006/relationships/image" Target="../media/image1855.png"/><Relationship Id="rId29" Type="http://schemas.openxmlformats.org/officeDocument/2006/relationships/customXml" Target="../ink/ink1910.xml"/><Relationship Id="rId24" Type="http://schemas.openxmlformats.org/officeDocument/2006/relationships/image" Target="../media/image1866.png"/><Relationship Id="rId40" Type="http://schemas.openxmlformats.org/officeDocument/2006/relationships/image" Target="../media/image1874.png"/><Relationship Id="rId45" Type="http://schemas.openxmlformats.org/officeDocument/2006/relationships/customXml" Target="../ink/ink1918.xml"/><Relationship Id="rId66" Type="http://schemas.openxmlformats.org/officeDocument/2006/relationships/image" Target="../media/image1886.png"/><Relationship Id="rId87" Type="http://schemas.openxmlformats.org/officeDocument/2006/relationships/customXml" Target="../ink/ink1939.xml"/><Relationship Id="rId110" Type="http://schemas.openxmlformats.org/officeDocument/2006/relationships/image" Target="../media/image1908.png"/><Relationship Id="rId115" Type="http://schemas.openxmlformats.org/officeDocument/2006/relationships/customXml" Target="../ink/ink1953.xml"/><Relationship Id="rId131" Type="http://schemas.openxmlformats.org/officeDocument/2006/relationships/customXml" Target="../ink/ink1961.xml"/><Relationship Id="rId136" Type="http://schemas.openxmlformats.org/officeDocument/2006/relationships/image" Target="../media/image1921.png"/><Relationship Id="rId157" Type="http://schemas.openxmlformats.org/officeDocument/2006/relationships/customXml" Target="../ink/ink1974.xml"/><Relationship Id="rId61" Type="http://schemas.openxmlformats.org/officeDocument/2006/relationships/customXml" Target="../ink/ink1926.xml"/><Relationship Id="rId82" Type="http://schemas.openxmlformats.org/officeDocument/2006/relationships/image" Target="../media/image1894.png"/><Relationship Id="rId152" Type="http://schemas.openxmlformats.org/officeDocument/2006/relationships/image" Target="../media/image1929.png"/><Relationship Id="rId19" Type="http://schemas.openxmlformats.org/officeDocument/2006/relationships/customXml" Target="../ink/ink1905.xml"/><Relationship Id="rId14" Type="http://schemas.openxmlformats.org/officeDocument/2006/relationships/image" Target="../media/image1861.png"/><Relationship Id="rId30" Type="http://schemas.openxmlformats.org/officeDocument/2006/relationships/image" Target="../media/image1869.png"/><Relationship Id="rId35" Type="http://schemas.openxmlformats.org/officeDocument/2006/relationships/customXml" Target="../ink/ink1913.xml"/><Relationship Id="rId56" Type="http://schemas.openxmlformats.org/officeDocument/2006/relationships/image" Target="../media/image1881.png"/><Relationship Id="rId77" Type="http://schemas.openxmlformats.org/officeDocument/2006/relationships/customXml" Target="../ink/ink1934.xml"/><Relationship Id="rId100" Type="http://schemas.openxmlformats.org/officeDocument/2006/relationships/image" Target="../media/image1903.png"/><Relationship Id="rId105" Type="http://schemas.openxmlformats.org/officeDocument/2006/relationships/customXml" Target="../ink/ink1948.xml"/><Relationship Id="rId126" Type="http://schemas.openxmlformats.org/officeDocument/2006/relationships/image" Target="../media/image1916.png"/><Relationship Id="rId147" Type="http://schemas.openxmlformats.org/officeDocument/2006/relationships/customXml" Target="../ink/ink1969.xml"/><Relationship Id="rId8" Type="http://schemas.openxmlformats.org/officeDocument/2006/relationships/image" Target="../media/image1858.png"/><Relationship Id="rId51" Type="http://schemas.openxmlformats.org/officeDocument/2006/relationships/customXml" Target="../ink/ink1921.xml"/><Relationship Id="rId72" Type="http://schemas.openxmlformats.org/officeDocument/2006/relationships/image" Target="../media/image1889.png"/><Relationship Id="rId93" Type="http://schemas.openxmlformats.org/officeDocument/2006/relationships/customXml" Target="../ink/ink1942.xml"/><Relationship Id="rId98" Type="http://schemas.openxmlformats.org/officeDocument/2006/relationships/image" Target="../media/image1902.png"/><Relationship Id="rId121" Type="http://schemas.openxmlformats.org/officeDocument/2006/relationships/customXml" Target="../ink/ink1956.xml"/><Relationship Id="rId142" Type="http://schemas.openxmlformats.org/officeDocument/2006/relationships/image" Target="../media/image1924.png"/><Relationship Id="rId3" Type="http://schemas.openxmlformats.org/officeDocument/2006/relationships/customXml" Target="../ink/ink1897.xml"/><Relationship Id="rId25" Type="http://schemas.openxmlformats.org/officeDocument/2006/relationships/customXml" Target="../ink/ink1908.xml"/><Relationship Id="rId46" Type="http://schemas.openxmlformats.org/officeDocument/2006/relationships/image" Target="../media/image1877.png"/><Relationship Id="rId67" Type="http://schemas.openxmlformats.org/officeDocument/2006/relationships/customXml" Target="../ink/ink1929.xml"/><Relationship Id="rId116" Type="http://schemas.openxmlformats.org/officeDocument/2006/relationships/image" Target="../media/image1911.png"/><Relationship Id="rId137" Type="http://schemas.openxmlformats.org/officeDocument/2006/relationships/customXml" Target="../ink/ink1964.xml"/><Relationship Id="rId158" Type="http://schemas.openxmlformats.org/officeDocument/2006/relationships/image" Target="../media/image1932.png"/><Relationship Id="rId20" Type="http://schemas.openxmlformats.org/officeDocument/2006/relationships/image" Target="../media/image1864.png"/><Relationship Id="rId41" Type="http://schemas.openxmlformats.org/officeDocument/2006/relationships/customXml" Target="../ink/ink1916.xml"/><Relationship Id="rId62" Type="http://schemas.openxmlformats.org/officeDocument/2006/relationships/image" Target="../media/image1884.png"/><Relationship Id="rId83" Type="http://schemas.openxmlformats.org/officeDocument/2006/relationships/customXml" Target="../ink/ink1937.xml"/><Relationship Id="rId88" Type="http://schemas.openxmlformats.org/officeDocument/2006/relationships/image" Target="../media/image1897.png"/><Relationship Id="rId111" Type="http://schemas.openxmlformats.org/officeDocument/2006/relationships/customXml" Target="../ink/ink1951.xml"/><Relationship Id="rId132" Type="http://schemas.openxmlformats.org/officeDocument/2006/relationships/image" Target="../media/image1919.png"/><Relationship Id="rId153" Type="http://schemas.openxmlformats.org/officeDocument/2006/relationships/customXml" Target="../ink/ink1972.xml"/><Relationship Id="rId15" Type="http://schemas.openxmlformats.org/officeDocument/2006/relationships/customXml" Target="../ink/ink1903.xml"/><Relationship Id="rId36" Type="http://schemas.openxmlformats.org/officeDocument/2006/relationships/image" Target="../media/image1872.png"/><Relationship Id="rId57" Type="http://schemas.openxmlformats.org/officeDocument/2006/relationships/customXml" Target="../ink/ink1924.xml"/><Relationship Id="rId106" Type="http://schemas.openxmlformats.org/officeDocument/2006/relationships/image" Target="../media/image1906.png"/><Relationship Id="rId127" Type="http://schemas.openxmlformats.org/officeDocument/2006/relationships/customXml" Target="../ink/ink1959.xml"/><Relationship Id="rId10" Type="http://schemas.openxmlformats.org/officeDocument/2006/relationships/image" Target="../media/image1859.png"/><Relationship Id="rId31" Type="http://schemas.openxmlformats.org/officeDocument/2006/relationships/customXml" Target="../ink/ink1911.xml"/><Relationship Id="rId52" Type="http://schemas.openxmlformats.org/officeDocument/2006/relationships/image" Target="../media/image1879.png"/><Relationship Id="rId73" Type="http://schemas.openxmlformats.org/officeDocument/2006/relationships/customXml" Target="../ink/ink1932.xml"/><Relationship Id="rId78" Type="http://schemas.openxmlformats.org/officeDocument/2006/relationships/image" Target="../media/image1892.png"/><Relationship Id="rId94" Type="http://schemas.openxmlformats.org/officeDocument/2006/relationships/image" Target="../media/image1900.png"/><Relationship Id="rId99" Type="http://schemas.openxmlformats.org/officeDocument/2006/relationships/customXml" Target="../ink/ink1945.xml"/><Relationship Id="rId101" Type="http://schemas.openxmlformats.org/officeDocument/2006/relationships/customXml" Target="../ink/ink1946.xml"/><Relationship Id="rId122" Type="http://schemas.openxmlformats.org/officeDocument/2006/relationships/image" Target="../media/image1914.png"/><Relationship Id="rId143" Type="http://schemas.openxmlformats.org/officeDocument/2006/relationships/customXml" Target="../ink/ink1967.xml"/><Relationship Id="rId148" Type="http://schemas.openxmlformats.org/officeDocument/2006/relationships/image" Target="../media/image1927.png"/><Relationship Id="rId4" Type="http://schemas.openxmlformats.org/officeDocument/2006/relationships/image" Target="../media/image1856.png"/><Relationship Id="rId9" Type="http://schemas.openxmlformats.org/officeDocument/2006/relationships/customXml" Target="../ink/ink1900.xml"/><Relationship Id="rId26" Type="http://schemas.openxmlformats.org/officeDocument/2006/relationships/image" Target="../media/image1867.png"/><Relationship Id="rId47" Type="http://schemas.openxmlformats.org/officeDocument/2006/relationships/customXml" Target="../ink/ink1919.xml"/><Relationship Id="rId68" Type="http://schemas.openxmlformats.org/officeDocument/2006/relationships/image" Target="../media/image1887.png"/><Relationship Id="rId89" Type="http://schemas.openxmlformats.org/officeDocument/2006/relationships/customXml" Target="../ink/ink1940.xml"/><Relationship Id="rId112" Type="http://schemas.openxmlformats.org/officeDocument/2006/relationships/image" Target="../media/image1909.png"/><Relationship Id="rId133" Type="http://schemas.openxmlformats.org/officeDocument/2006/relationships/customXml" Target="../ink/ink1962.xml"/><Relationship Id="rId154" Type="http://schemas.openxmlformats.org/officeDocument/2006/relationships/image" Target="../media/image1930.png"/><Relationship Id="rId16" Type="http://schemas.openxmlformats.org/officeDocument/2006/relationships/image" Target="../media/image1862.png"/><Relationship Id="rId37" Type="http://schemas.openxmlformats.org/officeDocument/2006/relationships/customXml" Target="../ink/ink1914.xml"/><Relationship Id="rId58" Type="http://schemas.openxmlformats.org/officeDocument/2006/relationships/image" Target="../media/image1882.png"/><Relationship Id="rId79" Type="http://schemas.openxmlformats.org/officeDocument/2006/relationships/customXml" Target="../ink/ink1935.xml"/><Relationship Id="rId102" Type="http://schemas.openxmlformats.org/officeDocument/2006/relationships/image" Target="../media/image1904.png"/><Relationship Id="rId123" Type="http://schemas.openxmlformats.org/officeDocument/2006/relationships/customXml" Target="../ink/ink1957.xml"/><Relationship Id="rId144" Type="http://schemas.openxmlformats.org/officeDocument/2006/relationships/image" Target="../media/image1925.png"/><Relationship Id="rId90" Type="http://schemas.openxmlformats.org/officeDocument/2006/relationships/image" Target="../media/image1898.png"/><Relationship Id="rId27" Type="http://schemas.openxmlformats.org/officeDocument/2006/relationships/customXml" Target="../ink/ink1909.xml"/><Relationship Id="rId48" Type="http://schemas.openxmlformats.org/officeDocument/2006/relationships/image" Target="../media/image941.png"/><Relationship Id="rId69" Type="http://schemas.openxmlformats.org/officeDocument/2006/relationships/customXml" Target="../ink/ink1930.xml"/><Relationship Id="rId113" Type="http://schemas.openxmlformats.org/officeDocument/2006/relationships/customXml" Target="../ink/ink1952.xml"/><Relationship Id="rId134" Type="http://schemas.openxmlformats.org/officeDocument/2006/relationships/image" Target="../media/image1920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90.png"/><Relationship Id="rId299" Type="http://schemas.openxmlformats.org/officeDocument/2006/relationships/image" Target="../media/image2079.png"/><Relationship Id="rId21" Type="http://schemas.openxmlformats.org/officeDocument/2006/relationships/image" Target="../media/image1942.png"/><Relationship Id="rId63" Type="http://schemas.openxmlformats.org/officeDocument/2006/relationships/image" Target="../media/image1963.png"/><Relationship Id="rId159" Type="http://schemas.openxmlformats.org/officeDocument/2006/relationships/image" Target="../media/image2010.png"/><Relationship Id="rId324" Type="http://schemas.openxmlformats.org/officeDocument/2006/relationships/customXml" Target="../ink/ink2135.xml"/><Relationship Id="rId170" Type="http://schemas.openxmlformats.org/officeDocument/2006/relationships/customXml" Target="../ink/ink2058.xml"/><Relationship Id="rId226" Type="http://schemas.openxmlformats.org/officeDocument/2006/relationships/customXml" Target="../ink/ink2086.xml"/><Relationship Id="rId268" Type="http://schemas.openxmlformats.org/officeDocument/2006/relationships/customXml" Target="../ink/ink2107.xml"/><Relationship Id="rId32" Type="http://schemas.openxmlformats.org/officeDocument/2006/relationships/customXml" Target="../ink/ink1989.xml"/><Relationship Id="rId74" Type="http://schemas.openxmlformats.org/officeDocument/2006/relationships/customXml" Target="../ink/ink2010.xml"/><Relationship Id="rId128" Type="http://schemas.openxmlformats.org/officeDocument/2006/relationships/customXml" Target="../ink/ink2037.xml"/><Relationship Id="rId335" Type="http://schemas.openxmlformats.org/officeDocument/2006/relationships/image" Target="../media/image2097.png"/><Relationship Id="rId5" Type="http://schemas.openxmlformats.org/officeDocument/2006/relationships/image" Target="../media/image1934.png"/><Relationship Id="rId181" Type="http://schemas.openxmlformats.org/officeDocument/2006/relationships/image" Target="../media/image2021.png"/><Relationship Id="rId237" Type="http://schemas.openxmlformats.org/officeDocument/2006/relationships/image" Target="../media/image2048.png"/><Relationship Id="rId279" Type="http://schemas.openxmlformats.org/officeDocument/2006/relationships/image" Target="../media/image2069.png"/><Relationship Id="rId43" Type="http://schemas.openxmlformats.org/officeDocument/2006/relationships/image" Target="../media/image1953.png"/><Relationship Id="rId139" Type="http://schemas.openxmlformats.org/officeDocument/2006/relationships/image" Target="../media/image2000.png"/><Relationship Id="rId290" Type="http://schemas.openxmlformats.org/officeDocument/2006/relationships/customXml" Target="../ink/ink2118.xml"/><Relationship Id="rId304" Type="http://schemas.openxmlformats.org/officeDocument/2006/relationships/customXml" Target="../ink/ink2125.xml"/><Relationship Id="rId346" Type="http://schemas.openxmlformats.org/officeDocument/2006/relationships/customXml" Target="../ink/ink2146.xml"/><Relationship Id="rId85" Type="http://schemas.openxmlformats.org/officeDocument/2006/relationships/image" Target="../media/image1974.png"/><Relationship Id="rId150" Type="http://schemas.openxmlformats.org/officeDocument/2006/relationships/customXml" Target="../ink/ink2048.xml"/><Relationship Id="rId192" Type="http://schemas.openxmlformats.org/officeDocument/2006/relationships/customXml" Target="../ink/ink2069.xml"/><Relationship Id="rId206" Type="http://schemas.openxmlformats.org/officeDocument/2006/relationships/customXml" Target="../ink/ink2076.xml"/><Relationship Id="rId248" Type="http://schemas.openxmlformats.org/officeDocument/2006/relationships/customXml" Target="../ink/ink2097.xml"/><Relationship Id="rId12" Type="http://schemas.openxmlformats.org/officeDocument/2006/relationships/customXml" Target="../ink/ink1979.xml"/><Relationship Id="rId108" Type="http://schemas.openxmlformats.org/officeDocument/2006/relationships/customXml" Target="../ink/ink2027.xml"/><Relationship Id="rId315" Type="http://schemas.openxmlformats.org/officeDocument/2006/relationships/image" Target="../media/image2087.png"/><Relationship Id="rId54" Type="http://schemas.openxmlformats.org/officeDocument/2006/relationships/customXml" Target="../ink/ink2000.xml"/><Relationship Id="rId96" Type="http://schemas.openxmlformats.org/officeDocument/2006/relationships/customXml" Target="../ink/ink2021.xml"/><Relationship Id="rId161" Type="http://schemas.openxmlformats.org/officeDocument/2006/relationships/image" Target="../media/image2011.png"/><Relationship Id="rId217" Type="http://schemas.openxmlformats.org/officeDocument/2006/relationships/image" Target="../media/image2038.png"/><Relationship Id="rId259" Type="http://schemas.openxmlformats.org/officeDocument/2006/relationships/image" Target="../media/image2059.png"/><Relationship Id="rId23" Type="http://schemas.openxmlformats.org/officeDocument/2006/relationships/image" Target="../media/image1943.png"/><Relationship Id="rId119" Type="http://schemas.openxmlformats.org/officeDocument/2006/relationships/image" Target="../media/image1991.png"/><Relationship Id="rId270" Type="http://schemas.openxmlformats.org/officeDocument/2006/relationships/customXml" Target="../ink/ink2108.xml"/><Relationship Id="rId326" Type="http://schemas.openxmlformats.org/officeDocument/2006/relationships/customXml" Target="../ink/ink2136.xml"/><Relationship Id="rId65" Type="http://schemas.openxmlformats.org/officeDocument/2006/relationships/image" Target="../media/image1964.png"/><Relationship Id="rId130" Type="http://schemas.openxmlformats.org/officeDocument/2006/relationships/customXml" Target="../ink/ink2038.xml"/><Relationship Id="rId172" Type="http://schemas.openxmlformats.org/officeDocument/2006/relationships/customXml" Target="../ink/ink2059.xml"/><Relationship Id="rId228" Type="http://schemas.openxmlformats.org/officeDocument/2006/relationships/customXml" Target="../ink/ink2087.xml"/><Relationship Id="rId281" Type="http://schemas.openxmlformats.org/officeDocument/2006/relationships/image" Target="../media/image2070.png"/><Relationship Id="rId337" Type="http://schemas.openxmlformats.org/officeDocument/2006/relationships/image" Target="../media/image2098.png"/><Relationship Id="rId34" Type="http://schemas.openxmlformats.org/officeDocument/2006/relationships/customXml" Target="../ink/ink1990.xml"/><Relationship Id="rId76" Type="http://schemas.openxmlformats.org/officeDocument/2006/relationships/customXml" Target="../ink/ink2011.xml"/><Relationship Id="rId141" Type="http://schemas.openxmlformats.org/officeDocument/2006/relationships/image" Target="../media/image2001.png"/><Relationship Id="rId7" Type="http://schemas.openxmlformats.org/officeDocument/2006/relationships/image" Target="../media/image1935.png"/><Relationship Id="rId183" Type="http://schemas.openxmlformats.org/officeDocument/2006/relationships/image" Target="../media/image2022.png"/><Relationship Id="rId239" Type="http://schemas.openxmlformats.org/officeDocument/2006/relationships/image" Target="../media/image2049.png"/><Relationship Id="rId250" Type="http://schemas.openxmlformats.org/officeDocument/2006/relationships/customXml" Target="../ink/ink2098.xml"/><Relationship Id="rId292" Type="http://schemas.openxmlformats.org/officeDocument/2006/relationships/customXml" Target="../ink/ink2119.xml"/><Relationship Id="rId306" Type="http://schemas.openxmlformats.org/officeDocument/2006/relationships/customXml" Target="../ink/ink2126.xml"/><Relationship Id="rId45" Type="http://schemas.openxmlformats.org/officeDocument/2006/relationships/image" Target="../media/image1954.png"/><Relationship Id="rId87" Type="http://schemas.openxmlformats.org/officeDocument/2006/relationships/image" Target="../media/image1975.png"/><Relationship Id="rId110" Type="http://schemas.openxmlformats.org/officeDocument/2006/relationships/customXml" Target="../ink/ink2028.xml"/><Relationship Id="rId348" Type="http://schemas.openxmlformats.org/officeDocument/2006/relationships/customXml" Target="../ink/ink2147.xml"/><Relationship Id="rId152" Type="http://schemas.openxmlformats.org/officeDocument/2006/relationships/customXml" Target="../ink/ink2049.xml"/><Relationship Id="rId194" Type="http://schemas.openxmlformats.org/officeDocument/2006/relationships/customXml" Target="../ink/ink2070.xml"/><Relationship Id="rId208" Type="http://schemas.openxmlformats.org/officeDocument/2006/relationships/customXml" Target="../ink/ink2077.xml"/><Relationship Id="rId261" Type="http://schemas.openxmlformats.org/officeDocument/2006/relationships/image" Target="../media/image2060.png"/><Relationship Id="rId14" Type="http://schemas.openxmlformats.org/officeDocument/2006/relationships/customXml" Target="../ink/ink1980.xml"/><Relationship Id="rId56" Type="http://schemas.openxmlformats.org/officeDocument/2006/relationships/customXml" Target="../ink/ink2001.xml"/><Relationship Id="rId317" Type="http://schemas.openxmlformats.org/officeDocument/2006/relationships/image" Target="../media/image2088.png"/><Relationship Id="rId98" Type="http://schemas.openxmlformats.org/officeDocument/2006/relationships/customXml" Target="../ink/ink2022.xml"/><Relationship Id="rId121" Type="http://schemas.openxmlformats.org/officeDocument/2006/relationships/image" Target="../media/image1992.png"/><Relationship Id="rId163" Type="http://schemas.openxmlformats.org/officeDocument/2006/relationships/image" Target="../media/image2012.png"/><Relationship Id="rId219" Type="http://schemas.openxmlformats.org/officeDocument/2006/relationships/image" Target="../media/image2039.png"/><Relationship Id="rId230" Type="http://schemas.openxmlformats.org/officeDocument/2006/relationships/customXml" Target="../ink/ink2088.xml"/><Relationship Id="rId251" Type="http://schemas.openxmlformats.org/officeDocument/2006/relationships/image" Target="../media/image2055.png"/><Relationship Id="rId25" Type="http://schemas.openxmlformats.org/officeDocument/2006/relationships/image" Target="../media/image1944.png"/><Relationship Id="rId46" Type="http://schemas.openxmlformats.org/officeDocument/2006/relationships/customXml" Target="../ink/ink1996.xml"/><Relationship Id="rId67" Type="http://schemas.openxmlformats.org/officeDocument/2006/relationships/image" Target="../media/image1965.png"/><Relationship Id="rId272" Type="http://schemas.openxmlformats.org/officeDocument/2006/relationships/customXml" Target="../ink/ink2109.xml"/><Relationship Id="rId293" Type="http://schemas.openxmlformats.org/officeDocument/2006/relationships/image" Target="../media/image2076.png"/><Relationship Id="rId307" Type="http://schemas.openxmlformats.org/officeDocument/2006/relationships/image" Target="../media/image2083.png"/><Relationship Id="rId328" Type="http://schemas.openxmlformats.org/officeDocument/2006/relationships/customXml" Target="../ink/ink2137.xml"/><Relationship Id="rId349" Type="http://schemas.openxmlformats.org/officeDocument/2006/relationships/image" Target="../media/image2104.png"/><Relationship Id="rId88" Type="http://schemas.openxmlformats.org/officeDocument/2006/relationships/customXml" Target="../ink/ink2017.xml"/><Relationship Id="rId111" Type="http://schemas.openxmlformats.org/officeDocument/2006/relationships/image" Target="../media/image1987.png"/><Relationship Id="rId132" Type="http://schemas.openxmlformats.org/officeDocument/2006/relationships/customXml" Target="../ink/ink2039.xml"/><Relationship Id="rId153" Type="http://schemas.openxmlformats.org/officeDocument/2006/relationships/image" Target="../media/image2007.png"/><Relationship Id="rId174" Type="http://schemas.openxmlformats.org/officeDocument/2006/relationships/customXml" Target="../ink/ink2060.xml"/><Relationship Id="rId195" Type="http://schemas.openxmlformats.org/officeDocument/2006/relationships/image" Target="../media/image2028.png"/><Relationship Id="rId209" Type="http://schemas.openxmlformats.org/officeDocument/2006/relationships/image" Target="../media/image2034.png"/><Relationship Id="rId220" Type="http://schemas.openxmlformats.org/officeDocument/2006/relationships/customXml" Target="../ink/ink2083.xml"/><Relationship Id="rId241" Type="http://schemas.openxmlformats.org/officeDocument/2006/relationships/image" Target="../media/image2050.png"/><Relationship Id="rId15" Type="http://schemas.openxmlformats.org/officeDocument/2006/relationships/image" Target="../media/image1939.png"/><Relationship Id="rId36" Type="http://schemas.openxmlformats.org/officeDocument/2006/relationships/customXml" Target="../ink/ink1991.xml"/><Relationship Id="rId57" Type="http://schemas.openxmlformats.org/officeDocument/2006/relationships/image" Target="../media/image1960.png"/><Relationship Id="rId262" Type="http://schemas.openxmlformats.org/officeDocument/2006/relationships/customXml" Target="../ink/ink2104.xml"/><Relationship Id="rId283" Type="http://schemas.openxmlformats.org/officeDocument/2006/relationships/image" Target="../media/image2071.png"/><Relationship Id="rId318" Type="http://schemas.openxmlformats.org/officeDocument/2006/relationships/customXml" Target="../ink/ink2132.xml"/><Relationship Id="rId339" Type="http://schemas.openxmlformats.org/officeDocument/2006/relationships/image" Target="../media/image2099.png"/><Relationship Id="rId78" Type="http://schemas.openxmlformats.org/officeDocument/2006/relationships/customXml" Target="../ink/ink2012.xml"/><Relationship Id="rId99" Type="http://schemas.openxmlformats.org/officeDocument/2006/relationships/image" Target="../media/image1981.png"/><Relationship Id="rId101" Type="http://schemas.openxmlformats.org/officeDocument/2006/relationships/image" Target="../media/image1982.png"/><Relationship Id="rId122" Type="http://schemas.openxmlformats.org/officeDocument/2006/relationships/customXml" Target="../ink/ink2034.xml"/><Relationship Id="rId143" Type="http://schemas.openxmlformats.org/officeDocument/2006/relationships/image" Target="../media/image2002.png"/><Relationship Id="rId164" Type="http://schemas.openxmlformats.org/officeDocument/2006/relationships/customXml" Target="../ink/ink2055.xml"/><Relationship Id="rId185" Type="http://schemas.openxmlformats.org/officeDocument/2006/relationships/image" Target="../media/image2023.png"/><Relationship Id="rId350" Type="http://schemas.openxmlformats.org/officeDocument/2006/relationships/customXml" Target="../ink/ink2148.xml"/><Relationship Id="rId9" Type="http://schemas.openxmlformats.org/officeDocument/2006/relationships/image" Target="../media/image1936.png"/><Relationship Id="rId210" Type="http://schemas.openxmlformats.org/officeDocument/2006/relationships/customXml" Target="../ink/ink2078.xml"/><Relationship Id="rId26" Type="http://schemas.openxmlformats.org/officeDocument/2006/relationships/customXml" Target="../ink/ink1986.xml"/><Relationship Id="rId231" Type="http://schemas.openxmlformats.org/officeDocument/2006/relationships/image" Target="../media/image2045.png"/><Relationship Id="rId252" Type="http://schemas.openxmlformats.org/officeDocument/2006/relationships/customXml" Target="../ink/ink2099.xml"/><Relationship Id="rId273" Type="http://schemas.openxmlformats.org/officeDocument/2006/relationships/image" Target="../media/image2066.png"/><Relationship Id="rId294" Type="http://schemas.openxmlformats.org/officeDocument/2006/relationships/customXml" Target="../ink/ink2120.xml"/><Relationship Id="rId308" Type="http://schemas.openxmlformats.org/officeDocument/2006/relationships/customXml" Target="../ink/ink2127.xml"/><Relationship Id="rId329" Type="http://schemas.openxmlformats.org/officeDocument/2006/relationships/image" Target="../media/image2094.png"/><Relationship Id="rId47" Type="http://schemas.openxmlformats.org/officeDocument/2006/relationships/image" Target="../media/image1955.png"/><Relationship Id="rId68" Type="http://schemas.openxmlformats.org/officeDocument/2006/relationships/customXml" Target="../ink/ink2007.xml"/><Relationship Id="rId89" Type="http://schemas.openxmlformats.org/officeDocument/2006/relationships/image" Target="../media/image1976.png"/><Relationship Id="rId112" Type="http://schemas.openxmlformats.org/officeDocument/2006/relationships/customXml" Target="../ink/ink2029.xml"/><Relationship Id="rId133" Type="http://schemas.openxmlformats.org/officeDocument/2006/relationships/image" Target="../media/image1998.png"/><Relationship Id="rId154" Type="http://schemas.openxmlformats.org/officeDocument/2006/relationships/customXml" Target="../ink/ink2050.xml"/><Relationship Id="rId175" Type="http://schemas.openxmlformats.org/officeDocument/2006/relationships/image" Target="../media/image2018.png"/><Relationship Id="rId340" Type="http://schemas.openxmlformats.org/officeDocument/2006/relationships/customXml" Target="../ink/ink2143.xml"/><Relationship Id="rId196" Type="http://schemas.openxmlformats.org/officeDocument/2006/relationships/customXml" Target="../ink/ink2071.xml"/><Relationship Id="rId200" Type="http://schemas.openxmlformats.org/officeDocument/2006/relationships/customXml" Target="../ink/ink2073.xml"/><Relationship Id="rId16" Type="http://schemas.openxmlformats.org/officeDocument/2006/relationships/customXml" Target="../ink/ink1981.xml"/><Relationship Id="rId221" Type="http://schemas.openxmlformats.org/officeDocument/2006/relationships/image" Target="../media/image2040.png"/><Relationship Id="rId242" Type="http://schemas.openxmlformats.org/officeDocument/2006/relationships/customXml" Target="../ink/ink2094.xml"/><Relationship Id="rId263" Type="http://schemas.openxmlformats.org/officeDocument/2006/relationships/image" Target="../media/image2061.png"/><Relationship Id="rId284" Type="http://schemas.openxmlformats.org/officeDocument/2006/relationships/customXml" Target="../ink/ink2115.xml"/><Relationship Id="rId319" Type="http://schemas.openxmlformats.org/officeDocument/2006/relationships/image" Target="../media/image2089.png"/><Relationship Id="rId37" Type="http://schemas.openxmlformats.org/officeDocument/2006/relationships/image" Target="../media/image1950.png"/><Relationship Id="rId58" Type="http://schemas.openxmlformats.org/officeDocument/2006/relationships/customXml" Target="../ink/ink2002.xml"/><Relationship Id="rId79" Type="http://schemas.openxmlformats.org/officeDocument/2006/relationships/image" Target="../media/image1971.png"/><Relationship Id="rId102" Type="http://schemas.openxmlformats.org/officeDocument/2006/relationships/customXml" Target="../ink/ink2024.xml"/><Relationship Id="rId123" Type="http://schemas.openxmlformats.org/officeDocument/2006/relationships/image" Target="../media/image1993.png"/><Relationship Id="rId144" Type="http://schemas.openxmlformats.org/officeDocument/2006/relationships/customXml" Target="../ink/ink2045.xml"/><Relationship Id="rId330" Type="http://schemas.openxmlformats.org/officeDocument/2006/relationships/customXml" Target="../ink/ink2138.xml"/><Relationship Id="rId90" Type="http://schemas.openxmlformats.org/officeDocument/2006/relationships/customXml" Target="../ink/ink2018.xml"/><Relationship Id="rId165" Type="http://schemas.openxmlformats.org/officeDocument/2006/relationships/image" Target="../media/image2013.png"/><Relationship Id="rId186" Type="http://schemas.openxmlformats.org/officeDocument/2006/relationships/customXml" Target="../ink/ink2066.xml"/><Relationship Id="rId351" Type="http://schemas.openxmlformats.org/officeDocument/2006/relationships/image" Target="../media/image2105.png"/><Relationship Id="rId211" Type="http://schemas.openxmlformats.org/officeDocument/2006/relationships/image" Target="../media/image2035.png"/><Relationship Id="rId232" Type="http://schemas.openxmlformats.org/officeDocument/2006/relationships/customXml" Target="../ink/ink2089.xml"/><Relationship Id="rId253" Type="http://schemas.openxmlformats.org/officeDocument/2006/relationships/image" Target="../media/image2056.png"/><Relationship Id="rId274" Type="http://schemas.openxmlformats.org/officeDocument/2006/relationships/customXml" Target="../ink/ink2110.xml"/><Relationship Id="rId295" Type="http://schemas.openxmlformats.org/officeDocument/2006/relationships/image" Target="../media/image2077.png"/><Relationship Id="rId309" Type="http://schemas.openxmlformats.org/officeDocument/2006/relationships/image" Target="../media/image2084.png"/><Relationship Id="rId27" Type="http://schemas.openxmlformats.org/officeDocument/2006/relationships/image" Target="../media/image1945.png"/><Relationship Id="rId48" Type="http://schemas.openxmlformats.org/officeDocument/2006/relationships/customXml" Target="../ink/ink1997.xml"/><Relationship Id="rId69" Type="http://schemas.openxmlformats.org/officeDocument/2006/relationships/image" Target="../media/image1966.png"/><Relationship Id="rId113" Type="http://schemas.openxmlformats.org/officeDocument/2006/relationships/image" Target="../media/image1988.png"/><Relationship Id="rId134" Type="http://schemas.openxmlformats.org/officeDocument/2006/relationships/customXml" Target="../ink/ink2040.xml"/><Relationship Id="rId320" Type="http://schemas.openxmlformats.org/officeDocument/2006/relationships/customXml" Target="../ink/ink2133.xml"/><Relationship Id="rId80" Type="http://schemas.openxmlformats.org/officeDocument/2006/relationships/customXml" Target="../ink/ink2013.xml"/><Relationship Id="rId155" Type="http://schemas.openxmlformats.org/officeDocument/2006/relationships/image" Target="../media/image2008.png"/><Relationship Id="rId176" Type="http://schemas.openxmlformats.org/officeDocument/2006/relationships/customXml" Target="../ink/ink2061.xml"/><Relationship Id="rId197" Type="http://schemas.openxmlformats.org/officeDocument/2006/relationships/image" Target="../media/image2029.png"/><Relationship Id="rId341" Type="http://schemas.openxmlformats.org/officeDocument/2006/relationships/image" Target="../media/image2100.png"/><Relationship Id="rId201" Type="http://schemas.openxmlformats.org/officeDocument/2006/relationships/image" Target="../media/image2030.png"/><Relationship Id="rId222" Type="http://schemas.openxmlformats.org/officeDocument/2006/relationships/customXml" Target="../ink/ink2084.xml"/><Relationship Id="rId243" Type="http://schemas.openxmlformats.org/officeDocument/2006/relationships/image" Target="../media/image2051.png"/><Relationship Id="rId264" Type="http://schemas.openxmlformats.org/officeDocument/2006/relationships/customXml" Target="../ink/ink2105.xml"/><Relationship Id="rId285" Type="http://schemas.openxmlformats.org/officeDocument/2006/relationships/image" Target="../media/image2072.png"/><Relationship Id="rId17" Type="http://schemas.openxmlformats.org/officeDocument/2006/relationships/image" Target="../media/image1940.png"/><Relationship Id="rId38" Type="http://schemas.openxmlformats.org/officeDocument/2006/relationships/customXml" Target="../ink/ink1992.xml"/><Relationship Id="rId59" Type="http://schemas.openxmlformats.org/officeDocument/2006/relationships/image" Target="../media/image1961.png"/><Relationship Id="rId103" Type="http://schemas.openxmlformats.org/officeDocument/2006/relationships/image" Target="../media/image1983.png"/><Relationship Id="rId124" Type="http://schemas.openxmlformats.org/officeDocument/2006/relationships/customXml" Target="../ink/ink2035.xml"/><Relationship Id="rId310" Type="http://schemas.openxmlformats.org/officeDocument/2006/relationships/customXml" Target="../ink/ink2128.xml"/><Relationship Id="rId70" Type="http://schemas.openxmlformats.org/officeDocument/2006/relationships/customXml" Target="../ink/ink2008.xml"/><Relationship Id="rId91" Type="http://schemas.openxmlformats.org/officeDocument/2006/relationships/image" Target="../media/image1977.png"/><Relationship Id="rId145" Type="http://schemas.openxmlformats.org/officeDocument/2006/relationships/image" Target="../media/image2003.png"/><Relationship Id="rId166" Type="http://schemas.openxmlformats.org/officeDocument/2006/relationships/customXml" Target="../ink/ink2056.xml"/><Relationship Id="rId187" Type="http://schemas.openxmlformats.org/officeDocument/2006/relationships/image" Target="../media/image2024.png"/><Relationship Id="rId331" Type="http://schemas.openxmlformats.org/officeDocument/2006/relationships/image" Target="../media/image2095.png"/><Relationship Id="rId352" Type="http://schemas.openxmlformats.org/officeDocument/2006/relationships/customXml" Target="../ink/ink2149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079.xml"/><Relationship Id="rId233" Type="http://schemas.openxmlformats.org/officeDocument/2006/relationships/image" Target="../media/image2046.png"/><Relationship Id="rId254" Type="http://schemas.openxmlformats.org/officeDocument/2006/relationships/customXml" Target="../ink/ink2100.xml"/><Relationship Id="rId28" Type="http://schemas.openxmlformats.org/officeDocument/2006/relationships/customXml" Target="../ink/ink1987.xml"/><Relationship Id="rId49" Type="http://schemas.openxmlformats.org/officeDocument/2006/relationships/image" Target="../media/image1956.png"/><Relationship Id="rId114" Type="http://schemas.openxmlformats.org/officeDocument/2006/relationships/customXml" Target="../ink/ink2030.xml"/><Relationship Id="rId275" Type="http://schemas.openxmlformats.org/officeDocument/2006/relationships/image" Target="../media/image2067.png"/><Relationship Id="rId296" Type="http://schemas.openxmlformats.org/officeDocument/2006/relationships/customXml" Target="../ink/ink2121.xml"/><Relationship Id="rId300" Type="http://schemas.openxmlformats.org/officeDocument/2006/relationships/customXml" Target="../ink/ink2123.xml"/><Relationship Id="rId60" Type="http://schemas.openxmlformats.org/officeDocument/2006/relationships/customXml" Target="../ink/ink2003.xml"/><Relationship Id="rId81" Type="http://schemas.openxmlformats.org/officeDocument/2006/relationships/image" Target="../media/image1972.png"/><Relationship Id="rId135" Type="http://schemas.openxmlformats.org/officeDocument/2006/relationships/image" Target="../media/image1800.png"/><Relationship Id="rId156" Type="http://schemas.openxmlformats.org/officeDocument/2006/relationships/customXml" Target="../ink/ink2051.xml"/><Relationship Id="rId177" Type="http://schemas.openxmlformats.org/officeDocument/2006/relationships/image" Target="../media/image2019.png"/><Relationship Id="rId198" Type="http://schemas.openxmlformats.org/officeDocument/2006/relationships/customXml" Target="../ink/ink2072.xml"/><Relationship Id="rId321" Type="http://schemas.openxmlformats.org/officeDocument/2006/relationships/image" Target="../media/image2090.png"/><Relationship Id="rId342" Type="http://schemas.openxmlformats.org/officeDocument/2006/relationships/customXml" Target="../ink/ink2144.xml"/><Relationship Id="rId202" Type="http://schemas.openxmlformats.org/officeDocument/2006/relationships/customXml" Target="../ink/ink2074.xml"/><Relationship Id="rId223" Type="http://schemas.openxmlformats.org/officeDocument/2006/relationships/image" Target="../media/image2041.png"/><Relationship Id="rId244" Type="http://schemas.openxmlformats.org/officeDocument/2006/relationships/customXml" Target="../ink/ink2095.xml"/><Relationship Id="rId18" Type="http://schemas.openxmlformats.org/officeDocument/2006/relationships/customXml" Target="../ink/ink1982.xml"/><Relationship Id="rId39" Type="http://schemas.openxmlformats.org/officeDocument/2006/relationships/image" Target="../media/image1951.png"/><Relationship Id="rId265" Type="http://schemas.openxmlformats.org/officeDocument/2006/relationships/image" Target="../media/image2062.png"/><Relationship Id="rId286" Type="http://schemas.openxmlformats.org/officeDocument/2006/relationships/customXml" Target="../ink/ink2116.xml"/><Relationship Id="rId50" Type="http://schemas.openxmlformats.org/officeDocument/2006/relationships/customXml" Target="../ink/ink1998.xml"/><Relationship Id="rId104" Type="http://schemas.openxmlformats.org/officeDocument/2006/relationships/customXml" Target="../ink/ink2025.xml"/><Relationship Id="rId125" Type="http://schemas.openxmlformats.org/officeDocument/2006/relationships/image" Target="../media/image1994.png"/><Relationship Id="rId146" Type="http://schemas.openxmlformats.org/officeDocument/2006/relationships/customXml" Target="../ink/ink2046.xml"/><Relationship Id="rId167" Type="http://schemas.openxmlformats.org/officeDocument/2006/relationships/image" Target="../media/image2014.png"/><Relationship Id="rId188" Type="http://schemas.openxmlformats.org/officeDocument/2006/relationships/customXml" Target="../ink/ink2067.xml"/><Relationship Id="rId311" Type="http://schemas.openxmlformats.org/officeDocument/2006/relationships/image" Target="../media/image2085.png"/><Relationship Id="rId332" Type="http://schemas.openxmlformats.org/officeDocument/2006/relationships/customXml" Target="../ink/ink2139.xml"/><Relationship Id="rId353" Type="http://schemas.openxmlformats.org/officeDocument/2006/relationships/image" Target="../media/image2106.png"/><Relationship Id="rId71" Type="http://schemas.openxmlformats.org/officeDocument/2006/relationships/image" Target="../media/image1967.png"/><Relationship Id="rId92" Type="http://schemas.openxmlformats.org/officeDocument/2006/relationships/customXml" Target="../ink/ink2019.xml"/><Relationship Id="rId213" Type="http://schemas.openxmlformats.org/officeDocument/2006/relationships/image" Target="../media/image2036.png"/><Relationship Id="rId234" Type="http://schemas.openxmlformats.org/officeDocument/2006/relationships/customXml" Target="../ink/ink2090.xml"/><Relationship Id="rId2" Type="http://schemas.openxmlformats.org/officeDocument/2006/relationships/image" Target="../media/image1933.png"/><Relationship Id="rId29" Type="http://schemas.openxmlformats.org/officeDocument/2006/relationships/image" Target="../media/image1946.png"/><Relationship Id="rId255" Type="http://schemas.openxmlformats.org/officeDocument/2006/relationships/image" Target="../media/image2057.png"/><Relationship Id="rId276" Type="http://schemas.openxmlformats.org/officeDocument/2006/relationships/customXml" Target="../ink/ink2111.xml"/><Relationship Id="rId297" Type="http://schemas.openxmlformats.org/officeDocument/2006/relationships/image" Target="../media/image2078.png"/><Relationship Id="rId40" Type="http://schemas.openxmlformats.org/officeDocument/2006/relationships/customXml" Target="../ink/ink1993.xml"/><Relationship Id="rId115" Type="http://schemas.openxmlformats.org/officeDocument/2006/relationships/image" Target="../media/image1989.png"/><Relationship Id="rId136" Type="http://schemas.openxmlformats.org/officeDocument/2006/relationships/customXml" Target="../ink/ink2041.xml"/><Relationship Id="rId157" Type="http://schemas.openxmlformats.org/officeDocument/2006/relationships/image" Target="../media/image2009.png"/><Relationship Id="rId178" Type="http://schemas.openxmlformats.org/officeDocument/2006/relationships/customXml" Target="../ink/ink2062.xml"/><Relationship Id="rId301" Type="http://schemas.openxmlformats.org/officeDocument/2006/relationships/image" Target="../media/image2080.png"/><Relationship Id="rId322" Type="http://schemas.openxmlformats.org/officeDocument/2006/relationships/customXml" Target="../ink/ink2134.xml"/><Relationship Id="rId343" Type="http://schemas.openxmlformats.org/officeDocument/2006/relationships/image" Target="../media/image2101.png"/><Relationship Id="rId61" Type="http://schemas.openxmlformats.org/officeDocument/2006/relationships/image" Target="../media/image1962.png"/><Relationship Id="rId82" Type="http://schemas.openxmlformats.org/officeDocument/2006/relationships/customXml" Target="../ink/ink2014.xml"/><Relationship Id="rId199" Type="http://schemas.openxmlformats.org/officeDocument/2006/relationships/image" Target="../media/image1115.png"/><Relationship Id="rId203" Type="http://schemas.openxmlformats.org/officeDocument/2006/relationships/image" Target="../media/image2031.png"/><Relationship Id="rId19" Type="http://schemas.openxmlformats.org/officeDocument/2006/relationships/image" Target="../media/image1941.png"/><Relationship Id="rId224" Type="http://schemas.openxmlformats.org/officeDocument/2006/relationships/customXml" Target="../ink/ink2085.xml"/><Relationship Id="rId245" Type="http://schemas.openxmlformats.org/officeDocument/2006/relationships/image" Target="../media/image2052.png"/><Relationship Id="rId266" Type="http://schemas.openxmlformats.org/officeDocument/2006/relationships/customXml" Target="../ink/ink2106.xml"/><Relationship Id="rId287" Type="http://schemas.openxmlformats.org/officeDocument/2006/relationships/image" Target="../media/image2073.png"/><Relationship Id="rId30" Type="http://schemas.openxmlformats.org/officeDocument/2006/relationships/customXml" Target="../ink/ink1988.xml"/><Relationship Id="rId105" Type="http://schemas.openxmlformats.org/officeDocument/2006/relationships/image" Target="../media/image1984.png"/><Relationship Id="rId126" Type="http://schemas.openxmlformats.org/officeDocument/2006/relationships/customXml" Target="../ink/ink2036.xml"/><Relationship Id="rId147" Type="http://schemas.openxmlformats.org/officeDocument/2006/relationships/image" Target="../media/image2004.png"/><Relationship Id="rId168" Type="http://schemas.openxmlformats.org/officeDocument/2006/relationships/customXml" Target="../ink/ink2057.xml"/><Relationship Id="rId312" Type="http://schemas.openxmlformats.org/officeDocument/2006/relationships/customXml" Target="../ink/ink2129.xml"/><Relationship Id="rId333" Type="http://schemas.openxmlformats.org/officeDocument/2006/relationships/image" Target="../media/image2096.png"/><Relationship Id="rId354" Type="http://schemas.openxmlformats.org/officeDocument/2006/relationships/customXml" Target="../ink/ink2150.xml"/><Relationship Id="rId51" Type="http://schemas.openxmlformats.org/officeDocument/2006/relationships/image" Target="../media/image1957.png"/><Relationship Id="rId72" Type="http://schemas.openxmlformats.org/officeDocument/2006/relationships/customXml" Target="../ink/ink2009.xml"/><Relationship Id="rId93" Type="http://schemas.openxmlformats.org/officeDocument/2006/relationships/image" Target="../media/image1978.png"/><Relationship Id="rId189" Type="http://schemas.openxmlformats.org/officeDocument/2006/relationships/image" Target="../media/image2025.png"/><Relationship Id="rId3" Type="http://schemas.openxmlformats.org/officeDocument/2006/relationships/image" Target="../media/image13100.png"/><Relationship Id="rId214" Type="http://schemas.openxmlformats.org/officeDocument/2006/relationships/customXml" Target="../ink/ink2080.xml"/><Relationship Id="rId235" Type="http://schemas.openxmlformats.org/officeDocument/2006/relationships/image" Target="../media/image2047.png"/><Relationship Id="rId256" Type="http://schemas.openxmlformats.org/officeDocument/2006/relationships/customXml" Target="../ink/ink2101.xml"/><Relationship Id="rId277" Type="http://schemas.openxmlformats.org/officeDocument/2006/relationships/image" Target="../media/image2068.png"/><Relationship Id="rId298" Type="http://schemas.openxmlformats.org/officeDocument/2006/relationships/customXml" Target="../ink/ink2122.xml"/><Relationship Id="rId116" Type="http://schemas.openxmlformats.org/officeDocument/2006/relationships/customXml" Target="../ink/ink2031.xml"/><Relationship Id="rId137" Type="http://schemas.openxmlformats.org/officeDocument/2006/relationships/image" Target="../media/image1999.png"/><Relationship Id="rId158" Type="http://schemas.openxmlformats.org/officeDocument/2006/relationships/customXml" Target="../ink/ink2052.xml"/><Relationship Id="rId302" Type="http://schemas.openxmlformats.org/officeDocument/2006/relationships/customXml" Target="../ink/ink2124.xml"/><Relationship Id="rId323" Type="http://schemas.openxmlformats.org/officeDocument/2006/relationships/image" Target="../media/image2091.png"/><Relationship Id="rId344" Type="http://schemas.openxmlformats.org/officeDocument/2006/relationships/customXml" Target="../ink/ink2145.xml"/><Relationship Id="rId20" Type="http://schemas.openxmlformats.org/officeDocument/2006/relationships/customXml" Target="../ink/ink1983.xml"/><Relationship Id="rId41" Type="http://schemas.openxmlformats.org/officeDocument/2006/relationships/image" Target="../media/image1952.png"/><Relationship Id="rId62" Type="http://schemas.openxmlformats.org/officeDocument/2006/relationships/customXml" Target="../ink/ink2004.xml"/><Relationship Id="rId83" Type="http://schemas.openxmlformats.org/officeDocument/2006/relationships/image" Target="../media/image1973.png"/><Relationship Id="rId179" Type="http://schemas.openxmlformats.org/officeDocument/2006/relationships/image" Target="../media/image2020.png"/><Relationship Id="rId190" Type="http://schemas.openxmlformats.org/officeDocument/2006/relationships/customXml" Target="../ink/ink2068.xml"/><Relationship Id="rId204" Type="http://schemas.openxmlformats.org/officeDocument/2006/relationships/customXml" Target="../ink/ink2075.xml"/><Relationship Id="rId225" Type="http://schemas.openxmlformats.org/officeDocument/2006/relationships/image" Target="../media/image2042.png"/><Relationship Id="rId246" Type="http://schemas.openxmlformats.org/officeDocument/2006/relationships/customXml" Target="../ink/ink2096.xml"/><Relationship Id="rId267" Type="http://schemas.openxmlformats.org/officeDocument/2006/relationships/image" Target="../media/image2063.png"/><Relationship Id="rId288" Type="http://schemas.openxmlformats.org/officeDocument/2006/relationships/customXml" Target="../ink/ink2117.xml"/><Relationship Id="rId106" Type="http://schemas.openxmlformats.org/officeDocument/2006/relationships/customXml" Target="../ink/ink2026.xml"/><Relationship Id="rId127" Type="http://schemas.openxmlformats.org/officeDocument/2006/relationships/image" Target="../media/image1995.png"/><Relationship Id="rId313" Type="http://schemas.openxmlformats.org/officeDocument/2006/relationships/image" Target="../media/image2086.png"/><Relationship Id="rId10" Type="http://schemas.openxmlformats.org/officeDocument/2006/relationships/customXml" Target="../ink/ink1978.xml"/><Relationship Id="rId31" Type="http://schemas.openxmlformats.org/officeDocument/2006/relationships/image" Target="../media/image1947.png"/><Relationship Id="rId52" Type="http://schemas.openxmlformats.org/officeDocument/2006/relationships/customXml" Target="../ink/ink1999.xml"/><Relationship Id="rId73" Type="http://schemas.openxmlformats.org/officeDocument/2006/relationships/image" Target="../media/image1968.png"/><Relationship Id="rId94" Type="http://schemas.openxmlformats.org/officeDocument/2006/relationships/customXml" Target="../ink/ink2020.xml"/><Relationship Id="rId148" Type="http://schemas.openxmlformats.org/officeDocument/2006/relationships/customXml" Target="../ink/ink2047.xml"/><Relationship Id="rId169" Type="http://schemas.openxmlformats.org/officeDocument/2006/relationships/image" Target="../media/image2015.png"/><Relationship Id="rId334" Type="http://schemas.openxmlformats.org/officeDocument/2006/relationships/customXml" Target="../ink/ink2140.xml"/><Relationship Id="rId355" Type="http://schemas.openxmlformats.org/officeDocument/2006/relationships/image" Target="../media/image2107.png"/><Relationship Id="rId4" Type="http://schemas.openxmlformats.org/officeDocument/2006/relationships/customXml" Target="../ink/ink1975.xml"/><Relationship Id="rId180" Type="http://schemas.openxmlformats.org/officeDocument/2006/relationships/customXml" Target="../ink/ink2063.xml"/><Relationship Id="rId215" Type="http://schemas.openxmlformats.org/officeDocument/2006/relationships/image" Target="../media/image2037.png"/><Relationship Id="rId236" Type="http://schemas.openxmlformats.org/officeDocument/2006/relationships/customXml" Target="../ink/ink2091.xml"/><Relationship Id="rId257" Type="http://schemas.openxmlformats.org/officeDocument/2006/relationships/image" Target="../media/image2058.png"/><Relationship Id="rId278" Type="http://schemas.openxmlformats.org/officeDocument/2006/relationships/customXml" Target="../ink/ink2112.xml"/><Relationship Id="rId303" Type="http://schemas.openxmlformats.org/officeDocument/2006/relationships/image" Target="../media/image2081.png"/><Relationship Id="rId42" Type="http://schemas.openxmlformats.org/officeDocument/2006/relationships/customXml" Target="../ink/ink1994.xml"/><Relationship Id="rId84" Type="http://schemas.openxmlformats.org/officeDocument/2006/relationships/customXml" Target="../ink/ink2015.xml"/><Relationship Id="rId138" Type="http://schemas.openxmlformats.org/officeDocument/2006/relationships/customXml" Target="../ink/ink2042.xml"/><Relationship Id="rId345" Type="http://schemas.openxmlformats.org/officeDocument/2006/relationships/image" Target="../media/image2102.png"/><Relationship Id="rId191" Type="http://schemas.openxmlformats.org/officeDocument/2006/relationships/image" Target="../media/image2026.png"/><Relationship Id="rId205" Type="http://schemas.openxmlformats.org/officeDocument/2006/relationships/image" Target="../media/image2032.png"/><Relationship Id="rId247" Type="http://schemas.openxmlformats.org/officeDocument/2006/relationships/image" Target="../media/image2053.png"/><Relationship Id="rId107" Type="http://schemas.openxmlformats.org/officeDocument/2006/relationships/image" Target="../media/image1985.png"/><Relationship Id="rId289" Type="http://schemas.openxmlformats.org/officeDocument/2006/relationships/image" Target="../media/image2074.png"/><Relationship Id="rId11" Type="http://schemas.openxmlformats.org/officeDocument/2006/relationships/image" Target="../media/image1937.png"/><Relationship Id="rId53" Type="http://schemas.openxmlformats.org/officeDocument/2006/relationships/image" Target="../media/image1958.png"/><Relationship Id="rId149" Type="http://schemas.openxmlformats.org/officeDocument/2006/relationships/image" Target="../media/image2005.png"/><Relationship Id="rId314" Type="http://schemas.openxmlformats.org/officeDocument/2006/relationships/customXml" Target="../ink/ink2130.xml"/><Relationship Id="rId95" Type="http://schemas.openxmlformats.org/officeDocument/2006/relationships/image" Target="../media/image1979.png"/><Relationship Id="rId160" Type="http://schemas.openxmlformats.org/officeDocument/2006/relationships/customXml" Target="../ink/ink2053.xml"/><Relationship Id="rId216" Type="http://schemas.openxmlformats.org/officeDocument/2006/relationships/customXml" Target="../ink/ink2081.xml"/><Relationship Id="rId258" Type="http://schemas.openxmlformats.org/officeDocument/2006/relationships/customXml" Target="../ink/ink2102.xml"/><Relationship Id="rId22" Type="http://schemas.openxmlformats.org/officeDocument/2006/relationships/customXml" Target="../ink/ink1984.xml"/><Relationship Id="rId64" Type="http://schemas.openxmlformats.org/officeDocument/2006/relationships/customXml" Target="../ink/ink2005.xml"/><Relationship Id="rId118" Type="http://schemas.openxmlformats.org/officeDocument/2006/relationships/customXml" Target="../ink/ink2032.xml"/><Relationship Id="rId325" Type="http://schemas.openxmlformats.org/officeDocument/2006/relationships/image" Target="../media/image2092.png"/><Relationship Id="rId171" Type="http://schemas.openxmlformats.org/officeDocument/2006/relationships/image" Target="../media/image2016.png"/><Relationship Id="rId227" Type="http://schemas.openxmlformats.org/officeDocument/2006/relationships/image" Target="../media/image2043.png"/><Relationship Id="rId269" Type="http://schemas.openxmlformats.org/officeDocument/2006/relationships/image" Target="../media/image2064.png"/><Relationship Id="rId33" Type="http://schemas.openxmlformats.org/officeDocument/2006/relationships/image" Target="../media/image1948.png"/><Relationship Id="rId129" Type="http://schemas.openxmlformats.org/officeDocument/2006/relationships/image" Target="../media/image1996.png"/><Relationship Id="rId280" Type="http://schemas.openxmlformats.org/officeDocument/2006/relationships/customXml" Target="../ink/ink2113.xml"/><Relationship Id="rId336" Type="http://schemas.openxmlformats.org/officeDocument/2006/relationships/customXml" Target="../ink/ink2141.xml"/><Relationship Id="rId75" Type="http://schemas.openxmlformats.org/officeDocument/2006/relationships/image" Target="../media/image1969.png"/><Relationship Id="rId140" Type="http://schemas.openxmlformats.org/officeDocument/2006/relationships/customXml" Target="../ink/ink2043.xml"/><Relationship Id="rId182" Type="http://schemas.openxmlformats.org/officeDocument/2006/relationships/customXml" Target="../ink/ink2064.xml"/><Relationship Id="rId6" Type="http://schemas.openxmlformats.org/officeDocument/2006/relationships/customXml" Target="../ink/ink1976.xml"/><Relationship Id="rId238" Type="http://schemas.openxmlformats.org/officeDocument/2006/relationships/customXml" Target="../ink/ink2092.xml"/><Relationship Id="rId291" Type="http://schemas.openxmlformats.org/officeDocument/2006/relationships/image" Target="../media/image2075.png"/><Relationship Id="rId305" Type="http://schemas.openxmlformats.org/officeDocument/2006/relationships/image" Target="../media/image2082.png"/><Relationship Id="rId347" Type="http://schemas.openxmlformats.org/officeDocument/2006/relationships/image" Target="../media/image2103.png"/><Relationship Id="rId44" Type="http://schemas.openxmlformats.org/officeDocument/2006/relationships/customXml" Target="../ink/ink1995.xml"/><Relationship Id="rId86" Type="http://schemas.openxmlformats.org/officeDocument/2006/relationships/customXml" Target="../ink/ink2016.xml"/><Relationship Id="rId151" Type="http://schemas.openxmlformats.org/officeDocument/2006/relationships/image" Target="../media/image2006.png"/><Relationship Id="rId193" Type="http://schemas.openxmlformats.org/officeDocument/2006/relationships/image" Target="../media/image2027.png"/><Relationship Id="rId207" Type="http://schemas.openxmlformats.org/officeDocument/2006/relationships/image" Target="../media/image2033.png"/><Relationship Id="rId249" Type="http://schemas.openxmlformats.org/officeDocument/2006/relationships/image" Target="../media/image2054.png"/><Relationship Id="rId13" Type="http://schemas.openxmlformats.org/officeDocument/2006/relationships/image" Target="../media/image1938.png"/><Relationship Id="rId109" Type="http://schemas.openxmlformats.org/officeDocument/2006/relationships/image" Target="../media/image1986.png"/><Relationship Id="rId260" Type="http://schemas.openxmlformats.org/officeDocument/2006/relationships/customXml" Target="../ink/ink2103.xml"/><Relationship Id="rId316" Type="http://schemas.openxmlformats.org/officeDocument/2006/relationships/customXml" Target="../ink/ink2131.xml"/><Relationship Id="rId55" Type="http://schemas.openxmlformats.org/officeDocument/2006/relationships/image" Target="../media/image1959.png"/><Relationship Id="rId97" Type="http://schemas.openxmlformats.org/officeDocument/2006/relationships/image" Target="../media/image1980.png"/><Relationship Id="rId120" Type="http://schemas.openxmlformats.org/officeDocument/2006/relationships/customXml" Target="../ink/ink2033.xml"/><Relationship Id="rId162" Type="http://schemas.openxmlformats.org/officeDocument/2006/relationships/customXml" Target="../ink/ink2054.xml"/><Relationship Id="rId218" Type="http://schemas.openxmlformats.org/officeDocument/2006/relationships/customXml" Target="../ink/ink2082.xml"/><Relationship Id="rId271" Type="http://schemas.openxmlformats.org/officeDocument/2006/relationships/image" Target="../media/image2065.png"/><Relationship Id="rId24" Type="http://schemas.openxmlformats.org/officeDocument/2006/relationships/customXml" Target="../ink/ink1985.xml"/><Relationship Id="rId66" Type="http://schemas.openxmlformats.org/officeDocument/2006/relationships/customXml" Target="../ink/ink2006.xml"/><Relationship Id="rId131" Type="http://schemas.openxmlformats.org/officeDocument/2006/relationships/image" Target="../media/image1997.png"/><Relationship Id="rId327" Type="http://schemas.openxmlformats.org/officeDocument/2006/relationships/image" Target="../media/image2093.png"/><Relationship Id="rId173" Type="http://schemas.openxmlformats.org/officeDocument/2006/relationships/image" Target="../media/image2017.png"/><Relationship Id="rId229" Type="http://schemas.openxmlformats.org/officeDocument/2006/relationships/image" Target="../media/image2044.png"/><Relationship Id="rId240" Type="http://schemas.openxmlformats.org/officeDocument/2006/relationships/customXml" Target="../ink/ink2093.xml"/><Relationship Id="rId35" Type="http://schemas.openxmlformats.org/officeDocument/2006/relationships/image" Target="../media/image1949.png"/><Relationship Id="rId77" Type="http://schemas.openxmlformats.org/officeDocument/2006/relationships/image" Target="../media/image1970.png"/><Relationship Id="rId100" Type="http://schemas.openxmlformats.org/officeDocument/2006/relationships/customXml" Target="../ink/ink2023.xml"/><Relationship Id="rId282" Type="http://schemas.openxmlformats.org/officeDocument/2006/relationships/customXml" Target="../ink/ink2114.xml"/><Relationship Id="rId338" Type="http://schemas.openxmlformats.org/officeDocument/2006/relationships/customXml" Target="../ink/ink2142.xml"/><Relationship Id="rId8" Type="http://schemas.openxmlformats.org/officeDocument/2006/relationships/customXml" Target="../ink/ink1977.xml"/><Relationship Id="rId142" Type="http://schemas.openxmlformats.org/officeDocument/2006/relationships/customXml" Target="../ink/ink2044.xml"/><Relationship Id="rId184" Type="http://schemas.openxmlformats.org/officeDocument/2006/relationships/customXml" Target="../ink/ink206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9.png"/><Relationship Id="rId2" Type="http://schemas.openxmlformats.org/officeDocument/2006/relationships/image" Target="../media/image2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2.png"/><Relationship Id="rId5" Type="http://schemas.openxmlformats.org/officeDocument/2006/relationships/image" Target="../media/image2111.png"/><Relationship Id="rId4" Type="http://schemas.openxmlformats.org/officeDocument/2006/relationships/image" Target="../media/image21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9.png"/><Relationship Id="rId7" Type="http://schemas.openxmlformats.org/officeDocument/2006/relationships/image" Target="../media/image2116.png"/><Relationship Id="rId2" Type="http://schemas.openxmlformats.org/officeDocument/2006/relationships/image" Target="../media/image2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5.png"/><Relationship Id="rId5" Type="http://schemas.openxmlformats.org/officeDocument/2006/relationships/image" Target="../media/image2114.png"/><Relationship Id="rId4" Type="http://schemas.openxmlformats.org/officeDocument/2006/relationships/image" Target="../media/image21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9.png"/><Relationship Id="rId7" Type="http://schemas.openxmlformats.org/officeDocument/2006/relationships/image" Target="../media/image2119.png"/><Relationship Id="rId2" Type="http://schemas.openxmlformats.org/officeDocument/2006/relationships/image" Target="../media/image2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8.png"/><Relationship Id="rId5" Type="http://schemas.openxmlformats.org/officeDocument/2006/relationships/image" Target="../media/image2114.png"/><Relationship Id="rId4" Type="http://schemas.openxmlformats.org/officeDocument/2006/relationships/image" Target="../media/image21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0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</a:t>
            </a:r>
            <a:r>
              <a:rPr lang="en-US" sz="3200" b="1" dirty="0">
                <a:solidFill>
                  <a:schemeClr val="bg1"/>
                </a:solidFill>
              </a:rPr>
              <a:t>6</a:t>
            </a:r>
            <a:r>
              <a:rPr lang="en-US" sz="3200" b="1">
                <a:solidFill>
                  <a:schemeClr val="bg1"/>
                </a:solidFill>
              </a:rPr>
              <a:t>, 9-10-26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Transfer Functions, Stability,
and Pole–Zero Plots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Turn rational algebra into geometric intuition about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poles push up
zeros pull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F66E25-F37E-7539-D14E-92E1894BC098}"/>
              </a:ext>
            </a:extLst>
          </p:cNvPr>
          <p:cNvGrpSpPr/>
          <p:nvPr/>
        </p:nvGrpSpPr>
        <p:grpSpPr>
          <a:xfrm>
            <a:off x="1119060" y="5324768"/>
            <a:ext cx="549000" cy="259200"/>
            <a:chOff x="1119060" y="5324768"/>
            <a:chExt cx="54900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E52C6E-D53C-0040-09D4-C10CB06341C6}"/>
                    </a:ext>
                  </a:extLst>
                </p14:cNvPr>
                <p14:cNvContentPartPr/>
                <p14:nvPr/>
              </p14:nvContentPartPr>
              <p14:xfrm>
                <a:off x="1119060" y="5324768"/>
                <a:ext cx="127440" cy="252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E52C6E-D53C-0040-09D4-C10CB06341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0420" y="5316128"/>
                  <a:ext cx="145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3A13A6-4AB8-1909-6230-DA03C7E1C9FC}"/>
                    </a:ext>
                  </a:extLst>
                </p14:cNvPr>
                <p14:cNvContentPartPr/>
                <p14:nvPr/>
              </p14:nvContentPartPr>
              <p14:xfrm>
                <a:off x="1251900" y="5429168"/>
                <a:ext cx="176400" cy="136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3A13A6-4AB8-1909-6230-DA03C7E1C9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3260" y="5420528"/>
                  <a:ext cx="194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DA6953-A07C-0ABC-C7C4-9A1051B673D6}"/>
                    </a:ext>
                  </a:extLst>
                </p14:cNvPr>
                <p14:cNvContentPartPr/>
                <p14:nvPr/>
              </p14:nvContentPartPr>
              <p14:xfrm>
                <a:off x="1510740" y="5475968"/>
                <a:ext cx="157320" cy="108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DA6953-A07C-0ABC-C7C4-9A1051B673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1740" y="5466968"/>
                  <a:ext cx="17496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53532F-82D9-79C9-FDBD-F4107DE73A4F}"/>
              </a:ext>
            </a:extLst>
          </p:cNvPr>
          <p:cNvGrpSpPr/>
          <p:nvPr/>
        </p:nvGrpSpPr>
        <p:grpSpPr>
          <a:xfrm>
            <a:off x="1885860" y="5321528"/>
            <a:ext cx="146880" cy="254160"/>
            <a:chOff x="1885860" y="5321528"/>
            <a:chExt cx="14688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9FB890-EB56-12E9-45B4-0D3FE3F03E62}"/>
                    </a:ext>
                  </a:extLst>
                </p14:cNvPr>
                <p14:cNvContentPartPr/>
                <p14:nvPr/>
              </p14:nvContentPartPr>
              <p14:xfrm>
                <a:off x="1906380" y="5403248"/>
                <a:ext cx="120600" cy="172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9FB890-EB56-12E9-45B4-0D3FE3F03E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7740" y="5394248"/>
                  <a:ext cx="138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79DD82-AADE-423C-F14F-A8D132B4549E}"/>
                    </a:ext>
                  </a:extLst>
                </p14:cNvPr>
                <p14:cNvContentPartPr/>
                <p14:nvPr/>
              </p14:nvContentPartPr>
              <p14:xfrm>
                <a:off x="1885860" y="5321528"/>
                <a:ext cx="146880" cy="45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79DD82-AADE-423C-F14F-A8D132B454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6860" y="5312528"/>
                  <a:ext cx="16452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34F8AA-90C4-25A2-BB93-946D510F75E0}"/>
              </a:ext>
            </a:extLst>
          </p:cNvPr>
          <p:cNvGrpSpPr/>
          <p:nvPr/>
        </p:nvGrpSpPr>
        <p:grpSpPr>
          <a:xfrm>
            <a:off x="2852460" y="5290208"/>
            <a:ext cx="812160" cy="390960"/>
            <a:chOff x="2852460" y="5290208"/>
            <a:chExt cx="81216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941FF3D-0E53-5A07-01B3-510386559ACE}"/>
                    </a:ext>
                  </a:extLst>
                </p14:cNvPr>
                <p14:cNvContentPartPr/>
                <p14:nvPr/>
              </p14:nvContentPartPr>
              <p14:xfrm>
                <a:off x="2852460" y="5364728"/>
                <a:ext cx="234720" cy="231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941FF3D-0E53-5A07-01B3-510386559A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3460" y="5356088"/>
                  <a:ext cx="252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DC01E3-039B-D6EE-ECE9-BDA1B8CFCD16}"/>
                    </a:ext>
                  </a:extLst>
                </p14:cNvPr>
                <p14:cNvContentPartPr/>
                <p14:nvPr/>
              </p14:nvContentPartPr>
              <p14:xfrm>
                <a:off x="2947140" y="5360408"/>
                <a:ext cx="87120" cy="21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DC01E3-039B-D6EE-ECE9-BDA1B8CFCD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38140" y="5351408"/>
                  <a:ext cx="104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E87862-B4FB-D26A-30B7-1B415D81DC5F}"/>
                    </a:ext>
                  </a:extLst>
                </p14:cNvPr>
                <p14:cNvContentPartPr/>
                <p14:nvPr/>
              </p14:nvContentPartPr>
              <p14:xfrm>
                <a:off x="3191940" y="5290208"/>
                <a:ext cx="120600" cy="346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E87862-B4FB-D26A-30B7-1B415D81DC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3300" y="5281208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9C6B29-1B56-F086-CAEE-88A1D8341C96}"/>
                    </a:ext>
                  </a:extLst>
                </p14:cNvPr>
                <p14:cNvContentPartPr/>
                <p14:nvPr/>
              </p14:nvContentPartPr>
              <p14:xfrm>
                <a:off x="3324780" y="5439608"/>
                <a:ext cx="144720" cy="162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9C6B29-1B56-F086-CAEE-88A1D8341C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16140" y="5430608"/>
                  <a:ext cx="162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573F5F-2E91-C852-AE3A-A71C6002E18D}"/>
                    </a:ext>
                  </a:extLst>
                </p14:cNvPr>
                <p14:cNvContentPartPr/>
                <p14:nvPr/>
              </p14:nvContentPartPr>
              <p14:xfrm>
                <a:off x="3349980" y="5532488"/>
                <a:ext cx="115560" cy="11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573F5F-2E91-C852-AE3A-A71C6002E1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40980" y="5523848"/>
                  <a:ext cx="133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2A20365-CB88-BB1D-EA8E-A0351175D6B8}"/>
                    </a:ext>
                  </a:extLst>
                </p14:cNvPr>
                <p14:cNvContentPartPr/>
                <p14:nvPr/>
              </p14:nvContentPartPr>
              <p14:xfrm>
                <a:off x="3460140" y="5335568"/>
                <a:ext cx="204480" cy="345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2A20365-CB88-BB1D-EA8E-A0351175D6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51140" y="5326568"/>
                  <a:ext cx="22212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2260BE0-A4D7-C78C-FE11-B75DA581DEEF}"/>
              </a:ext>
            </a:extLst>
          </p:cNvPr>
          <p:cNvGrpSpPr/>
          <p:nvPr/>
        </p:nvGrpSpPr>
        <p:grpSpPr>
          <a:xfrm>
            <a:off x="3888540" y="5405768"/>
            <a:ext cx="148320" cy="122040"/>
            <a:chOff x="3888540" y="5405768"/>
            <a:chExt cx="14832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E80CC7-4BCB-851A-031B-904CAC5F3B3B}"/>
                    </a:ext>
                  </a:extLst>
                </p14:cNvPr>
                <p14:cNvContentPartPr/>
                <p14:nvPr/>
              </p14:nvContentPartPr>
              <p14:xfrm>
                <a:off x="3943620" y="5405768"/>
                <a:ext cx="48960" cy="122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E80CC7-4BCB-851A-031B-904CAC5F3B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34620" y="5397128"/>
                  <a:ext cx="66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8F4C9C-6EAB-1E48-CC9B-176A835A8DBB}"/>
                    </a:ext>
                  </a:extLst>
                </p14:cNvPr>
                <p14:cNvContentPartPr/>
                <p14:nvPr/>
              </p14:nvContentPartPr>
              <p14:xfrm>
                <a:off x="3888540" y="5452928"/>
                <a:ext cx="148320" cy="2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8F4C9C-6EAB-1E48-CC9B-176A835A8DB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79900" y="5444288"/>
                  <a:ext cx="1659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EA1579-49CE-61CD-1B9B-929DD8DCD372}"/>
              </a:ext>
            </a:extLst>
          </p:cNvPr>
          <p:cNvGrpSpPr/>
          <p:nvPr/>
        </p:nvGrpSpPr>
        <p:grpSpPr>
          <a:xfrm>
            <a:off x="4306860" y="5340608"/>
            <a:ext cx="717120" cy="219240"/>
            <a:chOff x="4306860" y="5340608"/>
            <a:chExt cx="71712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45FCC5-E42D-B118-26FB-55796164D61F}"/>
                    </a:ext>
                  </a:extLst>
                </p14:cNvPr>
                <p14:cNvContentPartPr/>
                <p14:nvPr/>
              </p14:nvContentPartPr>
              <p14:xfrm>
                <a:off x="4348260" y="5405048"/>
                <a:ext cx="42480" cy="15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45FCC5-E42D-B118-26FB-55796164D6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39620" y="5396408"/>
                  <a:ext cx="60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AC24C7-3AE9-D81F-F7A1-565FF65AD037}"/>
                    </a:ext>
                  </a:extLst>
                </p14:cNvPr>
                <p14:cNvContentPartPr/>
                <p14:nvPr/>
              </p14:nvContentPartPr>
              <p14:xfrm>
                <a:off x="4306860" y="5340608"/>
                <a:ext cx="269280" cy="175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AC24C7-3AE9-D81F-F7A1-565FF65AD0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97860" y="5331608"/>
                  <a:ext cx="286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489DF1-DBE1-5ABE-2FC1-D66EC13C1D8E}"/>
                    </a:ext>
                  </a:extLst>
                </p14:cNvPr>
                <p14:cNvContentPartPr/>
                <p14:nvPr/>
              </p14:nvContentPartPr>
              <p14:xfrm>
                <a:off x="4626900" y="5398928"/>
                <a:ext cx="152640" cy="10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489DF1-DBE1-5ABE-2FC1-D66EC13C1D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18260" y="5389928"/>
                  <a:ext cx="170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AE5210C-CF7F-ED17-E242-45E54A71DE47}"/>
                    </a:ext>
                  </a:extLst>
                </p14:cNvPr>
                <p14:cNvContentPartPr/>
                <p14:nvPr/>
              </p14:nvContentPartPr>
              <p14:xfrm>
                <a:off x="4867740" y="5371568"/>
                <a:ext cx="156240" cy="120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AE5210C-CF7F-ED17-E242-45E54A71DE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59100" y="5362928"/>
                  <a:ext cx="1738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844ECC5-E043-30F0-F563-979EBE5F48C3}"/>
              </a:ext>
            </a:extLst>
          </p:cNvPr>
          <p:cNvGrpSpPr/>
          <p:nvPr/>
        </p:nvGrpSpPr>
        <p:grpSpPr>
          <a:xfrm>
            <a:off x="1189620" y="5901488"/>
            <a:ext cx="540360" cy="255600"/>
            <a:chOff x="1189620" y="5901488"/>
            <a:chExt cx="54036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FB04F8-31E0-AE96-48AF-1FE138434D0C}"/>
                    </a:ext>
                  </a:extLst>
                </p14:cNvPr>
                <p14:cNvContentPartPr/>
                <p14:nvPr/>
              </p14:nvContentPartPr>
              <p14:xfrm>
                <a:off x="1189620" y="5901488"/>
                <a:ext cx="114120" cy="239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FB04F8-31E0-AE96-48AF-1FE138434D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0620" y="5892488"/>
                  <a:ext cx="131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EE11E3-986F-1B6F-D276-58C53285A295}"/>
                    </a:ext>
                  </a:extLst>
                </p14:cNvPr>
                <p14:cNvContentPartPr/>
                <p14:nvPr/>
              </p14:nvContentPartPr>
              <p14:xfrm>
                <a:off x="1345500" y="6069968"/>
                <a:ext cx="195480" cy="81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EE11E3-986F-1B6F-D276-58C53285A2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36500" y="6061328"/>
                  <a:ext cx="213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114871-88C0-B1C7-3CA1-CE30928A44F6}"/>
                    </a:ext>
                  </a:extLst>
                </p14:cNvPr>
                <p14:cNvContentPartPr/>
                <p14:nvPr/>
              </p14:nvContentPartPr>
              <p14:xfrm>
                <a:off x="1619460" y="6052328"/>
                <a:ext cx="110520" cy="104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114871-88C0-B1C7-3CA1-CE30928A44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10460" y="6043688"/>
                  <a:ext cx="12816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64C5844-1513-512E-E08A-D0397F28F60B}"/>
                  </a:ext>
                </a:extLst>
              </p14:cNvPr>
              <p14:cNvContentPartPr/>
              <p14:nvPr/>
            </p14:nvContentPartPr>
            <p14:xfrm>
              <a:off x="1967940" y="5924888"/>
              <a:ext cx="136080" cy="2167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64C5844-1513-512E-E08A-D0397F28F60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59300" y="5915888"/>
                <a:ext cx="15372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CF7AFE4-64F4-CD25-DEF6-7530C0E44AFF}"/>
              </a:ext>
            </a:extLst>
          </p:cNvPr>
          <p:cNvGrpSpPr/>
          <p:nvPr/>
        </p:nvGrpSpPr>
        <p:grpSpPr>
          <a:xfrm>
            <a:off x="2820780" y="5884208"/>
            <a:ext cx="1200600" cy="424440"/>
            <a:chOff x="2820780" y="5884208"/>
            <a:chExt cx="120060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48B7D6-B684-4195-0950-89034169ABA9}"/>
                    </a:ext>
                  </a:extLst>
                </p14:cNvPr>
                <p14:cNvContentPartPr/>
                <p14:nvPr/>
              </p14:nvContentPartPr>
              <p14:xfrm>
                <a:off x="2820780" y="5884208"/>
                <a:ext cx="233640" cy="262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48B7D6-B684-4195-0950-89034169AB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11780" y="5875568"/>
                  <a:ext cx="251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C836751-C22B-B6E8-083E-C4A478A2E5F1}"/>
                    </a:ext>
                  </a:extLst>
                </p14:cNvPr>
                <p14:cNvContentPartPr/>
                <p14:nvPr/>
              </p14:nvContentPartPr>
              <p14:xfrm>
                <a:off x="3106620" y="6069608"/>
                <a:ext cx="182160" cy="23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C836751-C22B-B6E8-083E-C4A478A2E5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97980" y="6060608"/>
                  <a:ext cx="199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7EFA62-28FD-1EBF-0C55-E94ADEB14B4A}"/>
                    </a:ext>
                  </a:extLst>
                </p14:cNvPr>
                <p14:cNvContentPartPr/>
                <p14:nvPr/>
              </p14:nvContentPartPr>
              <p14:xfrm>
                <a:off x="3251700" y="6039368"/>
                <a:ext cx="180720" cy="144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7EFA62-28FD-1EBF-0C55-E94ADEB14B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42700" y="6030368"/>
                  <a:ext cx="198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2778904-A40D-57B2-BA91-68BFE95D320F}"/>
                    </a:ext>
                  </a:extLst>
                </p14:cNvPr>
                <p14:cNvContentPartPr/>
                <p14:nvPr/>
              </p14:nvContentPartPr>
              <p14:xfrm>
                <a:off x="3407940" y="5922728"/>
                <a:ext cx="87120" cy="250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2778904-A40D-57B2-BA91-68BFE95D32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99300" y="5913728"/>
                  <a:ext cx="1047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8FDE1C-D50C-8AB4-6524-14DE4CD56D72}"/>
                    </a:ext>
                  </a:extLst>
                </p14:cNvPr>
                <p14:cNvContentPartPr/>
                <p14:nvPr/>
              </p14:nvContentPartPr>
              <p14:xfrm>
                <a:off x="3376980" y="6057008"/>
                <a:ext cx="140400" cy="3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8FDE1C-D50C-8AB4-6524-14DE4CD56D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68340" y="6048368"/>
                  <a:ext cx="158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64003CA-3C23-B0A1-C55C-8206D71DF1E5}"/>
                    </a:ext>
                  </a:extLst>
                </p14:cNvPr>
                <p14:cNvContentPartPr/>
                <p14:nvPr/>
              </p14:nvContentPartPr>
              <p14:xfrm>
                <a:off x="3548340" y="6006248"/>
                <a:ext cx="425880" cy="145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64003CA-3C23-B0A1-C55C-8206D71DF1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39340" y="5997248"/>
                  <a:ext cx="443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F82CE3-1C3C-9967-102D-983646AE8C8F}"/>
                    </a:ext>
                  </a:extLst>
                </p14:cNvPr>
                <p14:cNvContentPartPr/>
                <p14:nvPr/>
              </p14:nvContentPartPr>
              <p14:xfrm>
                <a:off x="3943260" y="6109568"/>
                <a:ext cx="78120" cy="26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F82CE3-1C3C-9967-102D-983646AE8C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34260" y="6100568"/>
                  <a:ext cx="957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0CF3153-CB0F-F4E2-892F-9A7C451D4DEC}"/>
              </a:ext>
            </a:extLst>
          </p:cNvPr>
          <p:cNvGrpSpPr/>
          <p:nvPr/>
        </p:nvGrpSpPr>
        <p:grpSpPr>
          <a:xfrm>
            <a:off x="4248900" y="5837408"/>
            <a:ext cx="1370880" cy="445320"/>
            <a:chOff x="4248900" y="5837408"/>
            <a:chExt cx="137088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1A4A1B-B6A5-DAC3-EC37-35D066F44E0F}"/>
                    </a:ext>
                  </a:extLst>
                </p14:cNvPr>
                <p14:cNvContentPartPr/>
                <p14:nvPr/>
              </p14:nvContentPartPr>
              <p14:xfrm>
                <a:off x="4248900" y="6025688"/>
                <a:ext cx="201240" cy="12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1A4A1B-B6A5-DAC3-EC37-35D066F44E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40260" y="6017048"/>
                  <a:ext cx="218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122E9AF-D294-9520-D339-56300D4F2E19}"/>
                    </a:ext>
                  </a:extLst>
                </p14:cNvPr>
                <p14:cNvContentPartPr/>
                <p14:nvPr/>
              </p14:nvContentPartPr>
              <p14:xfrm>
                <a:off x="4504140" y="6057728"/>
                <a:ext cx="179640" cy="7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122E9AF-D294-9520-D339-56300D4F2E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95500" y="6048728"/>
                  <a:ext cx="197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5A0F46-7419-F9A5-AF39-561D824B3564}"/>
                    </a:ext>
                  </a:extLst>
                </p14:cNvPr>
                <p14:cNvContentPartPr/>
                <p14:nvPr/>
              </p14:nvContentPartPr>
              <p14:xfrm>
                <a:off x="4762620" y="5837408"/>
                <a:ext cx="485280" cy="445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5A0F46-7419-F9A5-AF39-561D824B35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53980" y="5828768"/>
                  <a:ext cx="5029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83EA2B-D6C9-BC46-773E-17E60A61F95D}"/>
                    </a:ext>
                  </a:extLst>
                </p14:cNvPr>
                <p14:cNvContentPartPr/>
                <p14:nvPr/>
              </p14:nvContentPartPr>
              <p14:xfrm>
                <a:off x="5271660" y="6003008"/>
                <a:ext cx="89280" cy="162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83EA2B-D6C9-BC46-773E-17E60A61F95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62660" y="5994008"/>
                  <a:ext cx="106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CD6BE7-BEBF-3730-CE75-F6A27794EEE0}"/>
                    </a:ext>
                  </a:extLst>
                </p14:cNvPr>
                <p14:cNvContentPartPr/>
                <p14:nvPr/>
              </p14:nvContentPartPr>
              <p14:xfrm>
                <a:off x="5398020" y="6068168"/>
                <a:ext cx="60840" cy="73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CD6BE7-BEBF-3730-CE75-F6A27794EE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89020" y="6059168"/>
                  <a:ext cx="78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DF0B41-F231-2836-5808-DA2D334EE719}"/>
                    </a:ext>
                  </a:extLst>
                </p14:cNvPr>
                <p14:cNvContentPartPr/>
                <p14:nvPr/>
              </p14:nvContentPartPr>
              <p14:xfrm>
                <a:off x="5392620" y="5901848"/>
                <a:ext cx="10800" cy="1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DF0B41-F231-2836-5808-DA2D334EE71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3980" y="5893208"/>
                  <a:ext cx="28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37D74E6-514E-8347-B001-0E2045B4D8DE}"/>
                    </a:ext>
                  </a:extLst>
                </p14:cNvPr>
                <p14:cNvContentPartPr/>
                <p14:nvPr/>
              </p14:nvContentPartPr>
              <p14:xfrm>
                <a:off x="5468220" y="5942528"/>
                <a:ext cx="151560" cy="198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37D74E6-514E-8347-B001-0E2045B4D8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59220" y="5933528"/>
                  <a:ext cx="1692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18330E-291D-2209-363D-83F462DCFF05}"/>
              </a:ext>
            </a:extLst>
          </p:cNvPr>
          <p:cNvGrpSpPr/>
          <p:nvPr/>
        </p:nvGrpSpPr>
        <p:grpSpPr>
          <a:xfrm>
            <a:off x="6155460" y="5788088"/>
            <a:ext cx="848520" cy="567000"/>
            <a:chOff x="6155460" y="5788088"/>
            <a:chExt cx="84852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00EBBF-3883-AA6E-F628-E7FA924DCD7C}"/>
                    </a:ext>
                  </a:extLst>
                </p14:cNvPr>
                <p14:cNvContentPartPr/>
                <p14:nvPr/>
              </p14:nvContentPartPr>
              <p14:xfrm>
                <a:off x="6155460" y="5788088"/>
                <a:ext cx="173520" cy="567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00EBBF-3883-AA6E-F628-E7FA924DCD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46460" y="5779088"/>
                  <a:ext cx="19116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8BEFCA-F6D3-06EE-4E50-756CF5A82647}"/>
                    </a:ext>
                  </a:extLst>
                </p14:cNvPr>
                <p14:cNvContentPartPr/>
                <p14:nvPr/>
              </p14:nvContentPartPr>
              <p14:xfrm>
                <a:off x="6202260" y="6130448"/>
                <a:ext cx="126000" cy="4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8BEFCA-F6D3-06EE-4E50-756CF5A826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93620" y="6121448"/>
                  <a:ext cx="14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7C952D3-A8A2-A831-8E1B-B7396C6F8FEC}"/>
                    </a:ext>
                  </a:extLst>
                </p14:cNvPr>
                <p14:cNvContentPartPr/>
                <p14:nvPr/>
              </p14:nvContentPartPr>
              <p14:xfrm>
                <a:off x="6358140" y="6009848"/>
                <a:ext cx="79200" cy="177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7C952D3-A8A2-A831-8E1B-B7396C6F8F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49140" y="6001208"/>
                  <a:ext cx="96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E7879E-D551-618A-215B-949F90CF00F2}"/>
                    </a:ext>
                  </a:extLst>
                </p14:cNvPr>
                <p14:cNvContentPartPr/>
                <p14:nvPr/>
              </p14:nvContentPartPr>
              <p14:xfrm>
                <a:off x="6497460" y="6020288"/>
                <a:ext cx="126360" cy="126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E7879E-D551-618A-215B-949F90CF00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88820" y="6011288"/>
                  <a:ext cx="144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D795672-1BD3-1412-2B95-F87DE76B2018}"/>
                    </a:ext>
                  </a:extLst>
                </p14:cNvPr>
                <p14:cNvContentPartPr/>
                <p14:nvPr/>
              </p14:nvContentPartPr>
              <p14:xfrm>
                <a:off x="6738300" y="6023528"/>
                <a:ext cx="265680" cy="12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D795672-1BD3-1412-2B95-F87DE76B201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29660" y="6014888"/>
                  <a:ext cx="283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49C5AE-8D47-D158-7DC5-394AF50B0CB2}"/>
              </a:ext>
            </a:extLst>
          </p:cNvPr>
          <p:cNvGrpSpPr/>
          <p:nvPr/>
        </p:nvGrpSpPr>
        <p:grpSpPr>
          <a:xfrm>
            <a:off x="7355700" y="5783408"/>
            <a:ext cx="1137960" cy="352080"/>
            <a:chOff x="7355700" y="5783408"/>
            <a:chExt cx="113796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058A4AF-63C9-F5CE-C0D3-E3EDA6CEA1ED}"/>
                    </a:ext>
                  </a:extLst>
                </p14:cNvPr>
                <p14:cNvContentPartPr/>
                <p14:nvPr/>
              </p14:nvContentPartPr>
              <p14:xfrm>
                <a:off x="7355700" y="5973128"/>
                <a:ext cx="123840" cy="160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058A4AF-63C9-F5CE-C0D3-E3EDA6CEA1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46700" y="5964488"/>
                  <a:ext cx="14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A22549-954D-D5C1-57D4-CC4D625E4A2D}"/>
                    </a:ext>
                  </a:extLst>
                </p14:cNvPr>
                <p14:cNvContentPartPr/>
                <p14:nvPr/>
              </p14:nvContentPartPr>
              <p14:xfrm>
                <a:off x="7474500" y="6034328"/>
                <a:ext cx="129960" cy="101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A22549-954D-D5C1-57D4-CC4D625E4A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65860" y="6025688"/>
                  <a:ext cx="147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EA88558-08F1-CDC3-A5B6-E20F73EA042C}"/>
                    </a:ext>
                  </a:extLst>
                </p14:cNvPr>
                <p14:cNvContentPartPr/>
                <p14:nvPr/>
              </p14:nvContentPartPr>
              <p14:xfrm>
                <a:off x="7641180" y="5880968"/>
                <a:ext cx="177120" cy="225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EA88558-08F1-CDC3-A5B6-E20F73EA04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32540" y="5872328"/>
                  <a:ext cx="194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7901CEB-4472-C513-8108-991C59FF56BE}"/>
                    </a:ext>
                  </a:extLst>
                </p14:cNvPr>
                <p14:cNvContentPartPr/>
                <p14:nvPr/>
              </p14:nvContentPartPr>
              <p14:xfrm>
                <a:off x="7808580" y="5914088"/>
                <a:ext cx="360" cy="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7901CEB-4472-C513-8108-991C59FF56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99940" y="5905088"/>
                  <a:ext cx="1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BEC45B-4C79-FAB1-894B-C1E922D3EEB7}"/>
                    </a:ext>
                  </a:extLst>
                </p14:cNvPr>
                <p14:cNvContentPartPr/>
                <p14:nvPr/>
              </p14:nvContentPartPr>
              <p14:xfrm>
                <a:off x="7875180" y="5986808"/>
                <a:ext cx="319680" cy="108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BEC45B-4C79-FAB1-894B-C1E922D3EEB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66540" y="5978168"/>
                  <a:ext cx="337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410ABB5-D0F0-4249-1F61-D52628FD2DD7}"/>
                    </a:ext>
                  </a:extLst>
                </p14:cNvPr>
                <p14:cNvContentPartPr/>
                <p14:nvPr/>
              </p14:nvContentPartPr>
              <p14:xfrm>
                <a:off x="8222940" y="5783408"/>
                <a:ext cx="270720" cy="335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410ABB5-D0F0-4249-1F61-D52628FD2D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13940" y="5774768"/>
                  <a:ext cx="28836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0B0CAD8-74B2-68BB-3D45-E2F9B04DAE50}"/>
              </a:ext>
            </a:extLst>
          </p:cNvPr>
          <p:cNvGrpSpPr/>
          <p:nvPr/>
        </p:nvGrpSpPr>
        <p:grpSpPr>
          <a:xfrm>
            <a:off x="8743860" y="5790248"/>
            <a:ext cx="774720" cy="412560"/>
            <a:chOff x="8743860" y="5790248"/>
            <a:chExt cx="77472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A0D91C5-4926-705C-9FA9-71653E7A2959}"/>
                    </a:ext>
                  </a:extLst>
                </p14:cNvPr>
                <p14:cNvContentPartPr/>
                <p14:nvPr/>
              </p14:nvContentPartPr>
              <p14:xfrm>
                <a:off x="8743860" y="5850008"/>
                <a:ext cx="115560" cy="299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A0D91C5-4926-705C-9FA9-71653E7A295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4860" y="5841008"/>
                  <a:ext cx="1332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3534957-13EF-333B-5911-44DDBE8D5C1E}"/>
                    </a:ext>
                  </a:extLst>
                </p14:cNvPr>
                <p14:cNvContentPartPr/>
                <p14:nvPr/>
              </p14:nvContentPartPr>
              <p14:xfrm>
                <a:off x="8774820" y="5959448"/>
                <a:ext cx="131040" cy="89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3534957-13EF-333B-5911-44DDBE8D5C1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66180" y="5950448"/>
                  <a:ext cx="148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148B399-BD00-321F-5878-26DD7DC01DBB}"/>
                    </a:ext>
                  </a:extLst>
                </p14:cNvPr>
                <p14:cNvContentPartPr/>
                <p14:nvPr/>
              </p14:nvContentPartPr>
              <p14:xfrm>
                <a:off x="8858700" y="5874488"/>
                <a:ext cx="87120" cy="23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148B399-BD00-321F-5878-26DD7DC01DB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50060" y="5865848"/>
                  <a:ext cx="104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06729A-8264-B59C-BCEF-EAC94217B9F2}"/>
                    </a:ext>
                  </a:extLst>
                </p14:cNvPr>
                <p14:cNvContentPartPr/>
                <p14:nvPr/>
              </p14:nvContentPartPr>
              <p14:xfrm>
                <a:off x="9049500" y="5790248"/>
                <a:ext cx="125280" cy="326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06729A-8264-B59C-BCEF-EAC94217B9F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40860" y="5781608"/>
                  <a:ext cx="142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DBB4A4-8E3C-638C-EA56-7B7CE67CAB38}"/>
                    </a:ext>
                  </a:extLst>
                </p14:cNvPr>
                <p14:cNvContentPartPr/>
                <p14:nvPr/>
              </p14:nvContentPartPr>
              <p14:xfrm>
                <a:off x="9138780" y="5951168"/>
                <a:ext cx="151560" cy="179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DBB4A4-8E3C-638C-EA56-7B7CE67CAB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29780" y="5942168"/>
                  <a:ext cx="169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36F690-A290-B3ED-D9F2-9E9F39751F41}"/>
                    </a:ext>
                  </a:extLst>
                </p14:cNvPr>
                <p14:cNvContentPartPr/>
                <p14:nvPr/>
              </p14:nvContentPartPr>
              <p14:xfrm>
                <a:off x="9167220" y="6017408"/>
                <a:ext cx="111960" cy="26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36F690-A290-B3ED-D9F2-9E9F39751F4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58580" y="6008768"/>
                  <a:ext cx="129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52BD71-6DAA-5833-A5B7-F53F35EBFCBD}"/>
                    </a:ext>
                  </a:extLst>
                </p14:cNvPr>
                <p14:cNvContentPartPr/>
                <p14:nvPr/>
              </p14:nvContentPartPr>
              <p14:xfrm>
                <a:off x="9320580" y="5818688"/>
                <a:ext cx="198000" cy="384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52BD71-6DAA-5833-A5B7-F53F35EBFCB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11580" y="5810048"/>
                  <a:ext cx="215640" cy="401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predict filter behavior before plotting.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Derive H(z) directly from a linear constant-coefficient difference equation.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Identify poles, zeros, gain, and ROC constraints.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z-domain rules to test causality and BIBO stability.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Estimate frequency-response shape geometrically from a pole-zero plot.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Design and test a hum notch and a resonator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8E742B-83FC-3B69-5164-C8F6CCBF2662}"/>
                  </a:ext>
                </a:extLst>
              </p14:cNvPr>
              <p14:cNvContentPartPr/>
              <p14:nvPr/>
            </p14:nvContentPartPr>
            <p14:xfrm>
              <a:off x="1699380" y="1724768"/>
              <a:ext cx="463680" cy="26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8E742B-83FC-3B69-5164-C8F6CCBF26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0380" y="1715768"/>
                <a:ext cx="4813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D619EAB-77CF-268A-6B16-3D92368FC1B5}"/>
                  </a:ext>
                </a:extLst>
              </p14:cNvPr>
              <p14:cNvContentPartPr/>
              <p14:nvPr/>
            </p14:nvContentPartPr>
            <p14:xfrm>
              <a:off x="6458940" y="1724408"/>
              <a:ext cx="877320" cy="37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D619EAB-77CF-268A-6B16-3D92368FC1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49940" y="1715768"/>
                <a:ext cx="894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F87A1BE-C7CF-FF9D-082C-1B791A9D45A4}"/>
              </a:ext>
            </a:extLst>
          </p:cNvPr>
          <p:cNvGrpSpPr/>
          <p:nvPr/>
        </p:nvGrpSpPr>
        <p:grpSpPr>
          <a:xfrm>
            <a:off x="1990260" y="2004848"/>
            <a:ext cx="1516680" cy="37080"/>
            <a:chOff x="1990260" y="2004848"/>
            <a:chExt cx="1516680" cy="3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DFF1D1-9C13-8EEB-11EB-8F814087089C}"/>
                    </a:ext>
                  </a:extLst>
                </p14:cNvPr>
                <p14:cNvContentPartPr/>
                <p14:nvPr/>
              </p14:nvContentPartPr>
              <p14:xfrm>
                <a:off x="1990260" y="2004848"/>
                <a:ext cx="897840" cy="1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DFF1D1-9C13-8EEB-11EB-8F81408708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81260" y="1996208"/>
                  <a:ext cx="915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3475E7-1755-C026-872C-C58F72BA817C}"/>
                    </a:ext>
                  </a:extLst>
                </p14:cNvPr>
                <p14:cNvContentPartPr/>
                <p14:nvPr/>
              </p14:nvContentPartPr>
              <p14:xfrm>
                <a:off x="3238020" y="2020688"/>
                <a:ext cx="268920" cy="21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3475E7-1755-C026-872C-C58F72BA81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9380" y="2012048"/>
                  <a:ext cx="28656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578C7F-7CCE-9F54-6705-4825BD0FAF9F}"/>
                  </a:ext>
                </a:extLst>
              </p14:cNvPr>
              <p14:cNvContentPartPr/>
              <p14:nvPr/>
            </p14:nvContentPartPr>
            <p14:xfrm>
              <a:off x="4133340" y="2010248"/>
              <a:ext cx="417960" cy="21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578C7F-7CCE-9F54-6705-4825BD0FAF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24700" y="2001608"/>
                <a:ext cx="435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0CE258-DDF3-46EF-0105-DBA2A3DF9411}"/>
                  </a:ext>
                </a:extLst>
              </p14:cNvPr>
              <p14:cNvContentPartPr/>
              <p14:nvPr/>
            </p14:nvContentPartPr>
            <p14:xfrm>
              <a:off x="3821940" y="2348288"/>
              <a:ext cx="609120" cy="19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0CE258-DDF3-46EF-0105-DBA2A3DF94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13300" y="2339288"/>
                <a:ext cx="6267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20816F-C30B-B5BC-FC4E-E0C74CD1C036}"/>
                  </a:ext>
                </a:extLst>
              </p14:cNvPr>
              <p14:cNvContentPartPr/>
              <p14:nvPr/>
            </p14:nvContentPartPr>
            <p14:xfrm>
              <a:off x="5705100" y="2363408"/>
              <a:ext cx="529920" cy="1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20816F-C30B-B5BC-FC4E-E0C74CD1C0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96100" y="2354768"/>
                <a:ext cx="547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291DA4E-A3AC-1C26-C1CD-3BE27926E460}"/>
                  </a:ext>
                </a:extLst>
              </p14:cNvPr>
              <p14:cNvContentPartPr/>
              <p14:nvPr/>
            </p14:nvContentPartPr>
            <p14:xfrm>
              <a:off x="8488980" y="2565008"/>
              <a:ext cx="464040" cy="99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291DA4E-A3AC-1C26-C1CD-3BE27926E4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79980" y="2556008"/>
                <a:ext cx="48168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930B918-6E5D-F3C0-840A-D2E1E04A0926}"/>
              </a:ext>
            </a:extLst>
          </p:cNvPr>
          <p:cNvGrpSpPr/>
          <p:nvPr/>
        </p:nvGrpSpPr>
        <p:grpSpPr>
          <a:xfrm>
            <a:off x="9195660" y="2436488"/>
            <a:ext cx="1398240" cy="302040"/>
            <a:chOff x="9195660" y="2436488"/>
            <a:chExt cx="13982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77C8CE-C87C-A3A7-AACD-623C53D97CED}"/>
                    </a:ext>
                  </a:extLst>
                </p14:cNvPr>
                <p14:cNvContentPartPr/>
                <p14:nvPr/>
              </p14:nvContentPartPr>
              <p14:xfrm>
                <a:off x="9195660" y="2588768"/>
                <a:ext cx="204120" cy="13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77C8CE-C87C-A3A7-AACD-623C53D97C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87020" y="2580128"/>
                  <a:ext cx="221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193131-A9BA-6524-85C0-C55378C4FB14}"/>
                    </a:ext>
                  </a:extLst>
                </p14:cNvPr>
                <p14:cNvContentPartPr/>
                <p14:nvPr/>
              </p14:nvContentPartPr>
              <p14:xfrm>
                <a:off x="9447300" y="2589128"/>
                <a:ext cx="141120" cy="13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193131-A9BA-6524-85C0-C55378C4FB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38660" y="2580488"/>
                  <a:ext cx="158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C63E78-7B34-8F21-E4C0-30147A008283}"/>
                    </a:ext>
                  </a:extLst>
                </p14:cNvPr>
                <p14:cNvContentPartPr/>
                <p14:nvPr/>
              </p14:nvContentPartPr>
              <p14:xfrm>
                <a:off x="9585540" y="2446928"/>
                <a:ext cx="204840" cy="247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C63E78-7B34-8F21-E4C0-30147A0082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76540" y="2437928"/>
                  <a:ext cx="222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2091C5-57B7-44F1-81DF-39E98AF171C2}"/>
                    </a:ext>
                  </a:extLst>
                </p14:cNvPr>
                <p14:cNvContentPartPr/>
                <p14:nvPr/>
              </p14:nvContentPartPr>
              <p14:xfrm>
                <a:off x="9736020" y="2490128"/>
                <a:ext cx="7200" cy="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2091C5-57B7-44F1-81DF-39E98AF171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27380" y="2481488"/>
                  <a:ext cx="24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2AC145-0820-EE11-AB4A-97E5E00C8708}"/>
                    </a:ext>
                  </a:extLst>
                </p14:cNvPr>
                <p14:cNvContentPartPr/>
                <p14:nvPr/>
              </p14:nvContentPartPr>
              <p14:xfrm>
                <a:off x="9850500" y="2607848"/>
                <a:ext cx="238680" cy="7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2AC145-0820-EE11-AB4A-97E5E00C87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41500" y="2599208"/>
                  <a:ext cx="2563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ECF539-8DBF-48EA-C242-2159C84097CF}"/>
                    </a:ext>
                  </a:extLst>
                </p14:cNvPr>
                <p14:cNvContentPartPr/>
                <p14:nvPr/>
              </p14:nvContentPartPr>
              <p14:xfrm>
                <a:off x="10171620" y="2607128"/>
                <a:ext cx="99000" cy="91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ECF539-8DBF-48EA-C242-2159C84097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62620" y="2598128"/>
                  <a:ext cx="116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5B6519-11D2-4D7D-D430-841D52A2BA83}"/>
                    </a:ext>
                  </a:extLst>
                </p14:cNvPr>
                <p14:cNvContentPartPr/>
                <p14:nvPr/>
              </p14:nvContentPartPr>
              <p14:xfrm>
                <a:off x="10297260" y="2436488"/>
                <a:ext cx="83520" cy="302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5B6519-11D2-4D7D-D430-841D52A2BA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88260" y="2427488"/>
                  <a:ext cx="101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F781A5-654C-07F6-055C-220329BEA128}"/>
                    </a:ext>
                  </a:extLst>
                </p14:cNvPr>
                <p14:cNvContentPartPr/>
                <p14:nvPr/>
              </p14:nvContentPartPr>
              <p14:xfrm>
                <a:off x="10302300" y="2556728"/>
                <a:ext cx="291600" cy="119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F781A5-654C-07F6-055C-220329BEA1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293660" y="2548088"/>
                  <a:ext cx="309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B4213D-9A20-9B41-9AD7-8F51EAAB6343}"/>
              </a:ext>
            </a:extLst>
          </p:cNvPr>
          <p:cNvGrpSpPr/>
          <p:nvPr/>
        </p:nvGrpSpPr>
        <p:grpSpPr>
          <a:xfrm>
            <a:off x="9408780" y="2837168"/>
            <a:ext cx="1087560" cy="444960"/>
            <a:chOff x="9408780" y="2837168"/>
            <a:chExt cx="1087560" cy="4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EEE169-30BF-A5B1-B9D8-04F3BF0051A1}"/>
                    </a:ext>
                  </a:extLst>
                </p14:cNvPr>
                <p14:cNvContentPartPr/>
                <p14:nvPr/>
              </p14:nvContentPartPr>
              <p14:xfrm>
                <a:off x="9408780" y="2997728"/>
                <a:ext cx="86400" cy="235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EEE169-30BF-A5B1-B9D8-04F3BF0051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00140" y="2988728"/>
                  <a:ext cx="104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751867-87D9-88D1-0D50-86B7E7BDAF6D}"/>
                    </a:ext>
                  </a:extLst>
                </p14:cNvPr>
                <p14:cNvContentPartPr/>
                <p14:nvPr/>
              </p14:nvContentPartPr>
              <p14:xfrm>
                <a:off x="9471060" y="3092408"/>
                <a:ext cx="83520" cy="45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751867-87D9-88D1-0D50-86B7E7BDAF6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62420" y="3083768"/>
                  <a:ext cx="101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DABC21A-1C7A-CA1D-6293-01A0BD4A0025}"/>
                    </a:ext>
                  </a:extLst>
                </p14:cNvPr>
                <p14:cNvContentPartPr/>
                <p14:nvPr/>
              </p14:nvContentPartPr>
              <p14:xfrm>
                <a:off x="9528300" y="2997728"/>
                <a:ext cx="72720" cy="20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DABC21A-1C7A-CA1D-6293-01A0BD4A00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19300" y="2988728"/>
                  <a:ext cx="90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55BAEE-09EA-85B3-2419-850BD7B3A07B}"/>
                    </a:ext>
                  </a:extLst>
                </p14:cNvPr>
                <p14:cNvContentPartPr/>
                <p14:nvPr/>
              </p14:nvContentPartPr>
              <p14:xfrm>
                <a:off x="9688500" y="2929688"/>
                <a:ext cx="115560" cy="312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55BAEE-09EA-85B3-2419-850BD7B3A0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79860" y="2921048"/>
                  <a:ext cx="133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67C6E6-2AA3-BDE5-6EB3-2DFD4ABD58A9}"/>
                    </a:ext>
                  </a:extLst>
                </p14:cNvPr>
                <p14:cNvContentPartPr/>
                <p14:nvPr/>
              </p14:nvContentPartPr>
              <p14:xfrm>
                <a:off x="9824580" y="3096728"/>
                <a:ext cx="187560" cy="124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67C6E6-2AA3-BDE5-6EB3-2DFD4ABD58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15580" y="3087728"/>
                  <a:ext cx="205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82269C-C53B-8CBD-5B9E-525D3403ED8E}"/>
                    </a:ext>
                  </a:extLst>
                </p14:cNvPr>
                <p14:cNvContentPartPr/>
                <p14:nvPr/>
              </p14:nvContentPartPr>
              <p14:xfrm>
                <a:off x="9975060" y="2987288"/>
                <a:ext cx="77400" cy="176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82269C-C53B-8CBD-5B9E-525D3403ED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66420" y="2978288"/>
                  <a:ext cx="95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550ADA-E72B-9D52-268F-D4457C50D9FA}"/>
                    </a:ext>
                  </a:extLst>
                </p14:cNvPr>
                <p14:cNvContentPartPr/>
                <p14:nvPr/>
              </p14:nvContentPartPr>
              <p14:xfrm>
                <a:off x="9928260" y="2837168"/>
                <a:ext cx="9000" cy="2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550ADA-E72B-9D52-268F-D4457C50D9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19620" y="2828168"/>
                  <a:ext cx="26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AA057EC-6D50-3304-5E9B-E5EF92A597C7}"/>
                    </a:ext>
                  </a:extLst>
                </p14:cNvPr>
                <p14:cNvContentPartPr/>
                <p14:nvPr/>
              </p14:nvContentPartPr>
              <p14:xfrm>
                <a:off x="10068660" y="2916368"/>
                <a:ext cx="198720" cy="102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AA057EC-6D50-3304-5E9B-E5EF92A597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59660" y="2907368"/>
                  <a:ext cx="216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D12B97-AB31-54BD-1672-CD7D311FFC0A}"/>
                    </a:ext>
                  </a:extLst>
                </p14:cNvPr>
                <p14:cNvContentPartPr/>
                <p14:nvPr/>
              </p14:nvContentPartPr>
              <p14:xfrm>
                <a:off x="10323180" y="2878208"/>
                <a:ext cx="173160" cy="40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D12B97-AB31-54BD-1672-CD7D311FFC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14540" y="2869208"/>
                  <a:ext cx="190800" cy="42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A649906-F30C-8E25-475D-E0CEE9890133}"/>
                  </a:ext>
                </a:extLst>
              </p14:cNvPr>
              <p14:cNvContentPartPr/>
              <p14:nvPr/>
            </p14:nvContentPartPr>
            <p14:xfrm>
              <a:off x="6564780" y="3043448"/>
              <a:ext cx="358920" cy="1785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A649906-F30C-8E25-475D-E0CEE989013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555780" y="3034808"/>
                <a:ext cx="37656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B8DE30A4-1121-F336-56E4-3B39D4922D50}"/>
              </a:ext>
            </a:extLst>
          </p:cNvPr>
          <p:cNvGrpSpPr/>
          <p:nvPr/>
        </p:nvGrpSpPr>
        <p:grpSpPr>
          <a:xfrm>
            <a:off x="6822180" y="3407408"/>
            <a:ext cx="882360" cy="214560"/>
            <a:chOff x="6822180" y="3407408"/>
            <a:chExt cx="88236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8768ED-0ACF-8CF5-8A34-05CB261C4139}"/>
                    </a:ext>
                  </a:extLst>
                </p14:cNvPr>
                <p14:cNvContentPartPr/>
                <p14:nvPr/>
              </p14:nvContentPartPr>
              <p14:xfrm>
                <a:off x="6822180" y="3407408"/>
                <a:ext cx="145080" cy="21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8768ED-0ACF-8CF5-8A34-05CB261C413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13180" y="3398768"/>
                  <a:ext cx="162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509D55-3F0A-A36F-BD9B-2B20E057E75A}"/>
                    </a:ext>
                  </a:extLst>
                </p14:cNvPr>
                <p14:cNvContentPartPr/>
                <p14:nvPr/>
              </p14:nvContentPartPr>
              <p14:xfrm>
                <a:off x="7039260" y="3486248"/>
                <a:ext cx="133560" cy="99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509D55-3F0A-A36F-BD9B-2B20E057E7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30260" y="3477608"/>
                  <a:ext cx="151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17FF12-2C85-AD42-A66F-EEB607D7A3DD}"/>
                    </a:ext>
                  </a:extLst>
                </p14:cNvPr>
                <p14:cNvContentPartPr/>
                <p14:nvPr/>
              </p14:nvContentPartPr>
              <p14:xfrm>
                <a:off x="7219980" y="3506408"/>
                <a:ext cx="284400" cy="78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17FF12-2C85-AD42-A66F-EEB607D7A3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1340" y="3497408"/>
                  <a:ext cx="302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31DB0B-27B1-6D27-DEC0-82CC0A71EC1F}"/>
                    </a:ext>
                  </a:extLst>
                </p14:cNvPr>
                <p14:cNvContentPartPr/>
                <p14:nvPr/>
              </p14:nvContentPartPr>
              <p14:xfrm>
                <a:off x="7594740" y="3485888"/>
                <a:ext cx="109800" cy="95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31DB0B-27B1-6D27-DEC0-82CC0A71EC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6100" y="3477248"/>
                  <a:ext cx="127440" cy="112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Difference equation → transfer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Zero initial conditions turn shifts into powers of z⁻¹.</a:t>
            </a:r>
          </a:p>
        </p:txBody>
      </p:sp>
      <p:pic>
        <p:nvPicPr>
          <p:cNvPr id="6" name="Picture 5" descr="eq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589" y="1194378"/>
            <a:ext cx="9692640" cy="15354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926080"/>
            <a:ext cx="5029200" cy="2971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438912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y[n] − 1.2y[n−1] + 0.32y[n−2]
= x[n] + 0.3x[n−1]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H(z)= (1+0.3z⁻¹)/(1−1.2z⁻¹+0.32z⁻²)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074920" cy="29718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246120"/>
            <a:ext cx="448056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Numerator roots → zeros.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Denominator roots → poles.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Overall scale → gain.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is determined by the intended system support/causality, not merely by the polynomial ratio.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84E30A-5DC1-A8C9-21E8-05E0F93E3E7A}"/>
              </a:ext>
            </a:extLst>
          </p:cNvPr>
          <p:cNvGrpSpPr/>
          <p:nvPr/>
        </p:nvGrpSpPr>
        <p:grpSpPr>
          <a:xfrm>
            <a:off x="9466020" y="1335248"/>
            <a:ext cx="1118520" cy="289440"/>
            <a:chOff x="9466020" y="1335248"/>
            <a:chExt cx="11185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1A89A9-6BF6-28FA-660D-30F0FC7FD539}"/>
                    </a:ext>
                  </a:extLst>
                </p14:cNvPr>
                <p14:cNvContentPartPr/>
                <p14:nvPr/>
              </p14:nvContentPartPr>
              <p14:xfrm>
                <a:off x="9466020" y="1474568"/>
                <a:ext cx="73440" cy="15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1A89A9-6BF6-28FA-660D-30F0FC7FD53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57020" y="1465928"/>
                  <a:ext cx="91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9A3490-370F-FBD9-639F-73A5778E0817}"/>
                    </a:ext>
                  </a:extLst>
                </p14:cNvPr>
                <p14:cNvContentPartPr/>
                <p14:nvPr/>
              </p14:nvContentPartPr>
              <p14:xfrm>
                <a:off x="9635580" y="1503728"/>
                <a:ext cx="140400" cy="107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9A3490-370F-FBD9-639F-73A5778E08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26580" y="1495088"/>
                  <a:ext cx="158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E10B59-B170-3DD8-CC8B-6AF268CECCB4}"/>
                    </a:ext>
                  </a:extLst>
                </p14:cNvPr>
                <p14:cNvContentPartPr/>
                <p14:nvPr/>
              </p14:nvContentPartPr>
              <p14:xfrm>
                <a:off x="9774540" y="1350728"/>
                <a:ext cx="62280" cy="19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E10B59-B170-3DD8-CC8B-6AF268CECC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65540" y="1341728"/>
                  <a:ext cx="79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EC8729-119C-C069-1B4E-E2765A79A3E2}"/>
                    </a:ext>
                  </a:extLst>
                </p14:cNvPr>
                <p14:cNvContentPartPr/>
                <p14:nvPr/>
              </p14:nvContentPartPr>
              <p14:xfrm>
                <a:off x="9738540" y="1483568"/>
                <a:ext cx="153720" cy="12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EC8729-119C-C069-1B4E-E2765A79A3E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29900" y="1474928"/>
                  <a:ext cx="171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4DF62FF-66C8-E0D5-F23A-6517DB56A4AF}"/>
                    </a:ext>
                  </a:extLst>
                </p14:cNvPr>
                <p14:cNvContentPartPr/>
                <p14:nvPr/>
              </p14:nvContentPartPr>
              <p14:xfrm>
                <a:off x="9902340" y="1490768"/>
                <a:ext cx="33840" cy="6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4DF62FF-66C8-E0D5-F23A-6517DB56A4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93700" y="1482128"/>
                  <a:ext cx="5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92C94C-5DA9-0AAB-7C97-8B220EED14ED}"/>
                    </a:ext>
                  </a:extLst>
                </p14:cNvPr>
                <p14:cNvContentPartPr/>
                <p14:nvPr/>
              </p14:nvContentPartPr>
              <p14:xfrm>
                <a:off x="9908100" y="1392128"/>
                <a:ext cx="5040" cy="1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92C94C-5DA9-0AAB-7C97-8B220EED14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99100" y="1383488"/>
                  <a:ext cx="22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13D4CC-B520-8CC1-2E94-C93D5BAACCFB}"/>
                    </a:ext>
                  </a:extLst>
                </p14:cNvPr>
                <p14:cNvContentPartPr/>
                <p14:nvPr/>
              </p14:nvContentPartPr>
              <p14:xfrm>
                <a:off x="10026900" y="1485728"/>
                <a:ext cx="89280" cy="89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13D4CC-B520-8CC1-2E94-C93D5BAACC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17900" y="1476728"/>
                  <a:ext cx="106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0F1858E-13D6-A236-3E28-A27AD0838919}"/>
                    </a:ext>
                  </a:extLst>
                </p14:cNvPr>
                <p14:cNvContentPartPr/>
                <p14:nvPr/>
              </p14:nvContentPartPr>
              <p14:xfrm>
                <a:off x="10209060" y="1522088"/>
                <a:ext cx="127440" cy="73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0F1858E-13D6-A236-3E28-A27AD08389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00060" y="1513088"/>
                  <a:ext cx="145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C8FFAF-41D6-7493-3BE6-DF87D81DC70A}"/>
                    </a:ext>
                  </a:extLst>
                </p14:cNvPr>
                <p14:cNvContentPartPr/>
                <p14:nvPr/>
              </p14:nvContentPartPr>
              <p14:xfrm>
                <a:off x="10410300" y="1335248"/>
                <a:ext cx="174240" cy="268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C8FFAF-41D6-7493-3BE6-DF87D81DC70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401660" y="1326608"/>
                  <a:ext cx="19188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3564771-A1EA-33A3-4E8F-67651F3E73DB}"/>
              </a:ext>
            </a:extLst>
          </p:cNvPr>
          <p:cNvGrpSpPr/>
          <p:nvPr/>
        </p:nvGrpSpPr>
        <p:grpSpPr>
          <a:xfrm>
            <a:off x="9669060" y="1745648"/>
            <a:ext cx="1340280" cy="786600"/>
            <a:chOff x="9669060" y="1745648"/>
            <a:chExt cx="1340280" cy="7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1BB7C3-448D-B685-6396-6533DD007A62}"/>
                    </a:ext>
                  </a:extLst>
                </p14:cNvPr>
                <p14:cNvContentPartPr/>
                <p14:nvPr/>
              </p14:nvContentPartPr>
              <p14:xfrm>
                <a:off x="9669060" y="1864088"/>
                <a:ext cx="135000" cy="132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1BB7C3-448D-B685-6396-6533DD007A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60060" y="1855088"/>
                  <a:ext cx="152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191859-3FE2-CD41-F346-EEFDF0BA7DF7}"/>
                    </a:ext>
                  </a:extLst>
                </p14:cNvPr>
                <p14:cNvContentPartPr/>
                <p14:nvPr/>
              </p14:nvContentPartPr>
              <p14:xfrm>
                <a:off x="9819180" y="1947608"/>
                <a:ext cx="166680" cy="234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191859-3FE2-CD41-F346-EEFDF0BA7DF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10540" y="1938608"/>
                  <a:ext cx="184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71662A5-AC83-BDCF-9344-603EEEFC0C12}"/>
                    </a:ext>
                  </a:extLst>
                </p14:cNvPr>
                <p14:cNvContentPartPr/>
                <p14:nvPr/>
              </p14:nvContentPartPr>
              <p14:xfrm>
                <a:off x="9973260" y="1897208"/>
                <a:ext cx="114480" cy="135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71662A5-AC83-BDCF-9344-603EEEFC0C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64620" y="1888208"/>
                  <a:ext cx="132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E2D4783-70B3-83A6-27C9-7D85AEDAC76E}"/>
                    </a:ext>
                  </a:extLst>
                </p14:cNvPr>
                <p14:cNvContentPartPr/>
                <p14:nvPr/>
              </p14:nvContentPartPr>
              <p14:xfrm>
                <a:off x="10143900" y="1745648"/>
                <a:ext cx="46080" cy="229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E2D4783-70B3-83A6-27C9-7D85AEDAC7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34900" y="1736648"/>
                  <a:ext cx="63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0ED7F51-32FA-CB33-D5E1-7FD7741D2F0E}"/>
                    </a:ext>
                  </a:extLst>
                </p14:cNvPr>
                <p14:cNvContentPartPr/>
                <p14:nvPr/>
              </p14:nvContentPartPr>
              <p14:xfrm>
                <a:off x="10074060" y="1900088"/>
                <a:ext cx="124920" cy="2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0ED7F51-32FA-CB33-D5E1-7FD7741D2F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65060" y="1891448"/>
                  <a:ext cx="142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DC03C9-B86D-8999-6B19-B7998E9BC57A}"/>
                    </a:ext>
                  </a:extLst>
                </p14:cNvPr>
                <p14:cNvContentPartPr/>
                <p14:nvPr/>
              </p14:nvContentPartPr>
              <p14:xfrm>
                <a:off x="10280700" y="1854728"/>
                <a:ext cx="414720" cy="12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DC03C9-B86D-8999-6B19-B7998E9BC5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71700" y="1845728"/>
                  <a:ext cx="432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A505CF-309A-6A84-4B9B-CB3D3DE6B39C}"/>
                    </a:ext>
                  </a:extLst>
                </p14:cNvPr>
                <p14:cNvContentPartPr/>
                <p14:nvPr/>
              </p14:nvContentPartPr>
              <p14:xfrm>
                <a:off x="9785340" y="2207528"/>
                <a:ext cx="96120" cy="32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A505CF-309A-6A84-4B9B-CB3D3DE6B39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6340" y="2198528"/>
                  <a:ext cx="113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E06FB5-C414-75F4-B942-F8C18687E173}"/>
                    </a:ext>
                  </a:extLst>
                </p14:cNvPr>
                <p14:cNvContentPartPr/>
                <p14:nvPr/>
              </p14:nvContentPartPr>
              <p14:xfrm>
                <a:off x="9751500" y="2393648"/>
                <a:ext cx="140760" cy="2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E06FB5-C414-75F4-B942-F8C18687E1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42860" y="2385008"/>
                  <a:ext cx="158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58B489-D3DC-4C7F-026A-754B19C4F8DC}"/>
                    </a:ext>
                  </a:extLst>
                </p14:cNvPr>
                <p14:cNvContentPartPr/>
                <p14:nvPr/>
              </p14:nvContentPartPr>
              <p14:xfrm>
                <a:off x="9925020" y="2349368"/>
                <a:ext cx="111960" cy="43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58B489-D3DC-4C7F-026A-754B19C4F8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16380" y="2340728"/>
                  <a:ext cx="129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92E4050-D3C9-CFCE-9561-A9F62403DD1A}"/>
                    </a:ext>
                  </a:extLst>
                </p14:cNvPr>
                <p14:cNvContentPartPr/>
                <p14:nvPr/>
              </p14:nvContentPartPr>
              <p14:xfrm>
                <a:off x="10105020" y="2332448"/>
                <a:ext cx="149760" cy="68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92E4050-D3C9-CFCE-9561-A9F62403DD1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96020" y="2323808"/>
                  <a:ext cx="167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748E3F-6B44-33ED-F9E8-F45F8A71E7B4}"/>
                    </a:ext>
                  </a:extLst>
                </p14:cNvPr>
                <p14:cNvContentPartPr/>
                <p14:nvPr/>
              </p14:nvContentPartPr>
              <p14:xfrm>
                <a:off x="10322100" y="2311568"/>
                <a:ext cx="118440" cy="105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748E3F-6B44-33ED-F9E8-F45F8A71E7B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13100" y="2302928"/>
                  <a:ext cx="136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89320D-CBB8-1E2D-9FA3-EC0036992B4D}"/>
                    </a:ext>
                  </a:extLst>
                </p14:cNvPr>
                <p14:cNvContentPartPr/>
                <p14:nvPr/>
              </p14:nvContentPartPr>
              <p14:xfrm>
                <a:off x="10432260" y="2197448"/>
                <a:ext cx="95040" cy="20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89320D-CBB8-1E2D-9FA3-EC0036992B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23620" y="2188808"/>
                  <a:ext cx="112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60185F-0E7E-5B1D-8FC8-007A99E24054}"/>
                    </a:ext>
                  </a:extLst>
                </p14:cNvPr>
                <p14:cNvContentPartPr/>
                <p14:nvPr/>
              </p14:nvContentPartPr>
              <p14:xfrm>
                <a:off x="10432260" y="2302208"/>
                <a:ext cx="183600" cy="85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60185F-0E7E-5B1D-8FC8-007A99E2405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23620" y="2293568"/>
                  <a:ext cx="201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1215CE-B4FC-ED45-C8EE-FA947AA7045D}"/>
                    </a:ext>
                  </a:extLst>
                </p14:cNvPr>
                <p14:cNvContentPartPr/>
                <p14:nvPr/>
              </p14:nvContentPartPr>
              <p14:xfrm>
                <a:off x="10552140" y="2199248"/>
                <a:ext cx="5400" cy="12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1215CE-B4FC-ED45-C8EE-FA947AA704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43140" y="2190608"/>
                  <a:ext cx="23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451F6F-7858-AF67-299C-099FCBFA0CE9}"/>
                    </a:ext>
                  </a:extLst>
                </p14:cNvPr>
                <p14:cNvContentPartPr/>
                <p14:nvPr/>
              </p14:nvContentPartPr>
              <p14:xfrm>
                <a:off x="10701180" y="2284928"/>
                <a:ext cx="90360" cy="10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451F6F-7858-AF67-299C-099FCBFA0CE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92180" y="2275928"/>
                  <a:ext cx="108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3AFB4C-996E-509A-E8B8-59EB40808F61}"/>
                    </a:ext>
                  </a:extLst>
                </p14:cNvPr>
                <p14:cNvContentPartPr/>
                <p14:nvPr/>
              </p14:nvContentPartPr>
              <p14:xfrm>
                <a:off x="10832220" y="2291048"/>
                <a:ext cx="177120" cy="11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3AFB4C-996E-509A-E8B8-59EB40808F6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23580" y="2282048"/>
                  <a:ext cx="1947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DC65EE0-3C8F-924D-6438-0903BD26DF57}"/>
              </a:ext>
            </a:extLst>
          </p:cNvPr>
          <p:cNvGrpSpPr/>
          <p:nvPr/>
        </p:nvGrpSpPr>
        <p:grpSpPr>
          <a:xfrm>
            <a:off x="332460" y="1078568"/>
            <a:ext cx="1335240" cy="271080"/>
            <a:chOff x="332460" y="1078568"/>
            <a:chExt cx="133524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614194-2712-367E-EB10-74CA9CDB51E9}"/>
                    </a:ext>
                  </a:extLst>
                </p14:cNvPr>
                <p14:cNvContentPartPr/>
                <p14:nvPr/>
              </p14:nvContentPartPr>
              <p14:xfrm>
                <a:off x="363420" y="1127168"/>
                <a:ext cx="36000" cy="135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614194-2712-367E-EB10-74CA9CDB51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4780" y="1118528"/>
                  <a:ext cx="53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E2ED4E8-E776-178D-D404-4B60A1E83413}"/>
                    </a:ext>
                  </a:extLst>
                </p14:cNvPr>
                <p14:cNvContentPartPr/>
                <p14:nvPr/>
              </p14:nvContentPartPr>
              <p14:xfrm>
                <a:off x="332460" y="1105928"/>
                <a:ext cx="157680" cy="178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E2ED4E8-E776-178D-D404-4B60A1E834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3460" y="1096928"/>
                  <a:ext cx="175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1FD146-1F33-0E05-2150-EA50524E9CC3}"/>
                    </a:ext>
                  </a:extLst>
                </p14:cNvPr>
                <p14:cNvContentPartPr/>
                <p14:nvPr/>
              </p14:nvContentPartPr>
              <p14:xfrm>
                <a:off x="592020" y="1220768"/>
                <a:ext cx="33840" cy="59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1FD146-1F33-0E05-2150-EA50524E9CC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3380" y="1211768"/>
                  <a:ext cx="514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BBA8337-DB31-3A1C-BA7F-4ECD58271404}"/>
                    </a:ext>
                  </a:extLst>
                </p14:cNvPr>
                <p14:cNvContentPartPr/>
                <p14:nvPr/>
              </p14:nvContentPartPr>
              <p14:xfrm>
                <a:off x="550620" y="1110608"/>
                <a:ext cx="1440" cy="1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BBA8337-DB31-3A1C-BA7F-4ECD582714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1620" y="1101608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294C98-4EC6-FDF1-2768-6D5086CF2842}"/>
                    </a:ext>
                  </a:extLst>
                </p14:cNvPr>
                <p14:cNvContentPartPr/>
                <p14:nvPr/>
              </p14:nvContentPartPr>
              <p14:xfrm>
                <a:off x="689220" y="1089368"/>
                <a:ext cx="96120" cy="241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294C98-4EC6-FDF1-2768-6D5086CF284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0580" y="1080728"/>
                  <a:ext cx="113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F5634B5-6A24-0C12-4C66-17A96B8BE6BA}"/>
                    </a:ext>
                  </a:extLst>
                </p14:cNvPr>
                <p14:cNvContentPartPr/>
                <p14:nvPr/>
              </p14:nvContentPartPr>
              <p14:xfrm>
                <a:off x="687420" y="1245968"/>
                <a:ext cx="81720" cy="6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F5634B5-6A24-0C12-4C66-17A96B8BE6B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78420" y="1236968"/>
                  <a:ext cx="99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C45F50D-D4E4-123E-E082-45528D6E756B}"/>
                    </a:ext>
                  </a:extLst>
                </p14:cNvPr>
                <p14:cNvContentPartPr/>
                <p14:nvPr/>
              </p14:nvContentPartPr>
              <p14:xfrm>
                <a:off x="774180" y="1078568"/>
                <a:ext cx="116640" cy="271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C45F50D-D4E4-123E-E082-45528D6E756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5180" y="1069568"/>
                  <a:ext cx="134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035988-EE0F-DD5D-5344-65F2FA80108B}"/>
                    </a:ext>
                  </a:extLst>
                </p14:cNvPr>
                <p14:cNvContentPartPr/>
                <p14:nvPr/>
              </p14:nvContentPartPr>
              <p14:xfrm>
                <a:off x="776700" y="1227608"/>
                <a:ext cx="9108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035988-EE0F-DD5D-5344-65F2FA8010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7700" y="1218968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AF08C1E-DB2B-CD8D-0B2B-2EA4C641769E}"/>
                    </a:ext>
                  </a:extLst>
                </p14:cNvPr>
                <p14:cNvContentPartPr/>
                <p14:nvPr/>
              </p14:nvContentPartPr>
              <p14:xfrm>
                <a:off x="898740" y="1168208"/>
                <a:ext cx="222840" cy="110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AF08C1E-DB2B-CD8D-0B2B-2EA4C641769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9740" y="1159208"/>
                  <a:ext cx="240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94BD998-22F9-9115-A9D4-FCA77DCE09D2}"/>
                    </a:ext>
                  </a:extLst>
                </p14:cNvPr>
                <p14:cNvContentPartPr/>
                <p14:nvPr/>
              </p14:nvContentPartPr>
              <p14:xfrm>
                <a:off x="1146780" y="1147328"/>
                <a:ext cx="250920" cy="111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94BD998-22F9-9115-A9D4-FCA77DCE09D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37780" y="1138328"/>
                  <a:ext cx="268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58B31D-1E3A-9C18-56ED-C18DE44DBB86}"/>
                    </a:ext>
                  </a:extLst>
                </p14:cNvPr>
                <p14:cNvContentPartPr/>
                <p14:nvPr/>
              </p14:nvContentPartPr>
              <p14:xfrm>
                <a:off x="1456380" y="1154528"/>
                <a:ext cx="211320" cy="114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58B31D-1E3A-9C18-56ED-C18DE44DBB8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447380" y="1145888"/>
                  <a:ext cx="2289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10BA6D-690E-C402-4484-22DDFE96B4E2}"/>
              </a:ext>
            </a:extLst>
          </p:cNvPr>
          <p:cNvGrpSpPr/>
          <p:nvPr/>
        </p:nvGrpSpPr>
        <p:grpSpPr>
          <a:xfrm>
            <a:off x="1864980" y="1038968"/>
            <a:ext cx="1153440" cy="343080"/>
            <a:chOff x="1864980" y="1038968"/>
            <a:chExt cx="115344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528FB00-12B6-997F-433B-2981F0BADCC8}"/>
                    </a:ext>
                  </a:extLst>
                </p14:cNvPr>
                <p14:cNvContentPartPr/>
                <p14:nvPr/>
              </p14:nvContentPartPr>
              <p14:xfrm>
                <a:off x="1864980" y="1160648"/>
                <a:ext cx="193680" cy="117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528FB00-12B6-997F-433B-2981F0BADC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56340" y="1151648"/>
                  <a:ext cx="211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2F2711B-22E5-6627-B54B-1534F9E1F2AD}"/>
                    </a:ext>
                  </a:extLst>
                </p14:cNvPr>
                <p14:cNvContentPartPr/>
                <p14:nvPr/>
              </p14:nvContentPartPr>
              <p14:xfrm>
                <a:off x="2080980" y="1191608"/>
                <a:ext cx="103320" cy="190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2F2711B-22E5-6627-B54B-1534F9E1F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071980" y="1182968"/>
                  <a:ext cx="120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AE8DDC-D42D-EC28-FEE7-8A05F4F626FD}"/>
                    </a:ext>
                  </a:extLst>
                </p14:cNvPr>
                <p14:cNvContentPartPr/>
                <p14:nvPr/>
              </p14:nvContentPartPr>
              <p14:xfrm>
                <a:off x="2166300" y="1179368"/>
                <a:ext cx="140040" cy="78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AE8DDC-D42D-EC28-FEE7-8A05F4F626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57660" y="1170368"/>
                  <a:ext cx="157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001164-501E-DF1A-1F9F-B39ADB0DA751}"/>
                    </a:ext>
                  </a:extLst>
                </p14:cNvPr>
                <p14:cNvContentPartPr/>
                <p14:nvPr/>
              </p14:nvContentPartPr>
              <p14:xfrm>
                <a:off x="2381580" y="1185488"/>
                <a:ext cx="80280" cy="9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001164-501E-DF1A-1F9F-B39ADB0DA7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72940" y="1176848"/>
                  <a:ext cx="97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963117-2F69-F33D-D224-8FF2EB427485}"/>
                    </a:ext>
                  </a:extLst>
                </p14:cNvPr>
                <p14:cNvContentPartPr/>
                <p14:nvPr/>
              </p14:nvContentPartPr>
              <p14:xfrm>
                <a:off x="2462580" y="1038968"/>
                <a:ext cx="203040" cy="217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963117-2F69-F33D-D224-8FF2EB4274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53580" y="1029968"/>
                  <a:ext cx="220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ABCD65-D2CA-59DD-D2DC-312AB6D60A03}"/>
                    </a:ext>
                  </a:extLst>
                </p14:cNvPr>
                <p14:cNvContentPartPr/>
                <p14:nvPr/>
              </p14:nvContentPartPr>
              <p14:xfrm>
                <a:off x="2583180" y="1049408"/>
                <a:ext cx="4320" cy="23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ABCD65-D2CA-59DD-D2DC-312AB6D60A0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74180" y="1040768"/>
                  <a:ext cx="21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9DE689-652C-AB48-C72B-143734D6FD82}"/>
                    </a:ext>
                  </a:extLst>
                </p14:cNvPr>
                <p14:cNvContentPartPr/>
                <p14:nvPr/>
              </p14:nvContentPartPr>
              <p14:xfrm>
                <a:off x="2713140" y="1167848"/>
                <a:ext cx="305280" cy="89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9DE689-652C-AB48-C72B-143734D6FD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704500" y="1158848"/>
                  <a:ext cx="3229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F858255-53F5-60B9-E8C1-DA061068B5FB}"/>
              </a:ext>
            </a:extLst>
          </p:cNvPr>
          <p:cNvGrpSpPr/>
          <p:nvPr/>
        </p:nvGrpSpPr>
        <p:grpSpPr>
          <a:xfrm>
            <a:off x="311580" y="1451168"/>
            <a:ext cx="1818000" cy="839160"/>
            <a:chOff x="311580" y="1451168"/>
            <a:chExt cx="1818000" cy="83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1A56D2-35DB-1997-ECC6-1089796A745F}"/>
                    </a:ext>
                  </a:extLst>
                </p14:cNvPr>
                <p14:cNvContentPartPr/>
                <p14:nvPr/>
              </p14:nvContentPartPr>
              <p14:xfrm>
                <a:off x="410220" y="1451168"/>
                <a:ext cx="126720" cy="150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1A56D2-35DB-1997-ECC6-1089796A745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1580" y="1442528"/>
                  <a:ext cx="144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5694A3D-636D-F7F5-F3C8-01001126D5A9}"/>
                    </a:ext>
                  </a:extLst>
                </p14:cNvPr>
                <p14:cNvContentPartPr/>
                <p14:nvPr/>
              </p14:nvContentPartPr>
              <p14:xfrm>
                <a:off x="334620" y="1729808"/>
                <a:ext cx="398160" cy="288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5694A3D-636D-F7F5-F3C8-01001126D5A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25980" y="1721168"/>
                  <a:ext cx="415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E2875FA-B8C3-07A4-ED7D-C9D46D705B77}"/>
                    </a:ext>
                  </a:extLst>
                </p14:cNvPr>
                <p14:cNvContentPartPr/>
                <p14:nvPr/>
              </p14:nvContentPartPr>
              <p14:xfrm>
                <a:off x="311580" y="2130128"/>
                <a:ext cx="31320" cy="160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E2875FA-B8C3-07A4-ED7D-C9D46D705B7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02580" y="2121128"/>
                  <a:ext cx="48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908E3B2-65DF-BDDE-D9D1-04C788D5A8AC}"/>
                    </a:ext>
                  </a:extLst>
                </p14:cNvPr>
                <p14:cNvContentPartPr/>
                <p14:nvPr/>
              </p14:nvContentPartPr>
              <p14:xfrm>
                <a:off x="338940" y="2197448"/>
                <a:ext cx="114480" cy="91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908E3B2-65DF-BDDE-D9D1-04C788D5A8A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0300" y="2188808"/>
                  <a:ext cx="132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522BF4D-4611-E1C2-F3C3-B3C15E67AD87}"/>
                    </a:ext>
                  </a:extLst>
                </p14:cNvPr>
                <p14:cNvContentPartPr/>
                <p14:nvPr/>
              </p14:nvContentPartPr>
              <p14:xfrm>
                <a:off x="511740" y="2217248"/>
                <a:ext cx="91080" cy="16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522BF4D-4611-E1C2-F3C3-B3C15E67AD8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3100" y="2208248"/>
                  <a:ext cx="108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3E9C70E-4158-72AC-43D0-3FB85967CB3C}"/>
                    </a:ext>
                  </a:extLst>
                </p14:cNvPr>
                <p14:cNvContentPartPr/>
                <p14:nvPr/>
              </p14:nvContentPartPr>
              <p14:xfrm>
                <a:off x="483660" y="2181968"/>
                <a:ext cx="103680" cy="1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3E9C70E-4158-72AC-43D0-3FB85967CB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74660" y="2172968"/>
                  <a:ext cx="121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B13D30E-DA53-76BD-9DB7-9E267D137225}"/>
                    </a:ext>
                  </a:extLst>
                </p14:cNvPr>
                <p14:cNvContentPartPr/>
                <p14:nvPr/>
              </p14:nvContentPartPr>
              <p14:xfrm>
                <a:off x="700380" y="2143088"/>
                <a:ext cx="114840" cy="102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B13D30E-DA53-76BD-9DB7-9E267D13722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1380" y="2134448"/>
                  <a:ext cx="132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C03CB7-57FF-5E56-B01E-BC03530BEF42}"/>
                    </a:ext>
                  </a:extLst>
                </p14:cNvPr>
                <p14:cNvContentPartPr/>
                <p14:nvPr/>
              </p14:nvContentPartPr>
              <p14:xfrm>
                <a:off x="892260" y="1828088"/>
                <a:ext cx="151560" cy="100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C03CB7-57FF-5E56-B01E-BC03530BEF4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83620" y="1819448"/>
                  <a:ext cx="169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1771A9F-2D17-6713-FCDB-6860AF3683F3}"/>
                    </a:ext>
                  </a:extLst>
                </p14:cNvPr>
                <p14:cNvContentPartPr/>
                <p14:nvPr/>
              </p14:nvContentPartPr>
              <p14:xfrm>
                <a:off x="1151820" y="1921328"/>
                <a:ext cx="28080" cy="141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1771A9F-2D17-6713-FCDB-6860AF3683F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43180" y="1912688"/>
                  <a:ext cx="45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A787A1-2D37-87B9-44C5-B60492E0BC26}"/>
                    </a:ext>
                  </a:extLst>
                </p14:cNvPr>
                <p14:cNvContentPartPr/>
                <p14:nvPr/>
              </p14:nvContentPartPr>
              <p14:xfrm>
                <a:off x="1189620" y="2015648"/>
                <a:ext cx="72720" cy="55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A787A1-2D37-87B9-44C5-B60492E0BC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80620" y="2007008"/>
                  <a:ext cx="90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8773827-9BB6-62B5-4125-2A35FBC09927}"/>
                    </a:ext>
                  </a:extLst>
                </p14:cNvPr>
                <p14:cNvContentPartPr/>
                <p14:nvPr/>
              </p14:nvContentPartPr>
              <p14:xfrm>
                <a:off x="1160820" y="2067488"/>
                <a:ext cx="4320" cy="14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8773827-9BB6-62B5-4125-2A35FBC099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51820" y="2058848"/>
                  <a:ext cx="21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3D6F89A-B934-FB90-C2E0-6080CD99A24F}"/>
                    </a:ext>
                  </a:extLst>
                </p14:cNvPr>
                <p14:cNvContentPartPr/>
                <p14:nvPr/>
              </p14:nvContentPartPr>
              <p14:xfrm>
                <a:off x="1277460" y="1801448"/>
                <a:ext cx="166680" cy="235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3D6F89A-B934-FB90-C2E0-6080CD99A24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68460" y="1792808"/>
                  <a:ext cx="184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11E3CC-CAEE-0318-E2D5-CC21A4EE4860}"/>
                    </a:ext>
                  </a:extLst>
                </p14:cNvPr>
                <p14:cNvContentPartPr/>
                <p14:nvPr/>
              </p14:nvContentPartPr>
              <p14:xfrm>
                <a:off x="1449180" y="1667888"/>
                <a:ext cx="104400" cy="238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11E3CC-CAEE-0318-E2D5-CC21A4EE48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440180" y="1658888"/>
                  <a:ext cx="122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F9F577-0030-BA8F-AF50-58C992D1BA9F}"/>
                    </a:ext>
                  </a:extLst>
                </p14:cNvPr>
                <p14:cNvContentPartPr/>
                <p14:nvPr/>
              </p14:nvContentPartPr>
              <p14:xfrm>
                <a:off x="1556100" y="1799648"/>
                <a:ext cx="106560" cy="58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F9F577-0030-BA8F-AF50-58C992D1BA9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47100" y="1791008"/>
                  <a:ext cx="124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AD4220A-6998-1D5B-B62F-480E7BAEF096}"/>
                    </a:ext>
                  </a:extLst>
                </p14:cNvPr>
                <p14:cNvContentPartPr/>
                <p14:nvPr/>
              </p14:nvContentPartPr>
              <p14:xfrm>
                <a:off x="1751220" y="1811168"/>
                <a:ext cx="119520" cy="7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AD4220A-6998-1D5B-B62F-480E7BAEF09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42220" y="1802168"/>
                  <a:ext cx="137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16350C-2F5F-A2FE-CBD7-4A4AFB49D8AA}"/>
                    </a:ext>
                  </a:extLst>
                </p14:cNvPr>
                <p14:cNvContentPartPr/>
                <p14:nvPr/>
              </p14:nvContentPartPr>
              <p14:xfrm>
                <a:off x="1927260" y="1703168"/>
                <a:ext cx="26640" cy="174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16350C-2F5F-A2FE-CBD7-4A4AFB49D8A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18260" y="1694168"/>
                  <a:ext cx="44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82AA67-7D54-CC3E-4386-853B9EEBCFD9}"/>
                    </a:ext>
                  </a:extLst>
                </p14:cNvPr>
                <p14:cNvContentPartPr/>
                <p14:nvPr/>
              </p14:nvContentPartPr>
              <p14:xfrm>
                <a:off x="1965420" y="1802528"/>
                <a:ext cx="105840" cy="64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82AA67-7D54-CC3E-4386-853B9EEBCFD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956420" y="1793888"/>
                  <a:ext cx="123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EAFBEED-CB4A-2821-4F56-C430EF78EAEF}"/>
                    </a:ext>
                  </a:extLst>
                </p14:cNvPr>
                <p14:cNvContentPartPr/>
                <p14:nvPr/>
              </p14:nvContentPartPr>
              <p14:xfrm>
                <a:off x="2031300" y="1650608"/>
                <a:ext cx="98280" cy="285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EAFBEED-CB4A-2821-4F56-C430EF78EAE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022300" y="1641968"/>
                  <a:ext cx="11592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4787AD6-E919-282C-B476-B2C5A57F65C3}"/>
              </a:ext>
            </a:extLst>
          </p:cNvPr>
          <p:cNvGrpSpPr/>
          <p:nvPr/>
        </p:nvGrpSpPr>
        <p:grpSpPr>
          <a:xfrm>
            <a:off x="2350620" y="1631528"/>
            <a:ext cx="625320" cy="299520"/>
            <a:chOff x="2350620" y="1631528"/>
            <a:chExt cx="62532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5EBA625-48AC-8CBC-8437-A9E641495CAE}"/>
                    </a:ext>
                  </a:extLst>
                </p14:cNvPr>
                <p14:cNvContentPartPr/>
                <p14:nvPr/>
              </p14:nvContentPartPr>
              <p14:xfrm>
                <a:off x="2385540" y="1847528"/>
                <a:ext cx="115920" cy="1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5EBA625-48AC-8CBC-8437-A9E641495CA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76900" y="1838888"/>
                  <a:ext cx="133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0C34E1-F9AD-A616-FC6C-AF5FE1E0B376}"/>
                    </a:ext>
                  </a:extLst>
                </p14:cNvPr>
                <p14:cNvContentPartPr/>
                <p14:nvPr/>
              </p14:nvContentPartPr>
              <p14:xfrm>
                <a:off x="2350620" y="1787408"/>
                <a:ext cx="137160" cy="15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0C34E1-F9AD-A616-FC6C-AF5FE1E0B37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41620" y="1778768"/>
                  <a:ext cx="154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9CC5EE5-386A-CBC4-8743-B62EEED21823}"/>
                    </a:ext>
                  </a:extLst>
                </p14:cNvPr>
                <p14:cNvContentPartPr/>
                <p14:nvPr/>
              </p14:nvContentPartPr>
              <p14:xfrm>
                <a:off x="2572740" y="1641248"/>
                <a:ext cx="403200" cy="289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9CC5EE5-386A-CBC4-8743-B62EEED218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564100" y="1632248"/>
                  <a:ext cx="420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D3B107C-F1A4-CF0D-8046-F1204897F243}"/>
                    </a:ext>
                  </a:extLst>
                </p14:cNvPr>
                <p14:cNvContentPartPr/>
                <p14:nvPr/>
              </p14:nvContentPartPr>
              <p14:xfrm>
                <a:off x="2867580" y="1901528"/>
                <a:ext cx="62280" cy="18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D3B107C-F1A4-CF0D-8046-F1204897F24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58940" y="1892528"/>
                  <a:ext cx="79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675E68B-EC3E-8321-FF7C-FE80579C8807}"/>
                    </a:ext>
                  </a:extLst>
                </p14:cNvPr>
                <p14:cNvContentPartPr/>
                <p14:nvPr/>
              </p14:nvContentPartPr>
              <p14:xfrm>
                <a:off x="2935260" y="1631528"/>
                <a:ext cx="4320" cy="38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675E68B-EC3E-8321-FF7C-FE80579C880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926260" y="1622528"/>
                  <a:ext cx="219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0F152AA-B2C9-B13D-CE8B-9E2FB4DB642D}"/>
              </a:ext>
            </a:extLst>
          </p:cNvPr>
          <p:cNvGrpSpPr/>
          <p:nvPr/>
        </p:nvGrpSpPr>
        <p:grpSpPr>
          <a:xfrm>
            <a:off x="2551860" y="2037608"/>
            <a:ext cx="529200" cy="165240"/>
            <a:chOff x="2551860" y="2037608"/>
            <a:chExt cx="52920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7E4CC6-4C5B-2669-D671-4E912F1CBD6F}"/>
                    </a:ext>
                  </a:extLst>
                </p14:cNvPr>
                <p14:cNvContentPartPr/>
                <p14:nvPr/>
              </p14:nvContentPartPr>
              <p14:xfrm>
                <a:off x="2551860" y="2037608"/>
                <a:ext cx="46080" cy="165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7E4CC6-4C5B-2669-D671-4E912F1CBD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543220" y="2028608"/>
                  <a:ext cx="63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E751C2-A363-C42A-D302-0F42CF48EE7E}"/>
                    </a:ext>
                  </a:extLst>
                </p14:cNvPr>
                <p14:cNvContentPartPr/>
                <p14:nvPr/>
              </p14:nvContentPartPr>
              <p14:xfrm>
                <a:off x="2618820" y="2140208"/>
                <a:ext cx="135000" cy="56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E751C2-A363-C42A-D302-0F42CF48EE7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610180" y="2131568"/>
                  <a:ext cx="152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D8E075A-B54B-8C36-073B-3E4467007ECB}"/>
                    </a:ext>
                  </a:extLst>
                </p14:cNvPr>
                <p14:cNvContentPartPr/>
                <p14:nvPr/>
              </p14:nvContentPartPr>
              <p14:xfrm>
                <a:off x="2785140" y="2156048"/>
                <a:ext cx="88200" cy="5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D8E075A-B54B-8C36-073B-3E4467007EC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776500" y="2147048"/>
                  <a:ext cx="105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356905-EBF8-04D1-2EA2-28AA0959AFC8}"/>
                    </a:ext>
                  </a:extLst>
                </p14:cNvPr>
                <p14:cNvContentPartPr/>
                <p14:nvPr/>
              </p14:nvContentPartPr>
              <p14:xfrm>
                <a:off x="2752740" y="2095928"/>
                <a:ext cx="115200" cy="13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356905-EBF8-04D1-2EA2-28AA0959AFC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744100" y="2086928"/>
                  <a:ext cx="132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D2165A7-430C-1D8A-B31A-2A64118A7F77}"/>
                    </a:ext>
                  </a:extLst>
                </p14:cNvPr>
                <p14:cNvContentPartPr/>
                <p14:nvPr/>
              </p14:nvContentPartPr>
              <p14:xfrm>
                <a:off x="2960820" y="2075408"/>
                <a:ext cx="120240" cy="76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D2165A7-430C-1D8A-B31A-2A64118A7F7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951820" y="2066768"/>
                  <a:ext cx="137880" cy="9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86F618A-1C8D-0340-EBB1-B07A9CB30584}"/>
                  </a:ext>
                </a:extLst>
              </p14:cNvPr>
              <p14:cNvContentPartPr/>
              <p14:nvPr/>
            </p14:nvContentPartPr>
            <p14:xfrm>
              <a:off x="2651220" y="1380608"/>
              <a:ext cx="219240" cy="1555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86F618A-1C8D-0340-EBB1-B07A9CB30584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642220" y="1371968"/>
                <a:ext cx="23688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8A70112-DC48-992F-447F-38B8CC50646C}"/>
              </a:ext>
            </a:extLst>
          </p:cNvPr>
          <p:cNvGrpSpPr/>
          <p:nvPr/>
        </p:nvGrpSpPr>
        <p:grpSpPr>
          <a:xfrm>
            <a:off x="3157020" y="1553408"/>
            <a:ext cx="1464120" cy="416160"/>
            <a:chOff x="3157020" y="1553408"/>
            <a:chExt cx="146412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ED0C75-A7FD-1755-8AC0-D58BF938E5FC}"/>
                    </a:ext>
                  </a:extLst>
                </p14:cNvPr>
                <p14:cNvContentPartPr/>
                <p14:nvPr/>
              </p14:nvContentPartPr>
              <p14:xfrm>
                <a:off x="3157020" y="1666808"/>
                <a:ext cx="158400" cy="241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ED0C75-A7FD-1755-8AC0-D58BF938E5F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48020" y="1657808"/>
                  <a:ext cx="176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7EA9DF-9865-FD4F-687E-5E16B3D45BE5}"/>
                    </a:ext>
                  </a:extLst>
                </p14:cNvPr>
                <p14:cNvContentPartPr/>
                <p14:nvPr/>
              </p14:nvContentPartPr>
              <p14:xfrm>
                <a:off x="3371220" y="1836008"/>
                <a:ext cx="25920" cy="129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77EA9DF-9865-FD4F-687E-5E16B3D45BE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62220" y="1827368"/>
                  <a:ext cx="43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5CEB05-7E27-2901-AA17-527AC757EC68}"/>
                    </a:ext>
                  </a:extLst>
                </p14:cNvPr>
                <p14:cNvContentPartPr/>
                <p14:nvPr/>
              </p14:nvContentPartPr>
              <p14:xfrm>
                <a:off x="3384540" y="1901528"/>
                <a:ext cx="119160" cy="68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5CEB05-7E27-2901-AA17-527AC757EC6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75540" y="1892528"/>
                  <a:ext cx="136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8E58DD-48D8-781C-955C-70BE272615C8}"/>
                    </a:ext>
                  </a:extLst>
                </p14:cNvPr>
                <p14:cNvContentPartPr/>
                <p14:nvPr/>
              </p14:nvContentPartPr>
              <p14:xfrm>
                <a:off x="3537180" y="1750688"/>
                <a:ext cx="137160" cy="92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8E58DD-48D8-781C-955C-70BE272615C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28180" y="1741688"/>
                  <a:ext cx="154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7861079-EB3B-B8C4-C7DD-0CA5BCEB5E8C}"/>
                    </a:ext>
                  </a:extLst>
                </p14:cNvPr>
                <p14:cNvContentPartPr/>
                <p14:nvPr/>
              </p14:nvContentPartPr>
              <p14:xfrm>
                <a:off x="3588660" y="1761128"/>
                <a:ext cx="59040" cy="89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7861079-EB3B-B8C4-C7DD-0CA5BCEB5E8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79660" y="1752128"/>
                  <a:ext cx="76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0E2C03-9986-1F5E-8F35-978FB3F4DAAF}"/>
                    </a:ext>
                  </a:extLst>
                </p14:cNvPr>
                <p14:cNvContentPartPr/>
                <p14:nvPr/>
              </p14:nvContentPartPr>
              <p14:xfrm>
                <a:off x="3704940" y="1609568"/>
                <a:ext cx="138960" cy="278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0E2C03-9986-1F5E-8F35-978FB3F4DAA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695940" y="1600928"/>
                  <a:ext cx="1566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F53F43E-1D29-EE9B-F6EB-D2021B2385AF}"/>
                    </a:ext>
                  </a:extLst>
                </p14:cNvPr>
                <p14:cNvContentPartPr/>
                <p14:nvPr/>
              </p14:nvContentPartPr>
              <p14:xfrm>
                <a:off x="3871620" y="1740248"/>
                <a:ext cx="162360" cy="76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F53F43E-1D29-EE9B-F6EB-D2021B2385A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862980" y="1731608"/>
                  <a:ext cx="180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C2A1FCD-9E0B-355C-E0E4-842874328AF8}"/>
                    </a:ext>
                  </a:extLst>
                </p14:cNvPr>
                <p14:cNvContentPartPr/>
                <p14:nvPr/>
              </p14:nvContentPartPr>
              <p14:xfrm>
                <a:off x="4153500" y="1757888"/>
                <a:ext cx="99360" cy="8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C2A1FCD-9E0B-355C-E0E4-842874328AF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44860" y="1749248"/>
                  <a:ext cx="117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1ECADB-9465-307E-4911-302531C6DE0D}"/>
                    </a:ext>
                  </a:extLst>
                </p14:cNvPr>
                <p14:cNvContentPartPr/>
                <p14:nvPr/>
              </p14:nvContentPartPr>
              <p14:xfrm>
                <a:off x="4304700" y="1602728"/>
                <a:ext cx="60120" cy="214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1ECADB-9465-307E-4911-302531C6DE0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96060" y="1593728"/>
                  <a:ext cx="77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5DF6919-902D-7A72-E613-24DE8E04FE9A}"/>
                    </a:ext>
                  </a:extLst>
                </p14:cNvPr>
                <p14:cNvContentPartPr/>
                <p14:nvPr/>
              </p14:nvContentPartPr>
              <p14:xfrm>
                <a:off x="4392900" y="1738088"/>
                <a:ext cx="114840" cy="66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5DF6919-902D-7A72-E613-24DE8E04FE9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383900" y="1729088"/>
                  <a:ext cx="132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55F8C9-1F8F-F322-69AC-9862529E215A}"/>
                    </a:ext>
                  </a:extLst>
                </p14:cNvPr>
                <p14:cNvContentPartPr/>
                <p14:nvPr/>
              </p14:nvContentPartPr>
              <p14:xfrm>
                <a:off x="4452300" y="1553408"/>
                <a:ext cx="168840" cy="312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55F8C9-1F8F-F322-69AC-9862529E215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443660" y="1544768"/>
                  <a:ext cx="18648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CA1E2EB-8744-9D20-6E9E-4A7A27B8FEC5}"/>
              </a:ext>
            </a:extLst>
          </p:cNvPr>
          <p:cNvGrpSpPr/>
          <p:nvPr/>
        </p:nvGrpSpPr>
        <p:grpSpPr>
          <a:xfrm>
            <a:off x="632700" y="2535128"/>
            <a:ext cx="1012680" cy="317160"/>
            <a:chOff x="632700" y="2535128"/>
            <a:chExt cx="101268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2EB9CFC-C900-1959-3ABA-34F29BA24F20}"/>
                    </a:ext>
                  </a:extLst>
                </p14:cNvPr>
                <p14:cNvContentPartPr/>
                <p14:nvPr/>
              </p14:nvContentPartPr>
              <p14:xfrm>
                <a:off x="632700" y="2535128"/>
                <a:ext cx="146160" cy="217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2EB9CFC-C900-1959-3ABA-34F29BA24F2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23700" y="2526488"/>
                  <a:ext cx="1638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53A9FA7-172B-FA43-762F-4A439529677E}"/>
                    </a:ext>
                  </a:extLst>
                </p14:cNvPr>
                <p14:cNvContentPartPr/>
                <p14:nvPr/>
              </p14:nvContentPartPr>
              <p14:xfrm>
                <a:off x="800100" y="2634128"/>
                <a:ext cx="150840" cy="91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53A9FA7-172B-FA43-762F-4A439529677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1100" y="2625488"/>
                  <a:ext cx="168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5188AB1-F1B3-0C20-38AE-34D0F08693E6}"/>
                    </a:ext>
                  </a:extLst>
                </p14:cNvPr>
                <p14:cNvContentPartPr/>
                <p14:nvPr/>
              </p14:nvContentPartPr>
              <p14:xfrm>
                <a:off x="1021860" y="2638448"/>
                <a:ext cx="147600" cy="213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5188AB1-F1B3-0C20-38AE-34D0F08693E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13220" y="2629808"/>
                  <a:ext cx="165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B47C039-D053-D441-95B8-75FFDFF74DD6}"/>
                    </a:ext>
                  </a:extLst>
                </p14:cNvPr>
                <p14:cNvContentPartPr/>
                <p14:nvPr/>
              </p14:nvContentPartPr>
              <p14:xfrm>
                <a:off x="1173420" y="2612528"/>
                <a:ext cx="65880" cy="120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B47C039-D053-D441-95B8-75FFDFF74DD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64420" y="2603528"/>
                  <a:ext cx="83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21F32F-9F5B-51BB-18EE-989311E45C8C}"/>
                    </a:ext>
                  </a:extLst>
                </p14:cNvPr>
                <p14:cNvContentPartPr/>
                <p14:nvPr/>
              </p14:nvContentPartPr>
              <p14:xfrm>
                <a:off x="1272780" y="2608928"/>
                <a:ext cx="214920" cy="10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321F32F-9F5B-51BB-18EE-989311E45C8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63780" y="2599928"/>
                  <a:ext cx="23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AC52C8-D3E6-1703-E9DF-36DE8C8103E0}"/>
                    </a:ext>
                  </a:extLst>
                </p14:cNvPr>
                <p14:cNvContentPartPr/>
                <p14:nvPr/>
              </p14:nvContentPartPr>
              <p14:xfrm>
                <a:off x="1485900" y="2600648"/>
                <a:ext cx="159480" cy="122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AC52C8-D3E6-1703-E9DF-36DE8C8103E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476900" y="2592008"/>
                  <a:ext cx="1771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354818D-3010-CB4C-2B57-DBA1916C61AD}"/>
              </a:ext>
            </a:extLst>
          </p:cNvPr>
          <p:cNvGrpSpPr/>
          <p:nvPr/>
        </p:nvGrpSpPr>
        <p:grpSpPr>
          <a:xfrm>
            <a:off x="1916820" y="2370248"/>
            <a:ext cx="1658880" cy="366120"/>
            <a:chOff x="1916820" y="2370248"/>
            <a:chExt cx="165888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F68551D-568A-EBA0-B8F2-6753152D18C3}"/>
                    </a:ext>
                  </a:extLst>
                </p14:cNvPr>
                <p14:cNvContentPartPr/>
                <p14:nvPr/>
              </p14:nvContentPartPr>
              <p14:xfrm>
                <a:off x="1916820" y="2590928"/>
                <a:ext cx="223560" cy="74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F68551D-568A-EBA0-B8F2-6753152D18C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907820" y="2582288"/>
                  <a:ext cx="241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210687-20D5-7A46-C97A-27D1006435B5}"/>
                    </a:ext>
                  </a:extLst>
                </p14:cNvPr>
                <p14:cNvContentPartPr/>
                <p14:nvPr/>
              </p14:nvContentPartPr>
              <p14:xfrm>
                <a:off x="2196180" y="2595608"/>
                <a:ext cx="131400" cy="74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210687-20D5-7A46-C97A-27D1006435B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187180" y="2586608"/>
                  <a:ext cx="149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1B905C3-51BE-837F-F52D-9A431A65DDE8}"/>
                    </a:ext>
                  </a:extLst>
                </p14:cNvPr>
                <p14:cNvContentPartPr/>
                <p14:nvPr/>
              </p14:nvContentPartPr>
              <p14:xfrm>
                <a:off x="2348100" y="2595608"/>
                <a:ext cx="159840" cy="92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1B905C3-51BE-837F-F52D-9A431A65DDE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339100" y="2586968"/>
                  <a:ext cx="177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8D7E55F-E935-1AAA-35D3-3677BD263B28}"/>
                    </a:ext>
                  </a:extLst>
                </p14:cNvPr>
                <p14:cNvContentPartPr/>
                <p14:nvPr/>
              </p14:nvContentPartPr>
              <p14:xfrm>
                <a:off x="2399220" y="2581928"/>
                <a:ext cx="100080" cy="111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8D7E55F-E935-1AAA-35D3-3677BD263B2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390220" y="2573288"/>
                  <a:ext cx="117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08B2F4B-D46A-032D-42BE-735F644B23E4}"/>
                    </a:ext>
                  </a:extLst>
                </p14:cNvPr>
                <p14:cNvContentPartPr/>
                <p14:nvPr/>
              </p14:nvContentPartPr>
              <p14:xfrm>
                <a:off x="2642220" y="2421368"/>
                <a:ext cx="90720" cy="315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08B2F4B-D46A-032D-42BE-735F644B23E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633580" y="2412728"/>
                  <a:ext cx="108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4CEACA6-B4D1-E75A-AF54-179DEFDC5A23}"/>
                    </a:ext>
                  </a:extLst>
                </p14:cNvPr>
                <p14:cNvContentPartPr/>
                <p14:nvPr/>
              </p14:nvContentPartPr>
              <p14:xfrm>
                <a:off x="2828700" y="2469608"/>
                <a:ext cx="162720" cy="173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4CEACA6-B4D1-E75A-AF54-179DEFDC5A2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19700" y="2460968"/>
                  <a:ext cx="180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421642C-14C3-3230-B18F-12A8B20DFDF1}"/>
                    </a:ext>
                  </a:extLst>
                </p14:cNvPr>
                <p14:cNvContentPartPr/>
                <p14:nvPr/>
              </p14:nvContentPartPr>
              <p14:xfrm>
                <a:off x="3102300" y="2649608"/>
                <a:ext cx="20160" cy="74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421642C-14C3-3230-B18F-12A8B20DFD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093660" y="2640608"/>
                  <a:ext cx="378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4CC48BF-B826-648A-C124-4C1F64915DE5}"/>
                    </a:ext>
                  </a:extLst>
                </p14:cNvPr>
                <p14:cNvContentPartPr/>
                <p14:nvPr/>
              </p14:nvContentPartPr>
              <p14:xfrm>
                <a:off x="3202380" y="2470688"/>
                <a:ext cx="216720" cy="147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4CC48BF-B826-648A-C124-4C1F64915DE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193740" y="2461688"/>
                  <a:ext cx="234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E8F47A5-A33D-46AC-5E9A-6B0CDC34B271}"/>
                    </a:ext>
                  </a:extLst>
                </p14:cNvPr>
                <p14:cNvContentPartPr/>
                <p14:nvPr/>
              </p14:nvContentPartPr>
              <p14:xfrm>
                <a:off x="3418380" y="2370248"/>
                <a:ext cx="157320" cy="328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E8F47A5-A33D-46AC-5E9A-6B0CDC34B27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409740" y="2361248"/>
                  <a:ext cx="17496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138238C-4EA5-542F-F579-9D722000CE10}"/>
              </a:ext>
            </a:extLst>
          </p:cNvPr>
          <p:cNvGrpSpPr/>
          <p:nvPr/>
        </p:nvGrpSpPr>
        <p:grpSpPr>
          <a:xfrm>
            <a:off x="2213820" y="3378248"/>
            <a:ext cx="649440" cy="217440"/>
            <a:chOff x="2213820" y="3378248"/>
            <a:chExt cx="64944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7864105-6556-1248-69B1-8FEE3619AC7B}"/>
                    </a:ext>
                  </a:extLst>
                </p14:cNvPr>
                <p14:cNvContentPartPr/>
                <p14:nvPr/>
              </p14:nvContentPartPr>
              <p14:xfrm>
                <a:off x="2213820" y="3378248"/>
                <a:ext cx="182520" cy="217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7864105-6556-1248-69B1-8FEE3619AC7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204820" y="3369608"/>
                  <a:ext cx="200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0B81552-50F5-CEE5-AC52-D213DCDD2725}"/>
                    </a:ext>
                  </a:extLst>
                </p14:cNvPr>
                <p14:cNvContentPartPr/>
                <p14:nvPr/>
              </p14:nvContentPartPr>
              <p14:xfrm>
                <a:off x="2506500" y="3526568"/>
                <a:ext cx="137880" cy="6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0B81552-50F5-CEE5-AC52-D213DCDD27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97860" y="3517928"/>
                  <a:ext cx="155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50A6A4D-6E0D-6E3A-BB07-A66521EA7901}"/>
                    </a:ext>
                  </a:extLst>
                </p14:cNvPr>
                <p14:cNvContentPartPr/>
                <p14:nvPr/>
              </p14:nvContentPartPr>
              <p14:xfrm>
                <a:off x="2488500" y="3459608"/>
                <a:ext cx="130320" cy="16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50A6A4D-6E0D-6E3A-BB07-A66521EA790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79500" y="3450608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F53FA94-06E2-605E-A97D-40F3F6407358}"/>
                    </a:ext>
                  </a:extLst>
                </p14:cNvPr>
                <p14:cNvContentPartPr/>
                <p14:nvPr/>
              </p14:nvContentPartPr>
              <p14:xfrm>
                <a:off x="2701620" y="3412448"/>
                <a:ext cx="161640" cy="142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F53FA94-06E2-605E-A97D-40F3F640735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692620" y="3403808"/>
                  <a:ext cx="179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4B31875E-DD7E-EB4C-B767-E12A7706A689}"/>
              </a:ext>
            </a:extLst>
          </p:cNvPr>
          <p:cNvGrpSpPr/>
          <p:nvPr/>
        </p:nvGrpSpPr>
        <p:grpSpPr>
          <a:xfrm>
            <a:off x="3445740" y="3372488"/>
            <a:ext cx="664560" cy="206640"/>
            <a:chOff x="3445740" y="3372488"/>
            <a:chExt cx="66456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7642080-A18F-10B1-5B62-AEAB1C2B5C97}"/>
                    </a:ext>
                  </a:extLst>
                </p14:cNvPr>
                <p14:cNvContentPartPr/>
                <p14:nvPr/>
              </p14:nvContentPartPr>
              <p14:xfrm>
                <a:off x="3445740" y="3412448"/>
                <a:ext cx="258480" cy="166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7642080-A18F-10B1-5B62-AEAB1C2B5C9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436740" y="3403448"/>
                  <a:ext cx="276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F18E4AF-DE05-FDE8-DDBC-D8023D78922E}"/>
                    </a:ext>
                  </a:extLst>
                </p14:cNvPr>
                <p14:cNvContentPartPr/>
                <p14:nvPr/>
              </p14:nvContentPartPr>
              <p14:xfrm>
                <a:off x="3787380" y="3486968"/>
                <a:ext cx="127440" cy="46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F18E4AF-DE05-FDE8-DDBC-D8023D78922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778380" y="3477968"/>
                  <a:ext cx="145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E233697-A063-AA38-633E-35E97CD15F1A}"/>
                    </a:ext>
                  </a:extLst>
                </p14:cNvPr>
                <p14:cNvContentPartPr/>
                <p14:nvPr/>
              </p14:nvContentPartPr>
              <p14:xfrm>
                <a:off x="3755340" y="3429008"/>
                <a:ext cx="146520" cy="36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E233697-A063-AA38-633E-35E97CD15F1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46700" y="3420008"/>
                  <a:ext cx="164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44BE911-8478-255E-6DB6-57A8A0E99229}"/>
                    </a:ext>
                  </a:extLst>
                </p14:cNvPr>
                <p14:cNvContentPartPr/>
                <p14:nvPr/>
              </p14:nvContentPartPr>
              <p14:xfrm>
                <a:off x="4021020" y="3372488"/>
                <a:ext cx="89280" cy="186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44BE911-8478-255E-6DB6-57A8A0E9922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012020" y="3363488"/>
                  <a:ext cx="10692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8376B61-0B80-6F2D-F048-843E9B963612}"/>
              </a:ext>
            </a:extLst>
          </p:cNvPr>
          <p:cNvGrpSpPr/>
          <p:nvPr/>
        </p:nvGrpSpPr>
        <p:grpSpPr>
          <a:xfrm>
            <a:off x="4945500" y="3322448"/>
            <a:ext cx="811080" cy="300600"/>
            <a:chOff x="4945500" y="3322448"/>
            <a:chExt cx="8110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D4C952A-681D-519B-5818-AF0278C87AE1}"/>
                    </a:ext>
                  </a:extLst>
                </p14:cNvPr>
                <p14:cNvContentPartPr/>
                <p14:nvPr/>
              </p14:nvContentPartPr>
              <p14:xfrm>
                <a:off x="4945500" y="3322448"/>
                <a:ext cx="291960" cy="217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D4C952A-681D-519B-5818-AF0278C87AE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936500" y="3313448"/>
                  <a:ext cx="309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CBD60DC-01B7-B052-3758-0C0F3EE89E34}"/>
                    </a:ext>
                  </a:extLst>
                </p14:cNvPr>
                <p14:cNvContentPartPr/>
                <p14:nvPr/>
              </p14:nvContentPartPr>
              <p14:xfrm>
                <a:off x="5302260" y="3431528"/>
                <a:ext cx="106920" cy="191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CBD60DC-01B7-B052-3758-0C0F3EE89E3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93620" y="3422528"/>
                  <a:ext cx="124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263944-0366-A324-239F-72B82BF48760}"/>
                    </a:ext>
                  </a:extLst>
                </p14:cNvPr>
                <p14:cNvContentPartPr/>
                <p14:nvPr/>
              </p14:nvContentPartPr>
              <p14:xfrm>
                <a:off x="5507100" y="3335408"/>
                <a:ext cx="249480" cy="154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263944-0366-A324-239F-72B82BF4876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498100" y="3326408"/>
                  <a:ext cx="267120" cy="171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21EA9E-7333-C89A-BDF6-9607C6B76E17}"/>
              </a:ext>
            </a:extLst>
          </p:cNvPr>
          <p:cNvGrpSpPr/>
          <p:nvPr/>
        </p:nvGrpSpPr>
        <p:grpSpPr>
          <a:xfrm>
            <a:off x="7569540" y="1217888"/>
            <a:ext cx="722160" cy="429120"/>
            <a:chOff x="7569540" y="1217888"/>
            <a:chExt cx="72216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13FD776-25A0-FF64-904C-04CA83944A22}"/>
                    </a:ext>
                  </a:extLst>
                </p14:cNvPr>
                <p14:cNvContentPartPr/>
                <p14:nvPr/>
              </p14:nvContentPartPr>
              <p14:xfrm>
                <a:off x="7569540" y="1369088"/>
                <a:ext cx="68040" cy="198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13FD776-25A0-FF64-904C-04CA83944A2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0900" y="1360448"/>
                  <a:ext cx="85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A3D172-2EC1-265F-59E0-7573329D19CC}"/>
                    </a:ext>
                  </a:extLst>
                </p14:cNvPr>
                <p14:cNvContentPartPr/>
                <p14:nvPr/>
              </p14:nvContentPartPr>
              <p14:xfrm>
                <a:off x="7611300" y="1486088"/>
                <a:ext cx="153720" cy="20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A3D172-2EC1-265F-59E0-7573329D19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02300" y="1477088"/>
                  <a:ext cx="171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237F94-2D2E-CEE1-7275-43E8A8CCDC5E}"/>
                    </a:ext>
                  </a:extLst>
                </p14:cNvPr>
                <p14:cNvContentPartPr/>
                <p14:nvPr/>
              </p14:nvContentPartPr>
              <p14:xfrm>
                <a:off x="7694460" y="1371248"/>
                <a:ext cx="87480" cy="231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237F94-2D2E-CEE1-7275-43E8A8CCDC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85460" y="1362608"/>
                  <a:ext cx="105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3E45F9-98F1-07F2-7407-2DF697F1EC16}"/>
                    </a:ext>
                  </a:extLst>
                </p14:cNvPr>
                <p14:cNvContentPartPr/>
                <p14:nvPr/>
              </p14:nvContentPartPr>
              <p14:xfrm>
                <a:off x="7833780" y="1217888"/>
                <a:ext cx="148680" cy="39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3E45F9-98F1-07F2-7407-2DF697F1EC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25140" y="1209248"/>
                  <a:ext cx="1663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07D2EF-E1D6-4495-72D4-898D0363774E}"/>
                    </a:ext>
                  </a:extLst>
                </p14:cNvPr>
                <p14:cNvContentPartPr/>
                <p14:nvPr/>
              </p14:nvContentPartPr>
              <p14:xfrm>
                <a:off x="7964460" y="1415528"/>
                <a:ext cx="170640" cy="174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07D2EF-E1D6-4495-72D4-898D036377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55460" y="1406888"/>
                  <a:ext cx="188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A0B1BF-1516-EF12-C504-39D6AD183660}"/>
                    </a:ext>
                  </a:extLst>
                </p14:cNvPr>
                <p14:cNvContentPartPr/>
                <p14:nvPr/>
              </p14:nvContentPartPr>
              <p14:xfrm>
                <a:off x="7951500" y="1500488"/>
                <a:ext cx="184680" cy="21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A0B1BF-1516-EF12-C504-39D6AD1836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42860" y="1491848"/>
                  <a:ext cx="20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CF9979-8355-3081-6226-ACB431CDBBE5}"/>
                    </a:ext>
                  </a:extLst>
                </p14:cNvPr>
                <p14:cNvContentPartPr/>
                <p14:nvPr/>
              </p14:nvContentPartPr>
              <p14:xfrm>
                <a:off x="8120340" y="1308968"/>
                <a:ext cx="171360" cy="33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CF9979-8355-3081-6226-ACB431CDBB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11340" y="1300328"/>
                  <a:ext cx="18900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E5E116-8082-D870-60D4-4F96927C3ECC}"/>
              </a:ext>
            </a:extLst>
          </p:cNvPr>
          <p:cNvGrpSpPr/>
          <p:nvPr/>
        </p:nvGrpSpPr>
        <p:grpSpPr>
          <a:xfrm>
            <a:off x="8489340" y="1420568"/>
            <a:ext cx="135000" cy="61200"/>
            <a:chOff x="8489340" y="1420568"/>
            <a:chExt cx="135000" cy="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E35465-4F02-664E-275A-C5514C2C61B9}"/>
                    </a:ext>
                  </a:extLst>
                </p14:cNvPr>
                <p14:cNvContentPartPr/>
                <p14:nvPr/>
              </p14:nvContentPartPr>
              <p14:xfrm>
                <a:off x="8489340" y="1465928"/>
                <a:ext cx="135000" cy="15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E35465-4F02-664E-275A-C5514C2C61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80340" y="1456928"/>
                  <a:ext cx="152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8FE67F-F0A1-B68F-BA07-8E6FB06CC1C3}"/>
                    </a:ext>
                  </a:extLst>
                </p14:cNvPr>
                <p14:cNvContentPartPr/>
                <p14:nvPr/>
              </p14:nvContentPartPr>
              <p14:xfrm>
                <a:off x="8530020" y="1420568"/>
                <a:ext cx="84240" cy="13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8FE67F-F0A1-B68F-BA07-8E6FB06CC1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1380" y="1411568"/>
                  <a:ext cx="10188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30D0678-B947-B06A-9436-6E65045DDA7A}"/>
                  </a:ext>
                </a:extLst>
              </p14:cNvPr>
              <p14:cNvContentPartPr/>
              <p14:nvPr/>
            </p14:nvContentPartPr>
            <p14:xfrm>
              <a:off x="9001980" y="997208"/>
              <a:ext cx="317880" cy="174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30D0678-B947-B06A-9436-6E65045DDA7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92980" y="988208"/>
                <a:ext cx="33552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9B896C6-2FBD-841A-4C15-6749687B35E2}"/>
              </a:ext>
            </a:extLst>
          </p:cNvPr>
          <p:cNvGrpSpPr/>
          <p:nvPr/>
        </p:nvGrpSpPr>
        <p:grpSpPr>
          <a:xfrm>
            <a:off x="9022140" y="1270448"/>
            <a:ext cx="486000" cy="130680"/>
            <a:chOff x="9022140" y="1270448"/>
            <a:chExt cx="48600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F7744D-0120-7C25-ED6E-8F56A159A7F7}"/>
                    </a:ext>
                  </a:extLst>
                </p14:cNvPr>
                <p14:cNvContentPartPr/>
                <p14:nvPr/>
              </p14:nvContentPartPr>
              <p14:xfrm>
                <a:off x="9022140" y="1270448"/>
                <a:ext cx="28440" cy="13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F7744D-0120-7C25-ED6E-8F56A159A7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13140" y="1261808"/>
                  <a:ext cx="46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F3FDE1A-865D-78A9-330F-B2E0E8394497}"/>
                    </a:ext>
                  </a:extLst>
                </p14:cNvPr>
                <p14:cNvContentPartPr/>
                <p14:nvPr/>
              </p14:nvContentPartPr>
              <p14:xfrm>
                <a:off x="9081180" y="1340288"/>
                <a:ext cx="96120" cy="59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F3FDE1A-865D-78A9-330F-B2E0E83944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2180" y="1331288"/>
                  <a:ext cx="113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AE1962-6F05-C988-588F-4047099414D0}"/>
                    </a:ext>
                  </a:extLst>
                </p14:cNvPr>
                <p14:cNvContentPartPr/>
                <p14:nvPr/>
              </p14:nvContentPartPr>
              <p14:xfrm>
                <a:off x="9230940" y="1342808"/>
                <a:ext cx="90000" cy="13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AE1962-6F05-C988-588F-4047099414D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21940" y="1334168"/>
                  <a:ext cx="107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424C8C-D9C1-070D-8323-5B3DBB0C22FE}"/>
                    </a:ext>
                  </a:extLst>
                </p14:cNvPr>
                <p14:cNvContentPartPr/>
                <p14:nvPr/>
              </p14:nvContentPartPr>
              <p14:xfrm>
                <a:off x="9207180" y="1289528"/>
                <a:ext cx="72000" cy="9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424C8C-D9C1-070D-8323-5B3DBB0C22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98180" y="1280528"/>
                  <a:ext cx="89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F67EBC-2CAA-788D-E1F1-61C014CC4797}"/>
                    </a:ext>
                  </a:extLst>
                </p14:cNvPr>
                <p14:cNvContentPartPr/>
                <p14:nvPr/>
              </p14:nvContentPartPr>
              <p14:xfrm>
                <a:off x="9396540" y="1281968"/>
                <a:ext cx="111600" cy="10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F67EBC-2CAA-788D-E1F1-61C014CC47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87900" y="1273328"/>
                  <a:ext cx="12924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F9179DA-8BCB-4A04-CBE0-2A7E8E1BE363}"/>
                  </a:ext>
                </a:extLst>
              </p14:cNvPr>
              <p14:cNvContentPartPr/>
              <p14:nvPr/>
            </p14:nvContentPartPr>
            <p14:xfrm>
              <a:off x="9008820" y="730448"/>
              <a:ext cx="198000" cy="116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9179DA-8BCB-4A04-CBE0-2A7E8E1BE36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00180" y="721448"/>
                <a:ext cx="21564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37B8141-D583-26A5-419B-01E5728BD389}"/>
              </a:ext>
            </a:extLst>
          </p:cNvPr>
          <p:cNvGrpSpPr/>
          <p:nvPr/>
        </p:nvGrpSpPr>
        <p:grpSpPr>
          <a:xfrm>
            <a:off x="9595980" y="888128"/>
            <a:ext cx="915480" cy="362520"/>
            <a:chOff x="9595980" y="888128"/>
            <a:chExt cx="91548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06E3B1-E4A7-330A-C83C-39096175D547}"/>
                    </a:ext>
                  </a:extLst>
                </p14:cNvPr>
                <p14:cNvContentPartPr/>
                <p14:nvPr/>
              </p14:nvContentPartPr>
              <p14:xfrm>
                <a:off x="9595980" y="992168"/>
                <a:ext cx="151200" cy="162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06E3B1-E4A7-330A-C83C-39096175D5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86980" y="983168"/>
                  <a:ext cx="168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67C349-B859-AE6D-77E5-0C807A85B113}"/>
                    </a:ext>
                  </a:extLst>
                </p14:cNvPr>
                <p14:cNvContentPartPr/>
                <p14:nvPr/>
              </p14:nvContentPartPr>
              <p14:xfrm>
                <a:off x="9789300" y="1101248"/>
                <a:ext cx="40680" cy="135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67C349-B859-AE6D-77E5-0C807A85B1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80660" y="1092608"/>
                  <a:ext cx="58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B28E38-B18D-3437-DC8F-46F1326F8B14}"/>
                    </a:ext>
                  </a:extLst>
                </p14:cNvPr>
                <p14:cNvContentPartPr/>
                <p14:nvPr/>
              </p14:nvContentPartPr>
              <p14:xfrm>
                <a:off x="9830700" y="1189448"/>
                <a:ext cx="115200" cy="61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B28E38-B18D-3437-DC8F-46F1326F8B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22060" y="1180808"/>
                  <a:ext cx="132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FD3105-0498-2EBA-2C05-F00E6F7CCFB6}"/>
                    </a:ext>
                  </a:extLst>
                </p14:cNvPr>
                <p14:cNvContentPartPr/>
                <p14:nvPr/>
              </p14:nvContentPartPr>
              <p14:xfrm>
                <a:off x="10021860" y="1050128"/>
                <a:ext cx="119160" cy="14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FD3105-0498-2EBA-2C05-F00E6F7CCF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12860" y="1041128"/>
                  <a:ext cx="136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E082BC-D7FF-63AF-A9FF-6CBD2050D2CB}"/>
                    </a:ext>
                  </a:extLst>
                </p14:cNvPr>
                <p14:cNvContentPartPr/>
                <p14:nvPr/>
              </p14:nvContentPartPr>
              <p14:xfrm>
                <a:off x="10051740" y="1127168"/>
                <a:ext cx="100440" cy="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E082BC-D7FF-63AF-A9FF-6CBD2050D2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43100" y="1118168"/>
                  <a:ext cx="11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F58306-E7E7-DF24-1AA4-631D4BBF95A9}"/>
                    </a:ext>
                  </a:extLst>
                </p14:cNvPr>
                <p14:cNvContentPartPr/>
                <p14:nvPr/>
              </p14:nvContentPartPr>
              <p14:xfrm>
                <a:off x="10194660" y="1017008"/>
                <a:ext cx="82440" cy="6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F58306-E7E7-DF24-1AA4-631D4BBF95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85660" y="1008368"/>
                  <a:ext cx="100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D1B449-B901-DFED-5527-BF6D12455AE2}"/>
                    </a:ext>
                  </a:extLst>
                </p14:cNvPr>
                <p14:cNvContentPartPr/>
                <p14:nvPr/>
              </p14:nvContentPartPr>
              <p14:xfrm>
                <a:off x="10338660" y="888128"/>
                <a:ext cx="52560" cy="151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D1B449-B901-DFED-5527-BF6D12455A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30020" y="879488"/>
                  <a:ext cx="70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03D8D0-76EB-5FB2-6728-BA48F53B835E}"/>
                    </a:ext>
                  </a:extLst>
                </p14:cNvPr>
                <p14:cNvContentPartPr/>
                <p14:nvPr/>
              </p14:nvContentPartPr>
              <p14:xfrm>
                <a:off x="10396620" y="981728"/>
                <a:ext cx="114840" cy="72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03D8D0-76EB-5FB2-6728-BA48F53B835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87620" y="973088"/>
                  <a:ext cx="1324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11B25C-DF3E-CA8B-A9AA-CDC577542B06}"/>
              </a:ext>
            </a:extLst>
          </p:cNvPr>
          <p:cNvGrpSpPr/>
          <p:nvPr/>
        </p:nvGrpSpPr>
        <p:grpSpPr>
          <a:xfrm>
            <a:off x="9065340" y="2181968"/>
            <a:ext cx="456120" cy="172080"/>
            <a:chOff x="9065340" y="2181968"/>
            <a:chExt cx="45612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51F1CA-EC47-11DC-484D-DBF7463905D8}"/>
                    </a:ext>
                  </a:extLst>
                </p14:cNvPr>
                <p14:cNvContentPartPr/>
                <p14:nvPr/>
              </p14:nvContentPartPr>
              <p14:xfrm>
                <a:off x="9065340" y="2181968"/>
                <a:ext cx="43920" cy="17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51F1CA-EC47-11DC-484D-DBF7463905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56340" y="2172968"/>
                  <a:ext cx="61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AD86C2-8F95-3257-61E0-12CF7C6B2A1F}"/>
                    </a:ext>
                  </a:extLst>
                </p14:cNvPr>
                <p14:cNvContentPartPr/>
                <p14:nvPr/>
              </p14:nvContentPartPr>
              <p14:xfrm>
                <a:off x="9119340" y="2280608"/>
                <a:ext cx="112680" cy="73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AD86C2-8F95-3257-61E0-12CF7C6B2A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10700" y="2271968"/>
                  <a:ext cx="1303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A9CF231-C9CC-5831-81C4-4853C3B4B5E8}"/>
                    </a:ext>
                  </a:extLst>
                </p14:cNvPr>
                <p14:cNvContentPartPr/>
                <p14:nvPr/>
              </p14:nvContentPartPr>
              <p14:xfrm>
                <a:off x="9279540" y="2284928"/>
                <a:ext cx="88200" cy="16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A9CF231-C9CC-5831-81C4-4853C3B4B5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70540" y="2275928"/>
                  <a:ext cx="105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578C65-4067-EF24-2B51-402DFEFBF3D3}"/>
                    </a:ext>
                  </a:extLst>
                </p14:cNvPr>
                <p14:cNvContentPartPr/>
                <p14:nvPr/>
              </p14:nvContentPartPr>
              <p14:xfrm>
                <a:off x="9247860" y="2241008"/>
                <a:ext cx="88560" cy="3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578C65-4067-EF24-2B51-402DFEFBF3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38860" y="2232368"/>
                  <a:ext cx="106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2B7992-648E-BE8E-495E-DB8BF400F1C9}"/>
                    </a:ext>
                  </a:extLst>
                </p14:cNvPr>
                <p14:cNvContentPartPr/>
                <p14:nvPr/>
              </p14:nvContentPartPr>
              <p14:xfrm>
                <a:off x="9454860" y="2212568"/>
                <a:ext cx="66600" cy="99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2B7992-648E-BE8E-495E-DB8BF400F1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46220" y="2203568"/>
                  <a:ext cx="842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3CC6C6E-51AB-B852-A2AC-30BF17E9F161}"/>
              </a:ext>
            </a:extLst>
          </p:cNvPr>
          <p:cNvGrpSpPr/>
          <p:nvPr/>
        </p:nvGrpSpPr>
        <p:grpSpPr>
          <a:xfrm>
            <a:off x="8986140" y="1532168"/>
            <a:ext cx="1628280" cy="556560"/>
            <a:chOff x="8986140" y="1532168"/>
            <a:chExt cx="162828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01AA2A-D3FC-403F-85AE-8C20B7B35467}"/>
                    </a:ext>
                  </a:extLst>
                </p14:cNvPr>
                <p14:cNvContentPartPr/>
                <p14:nvPr/>
              </p14:nvContentPartPr>
              <p14:xfrm>
                <a:off x="8986140" y="1532168"/>
                <a:ext cx="1628280" cy="37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01AA2A-D3FC-403F-85AE-8C20B7B354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77500" y="1523528"/>
                  <a:ext cx="1645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E73DFB-1574-A033-265E-BCFA856B42D0}"/>
                    </a:ext>
                  </a:extLst>
                </p14:cNvPr>
                <p14:cNvContentPartPr/>
                <p14:nvPr/>
              </p14:nvContentPartPr>
              <p14:xfrm>
                <a:off x="9074700" y="1799648"/>
                <a:ext cx="331560" cy="284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E73DFB-1574-A033-265E-BCFA856B42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65700" y="1791008"/>
                  <a:ext cx="349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8DB084-82C2-D24F-6651-AA0930CD4F08}"/>
                    </a:ext>
                  </a:extLst>
                </p14:cNvPr>
                <p14:cNvContentPartPr/>
                <p14:nvPr/>
              </p14:nvContentPartPr>
              <p14:xfrm>
                <a:off x="9384660" y="2052368"/>
                <a:ext cx="28440" cy="3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8DB084-82C2-D24F-6651-AA0930CD4F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76020" y="2043368"/>
                  <a:ext cx="46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E2FB86-2BCB-F4D6-1145-1E6A3F6899BB}"/>
                    </a:ext>
                  </a:extLst>
                </p14:cNvPr>
                <p14:cNvContentPartPr/>
                <p14:nvPr/>
              </p14:nvContentPartPr>
              <p14:xfrm>
                <a:off x="9440100" y="1782008"/>
                <a:ext cx="8640" cy="54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E2FB86-2BCB-F4D6-1145-1E6A3F6899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31100" y="1773008"/>
                  <a:ext cx="26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28DD3E-2428-07A8-93E5-9B120B7E44FE}"/>
                    </a:ext>
                  </a:extLst>
                </p14:cNvPr>
                <p14:cNvContentPartPr/>
                <p14:nvPr/>
              </p14:nvContentPartPr>
              <p14:xfrm>
                <a:off x="9123300" y="1630088"/>
                <a:ext cx="194400" cy="119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28DD3E-2428-07A8-93E5-9B120B7E44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14660" y="1621088"/>
                  <a:ext cx="21204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EB78346-E993-9AA9-CED5-1B3E9FF69B77}"/>
              </a:ext>
            </a:extLst>
          </p:cNvPr>
          <p:cNvGrpSpPr/>
          <p:nvPr/>
        </p:nvGrpSpPr>
        <p:grpSpPr>
          <a:xfrm>
            <a:off x="9690660" y="1651328"/>
            <a:ext cx="968040" cy="444240"/>
            <a:chOff x="9690660" y="1651328"/>
            <a:chExt cx="96804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7F592B-5F4B-CF77-7782-EB6DF181B1A5}"/>
                    </a:ext>
                  </a:extLst>
                </p14:cNvPr>
                <p14:cNvContentPartPr/>
                <p14:nvPr/>
              </p14:nvContentPartPr>
              <p14:xfrm>
                <a:off x="9690660" y="1896488"/>
                <a:ext cx="149760" cy="10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7F592B-5F4B-CF77-7782-EB6DF181B1A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82020" y="1887848"/>
                  <a:ext cx="167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B13582-3F0D-053C-E737-4C43C517D979}"/>
                    </a:ext>
                  </a:extLst>
                </p14:cNvPr>
                <p14:cNvContentPartPr/>
                <p14:nvPr/>
              </p14:nvContentPartPr>
              <p14:xfrm>
                <a:off x="9907380" y="1963808"/>
                <a:ext cx="61560" cy="131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B13582-3F0D-053C-E737-4C43C517D9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8740" y="1954808"/>
                  <a:ext cx="792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C5562E-26CD-4DA2-B267-9A386D519B3A}"/>
                    </a:ext>
                  </a:extLst>
                </p14:cNvPr>
                <p14:cNvContentPartPr/>
                <p14:nvPr/>
              </p14:nvContentPartPr>
              <p14:xfrm>
                <a:off x="9963900" y="2010608"/>
                <a:ext cx="99360" cy="79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CC5562E-26CD-4DA2-B267-9A386D519B3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55260" y="2001608"/>
                  <a:ext cx="117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E54DFD-030E-7122-E2BC-E7E105A5855C}"/>
                    </a:ext>
                  </a:extLst>
                </p14:cNvPr>
                <p14:cNvContentPartPr/>
                <p14:nvPr/>
              </p14:nvContentPartPr>
              <p14:xfrm>
                <a:off x="10105020" y="1832768"/>
                <a:ext cx="197640" cy="18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E54DFD-030E-7122-E2BC-E7E105A585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6020" y="1823768"/>
                  <a:ext cx="215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D959F8-CE26-7040-7779-6C153BEEBC45}"/>
                    </a:ext>
                  </a:extLst>
                </p14:cNvPr>
                <p14:cNvContentPartPr/>
                <p14:nvPr/>
              </p14:nvContentPartPr>
              <p14:xfrm>
                <a:off x="10145700" y="1917008"/>
                <a:ext cx="9972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FD959F8-CE26-7040-7779-6C153BEEBC4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37060" y="1908008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649AD6E-920D-421C-1409-E0C530DD7578}"/>
                    </a:ext>
                  </a:extLst>
                </p14:cNvPr>
                <p14:cNvContentPartPr/>
                <p14:nvPr/>
              </p14:nvContentPartPr>
              <p14:xfrm>
                <a:off x="10321740" y="1792088"/>
                <a:ext cx="95400" cy="2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649AD6E-920D-421C-1409-E0C530DD757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12740" y="1783448"/>
                  <a:ext cx="11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40AF9C-49A3-110A-EAC8-62C4D52A6C54}"/>
                    </a:ext>
                  </a:extLst>
                </p14:cNvPr>
                <p14:cNvContentPartPr/>
                <p14:nvPr/>
              </p14:nvContentPartPr>
              <p14:xfrm>
                <a:off x="10492380" y="1651328"/>
                <a:ext cx="42480" cy="168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40AF9C-49A3-110A-EAC8-62C4D52A6C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83740" y="1642688"/>
                  <a:ext cx="60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4426C96-BC29-995F-8D79-CCC737FB7444}"/>
                    </a:ext>
                  </a:extLst>
                </p14:cNvPr>
                <p14:cNvContentPartPr/>
                <p14:nvPr/>
              </p14:nvContentPartPr>
              <p14:xfrm>
                <a:off x="10530900" y="1750688"/>
                <a:ext cx="127800" cy="69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4426C96-BC29-995F-8D79-CCC737FB744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21900" y="1741688"/>
                  <a:ext cx="1454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63F5E23-B7F6-380E-98E2-A849987736A6}"/>
              </a:ext>
            </a:extLst>
          </p:cNvPr>
          <p:cNvGrpSpPr/>
          <p:nvPr/>
        </p:nvGrpSpPr>
        <p:grpSpPr>
          <a:xfrm>
            <a:off x="846180" y="651608"/>
            <a:ext cx="2973600" cy="839880"/>
            <a:chOff x="846180" y="651608"/>
            <a:chExt cx="2973600" cy="83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53C2D6-F0BA-063F-364C-D42AF4B9E9D2}"/>
                    </a:ext>
                  </a:extLst>
                </p14:cNvPr>
                <p14:cNvContentPartPr/>
                <p14:nvPr/>
              </p14:nvContentPartPr>
              <p14:xfrm>
                <a:off x="877500" y="923768"/>
                <a:ext cx="390600" cy="260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53C2D6-F0BA-063F-364C-D42AF4B9E9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8500" y="915128"/>
                  <a:ext cx="408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1B7303-37F2-19DE-CDEE-0B250EA68292}"/>
                    </a:ext>
                  </a:extLst>
                </p14:cNvPr>
                <p14:cNvContentPartPr/>
                <p14:nvPr/>
              </p14:nvContentPartPr>
              <p14:xfrm>
                <a:off x="846180" y="1293488"/>
                <a:ext cx="37440" cy="193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1B7303-37F2-19DE-CDEE-0B250EA6829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7540" y="1284848"/>
                  <a:ext cx="55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5FE07C-6024-BFBA-9EE3-1DB4FD88102E}"/>
                    </a:ext>
                  </a:extLst>
                </p14:cNvPr>
                <p14:cNvContentPartPr/>
                <p14:nvPr/>
              </p14:nvContentPartPr>
              <p14:xfrm>
                <a:off x="864180" y="1397528"/>
                <a:ext cx="135720" cy="9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5FE07C-6024-BFBA-9EE3-1DB4FD88102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5540" y="1388528"/>
                  <a:ext cx="153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0CC362-BA3C-D289-6371-6F468B2DBE11}"/>
                    </a:ext>
                  </a:extLst>
                </p14:cNvPr>
                <p14:cNvContentPartPr/>
                <p14:nvPr/>
              </p14:nvContentPartPr>
              <p14:xfrm>
                <a:off x="1026540" y="1407968"/>
                <a:ext cx="90360" cy="15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0CC362-BA3C-D289-6371-6F468B2DBE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7900" y="1398968"/>
                  <a:ext cx="10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D9B2880-DDDC-4215-EFD5-6DF470A14E41}"/>
                    </a:ext>
                  </a:extLst>
                </p14:cNvPr>
                <p14:cNvContentPartPr/>
                <p14:nvPr/>
              </p14:nvContentPartPr>
              <p14:xfrm>
                <a:off x="992340" y="1341728"/>
                <a:ext cx="93960" cy="19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D9B2880-DDDC-4215-EFD5-6DF470A14E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3340" y="1332728"/>
                  <a:ext cx="11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CF183C-84AE-E3E6-02AB-5542FE4435CC}"/>
                    </a:ext>
                  </a:extLst>
                </p14:cNvPr>
                <p14:cNvContentPartPr/>
                <p14:nvPr/>
              </p14:nvContentPartPr>
              <p14:xfrm>
                <a:off x="1197540" y="1360448"/>
                <a:ext cx="118800" cy="99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CF183C-84AE-E3E6-02AB-5542FE4435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88900" y="1351448"/>
                  <a:ext cx="136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D7F0E52-7DA5-91F7-C4E5-B60A2945AEA0}"/>
                    </a:ext>
                  </a:extLst>
                </p14:cNvPr>
                <p14:cNvContentPartPr/>
                <p14:nvPr/>
              </p14:nvContentPartPr>
              <p14:xfrm>
                <a:off x="877860" y="651608"/>
                <a:ext cx="126000" cy="136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D7F0E52-7DA5-91F7-C4E5-B60A2945AE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68860" y="642968"/>
                  <a:ext cx="143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0AFEE5-B0F1-DBCB-06FE-9B9C00F1332F}"/>
                    </a:ext>
                  </a:extLst>
                </p14:cNvPr>
                <p14:cNvContentPartPr/>
                <p14:nvPr/>
              </p14:nvContentPartPr>
              <p14:xfrm>
                <a:off x="1438380" y="1038608"/>
                <a:ext cx="141840" cy="10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0AFEE5-B0F1-DBCB-06FE-9B9C00F133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29380" y="1029608"/>
                  <a:ext cx="159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50ACB52-D226-7FB8-1201-3FE207610BF5}"/>
                    </a:ext>
                  </a:extLst>
                </p14:cNvPr>
                <p14:cNvContentPartPr/>
                <p14:nvPr/>
              </p14:nvContentPartPr>
              <p14:xfrm>
                <a:off x="1657260" y="1127168"/>
                <a:ext cx="42120" cy="13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50ACB52-D226-7FB8-1201-3FE207610B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48260" y="1118528"/>
                  <a:ext cx="59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ABEC5F-59B1-373F-C105-0ADDC87854A3}"/>
                    </a:ext>
                  </a:extLst>
                </p14:cNvPr>
                <p14:cNvContentPartPr/>
                <p14:nvPr/>
              </p14:nvContentPartPr>
              <p14:xfrm>
                <a:off x="1704060" y="1189448"/>
                <a:ext cx="99000" cy="78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ABEC5F-59B1-373F-C105-0ADDC87854A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95060" y="1180808"/>
                  <a:ext cx="116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AA12D18-BE6E-F9BF-03E7-C8533FC6099A}"/>
                    </a:ext>
                  </a:extLst>
                </p14:cNvPr>
                <p14:cNvContentPartPr/>
                <p14:nvPr/>
              </p14:nvContentPartPr>
              <p14:xfrm>
                <a:off x="1815660" y="1032848"/>
                <a:ext cx="200880" cy="240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AA12D18-BE6E-F9BF-03E7-C8533FC609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06660" y="1023848"/>
                  <a:ext cx="218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869B415-4402-D7D2-30E3-F7296D108464}"/>
                    </a:ext>
                  </a:extLst>
                </p14:cNvPr>
                <p14:cNvContentPartPr/>
                <p14:nvPr/>
              </p14:nvContentPartPr>
              <p14:xfrm>
                <a:off x="1972980" y="882728"/>
                <a:ext cx="208440" cy="297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869B415-4402-D7D2-30E3-F7296D10846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64340" y="873728"/>
                  <a:ext cx="226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9107112-A296-9386-EE70-630146275F53}"/>
                    </a:ext>
                  </a:extLst>
                </p14:cNvPr>
                <p14:cNvContentPartPr/>
                <p14:nvPr/>
              </p14:nvContentPartPr>
              <p14:xfrm>
                <a:off x="2155860" y="1051208"/>
                <a:ext cx="209880" cy="66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9107112-A296-9386-EE70-630146275F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47220" y="1042568"/>
                  <a:ext cx="227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5554AED-5377-4494-000B-66EFDF4F3833}"/>
                    </a:ext>
                  </a:extLst>
                </p14:cNvPr>
                <p14:cNvContentPartPr/>
                <p14:nvPr/>
              </p14:nvContentPartPr>
              <p14:xfrm>
                <a:off x="2462940" y="1051568"/>
                <a:ext cx="93240" cy="13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5554AED-5377-4494-000B-66EFDF4F383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54300" y="1042928"/>
                  <a:ext cx="110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BA3296-ED0C-5453-D3B3-839C0E050FCA}"/>
                    </a:ext>
                  </a:extLst>
                </p14:cNvPr>
                <p14:cNvContentPartPr/>
                <p14:nvPr/>
              </p14:nvContentPartPr>
              <p14:xfrm>
                <a:off x="2561220" y="877688"/>
                <a:ext cx="71640" cy="213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BA3296-ED0C-5453-D3B3-839C0E050FC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52220" y="869048"/>
                  <a:ext cx="89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415E357-D8B6-96EF-85B4-0765ED0F6C4E}"/>
                    </a:ext>
                  </a:extLst>
                </p14:cNvPr>
                <p14:cNvContentPartPr/>
                <p14:nvPr/>
              </p14:nvContentPartPr>
              <p14:xfrm>
                <a:off x="2660580" y="1002608"/>
                <a:ext cx="175320" cy="99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415E357-D8B6-96EF-85B4-0765ED0F6C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51940" y="993608"/>
                  <a:ext cx="192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505F2D-0C52-7FC9-2478-DBEF53111089}"/>
                    </a:ext>
                  </a:extLst>
                </p14:cNvPr>
                <p14:cNvContentPartPr/>
                <p14:nvPr/>
              </p14:nvContentPartPr>
              <p14:xfrm>
                <a:off x="2717100" y="863648"/>
                <a:ext cx="207720" cy="293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505F2D-0C52-7FC9-2478-DBEF531110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08100" y="854648"/>
                  <a:ext cx="225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5EFDFE-C7F4-A11F-E917-3F5D2CB8C242}"/>
                    </a:ext>
                  </a:extLst>
                </p14:cNvPr>
                <p14:cNvContentPartPr/>
                <p14:nvPr/>
              </p14:nvContentPartPr>
              <p14:xfrm>
                <a:off x="3081060" y="1041488"/>
                <a:ext cx="104040" cy="8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5EFDFE-C7F4-A11F-E917-3F5D2CB8C2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72420" y="1032488"/>
                  <a:ext cx="121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F6E581B-99C8-1D0D-57F0-AFD3BEE0AB2A}"/>
                    </a:ext>
                  </a:extLst>
                </p14:cNvPr>
                <p14:cNvContentPartPr/>
                <p14:nvPr/>
              </p14:nvContentPartPr>
              <p14:xfrm>
                <a:off x="3054420" y="967688"/>
                <a:ext cx="109800" cy="30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F6E581B-99C8-1D0D-57F0-AFD3BEE0AB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45420" y="958688"/>
                  <a:ext cx="127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09DC125-93BA-0A05-9E2C-085D8089038C}"/>
                    </a:ext>
                  </a:extLst>
                </p14:cNvPr>
                <p14:cNvContentPartPr/>
                <p14:nvPr/>
              </p14:nvContentPartPr>
              <p14:xfrm>
                <a:off x="3315420" y="795248"/>
                <a:ext cx="419760" cy="379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09DC125-93BA-0A05-9E2C-085D808903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06420" y="786248"/>
                  <a:ext cx="4374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061C27-08DD-FF1D-FEFB-CE35F49FF5A0}"/>
                    </a:ext>
                  </a:extLst>
                </p14:cNvPr>
                <p14:cNvContentPartPr/>
                <p14:nvPr/>
              </p14:nvContentPartPr>
              <p14:xfrm>
                <a:off x="3350700" y="1241648"/>
                <a:ext cx="27720" cy="187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061C27-08DD-FF1D-FEFB-CE35F49FF5A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41700" y="1232648"/>
                  <a:ext cx="45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A52C65-EF51-8305-E02D-BC1BDC15D9AB}"/>
                    </a:ext>
                  </a:extLst>
                </p14:cNvPr>
                <p14:cNvContentPartPr/>
                <p14:nvPr/>
              </p14:nvContentPartPr>
              <p14:xfrm>
                <a:off x="3397500" y="1355768"/>
                <a:ext cx="139320" cy="83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A52C65-EF51-8305-E02D-BC1BDC15D9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88500" y="1347128"/>
                  <a:ext cx="156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13D81A0-7C1F-055C-EE59-4E83ABF185ED}"/>
                    </a:ext>
                  </a:extLst>
                </p14:cNvPr>
                <p14:cNvContentPartPr/>
                <p14:nvPr/>
              </p14:nvContentPartPr>
              <p14:xfrm>
                <a:off x="3574620" y="1384208"/>
                <a:ext cx="88200" cy="18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13D81A0-7C1F-055C-EE59-4E83ABF185E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65620" y="1375568"/>
                  <a:ext cx="105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297803-CE69-E289-8F3A-A5F85C8F24F7}"/>
                    </a:ext>
                  </a:extLst>
                </p14:cNvPr>
                <p14:cNvContentPartPr/>
                <p14:nvPr/>
              </p14:nvContentPartPr>
              <p14:xfrm>
                <a:off x="3540780" y="1299248"/>
                <a:ext cx="122040" cy="36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297803-CE69-E289-8F3A-A5F85C8F24F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32140" y="1290608"/>
                  <a:ext cx="139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BFF1B06-18BE-9FB4-0A12-F5924FEF9991}"/>
                    </a:ext>
                  </a:extLst>
                </p14:cNvPr>
                <p14:cNvContentPartPr/>
                <p14:nvPr/>
              </p14:nvContentPartPr>
              <p14:xfrm>
                <a:off x="3711420" y="1335608"/>
                <a:ext cx="108360" cy="72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BFF1B06-18BE-9FB4-0A12-F5924FEF99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02780" y="1326968"/>
                  <a:ext cx="126000" cy="9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EDDCC83-E59C-79D0-17D0-E997FB88E413}"/>
                  </a:ext>
                </a:extLst>
              </p14:cNvPr>
              <p14:cNvContentPartPr/>
              <p14:nvPr/>
            </p14:nvContentPartPr>
            <p14:xfrm>
              <a:off x="3393540" y="555848"/>
              <a:ext cx="212400" cy="155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EDDCC83-E59C-79D0-17D0-E997FB88E41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384540" y="547208"/>
                <a:ext cx="230040" cy="1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9492FE80-DF03-5D3F-9422-06FA6991C13C}"/>
              </a:ext>
            </a:extLst>
          </p:cNvPr>
          <p:cNvGrpSpPr/>
          <p:nvPr/>
        </p:nvGrpSpPr>
        <p:grpSpPr>
          <a:xfrm>
            <a:off x="3947580" y="807128"/>
            <a:ext cx="1716840" cy="432000"/>
            <a:chOff x="3947580" y="807128"/>
            <a:chExt cx="171684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2E7AA27-096F-86D4-C47E-2889614D6C21}"/>
                    </a:ext>
                  </a:extLst>
                </p14:cNvPr>
                <p14:cNvContentPartPr/>
                <p14:nvPr/>
              </p14:nvContentPartPr>
              <p14:xfrm>
                <a:off x="3947580" y="869048"/>
                <a:ext cx="146520" cy="222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2E7AA27-096F-86D4-C47E-2889614D6C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38940" y="860408"/>
                  <a:ext cx="164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B68E50-DF55-9F3A-9C3B-9871C9807DEA}"/>
                    </a:ext>
                  </a:extLst>
                </p14:cNvPr>
                <p14:cNvContentPartPr/>
                <p14:nvPr/>
              </p14:nvContentPartPr>
              <p14:xfrm>
                <a:off x="4181940" y="1033568"/>
                <a:ext cx="44640" cy="205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1B68E50-DF55-9F3A-9C3B-9871C9807DE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72940" y="1024928"/>
                  <a:ext cx="62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F96E70E-4E6E-5BAB-43E8-97B95D3D2E03}"/>
                    </a:ext>
                  </a:extLst>
                </p14:cNvPr>
                <p14:cNvContentPartPr/>
                <p14:nvPr/>
              </p14:nvContentPartPr>
              <p14:xfrm>
                <a:off x="4238820" y="1158488"/>
                <a:ext cx="127440" cy="78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F96E70E-4E6E-5BAB-43E8-97B95D3D2E0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30180" y="1149488"/>
                  <a:ext cx="145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531B6C8-DF72-940F-E056-9F7F81053E90}"/>
                    </a:ext>
                  </a:extLst>
                </p14:cNvPr>
                <p14:cNvContentPartPr/>
                <p14:nvPr/>
              </p14:nvContentPartPr>
              <p14:xfrm>
                <a:off x="4426380" y="992168"/>
                <a:ext cx="192600" cy="73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531B6C8-DF72-940F-E056-9F7F81053E9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17380" y="983168"/>
                  <a:ext cx="210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7B0B939-1ACE-D5DE-39B1-D20B427DE90B}"/>
                    </a:ext>
                  </a:extLst>
                </p14:cNvPr>
                <p14:cNvContentPartPr/>
                <p14:nvPr/>
              </p14:nvContentPartPr>
              <p14:xfrm>
                <a:off x="4510260" y="981728"/>
                <a:ext cx="77760" cy="113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7B0B939-1ACE-D5DE-39B1-D20B427DE9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01260" y="973088"/>
                  <a:ext cx="95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111853-95F7-312D-8436-666DA5E624F2}"/>
                    </a:ext>
                  </a:extLst>
                </p14:cNvPr>
                <p14:cNvContentPartPr/>
                <p14:nvPr/>
              </p14:nvContentPartPr>
              <p14:xfrm>
                <a:off x="4700700" y="819728"/>
                <a:ext cx="105120" cy="30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111853-95F7-312D-8436-666DA5E624F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92060" y="810728"/>
                  <a:ext cx="122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6141C32-1B28-4A01-CA56-1684A585886F}"/>
                    </a:ext>
                  </a:extLst>
                </p14:cNvPr>
                <p14:cNvContentPartPr/>
                <p14:nvPr/>
              </p14:nvContentPartPr>
              <p14:xfrm>
                <a:off x="4701060" y="807488"/>
                <a:ext cx="149400" cy="32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6141C32-1B28-4A01-CA56-1684A58588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92060" y="798488"/>
                  <a:ext cx="167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ECCD03-6C37-C6C7-ACCA-6EE4A73230C6}"/>
                    </a:ext>
                  </a:extLst>
                </p14:cNvPr>
                <p14:cNvContentPartPr/>
                <p14:nvPr/>
              </p14:nvContentPartPr>
              <p14:xfrm>
                <a:off x="4862700" y="971288"/>
                <a:ext cx="177120" cy="119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ECCD03-6C37-C6C7-ACCA-6EE4A73230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54060" y="962648"/>
                  <a:ext cx="194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0B75724-4F0A-3607-A09D-598FB75D1D83}"/>
                    </a:ext>
                  </a:extLst>
                </p14:cNvPr>
                <p14:cNvContentPartPr/>
                <p14:nvPr/>
              </p14:nvContentPartPr>
              <p14:xfrm>
                <a:off x="5133780" y="1003688"/>
                <a:ext cx="145080" cy="4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0B75724-4F0A-3607-A09D-598FB75D1D8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24780" y="994688"/>
                  <a:ext cx="162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3FFD26C-1DE6-D569-F14F-42BB8695405A}"/>
                    </a:ext>
                  </a:extLst>
                </p14:cNvPr>
                <p14:cNvContentPartPr/>
                <p14:nvPr/>
              </p14:nvContentPartPr>
              <p14:xfrm>
                <a:off x="5351220" y="841328"/>
                <a:ext cx="49320" cy="208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3FFD26C-1DE6-D569-F14F-42BB8695405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42220" y="832688"/>
                  <a:ext cx="66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FC71D5A-14FA-042A-0EA9-86D2992622E3}"/>
                    </a:ext>
                  </a:extLst>
                </p14:cNvPr>
                <p14:cNvContentPartPr/>
                <p14:nvPr/>
              </p14:nvContentPartPr>
              <p14:xfrm>
                <a:off x="5433300" y="966248"/>
                <a:ext cx="99720" cy="74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FC71D5A-14FA-042A-0EA9-86D2992622E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24300" y="957248"/>
                  <a:ext cx="117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E6C0AEA-01ED-7063-10B2-D97990CAEE1E}"/>
                    </a:ext>
                  </a:extLst>
                </p14:cNvPr>
                <p14:cNvContentPartPr/>
                <p14:nvPr/>
              </p14:nvContentPartPr>
              <p14:xfrm>
                <a:off x="5449860" y="807128"/>
                <a:ext cx="214560" cy="286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E6C0AEA-01ED-7063-10B2-D97990CAEE1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40860" y="798128"/>
                  <a:ext cx="23220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176BF93-50C6-4320-D0EF-CE96C79F1B39}"/>
              </a:ext>
            </a:extLst>
          </p:cNvPr>
          <p:cNvGrpSpPr/>
          <p:nvPr/>
        </p:nvGrpSpPr>
        <p:grpSpPr>
          <a:xfrm>
            <a:off x="233460" y="1874168"/>
            <a:ext cx="1050120" cy="386280"/>
            <a:chOff x="233460" y="1874168"/>
            <a:chExt cx="105012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C0A35C-9C99-2FFC-F285-394FB23EE6D5}"/>
                    </a:ext>
                  </a:extLst>
                </p14:cNvPr>
                <p14:cNvContentPartPr/>
                <p14:nvPr/>
              </p14:nvContentPartPr>
              <p14:xfrm>
                <a:off x="332460" y="2026088"/>
                <a:ext cx="44280" cy="136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C0A35C-9C99-2FFC-F285-394FB23EE6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3460" y="2017088"/>
                  <a:ext cx="61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D9FA864-D657-A0CB-EFAD-EA1575D0BB39}"/>
                    </a:ext>
                  </a:extLst>
                </p14:cNvPr>
                <p14:cNvContentPartPr/>
                <p14:nvPr/>
              </p14:nvContentPartPr>
              <p14:xfrm>
                <a:off x="233460" y="1971008"/>
                <a:ext cx="228600" cy="196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D9FA864-D657-A0CB-EFAD-EA1575D0BB3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4820" y="1962008"/>
                  <a:ext cx="246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E831600-B169-37AD-730F-F3E6ED5C116A}"/>
                    </a:ext>
                  </a:extLst>
                </p14:cNvPr>
                <p14:cNvContentPartPr/>
                <p14:nvPr/>
              </p14:nvContentPartPr>
              <p14:xfrm>
                <a:off x="514260" y="2050928"/>
                <a:ext cx="150840" cy="9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E831600-B169-37AD-730F-F3E6ED5C1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5260" y="2041928"/>
                  <a:ext cx="168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A1F9E9-2E21-1635-ADF9-33FE573121D5}"/>
                    </a:ext>
                  </a:extLst>
                </p14:cNvPr>
                <p14:cNvContentPartPr/>
                <p14:nvPr/>
              </p14:nvContentPartPr>
              <p14:xfrm>
                <a:off x="659340" y="1874168"/>
                <a:ext cx="140760" cy="256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A1F9E9-2E21-1635-ADF9-33FE573121D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50700" y="1865168"/>
                  <a:ext cx="158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99872D-4A60-E032-0DA0-1E92DA0AD7AD}"/>
                    </a:ext>
                  </a:extLst>
                </p14:cNvPr>
                <p14:cNvContentPartPr/>
                <p14:nvPr/>
              </p14:nvContentPartPr>
              <p14:xfrm>
                <a:off x="859500" y="2004848"/>
                <a:ext cx="424080" cy="255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99872D-4A60-E032-0DA0-1E92DA0AD7A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50500" y="1996208"/>
                  <a:ext cx="4417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3E2E553-A7C7-B511-C778-C92FC7C4CFA2}"/>
              </a:ext>
            </a:extLst>
          </p:cNvPr>
          <p:cNvGrpSpPr/>
          <p:nvPr/>
        </p:nvGrpSpPr>
        <p:grpSpPr>
          <a:xfrm>
            <a:off x="1470420" y="1848608"/>
            <a:ext cx="1330560" cy="372960"/>
            <a:chOff x="1470420" y="1848608"/>
            <a:chExt cx="133056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AFF496-36F4-8738-CFF1-DA34DE4A5CC1}"/>
                    </a:ext>
                  </a:extLst>
                </p14:cNvPr>
                <p14:cNvContentPartPr/>
                <p14:nvPr/>
              </p14:nvContentPartPr>
              <p14:xfrm>
                <a:off x="1470420" y="2018888"/>
                <a:ext cx="145440" cy="202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AFF496-36F4-8738-CFF1-DA34DE4A5CC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61780" y="2010248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A3BCFD-0AB0-7342-7CDD-8EF2B7E4D353}"/>
                    </a:ext>
                  </a:extLst>
                </p14:cNvPr>
                <p14:cNvContentPartPr/>
                <p14:nvPr/>
              </p14:nvContentPartPr>
              <p14:xfrm>
                <a:off x="1677780" y="1992968"/>
                <a:ext cx="19440" cy="96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A3BCFD-0AB0-7342-7CDD-8EF2B7E4D3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68780" y="1984328"/>
                  <a:ext cx="37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AE6D4F-56D7-D98D-B5A9-84C7E35236E4}"/>
                    </a:ext>
                  </a:extLst>
                </p14:cNvPr>
                <p14:cNvContentPartPr/>
                <p14:nvPr/>
              </p14:nvContentPartPr>
              <p14:xfrm>
                <a:off x="1853820" y="2012408"/>
                <a:ext cx="105120" cy="95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AE6D4F-56D7-D98D-B5A9-84C7E35236E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45180" y="2003768"/>
                  <a:ext cx="122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7CE40F6-5EBF-53DE-05B2-45C84D813959}"/>
                    </a:ext>
                  </a:extLst>
                </p14:cNvPr>
                <p14:cNvContentPartPr/>
                <p14:nvPr/>
              </p14:nvContentPartPr>
              <p14:xfrm>
                <a:off x="2017980" y="1985048"/>
                <a:ext cx="153360" cy="194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7CE40F6-5EBF-53DE-05B2-45C84D81395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09340" y="1976048"/>
                  <a:ext cx="171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E57B422-CD26-DB85-09EA-526E76233DB3}"/>
                    </a:ext>
                  </a:extLst>
                </p14:cNvPr>
                <p14:cNvContentPartPr/>
                <p14:nvPr/>
              </p14:nvContentPartPr>
              <p14:xfrm>
                <a:off x="2254140" y="1968488"/>
                <a:ext cx="212400" cy="140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E57B422-CD26-DB85-09EA-526E76233DB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45500" y="1959848"/>
                  <a:ext cx="230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BFD7C3E-F2B4-F5B4-7BDA-766266D96385}"/>
                    </a:ext>
                  </a:extLst>
                </p14:cNvPr>
                <p14:cNvContentPartPr/>
                <p14:nvPr/>
              </p14:nvContentPartPr>
              <p14:xfrm>
                <a:off x="2509380" y="1848608"/>
                <a:ext cx="94320" cy="224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BFD7C3E-F2B4-F5B4-7BDA-766266D9638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00380" y="1839608"/>
                  <a:ext cx="111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662A7F-7BFA-56B2-CF72-2A8FF5730D3D}"/>
                    </a:ext>
                  </a:extLst>
                </p14:cNvPr>
                <p14:cNvContentPartPr/>
                <p14:nvPr/>
              </p14:nvContentPartPr>
              <p14:xfrm>
                <a:off x="2523780" y="2007368"/>
                <a:ext cx="95040" cy="13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662A7F-7BFA-56B2-CF72-2A8FF5730D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15140" y="1998728"/>
                  <a:ext cx="11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9FBFBB-8106-29BA-80BF-7DDBADFB972B}"/>
                    </a:ext>
                  </a:extLst>
                </p14:cNvPr>
                <p14:cNvContentPartPr/>
                <p14:nvPr/>
              </p14:nvContentPartPr>
              <p14:xfrm>
                <a:off x="2665260" y="1988648"/>
                <a:ext cx="135720" cy="214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9FBFBB-8106-29BA-80BF-7DDBADFB97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56260" y="1980008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13FDC01-CE42-B2B7-F4BF-7F00C0E853C3}"/>
              </a:ext>
            </a:extLst>
          </p:cNvPr>
          <p:cNvGrpSpPr/>
          <p:nvPr/>
        </p:nvGrpSpPr>
        <p:grpSpPr>
          <a:xfrm>
            <a:off x="3152700" y="1811168"/>
            <a:ext cx="287640" cy="381240"/>
            <a:chOff x="3152700" y="1811168"/>
            <a:chExt cx="2876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796F076-4EB6-F2DC-D428-F1F989F4B7F0}"/>
                    </a:ext>
                  </a:extLst>
                </p14:cNvPr>
                <p14:cNvContentPartPr/>
                <p14:nvPr/>
              </p14:nvContentPartPr>
              <p14:xfrm>
                <a:off x="3152700" y="1958408"/>
                <a:ext cx="105480" cy="108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796F076-4EB6-F2DC-D428-F1F989F4B7F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44060" y="1949768"/>
                  <a:ext cx="123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D9340E3-E03C-F549-51BB-2A0D075AD08E}"/>
                    </a:ext>
                  </a:extLst>
                </p14:cNvPr>
                <p14:cNvContentPartPr/>
                <p14:nvPr/>
              </p14:nvContentPartPr>
              <p14:xfrm>
                <a:off x="3293460" y="1811168"/>
                <a:ext cx="146880" cy="381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D9340E3-E03C-F549-51BB-2A0D075AD0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84460" y="1802528"/>
                  <a:ext cx="1645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D556386-470B-487E-C7D7-4AE6595CC361}"/>
                    </a:ext>
                  </a:extLst>
                </p14:cNvPr>
                <p14:cNvContentPartPr/>
                <p14:nvPr/>
              </p14:nvContentPartPr>
              <p14:xfrm>
                <a:off x="3309300" y="2056688"/>
                <a:ext cx="114840" cy="27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D556386-470B-487E-C7D7-4AE6595CC3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00300" y="2047688"/>
                  <a:ext cx="1324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66F5DB9-4905-3CA8-ECD9-BF77572E3D10}"/>
              </a:ext>
            </a:extLst>
          </p:cNvPr>
          <p:cNvGrpSpPr/>
          <p:nvPr/>
        </p:nvGrpSpPr>
        <p:grpSpPr>
          <a:xfrm>
            <a:off x="3661020" y="1802168"/>
            <a:ext cx="926640" cy="235080"/>
            <a:chOff x="3661020" y="1802168"/>
            <a:chExt cx="92664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F0D347-8AF6-5877-93A9-1227295F4233}"/>
                    </a:ext>
                  </a:extLst>
                </p14:cNvPr>
                <p14:cNvContentPartPr/>
                <p14:nvPr/>
              </p14:nvContentPartPr>
              <p14:xfrm>
                <a:off x="3661020" y="1819448"/>
                <a:ext cx="197640" cy="217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F0D347-8AF6-5877-93A9-1227295F423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52380" y="1810448"/>
                  <a:ext cx="215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BD6F83A-B40A-64BE-0BCF-B23BF783DE2D}"/>
                    </a:ext>
                  </a:extLst>
                </p14:cNvPr>
                <p14:cNvContentPartPr/>
                <p14:nvPr/>
              </p14:nvContentPartPr>
              <p14:xfrm>
                <a:off x="3974220" y="1891088"/>
                <a:ext cx="46800" cy="136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BD6F83A-B40A-64BE-0BCF-B23BF783DE2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65580" y="1882088"/>
                  <a:ext cx="64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221117E-B355-0D13-8B67-753ABF345D66}"/>
                    </a:ext>
                  </a:extLst>
                </p14:cNvPr>
                <p14:cNvContentPartPr/>
                <p14:nvPr/>
              </p14:nvContentPartPr>
              <p14:xfrm>
                <a:off x="3847860" y="1822688"/>
                <a:ext cx="194400" cy="30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221117E-B355-0D13-8B67-753ABF345D6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38860" y="1813688"/>
                  <a:ext cx="212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C34BFE-28F1-B6B5-6949-89C6CF8D74ED}"/>
                    </a:ext>
                  </a:extLst>
                </p14:cNvPr>
                <p14:cNvContentPartPr/>
                <p14:nvPr/>
              </p14:nvContentPartPr>
              <p14:xfrm>
                <a:off x="4208580" y="1872728"/>
                <a:ext cx="55440" cy="142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C34BFE-28F1-B6B5-6949-89C6CF8D74E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99580" y="1864088"/>
                  <a:ext cx="73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B650D8-6D23-0061-8106-89A5409D9D6D}"/>
                    </a:ext>
                  </a:extLst>
                </p14:cNvPr>
                <p14:cNvContentPartPr/>
                <p14:nvPr/>
              </p14:nvContentPartPr>
              <p14:xfrm>
                <a:off x="4192380" y="1807568"/>
                <a:ext cx="100800" cy="47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B650D8-6D23-0061-8106-89A5409D9D6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83740" y="1798568"/>
                  <a:ext cx="118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F01EAC9-53B4-D827-0028-31EFABE15BF4}"/>
                    </a:ext>
                  </a:extLst>
                </p14:cNvPr>
                <p14:cNvContentPartPr/>
                <p14:nvPr/>
              </p14:nvContentPartPr>
              <p14:xfrm>
                <a:off x="4239180" y="1921688"/>
                <a:ext cx="86040" cy="26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F01EAC9-53B4-D827-0028-31EFABE15B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30540" y="1912688"/>
                  <a:ext cx="103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EA7FAA0-3A8C-A9CD-FC7F-6FA2899FD31E}"/>
                    </a:ext>
                  </a:extLst>
                </p14:cNvPr>
                <p14:cNvContentPartPr/>
                <p14:nvPr/>
              </p14:nvContentPartPr>
              <p14:xfrm>
                <a:off x="4504140" y="1854728"/>
                <a:ext cx="62280" cy="151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EA7FAA0-3A8C-A9CD-FC7F-6FA2899FD31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95500" y="1845728"/>
                  <a:ext cx="79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5FF2F6-BBAE-C6D4-B389-E8369454048A}"/>
                    </a:ext>
                  </a:extLst>
                </p14:cNvPr>
                <p14:cNvContentPartPr/>
                <p14:nvPr/>
              </p14:nvContentPartPr>
              <p14:xfrm>
                <a:off x="4374900" y="1802168"/>
                <a:ext cx="212760" cy="35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5FF2F6-BBAE-C6D4-B389-E8369454048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365900" y="1793168"/>
                  <a:ext cx="2304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079D3A0-34A6-157F-0C99-58523AA0AB75}"/>
              </a:ext>
            </a:extLst>
          </p:cNvPr>
          <p:cNvGrpSpPr/>
          <p:nvPr/>
        </p:nvGrpSpPr>
        <p:grpSpPr>
          <a:xfrm>
            <a:off x="338940" y="2497328"/>
            <a:ext cx="243000" cy="399960"/>
            <a:chOff x="338940" y="2497328"/>
            <a:chExt cx="2430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7F6DCF-B67C-B48D-465F-430A99066B15}"/>
                    </a:ext>
                  </a:extLst>
                </p14:cNvPr>
                <p14:cNvContentPartPr/>
                <p14:nvPr/>
              </p14:nvContentPartPr>
              <p14:xfrm>
                <a:off x="378900" y="2706488"/>
                <a:ext cx="11880" cy="55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7F6DCF-B67C-B48D-465F-430A99066B1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9900" y="2697848"/>
                  <a:ext cx="295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9E646B5-AB07-57F9-4675-842FB95326F5}"/>
                    </a:ext>
                  </a:extLst>
                </p14:cNvPr>
                <p14:cNvContentPartPr/>
                <p14:nvPr/>
              </p14:nvContentPartPr>
              <p14:xfrm>
                <a:off x="338940" y="2606768"/>
                <a:ext cx="19800" cy="6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9E646B5-AB07-57F9-4675-842FB95326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9940" y="2597768"/>
                  <a:ext cx="37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5F63EB-0D64-0F85-0783-B2FDE2E9D54F}"/>
                    </a:ext>
                  </a:extLst>
                </p14:cNvPr>
                <p14:cNvContentPartPr/>
                <p14:nvPr/>
              </p14:nvContentPartPr>
              <p14:xfrm>
                <a:off x="482940" y="2497328"/>
                <a:ext cx="95400" cy="399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5F63EB-0D64-0F85-0783-B2FDE2E9D54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3940" y="2488328"/>
                  <a:ext cx="113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5A39768-D4CE-8E10-2CF1-638466CCAC02}"/>
                    </a:ext>
                  </a:extLst>
                </p14:cNvPr>
                <p14:cNvContentPartPr/>
                <p14:nvPr/>
              </p14:nvContentPartPr>
              <p14:xfrm>
                <a:off x="456300" y="2763728"/>
                <a:ext cx="125640" cy="5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5A39768-D4CE-8E10-2CF1-638466CCAC0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7660" y="2754728"/>
                  <a:ext cx="1432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0EE4DB1-662B-8E68-6260-94EFC458D72E}"/>
              </a:ext>
            </a:extLst>
          </p:cNvPr>
          <p:cNvGrpSpPr/>
          <p:nvPr/>
        </p:nvGrpSpPr>
        <p:grpSpPr>
          <a:xfrm>
            <a:off x="904140" y="2388968"/>
            <a:ext cx="2686680" cy="501480"/>
            <a:chOff x="904140" y="2388968"/>
            <a:chExt cx="268668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A52537A-4D05-1D25-25D8-296C5CF62022}"/>
                    </a:ext>
                  </a:extLst>
                </p14:cNvPr>
                <p14:cNvContentPartPr/>
                <p14:nvPr/>
              </p14:nvContentPartPr>
              <p14:xfrm>
                <a:off x="904140" y="2510648"/>
                <a:ext cx="208440" cy="272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A52537A-4D05-1D25-25D8-296C5CF6202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5500" y="2501648"/>
                  <a:ext cx="2260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063A07E-627D-0357-7A42-348966284313}"/>
                    </a:ext>
                  </a:extLst>
                </p14:cNvPr>
                <p14:cNvContentPartPr/>
                <p14:nvPr/>
              </p14:nvContentPartPr>
              <p14:xfrm>
                <a:off x="954900" y="2558168"/>
                <a:ext cx="110520" cy="261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063A07E-627D-0357-7A42-34896628431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5900" y="2549168"/>
                  <a:ext cx="128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E5950D2-06C4-F6F3-0ED8-11FD5F48CC2F}"/>
                    </a:ext>
                  </a:extLst>
                </p14:cNvPr>
                <p14:cNvContentPartPr/>
                <p14:nvPr/>
              </p14:nvContentPartPr>
              <p14:xfrm>
                <a:off x="1162980" y="2493728"/>
                <a:ext cx="104040" cy="302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E5950D2-06C4-F6F3-0ED8-11FD5F48CC2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54340" y="2484728"/>
                  <a:ext cx="1216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EB0DFE-4D64-7855-0A0D-F2F40BE6E543}"/>
                    </a:ext>
                  </a:extLst>
                </p14:cNvPr>
                <p14:cNvContentPartPr/>
                <p14:nvPr/>
              </p14:nvContentPartPr>
              <p14:xfrm>
                <a:off x="1262340" y="2615768"/>
                <a:ext cx="161280" cy="167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EB0DFE-4D64-7855-0A0D-F2F40BE6E54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53340" y="2607128"/>
                  <a:ext cx="178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1AF0CE5-AFCF-6678-287C-C32644396B66}"/>
                    </a:ext>
                  </a:extLst>
                </p14:cNvPr>
                <p14:cNvContentPartPr/>
                <p14:nvPr/>
              </p14:nvContentPartPr>
              <p14:xfrm>
                <a:off x="1253700" y="2686688"/>
                <a:ext cx="123120" cy="12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1AF0CE5-AFCF-6678-287C-C32644396B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245060" y="2678048"/>
                  <a:ext cx="140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01BDB3C-C249-F0B2-E6CF-7E05D2590398}"/>
                    </a:ext>
                  </a:extLst>
                </p14:cNvPr>
                <p14:cNvContentPartPr/>
                <p14:nvPr/>
              </p14:nvContentPartPr>
              <p14:xfrm>
                <a:off x="1330020" y="2481848"/>
                <a:ext cx="194400" cy="303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01BDB3C-C249-F0B2-E6CF-7E05D259039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21020" y="2473208"/>
                  <a:ext cx="212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ABEB9A-32D5-89DC-DFC5-F3660F65052A}"/>
                    </a:ext>
                  </a:extLst>
                </p14:cNvPr>
                <p14:cNvContentPartPr/>
                <p14:nvPr/>
              </p14:nvContentPartPr>
              <p14:xfrm>
                <a:off x="1668060" y="2687048"/>
                <a:ext cx="124560" cy="4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ABEB9A-32D5-89DC-DFC5-F3660F6505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59060" y="2678048"/>
                  <a:ext cx="142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D1CCBF-53E8-B444-2D74-5BEC456AC5EC}"/>
                    </a:ext>
                  </a:extLst>
                </p14:cNvPr>
                <p14:cNvContentPartPr/>
                <p14:nvPr/>
              </p14:nvContentPartPr>
              <p14:xfrm>
                <a:off x="1647180" y="2628368"/>
                <a:ext cx="104040" cy="5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D1CCBF-53E8-B444-2D74-5BEC456AC5E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38180" y="261972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41F755-800F-C6C3-FF67-6940F1B33803}"/>
                    </a:ext>
                  </a:extLst>
                </p14:cNvPr>
                <p14:cNvContentPartPr/>
                <p14:nvPr/>
              </p14:nvContentPartPr>
              <p14:xfrm>
                <a:off x="1884420" y="2493728"/>
                <a:ext cx="357840" cy="239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41F755-800F-C6C3-FF67-6940F1B3380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75420" y="2484728"/>
                  <a:ext cx="375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328D95-EE0B-BE24-7088-8EF8F942E671}"/>
                    </a:ext>
                  </a:extLst>
                </p14:cNvPr>
                <p14:cNvContentPartPr/>
                <p14:nvPr/>
              </p14:nvContentPartPr>
              <p14:xfrm>
                <a:off x="1981260" y="2846888"/>
                <a:ext cx="138240" cy="43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328D95-EE0B-BE24-7088-8EF8F942E67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972620" y="2837888"/>
                  <a:ext cx="155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A24BD04-6CCA-362C-7E48-865908B6E560}"/>
                    </a:ext>
                  </a:extLst>
                </p14:cNvPr>
                <p14:cNvContentPartPr/>
                <p14:nvPr/>
              </p14:nvContentPartPr>
              <p14:xfrm>
                <a:off x="2368980" y="2581928"/>
                <a:ext cx="146160" cy="97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A24BD04-6CCA-362C-7E48-865908B6E5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59980" y="2573288"/>
                  <a:ext cx="163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DB3E2DB-3B94-9D99-E0A6-481B89355702}"/>
                    </a:ext>
                  </a:extLst>
                </p14:cNvPr>
                <p14:cNvContentPartPr/>
                <p14:nvPr/>
              </p14:nvContentPartPr>
              <p14:xfrm>
                <a:off x="2401020" y="2597408"/>
                <a:ext cx="82440" cy="94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DB3E2DB-3B94-9D99-E0A6-481B8935570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92380" y="2588768"/>
                  <a:ext cx="100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95EE9CA-5E58-C150-1625-10041086A4F8}"/>
                    </a:ext>
                  </a:extLst>
                </p14:cNvPr>
                <p14:cNvContentPartPr/>
                <p14:nvPr/>
              </p14:nvContentPartPr>
              <p14:xfrm>
                <a:off x="2566260" y="2464928"/>
                <a:ext cx="171360" cy="2484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95EE9CA-5E58-C150-1625-10041086A4F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57620" y="2455928"/>
                  <a:ext cx="189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1F9EB1F-65AA-D008-364C-777EBF410C3F}"/>
                    </a:ext>
                  </a:extLst>
                </p14:cNvPr>
                <p14:cNvContentPartPr/>
                <p14:nvPr/>
              </p14:nvContentPartPr>
              <p14:xfrm>
                <a:off x="2717100" y="2606408"/>
                <a:ext cx="153360" cy="65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1F9EB1F-65AA-D008-364C-777EBF410C3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08100" y="2597768"/>
                  <a:ext cx="171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8FAB379-C389-79D1-1454-0D04E45DD5A8}"/>
                    </a:ext>
                  </a:extLst>
                </p14:cNvPr>
                <p14:cNvContentPartPr/>
                <p14:nvPr/>
              </p14:nvContentPartPr>
              <p14:xfrm>
                <a:off x="2779380" y="2456288"/>
                <a:ext cx="266040" cy="288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8FAB379-C389-79D1-1454-0D04E45DD5A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70740" y="2447288"/>
                  <a:ext cx="2836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21E0133-6A3E-0A1F-7B02-F3A86E1C2327}"/>
                    </a:ext>
                  </a:extLst>
                </p14:cNvPr>
                <p14:cNvContentPartPr/>
                <p14:nvPr/>
              </p14:nvContentPartPr>
              <p14:xfrm>
                <a:off x="3086100" y="2540888"/>
                <a:ext cx="255600" cy="166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21E0133-6A3E-0A1F-7B02-F3A86E1C232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77100" y="2531888"/>
                  <a:ext cx="273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C084963-689F-29B4-FC4D-0B559AB1E2EA}"/>
                    </a:ext>
                  </a:extLst>
                </p14:cNvPr>
                <p14:cNvContentPartPr/>
                <p14:nvPr/>
              </p14:nvContentPartPr>
              <p14:xfrm>
                <a:off x="3168900" y="2621168"/>
                <a:ext cx="109440" cy="11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C084963-689F-29B4-FC4D-0B559AB1E2E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60260" y="2612528"/>
                  <a:ext cx="127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E6CDDEC-823C-165B-D13E-907E7E6C455F}"/>
                    </a:ext>
                  </a:extLst>
                </p14:cNvPr>
                <p14:cNvContentPartPr/>
                <p14:nvPr/>
              </p14:nvContentPartPr>
              <p14:xfrm>
                <a:off x="3256740" y="2454848"/>
                <a:ext cx="105120" cy="11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E6CDDEC-823C-165B-D13E-907E7E6C455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47740" y="2446208"/>
                  <a:ext cx="122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9A47990-9072-13F2-E666-64D17976A156}"/>
                    </a:ext>
                  </a:extLst>
                </p14:cNvPr>
                <p14:cNvContentPartPr/>
                <p14:nvPr/>
              </p14:nvContentPartPr>
              <p14:xfrm>
                <a:off x="3407940" y="2388968"/>
                <a:ext cx="182880" cy="68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9A47990-9072-13F2-E666-64D17976A15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399300" y="2380328"/>
                  <a:ext cx="2005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352F632-DDD1-DB9C-BB98-8C0C5607AD36}"/>
              </a:ext>
            </a:extLst>
          </p:cNvPr>
          <p:cNvGrpSpPr/>
          <p:nvPr/>
        </p:nvGrpSpPr>
        <p:grpSpPr>
          <a:xfrm>
            <a:off x="3846780" y="2409128"/>
            <a:ext cx="747000" cy="255240"/>
            <a:chOff x="3846780" y="2409128"/>
            <a:chExt cx="74700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2449884-5618-2751-2F25-63BCEA49437C}"/>
                    </a:ext>
                  </a:extLst>
                </p14:cNvPr>
                <p14:cNvContentPartPr/>
                <p14:nvPr/>
              </p14:nvContentPartPr>
              <p14:xfrm>
                <a:off x="3898260" y="2409128"/>
                <a:ext cx="108000" cy="255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2449884-5618-2751-2F25-63BCEA49437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889620" y="2400128"/>
                  <a:ext cx="125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07E5F1D-DDF9-C973-0A19-4339668C60FA}"/>
                    </a:ext>
                  </a:extLst>
                </p14:cNvPr>
                <p14:cNvContentPartPr/>
                <p14:nvPr/>
              </p14:nvContentPartPr>
              <p14:xfrm>
                <a:off x="3846780" y="2576888"/>
                <a:ext cx="190440" cy="10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07E5F1D-DDF9-C973-0A19-4339668C60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837780" y="2567888"/>
                  <a:ext cx="208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FBF7C05-ECDF-4DCF-D6CF-A54AF63ACE76}"/>
                    </a:ext>
                  </a:extLst>
                </p14:cNvPr>
                <p14:cNvContentPartPr/>
                <p14:nvPr/>
              </p14:nvContentPartPr>
              <p14:xfrm>
                <a:off x="4005540" y="2426048"/>
                <a:ext cx="588240" cy="223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FBF7C05-ECDF-4DCF-D6CF-A54AF63ACE7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996540" y="2417408"/>
                  <a:ext cx="605880" cy="24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20222C5-7DB9-800F-8719-6015CBB52E8D}"/>
                  </a:ext>
                </a:extLst>
              </p14:cNvPr>
              <p14:cNvContentPartPr/>
              <p14:nvPr/>
            </p14:nvContentPartPr>
            <p14:xfrm>
              <a:off x="1423620" y="3485168"/>
              <a:ext cx="123840" cy="626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20222C5-7DB9-800F-8719-6015CBB52E8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414980" y="3476528"/>
                <a:ext cx="14148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1C5ACA0-0D58-82A2-D154-08BA05818492}"/>
              </a:ext>
            </a:extLst>
          </p:cNvPr>
          <p:cNvGrpSpPr/>
          <p:nvPr/>
        </p:nvGrpSpPr>
        <p:grpSpPr>
          <a:xfrm>
            <a:off x="1362060" y="3027608"/>
            <a:ext cx="1624320" cy="365400"/>
            <a:chOff x="1362060" y="3027608"/>
            <a:chExt cx="162432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CF8D8C-5E77-B037-0999-01DFAA664540}"/>
                    </a:ext>
                  </a:extLst>
                </p14:cNvPr>
                <p14:cNvContentPartPr/>
                <p14:nvPr/>
              </p14:nvContentPartPr>
              <p14:xfrm>
                <a:off x="1362060" y="3158288"/>
                <a:ext cx="309600" cy="225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CF8D8C-5E77-B037-0999-01DFAA66454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353420" y="3149288"/>
                  <a:ext cx="327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2CE416B-7450-135D-5812-68FA72FE73FC}"/>
                    </a:ext>
                  </a:extLst>
                </p14:cNvPr>
                <p14:cNvContentPartPr/>
                <p14:nvPr/>
              </p14:nvContentPartPr>
              <p14:xfrm>
                <a:off x="1792980" y="3261248"/>
                <a:ext cx="138600" cy="83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2CE416B-7450-135D-5812-68FA72FE73F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783980" y="3252608"/>
                  <a:ext cx="156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06F8625-631B-C3B3-4A8D-35B22DC008E2}"/>
                    </a:ext>
                  </a:extLst>
                </p14:cNvPr>
                <p14:cNvContentPartPr/>
                <p14:nvPr/>
              </p14:nvContentPartPr>
              <p14:xfrm>
                <a:off x="1836900" y="3267728"/>
                <a:ext cx="80640" cy="93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06F8625-631B-C3B3-4A8D-35B22DC008E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827900" y="3259088"/>
                  <a:ext cx="98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E9876E-AAED-9CEB-4759-4166112CC58D}"/>
                    </a:ext>
                  </a:extLst>
                </p14:cNvPr>
                <p14:cNvContentPartPr/>
                <p14:nvPr/>
              </p14:nvContentPartPr>
              <p14:xfrm>
                <a:off x="1936260" y="3111848"/>
                <a:ext cx="177120" cy="281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E9876E-AAED-9CEB-4759-4166112CC58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927260" y="3102848"/>
                  <a:ext cx="194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F53A86C-2DE2-95D7-9439-FC4E87E8358F}"/>
                    </a:ext>
                  </a:extLst>
                </p14:cNvPr>
                <p14:cNvContentPartPr/>
                <p14:nvPr/>
              </p14:nvContentPartPr>
              <p14:xfrm>
                <a:off x="2084220" y="3246488"/>
                <a:ext cx="194400" cy="69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F53A86C-2DE2-95D7-9439-FC4E87E835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075220" y="3237848"/>
                  <a:ext cx="212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7D9FBD-5EA1-AF38-86A7-E682A45A5FC4}"/>
                    </a:ext>
                  </a:extLst>
                </p14:cNvPr>
                <p14:cNvContentPartPr/>
                <p14:nvPr/>
              </p14:nvContentPartPr>
              <p14:xfrm>
                <a:off x="2405340" y="3252248"/>
                <a:ext cx="78120" cy="16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7D9FBD-5EA1-AF38-86A7-E682A45A5FC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96700" y="3243248"/>
                  <a:ext cx="95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26ABCCE-D8B3-5050-FBD7-8E209017B429}"/>
                    </a:ext>
                  </a:extLst>
                </p14:cNvPr>
                <p14:cNvContentPartPr/>
                <p14:nvPr/>
              </p14:nvContentPartPr>
              <p14:xfrm>
                <a:off x="2568420" y="3197168"/>
                <a:ext cx="170280" cy="75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26ABCCE-D8B3-5050-FBD7-8E209017B42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559420" y="3188528"/>
                  <a:ext cx="187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50C8AC0-4081-031B-D4FD-E988D6B8621A}"/>
                    </a:ext>
                  </a:extLst>
                </p14:cNvPr>
                <p14:cNvContentPartPr/>
                <p14:nvPr/>
              </p14:nvContentPartPr>
              <p14:xfrm>
                <a:off x="2788740" y="3262328"/>
                <a:ext cx="83880" cy="90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50C8AC0-4081-031B-D4FD-E988D6B8621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779740" y="3253688"/>
                  <a:ext cx="101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0806383-E2B8-14AF-2E22-BD21221E622F}"/>
                    </a:ext>
                  </a:extLst>
                </p14:cNvPr>
                <p14:cNvContentPartPr/>
                <p14:nvPr/>
              </p14:nvContentPartPr>
              <p14:xfrm>
                <a:off x="2862540" y="3027608"/>
                <a:ext cx="123840" cy="277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0806383-E2B8-14AF-2E22-BD21221E622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853540" y="3018608"/>
                  <a:ext cx="14148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2237E6B-0FEB-9DD4-93CD-397D95BC0F9C}"/>
              </a:ext>
            </a:extLst>
          </p:cNvPr>
          <p:cNvGrpSpPr/>
          <p:nvPr/>
        </p:nvGrpSpPr>
        <p:grpSpPr>
          <a:xfrm>
            <a:off x="3105540" y="2981168"/>
            <a:ext cx="443880" cy="345240"/>
            <a:chOff x="3105540" y="2981168"/>
            <a:chExt cx="44388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8AC3EF-19A0-EAC8-78F6-3F2D90703A5D}"/>
                    </a:ext>
                  </a:extLst>
                </p14:cNvPr>
                <p14:cNvContentPartPr/>
                <p14:nvPr/>
              </p14:nvContentPartPr>
              <p14:xfrm>
                <a:off x="3105540" y="3148928"/>
                <a:ext cx="204120" cy="177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8AC3EF-19A0-EAC8-78F6-3F2D90703A5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096540" y="3139928"/>
                  <a:ext cx="221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EF4D825-9ADE-89C4-47AB-BC8DAA88206E}"/>
                    </a:ext>
                  </a:extLst>
                </p14:cNvPr>
                <p14:cNvContentPartPr/>
                <p14:nvPr/>
              </p14:nvContentPartPr>
              <p14:xfrm>
                <a:off x="3131460" y="3236768"/>
                <a:ext cx="115920" cy="15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EF4D825-9ADE-89C4-47AB-BC8DAA8820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122820" y="3228128"/>
                  <a:ext cx="133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1AD6DD6-6D3E-ED50-ABAF-E7CB38B3F5CC}"/>
                    </a:ext>
                  </a:extLst>
                </p14:cNvPr>
                <p14:cNvContentPartPr/>
                <p14:nvPr/>
              </p14:nvContentPartPr>
              <p14:xfrm>
                <a:off x="3261780" y="3054968"/>
                <a:ext cx="84240" cy="10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1AD6DD6-6D3E-ED50-ABAF-E7CB38B3F5C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53140" y="3045968"/>
                  <a:ext cx="101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3A07DE5-10B9-BC0F-6AE3-D252AD66E98F}"/>
                    </a:ext>
                  </a:extLst>
                </p14:cNvPr>
                <p14:cNvContentPartPr/>
                <p14:nvPr/>
              </p14:nvContentPartPr>
              <p14:xfrm>
                <a:off x="3371580" y="2981168"/>
                <a:ext cx="177840" cy="78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3A07DE5-10B9-BC0F-6AE3-D252AD66E98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362940" y="2972168"/>
                  <a:ext cx="19548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3B79FB0-77F2-E692-803C-1C6AF6C287E5}"/>
              </a:ext>
            </a:extLst>
          </p:cNvPr>
          <p:cNvGrpSpPr/>
          <p:nvPr/>
        </p:nvGrpSpPr>
        <p:grpSpPr>
          <a:xfrm>
            <a:off x="3765060" y="3159728"/>
            <a:ext cx="149760" cy="66960"/>
            <a:chOff x="3765060" y="3159728"/>
            <a:chExt cx="14976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15FAB3F-C4A2-66EE-1BE1-2EE9E6ABE876}"/>
                    </a:ext>
                  </a:extLst>
                </p14:cNvPr>
                <p14:cNvContentPartPr/>
                <p14:nvPr/>
              </p14:nvContentPartPr>
              <p14:xfrm>
                <a:off x="3765060" y="3212648"/>
                <a:ext cx="149760" cy="14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15FAB3F-C4A2-66EE-1BE1-2EE9E6ABE87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756060" y="3204008"/>
                  <a:ext cx="167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0F83FF8-AC0D-5318-F92A-F91B693547FC}"/>
                    </a:ext>
                  </a:extLst>
                </p14:cNvPr>
                <p14:cNvContentPartPr/>
                <p14:nvPr/>
              </p14:nvContentPartPr>
              <p14:xfrm>
                <a:off x="3794220" y="3159728"/>
                <a:ext cx="87120" cy="9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0F83FF8-AC0D-5318-F92A-F91B693547F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85580" y="3150728"/>
                  <a:ext cx="1047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89B548E-B8D0-C367-5A65-9200345D3184}"/>
              </a:ext>
            </a:extLst>
          </p:cNvPr>
          <p:cNvGrpSpPr/>
          <p:nvPr/>
        </p:nvGrpSpPr>
        <p:grpSpPr>
          <a:xfrm>
            <a:off x="2567700" y="3560408"/>
            <a:ext cx="701640" cy="129240"/>
            <a:chOff x="2567700" y="3560408"/>
            <a:chExt cx="701640" cy="12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DA39D0E-61CD-E923-EC84-F015081E57EF}"/>
                    </a:ext>
                  </a:extLst>
                </p14:cNvPr>
                <p14:cNvContentPartPr/>
                <p14:nvPr/>
              </p14:nvContentPartPr>
              <p14:xfrm>
                <a:off x="2567700" y="3579488"/>
                <a:ext cx="131040" cy="79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DA39D0E-61CD-E923-EC84-F015081E57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559060" y="3570488"/>
                  <a:ext cx="148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18FA98-573E-6599-2C43-B1E4DE618920}"/>
                    </a:ext>
                  </a:extLst>
                </p14:cNvPr>
                <p14:cNvContentPartPr/>
                <p14:nvPr/>
              </p14:nvContentPartPr>
              <p14:xfrm>
                <a:off x="2769300" y="3615848"/>
                <a:ext cx="83160" cy="5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18FA98-573E-6599-2C43-B1E4DE6189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60300" y="3607208"/>
                  <a:ext cx="100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8E22595-0244-0277-8475-917F5A479859}"/>
                    </a:ext>
                  </a:extLst>
                </p14:cNvPr>
                <p14:cNvContentPartPr/>
                <p14:nvPr/>
              </p14:nvContentPartPr>
              <p14:xfrm>
                <a:off x="2964420" y="3560408"/>
                <a:ext cx="135000" cy="74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8E22595-0244-0277-8475-917F5A47985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955420" y="3551768"/>
                  <a:ext cx="15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CFE84C8-24E9-9B1F-7DA4-A6024262483E}"/>
                    </a:ext>
                  </a:extLst>
                </p14:cNvPr>
                <p14:cNvContentPartPr/>
                <p14:nvPr/>
              </p14:nvContentPartPr>
              <p14:xfrm>
                <a:off x="3174660" y="3616208"/>
                <a:ext cx="94680" cy="73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CFE84C8-24E9-9B1F-7DA4-A6024262483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165660" y="3607568"/>
                  <a:ext cx="1123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3DE416E-D3BF-F4C5-1BAC-61464311452C}"/>
              </a:ext>
            </a:extLst>
          </p:cNvPr>
          <p:cNvGrpSpPr/>
          <p:nvPr/>
        </p:nvGrpSpPr>
        <p:grpSpPr>
          <a:xfrm>
            <a:off x="1593540" y="3574088"/>
            <a:ext cx="740160" cy="140400"/>
            <a:chOff x="1593540" y="3574088"/>
            <a:chExt cx="74016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4786320-4B00-C600-DC6E-A785E075665A}"/>
                    </a:ext>
                  </a:extLst>
                </p14:cNvPr>
                <p14:cNvContentPartPr/>
                <p14:nvPr/>
              </p14:nvContentPartPr>
              <p14:xfrm>
                <a:off x="1981260" y="3574088"/>
                <a:ext cx="352440" cy="84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4786320-4B00-C600-DC6E-A785E075665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72260" y="3565448"/>
                  <a:ext cx="370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F0D0AB7-FFF6-C5D1-BDCF-3A0544D4EF6C}"/>
                    </a:ext>
                  </a:extLst>
                </p14:cNvPr>
                <p14:cNvContentPartPr/>
                <p14:nvPr/>
              </p14:nvContentPartPr>
              <p14:xfrm>
                <a:off x="1593540" y="3631328"/>
                <a:ext cx="254160" cy="83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F0D0AB7-FFF6-C5D1-BDCF-3A0544D4EF6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584540" y="3622688"/>
                  <a:ext cx="2718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3E61C79-AE12-5065-9B7A-593773DD90AB}"/>
                  </a:ext>
                </a:extLst>
              </p14:cNvPr>
              <p14:cNvContentPartPr/>
              <p14:nvPr/>
            </p14:nvContentPartPr>
            <p14:xfrm>
              <a:off x="2592180" y="3808088"/>
              <a:ext cx="137160" cy="792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3E61C79-AE12-5065-9B7A-593773DD90A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2583540" y="3799448"/>
                <a:ext cx="1548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99F8A1B-3D35-54C7-CB35-B65316FB7FCE}"/>
                  </a:ext>
                </a:extLst>
              </p14:cNvPr>
              <p14:cNvContentPartPr/>
              <p14:nvPr/>
            </p14:nvContentPartPr>
            <p14:xfrm>
              <a:off x="2064780" y="3832208"/>
              <a:ext cx="257760" cy="784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99F8A1B-3D35-54C7-CB35-B65316FB7FCE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2055780" y="3823208"/>
                <a:ext cx="27540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14B9AF8-8848-6FFB-66B5-D7DA40F02085}"/>
              </a:ext>
            </a:extLst>
          </p:cNvPr>
          <p:cNvGrpSpPr/>
          <p:nvPr/>
        </p:nvGrpSpPr>
        <p:grpSpPr>
          <a:xfrm>
            <a:off x="1111500" y="3885848"/>
            <a:ext cx="753840" cy="145080"/>
            <a:chOff x="1111500" y="3885848"/>
            <a:chExt cx="753840" cy="1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A4CBC8-71EB-6530-61E9-47F6225C5D77}"/>
                    </a:ext>
                  </a:extLst>
                </p14:cNvPr>
                <p14:cNvContentPartPr/>
                <p14:nvPr/>
              </p14:nvContentPartPr>
              <p14:xfrm>
                <a:off x="1111500" y="3918968"/>
                <a:ext cx="239040" cy="78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A4CBC8-71EB-6530-61E9-47F6225C5D7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2860" y="3910328"/>
                  <a:ext cx="256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CDBF91B-78A6-3600-5062-AC5F4923AD7A}"/>
                    </a:ext>
                  </a:extLst>
                </p14:cNvPr>
                <p14:cNvContentPartPr/>
                <p14:nvPr/>
              </p14:nvContentPartPr>
              <p14:xfrm>
                <a:off x="1397340" y="3927608"/>
                <a:ext cx="69120" cy="66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CDBF91B-78A6-3600-5062-AC5F4923AD7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388700" y="3918608"/>
                  <a:ext cx="86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C582721-36D2-3F3D-E3C5-ABEA00B0636D}"/>
                    </a:ext>
                  </a:extLst>
                </p14:cNvPr>
                <p14:cNvContentPartPr/>
                <p14:nvPr/>
              </p14:nvContentPartPr>
              <p14:xfrm>
                <a:off x="1382580" y="3948488"/>
                <a:ext cx="98280" cy="18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C582721-36D2-3F3D-E3C5-ABEA00B0636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73580" y="3939488"/>
                  <a:ext cx="115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2722F20-9E13-DBA5-C1C0-ACBBF727B2F9}"/>
                    </a:ext>
                  </a:extLst>
                </p14:cNvPr>
                <p14:cNvContentPartPr/>
                <p14:nvPr/>
              </p14:nvContentPartPr>
              <p14:xfrm>
                <a:off x="1589580" y="3885848"/>
                <a:ext cx="139320" cy="71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2722F20-9E13-DBA5-C1C0-ACBBF727B2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80940" y="3877208"/>
                  <a:ext cx="156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B66E87C-F5CA-3867-BBDA-0E3BEF568DC6}"/>
                    </a:ext>
                  </a:extLst>
                </p14:cNvPr>
                <p14:cNvContentPartPr/>
                <p14:nvPr/>
              </p14:nvContentPartPr>
              <p14:xfrm>
                <a:off x="1776060" y="3957848"/>
                <a:ext cx="89280" cy="73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B66E87C-F5CA-3867-BBDA-0E3BEF568DC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767420" y="3949208"/>
                  <a:ext cx="10692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CD974E6-AF86-4853-E336-1B6D013C0941}"/>
                  </a:ext>
                </a:extLst>
              </p14:cNvPr>
              <p14:cNvContentPartPr/>
              <p14:nvPr/>
            </p14:nvContentPartPr>
            <p14:xfrm>
              <a:off x="4113180" y="3024728"/>
              <a:ext cx="329760" cy="2437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CD974E6-AF86-4853-E336-1B6D013C0941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104180" y="3016088"/>
                <a:ext cx="34740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1676F13-C4E3-DE84-C039-5DC6C1BBC514}"/>
                  </a:ext>
                </a:extLst>
              </p14:cNvPr>
              <p14:cNvContentPartPr/>
              <p14:nvPr/>
            </p14:nvContentPartPr>
            <p14:xfrm>
              <a:off x="4105980" y="3397688"/>
              <a:ext cx="207000" cy="896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1676F13-C4E3-DE84-C039-5DC6C1BBC51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096980" y="3388688"/>
                <a:ext cx="22464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31E6913-88C8-2190-8A6E-4E2FB483FACA}"/>
              </a:ext>
            </a:extLst>
          </p:cNvPr>
          <p:cNvGrpSpPr/>
          <p:nvPr/>
        </p:nvGrpSpPr>
        <p:grpSpPr>
          <a:xfrm>
            <a:off x="4695660" y="2955968"/>
            <a:ext cx="1104120" cy="252360"/>
            <a:chOff x="4695660" y="2955968"/>
            <a:chExt cx="1104120" cy="25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D617A54-D102-F255-B85C-829641E588FF}"/>
                    </a:ext>
                  </a:extLst>
                </p14:cNvPr>
                <p14:cNvContentPartPr/>
                <p14:nvPr/>
              </p14:nvContentPartPr>
              <p14:xfrm>
                <a:off x="4695660" y="3111848"/>
                <a:ext cx="142560" cy="96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D617A54-D102-F255-B85C-829641E588F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687020" y="3103208"/>
                  <a:ext cx="160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42A1CAB-7409-4DD3-4194-C24B86858660}"/>
                    </a:ext>
                  </a:extLst>
                </p14:cNvPr>
                <p14:cNvContentPartPr/>
                <p14:nvPr/>
              </p14:nvContentPartPr>
              <p14:xfrm>
                <a:off x="4723020" y="3131288"/>
                <a:ext cx="98640" cy="69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42A1CAB-7409-4DD3-4194-C24B8685866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14020" y="3122648"/>
                  <a:ext cx="116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0FCD5D3-D6F4-BB50-DE30-4968703A791B}"/>
                    </a:ext>
                  </a:extLst>
                </p14:cNvPr>
                <p14:cNvContentPartPr/>
                <p14:nvPr/>
              </p14:nvContentPartPr>
              <p14:xfrm>
                <a:off x="4924980" y="2980448"/>
                <a:ext cx="148680" cy="226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0FCD5D3-D6F4-BB50-DE30-4968703A791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915980" y="2971448"/>
                  <a:ext cx="166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EE12CB7-C620-6435-8999-373C630F8BAD}"/>
                    </a:ext>
                  </a:extLst>
                </p14:cNvPr>
                <p14:cNvContentPartPr/>
                <p14:nvPr/>
              </p14:nvContentPartPr>
              <p14:xfrm>
                <a:off x="5071140" y="3086288"/>
                <a:ext cx="294840" cy="87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EE12CB7-C620-6435-8999-373C630F8BA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062140" y="3077648"/>
                  <a:ext cx="312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AE80D49-9248-A65E-CC8F-7D83F5806929}"/>
                    </a:ext>
                  </a:extLst>
                </p14:cNvPr>
                <p14:cNvContentPartPr/>
                <p14:nvPr/>
              </p14:nvContentPartPr>
              <p14:xfrm>
                <a:off x="5330340" y="2955968"/>
                <a:ext cx="181440" cy="247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AE80D49-9248-A65E-CC8F-7D83F580692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321700" y="2947328"/>
                  <a:ext cx="199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9486F32-145A-7E35-D712-FCF8109A05C2}"/>
                    </a:ext>
                  </a:extLst>
                </p14:cNvPr>
                <p14:cNvContentPartPr/>
                <p14:nvPr/>
              </p14:nvContentPartPr>
              <p14:xfrm>
                <a:off x="5599620" y="2996288"/>
                <a:ext cx="200160" cy="178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9486F32-145A-7E35-D712-FCF8109A05C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590620" y="2987288"/>
                  <a:ext cx="217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A2812DE-FF82-6172-94F8-9200A5D04B40}"/>
                    </a:ext>
                  </a:extLst>
                </p14:cNvPr>
                <p14:cNvContentPartPr/>
                <p14:nvPr/>
              </p14:nvContentPartPr>
              <p14:xfrm>
                <a:off x="5638500" y="3094208"/>
                <a:ext cx="108000" cy="7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A2812DE-FF82-6172-94F8-9200A5D04B4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629500" y="3085208"/>
                  <a:ext cx="1256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691ED0B-3286-8155-0C28-537720593FEF}"/>
              </a:ext>
            </a:extLst>
          </p:cNvPr>
          <p:cNvGrpSpPr/>
          <p:nvPr/>
        </p:nvGrpSpPr>
        <p:grpSpPr>
          <a:xfrm>
            <a:off x="5704740" y="2837888"/>
            <a:ext cx="420480" cy="81360"/>
            <a:chOff x="5704740" y="2837888"/>
            <a:chExt cx="420480" cy="8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323F2E9-0581-486C-B53C-AFA120524092}"/>
                    </a:ext>
                  </a:extLst>
                </p14:cNvPr>
                <p14:cNvContentPartPr/>
                <p14:nvPr/>
              </p14:nvContentPartPr>
              <p14:xfrm>
                <a:off x="5704740" y="2904128"/>
                <a:ext cx="109080" cy="151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323F2E9-0581-486C-B53C-AFA12052409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696100" y="2895128"/>
                  <a:ext cx="12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C089D79-E8E1-C2F1-8451-AD9A1342685E}"/>
                    </a:ext>
                  </a:extLst>
                </p14:cNvPr>
                <p14:cNvContentPartPr/>
                <p14:nvPr/>
              </p14:nvContentPartPr>
              <p14:xfrm>
                <a:off x="5879340" y="2837888"/>
                <a:ext cx="245880" cy="70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C089D79-E8E1-C2F1-8451-AD9A1342685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870700" y="2829248"/>
                  <a:ext cx="2635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78829FE-147C-CB0B-FA85-F4A428E54848}"/>
              </a:ext>
            </a:extLst>
          </p:cNvPr>
          <p:cNvGrpSpPr/>
          <p:nvPr/>
        </p:nvGrpSpPr>
        <p:grpSpPr>
          <a:xfrm>
            <a:off x="6256980" y="2857328"/>
            <a:ext cx="601920" cy="302760"/>
            <a:chOff x="6256980" y="2857328"/>
            <a:chExt cx="60192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40C120-03D6-C54C-BAD5-CC0FBF37C75B}"/>
                    </a:ext>
                  </a:extLst>
                </p14:cNvPr>
                <p14:cNvContentPartPr/>
                <p14:nvPr/>
              </p14:nvContentPartPr>
              <p14:xfrm>
                <a:off x="6256980" y="2996648"/>
                <a:ext cx="214560" cy="163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40C120-03D6-C54C-BAD5-CC0FBF37C75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248340" y="2988008"/>
                  <a:ext cx="2322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C4F1150-7DE2-D63D-34C9-794AFA160323}"/>
                    </a:ext>
                  </a:extLst>
                </p14:cNvPr>
                <p14:cNvContentPartPr/>
                <p14:nvPr/>
              </p14:nvContentPartPr>
              <p14:xfrm>
                <a:off x="6315660" y="3095288"/>
                <a:ext cx="64800" cy="7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C4F1150-7DE2-D63D-34C9-794AFA16032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06660" y="3086288"/>
                  <a:ext cx="82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CABAB59-B3C6-49B9-A3BB-20DB253AB705}"/>
                    </a:ext>
                  </a:extLst>
                </p14:cNvPr>
                <p14:cNvContentPartPr/>
                <p14:nvPr/>
              </p14:nvContentPartPr>
              <p14:xfrm>
                <a:off x="6397380" y="2915288"/>
                <a:ext cx="97200" cy="9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CABAB59-B3C6-49B9-A3BB-20DB253AB70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388380" y="2906648"/>
                  <a:ext cx="114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07566C5-E931-EEC6-D2A2-067DF30C2B2E}"/>
                    </a:ext>
                  </a:extLst>
                </p14:cNvPr>
                <p14:cNvContentPartPr/>
                <p14:nvPr/>
              </p14:nvContentPartPr>
              <p14:xfrm>
                <a:off x="6551460" y="2857328"/>
                <a:ext cx="142920" cy="65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07566C5-E931-EEC6-D2A2-067DF30C2B2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542460" y="2848328"/>
                  <a:ext cx="160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121D940-0082-83BA-040C-28E6C1476CEB}"/>
                    </a:ext>
                  </a:extLst>
                </p14:cNvPr>
                <p14:cNvContentPartPr/>
                <p14:nvPr/>
              </p14:nvContentPartPr>
              <p14:xfrm>
                <a:off x="6802020" y="2882168"/>
                <a:ext cx="56880" cy="73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121D940-0082-83BA-040C-28E6C1476CE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793020" y="2873528"/>
                  <a:ext cx="745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87185E6-BE3F-393A-E25F-57C03187B9C6}"/>
              </a:ext>
            </a:extLst>
          </p:cNvPr>
          <p:cNvGrpSpPr/>
          <p:nvPr/>
        </p:nvGrpSpPr>
        <p:grpSpPr>
          <a:xfrm>
            <a:off x="7144020" y="3097448"/>
            <a:ext cx="147960" cy="87480"/>
            <a:chOff x="7144020" y="3097448"/>
            <a:chExt cx="14796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C80F513-5DB5-3D46-BF29-857404D3A99F}"/>
                    </a:ext>
                  </a:extLst>
                </p14:cNvPr>
                <p14:cNvContentPartPr/>
                <p14:nvPr/>
              </p14:nvContentPartPr>
              <p14:xfrm>
                <a:off x="7144020" y="3159728"/>
                <a:ext cx="147960" cy="25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C80F513-5DB5-3D46-BF29-857404D3A99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35380" y="3151088"/>
                  <a:ext cx="165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AE75A9-C820-1894-0367-4EEC99CF232C}"/>
                    </a:ext>
                  </a:extLst>
                </p14:cNvPr>
                <p14:cNvContentPartPr/>
                <p14:nvPr/>
              </p14:nvContentPartPr>
              <p14:xfrm>
                <a:off x="7149060" y="3097448"/>
                <a:ext cx="119520" cy="46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AE75A9-C820-1894-0367-4EEC99CF232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140060" y="3088448"/>
                  <a:ext cx="1371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B5D47BE2-8DCA-FEBD-273B-FFA200E9FD77}"/>
              </a:ext>
            </a:extLst>
          </p:cNvPr>
          <p:cNvGrpSpPr/>
          <p:nvPr/>
        </p:nvGrpSpPr>
        <p:grpSpPr>
          <a:xfrm>
            <a:off x="7516620" y="2888648"/>
            <a:ext cx="628920" cy="324000"/>
            <a:chOff x="7516620" y="2888648"/>
            <a:chExt cx="6289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58BC798-0B20-7DEF-599D-06230D3DEB20}"/>
                    </a:ext>
                  </a:extLst>
                </p14:cNvPr>
                <p14:cNvContentPartPr/>
                <p14:nvPr/>
              </p14:nvContentPartPr>
              <p14:xfrm>
                <a:off x="7516620" y="3017528"/>
                <a:ext cx="190080" cy="195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58BC798-0B20-7DEF-599D-06230D3DEB2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507620" y="3008528"/>
                  <a:ext cx="207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B46A367-9082-D497-ACA7-5D0643D3F5B4}"/>
                    </a:ext>
                  </a:extLst>
                </p14:cNvPr>
                <p14:cNvContentPartPr/>
                <p14:nvPr/>
              </p14:nvContentPartPr>
              <p14:xfrm>
                <a:off x="7554420" y="3124448"/>
                <a:ext cx="77760" cy="9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B46A367-9082-D497-ACA7-5D0643D3F5B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45420" y="3115808"/>
                  <a:ext cx="95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498465B-5A3E-92D1-D250-5E1C3E4C93F9}"/>
                    </a:ext>
                  </a:extLst>
                </p14:cNvPr>
                <p14:cNvContentPartPr/>
                <p14:nvPr/>
              </p14:nvContentPartPr>
              <p14:xfrm>
                <a:off x="7711740" y="2950928"/>
                <a:ext cx="91800" cy="9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498465B-5A3E-92D1-D250-5E1C3E4C93F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703100" y="2941928"/>
                  <a:ext cx="109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EC5034A-FC80-F8F7-EAF5-9E35A3B1EF3E}"/>
                    </a:ext>
                  </a:extLst>
                </p14:cNvPr>
                <p14:cNvContentPartPr/>
                <p14:nvPr/>
              </p14:nvContentPartPr>
              <p14:xfrm>
                <a:off x="7855380" y="2888648"/>
                <a:ext cx="117000" cy="72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EC5034A-FC80-F8F7-EAF5-9E35A3B1EF3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846380" y="2879648"/>
                  <a:ext cx="134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B285056-2ED7-65C1-172F-A35CF2C112A6}"/>
                    </a:ext>
                  </a:extLst>
                </p14:cNvPr>
                <p14:cNvContentPartPr/>
                <p14:nvPr/>
              </p14:nvContentPartPr>
              <p14:xfrm>
                <a:off x="8036460" y="2931488"/>
                <a:ext cx="109080" cy="67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B285056-2ED7-65C1-172F-A35CF2C112A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27820" y="2922848"/>
                  <a:ext cx="1267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EBB8CE6-BA1C-FB42-111A-B7A14BC13B31}"/>
              </a:ext>
            </a:extLst>
          </p:cNvPr>
          <p:cNvGrpSpPr/>
          <p:nvPr/>
        </p:nvGrpSpPr>
        <p:grpSpPr>
          <a:xfrm>
            <a:off x="8270820" y="2826008"/>
            <a:ext cx="858600" cy="368280"/>
            <a:chOff x="8270820" y="2826008"/>
            <a:chExt cx="85860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D0C4379-B2F1-AB4D-20CB-2C872B824018}"/>
                    </a:ext>
                  </a:extLst>
                </p14:cNvPr>
                <p14:cNvContentPartPr/>
                <p14:nvPr/>
              </p14:nvContentPartPr>
              <p14:xfrm>
                <a:off x="8270820" y="2866688"/>
                <a:ext cx="291600" cy="303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D0C4379-B2F1-AB4D-20CB-2C872B82401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62180" y="2857688"/>
                  <a:ext cx="3092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12617D6-8B55-A87C-97AC-47AA047B1953}"/>
                    </a:ext>
                  </a:extLst>
                </p14:cNvPr>
                <p14:cNvContentPartPr/>
                <p14:nvPr/>
              </p14:nvContentPartPr>
              <p14:xfrm>
                <a:off x="8359020" y="2876768"/>
                <a:ext cx="83880" cy="317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12617D6-8B55-A87C-97AC-47AA047B195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50380" y="2867768"/>
                  <a:ext cx="101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1F37674-6B57-F6F1-0F3D-4223BA487555}"/>
                    </a:ext>
                  </a:extLst>
                </p14:cNvPr>
                <p14:cNvContentPartPr/>
                <p14:nvPr/>
              </p14:nvContentPartPr>
              <p14:xfrm>
                <a:off x="8613180" y="2826008"/>
                <a:ext cx="123480" cy="329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1F37674-6B57-F6F1-0F3D-4223BA48755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04180" y="2817008"/>
                  <a:ext cx="1411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4C2C123-C3BC-21F6-C0A6-7348175089CC}"/>
                    </a:ext>
                  </a:extLst>
                </p14:cNvPr>
                <p14:cNvContentPartPr/>
                <p14:nvPr/>
              </p14:nvContentPartPr>
              <p14:xfrm>
                <a:off x="8743860" y="2950928"/>
                <a:ext cx="192960" cy="192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4C2C123-C3BC-21F6-C0A6-7348175089C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34860" y="2942288"/>
                  <a:ext cx="210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87DE395-6805-8454-479E-CD39B5D5E77D}"/>
                    </a:ext>
                  </a:extLst>
                </p14:cNvPr>
                <p14:cNvContentPartPr/>
                <p14:nvPr/>
              </p14:nvContentPartPr>
              <p14:xfrm>
                <a:off x="8792100" y="3059648"/>
                <a:ext cx="149400" cy="8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87DE395-6805-8454-479E-CD39B5D5E77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83460" y="3051008"/>
                  <a:ext cx="167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129724B-A533-D255-F39A-558178F4EBC7}"/>
                    </a:ext>
                  </a:extLst>
                </p14:cNvPr>
                <p14:cNvContentPartPr/>
                <p14:nvPr/>
              </p14:nvContentPartPr>
              <p14:xfrm>
                <a:off x="8925660" y="2852288"/>
                <a:ext cx="203760" cy="3081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129724B-A533-D255-F39A-558178F4EBC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916660" y="2843288"/>
                  <a:ext cx="22140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A5C3D51-EC64-9BCC-1B04-275F8CA0B60C}"/>
                  </a:ext>
                </a:extLst>
              </p14:cNvPr>
              <p14:cNvContentPartPr/>
              <p14:nvPr/>
            </p14:nvContentPartPr>
            <p14:xfrm>
              <a:off x="103860" y="1235168"/>
              <a:ext cx="559800" cy="34740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A5C3D51-EC64-9BCC-1B04-275F8CA0B60C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94860" y="1226528"/>
                <a:ext cx="577440" cy="349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1409BC67-C4A6-0945-4F8A-E8D1EEA59AAB}"/>
              </a:ext>
            </a:extLst>
          </p:cNvPr>
          <p:cNvGrpSpPr/>
          <p:nvPr/>
        </p:nvGrpSpPr>
        <p:grpSpPr>
          <a:xfrm>
            <a:off x="460980" y="4355648"/>
            <a:ext cx="3133080" cy="927360"/>
            <a:chOff x="460980" y="4355648"/>
            <a:chExt cx="3133080" cy="92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30A704-7529-ED62-FD2C-D77A9EBC4F2A}"/>
                    </a:ext>
                  </a:extLst>
                </p14:cNvPr>
                <p14:cNvContentPartPr/>
                <p14:nvPr/>
              </p14:nvContentPartPr>
              <p14:xfrm>
                <a:off x="1292940" y="4712768"/>
                <a:ext cx="180000" cy="136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30A704-7529-ED62-FD2C-D77A9EBC4F2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284300" y="4703768"/>
                  <a:ext cx="197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B4DA8F7-90FC-4920-AF88-86FA56026BF5}"/>
                    </a:ext>
                  </a:extLst>
                </p14:cNvPr>
                <p14:cNvContentPartPr/>
                <p14:nvPr/>
              </p14:nvContentPartPr>
              <p14:xfrm>
                <a:off x="1576620" y="4797368"/>
                <a:ext cx="60840" cy="169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B4DA8F7-90FC-4920-AF88-86FA56026BF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567620" y="4788728"/>
                  <a:ext cx="78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57D4E54-6BF4-49FB-2110-25FAB42C9809}"/>
                    </a:ext>
                  </a:extLst>
                </p14:cNvPr>
                <p14:cNvContentPartPr/>
                <p14:nvPr/>
              </p14:nvContentPartPr>
              <p14:xfrm>
                <a:off x="1639260" y="4893848"/>
                <a:ext cx="137520" cy="59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57D4E54-6BF4-49FB-2110-25FAB42C980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30620" y="4884848"/>
                  <a:ext cx="15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F9DD8D2-53B4-CDBB-ECED-0EDC5871CA5B}"/>
                    </a:ext>
                  </a:extLst>
                </p14:cNvPr>
                <p14:cNvContentPartPr/>
                <p14:nvPr/>
              </p14:nvContentPartPr>
              <p14:xfrm>
                <a:off x="831420" y="4645808"/>
                <a:ext cx="300600" cy="291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F9DD8D2-53B4-CDBB-ECED-0EDC5871CA5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2780" y="4636808"/>
                  <a:ext cx="3182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C99EE7-B9F4-0C77-F9C9-9EB2FC5431D7}"/>
                    </a:ext>
                  </a:extLst>
                </p14:cNvPr>
                <p14:cNvContentPartPr/>
                <p14:nvPr/>
              </p14:nvContentPartPr>
              <p14:xfrm>
                <a:off x="750780" y="5091488"/>
                <a:ext cx="84960" cy="191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C99EE7-B9F4-0C77-F9C9-9EB2FC5431D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42140" y="5082488"/>
                  <a:ext cx="102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ACBB374-4410-F85E-B289-F1FB7C1F0248}"/>
                    </a:ext>
                  </a:extLst>
                </p14:cNvPr>
                <p14:cNvContentPartPr/>
                <p14:nvPr/>
              </p14:nvContentPartPr>
              <p14:xfrm>
                <a:off x="829980" y="5200568"/>
                <a:ext cx="131040" cy="64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ACBB374-4410-F85E-B289-F1FB7C1F024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21340" y="5191568"/>
                  <a:ext cx="148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B48D204-1728-5C77-0782-5D9DBF21A566}"/>
                    </a:ext>
                  </a:extLst>
                </p14:cNvPr>
                <p14:cNvContentPartPr/>
                <p14:nvPr/>
              </p14:nvContentPartPr>
              <p14:xfrm>
                <a:off x="1039140" y="5184368"/>
                <a:ext cx="78120" cy="21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B48D204-1728-5C77-0782-5D9DBF21A56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0140" y="5175368"/>
                  <a:ext cx="95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B292AC5-0718-F83A-068E-5CD969B26667}"/>
                    </a:ext>
                  </a:extLst>
                </p14:cNvPr>
                <p14:cNvContentPartPr/>
                <p14:nvPr/>
              </p14:nvContentPartPr>
              <p14:xfrm>
                <a:off x="975060" y="5127488"/>
                <a:ext cx="105840" cy="19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B292AC5-0718-F83A-068E-5CD969B2666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66060" y="5118488"/>
                  <a:ext cx="123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EBFEAF6-C3D5-E204-F0DD-548DA17B8D3B}"/>
                    </a:ext>
                  </a:extLst>
                </p14:cNvPr>
                <p14:cNvContentPartPr/>
                <p14:nvPr/>
              </p14:nvContentPartPr>
              <p14:xfrm>
                <a:off x="1223100" y="5097248"/>
                <a:ext cx="93600" cy="90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EBFEAF6-C3D5-E204-F0DD-548DA17B8D3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214100" y="5088608"/>
                  <a:ext cx="1112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BFE9649-9067-D1FF-E596-74E38E26C673}"/>
                    </a:ext>
                  </a:extLst>
                </p14:cNvPr>
                <p14:cNvContentPartPr/>
                <p14:nvPr/>
              </p14:nvContentPartPr>
              <p14:xfrm>
                <a:off x="853740" y="4355648"/>
                <a:ext cx="154800" cy="160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BFE9649-9067-D1FF-E596-74E38E26C67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45100" y="4347008"/>
                  <a:ext cx="172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4DE964D-5855-0B53-FD5D-DB0927671512}"/>
                    </a:ext>
                  </a:extLst>
                </p14:cNvPr>
                <p14:cNvContentPartPr/>
                <p14:nvPr/>
              </p14:nvContentPartPr>
              <p14:xfrm>
                <a:off x="460980" y="4714568"/>
                <a:ext cx="207000" cy="4384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4DE964D-5855-0B53-FD5D-DB092767151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51980" y="4705928"/>
                  <a:ext cx="2246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FADCB53-38BA-75C6-4BBE-E07A673B7E8E}"/>
                    </a:ext>
                  </a:extLst>
                </p14:cNvPr>
                <p14:cNvContentPartPr/>
                <p14:nvPr/>
              </p14:nvContentPartPr>
              <p14:xfrm>
                <a:off x="1870020" y="4675328"/>
                <a:ext cx="167760" cy="173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FADCB53-38BA-75C6-4BBE-E07A673B7E8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861380" y="4666328"/>
                  <a:ext cx="185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AB5D316-C9D5-506F-EF1A-846EBBCCF09D}"/>
                    </a:ext>
                  </a:extLst>
                </p14:cNvPr>
                <p14:cNvContentPartPr/>
                <p14:nvPr/>
              </p14:nvContentPartPr>
              <p14:xfrm>
                <a:off x="1909260" y="4748768"/>
                <a:ext cx="101520" cy="10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AB5D316-C9D5-506F-EF1A-846EBBCCF09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900260" y="4739768"/>
                  <a:ext cx="119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29E93C5-0CFD-9841-A2B7-F70C568CADBF}"/>
                    </a:ext>
                  </a:extLst>
                </p14:cNvPr>
                <p14:cNvContentPartPr/>
                <p14:nvPr/>
              </p14:nvContentPartPr>
              <p14:xfrm>
                <a:off x="2090340" y="4582088"/>
                <a:ext cx="55440" cy="9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29E93C5-0CFD-9841-A2B7-F70C568CADB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081700" y="4573448"/>
                  <a:ext cx="73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F4CCFBF-4CD8-533A-4481-1DA6F642A704}"/>
                    </a:ext>
                  </a:extLst>
                </p14:cNvPr>
                <p14:cNvContentPartPr/>
                <p14:nvPr/>
              </p14:nvContentPartPr>
              <p14:xfrm>
                <a:off x="2208060" y="4442048"/>
                <a:ext cx="42840" cy="173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F4CCFBF-4CD8-533A-4481-1DA6F642A70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199060" y="4433048"/>
                  <a:ext cx="60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F0C7646-555E-42FC-D191-3DE240A8DE6A}"/>
                    </a:ext>
                  </a:extLst>
                </p14:cNvPr>
                <p14:cNvContentPartPr/>
                <p14:nvPr/>
              </p14:nvContentPartPr>
              <p14:xfrm>
                <a:off x="2250180" y="4540688"/>
                <a:ext cx="140040" cy="68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F0C7646-555E-42FC-D191-3DE240A8DE6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241540" y="4531688"/>
                  <a:ext cx="157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424A75-077D-AAC2-9FD5-225ECA2C9D89}"/>
                    </a:ext>
                  </a:extLst>
                </p14:cNvPr>
                <p14:cNvContentPartPr/>
                <p14:nvPr/>
              </p14:nvContentPartPr>
              <p14:xfrm>
                <a:off x="2488500" y="4483448"/>
                <a:ext cx="192960" cy="430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424A75-077D-AAC2-9FD5-225ECA2C9D8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479500" y="4474808"/>
                  <a:ext cx="2106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B62CF2E-1171-B938-1BE7-844BD9E7F02E}"/>
                    </a:ext>
                  </a:extLst>
                </p14:cNvPr>
                <p14:cNvContentPartPr/>
                <p14:nvPr/>
              </p14:nvContentPartPr>
              <p14:xfrm>
                <a:off x="2760300" y="4623848"/>
                <a:ext cx="163440" cy="968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B62CF2E-1171-B938-1BE7-844BD9E7F02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751660" y="4614848"/>
                  <a:ext cx="181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D4D6CBE-BC6A-0E26-456A-F9AFDB18F12B}"/>
                    </a:ext>
                  </a:extLst>
                </p14:cNvPr>
                <p14:cNvContentPartPr/>
                <p14:nvPr/>
              </p14:nvContentPartPr>
              <p14:xfrm>
                <a:off x="2914020" y="4642208"/>
                <a:ext cx="89280" cy="288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D4D6CBE-BC6A-0E26-456A-F9AFDB18F12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905020" y="4633208"/>
                  <a:ext cx="106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0DB930D-33EA-CB4E-7C94-F38F5E905D99}"/>
                    </a:ext>
                  </a:extLst>
                </p14:cNvPr>
                <p14:cNvContentPartPr/>
                <p14:nvPr/>
              </p14:nvContentPartPr>
              <p14:xfrm>
                <a:off x="3085740" y="4597208"/>
                <a:ext cx="140040" cy="2865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0DB930D-33EA-CB4E-7C94-F38F5E905D9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077100" y="4588568"/>
                  <a:ext cx="157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4903B43-9ED6-7335-5B19-1EFDE0415D86}"/>
                    </a:ext>
                  </a:extLst>
                </p14:cNvPr>
                <p14:cNvContentPartPr/>
                <p14:nvPr/>
              </p14:nvContentPartPr>
              <p14:xfrm>
                <a:off x="3184740" y="4694048"/>
                <a:ext cx="231840" cy="1846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4903B43-9ED6-7335-5B19-1EFDE0415D8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175740" y="4685048"/>
                  <a:ext cx="249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551B15D-3624-8CD8-9B61-44515980453E}"/>
                    </a:ext>
                  </a:extLst>
                </p14:cNvPr>
                <p14:cNvContentPartPr/>
                <p14:nvPr/>
              </p14:nvContentPartPr>
              <p14:xfrm>
                <a:off x="3247020" y="4790168"/>
                <a:ext cx="130320" cy="295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551B15D-3624-8CD8-9B61-44515980453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238380" y="4781168"/>
                  <a:ext cx="147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E8A6A00-CD93-0C46-B127-2ADE849A9BB7}"/>
                    </a:ext>
                  </a:extLst>
                </p14:cNvPr>
                <p14:cNvContentPartPr/>
                <p14:nvPr/>
              </p14:nvContentPartPr>
              <p14:xfrm>
                <a:off x="3366540" y="4543208"/>
                <a:ext cx="227520" cy="361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E8A6A00-CD93-0C46-B127-2ADE849A9BB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357540" y="4534568"/>
                  <a:ext cx="24516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9EB367A8-CE18-C613-A6E5-6D2C7E55EDEF}"/>
              </a:ext>
            </a:extLst>
          </p:cNvPr>
          <p:cNvGrpSpPr/>
          <p:nvPr/>
        </p:nvGrpSpPr>
        <p:grpSpPr>
          <a:xfrm>
            <a:off x="4926420" y="4451408"/>
            <a:ext cx="433440" cy="292680"/>
            <a:chOff x="4926420" y="4451408"/>
            <a:chExt cx="43344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B5CF67F-EAEF-A9DD-EA27-B4451FD37C15}"/>
                    </a:ext>
                  </a:extLst>
                </p14:cNvPr>
                <p14:cNvContentPartPr/>
                <p14:nvPr/>
              </p14:nvContentPartPr>
              <p14:xfrm>
                <a:off x="4926420" y="4451408"/>
                <a:ext cx="169200" cy="208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B5CF67F-EAEF-A9DD-EA27-B4451FD37C1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17420" y="4442408"/>
                  <a:ext cx="186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FFAD4A1-1745-4A2C-6819-6F8B9834B8C5}"/>
                    </a:ext>
                  </a:extLst>
                </p14:cNvPr>
                <p14:cNvContentPartPr/>
                <p14:nvPr/>
              </p14:nvContentPartPr>
              <p14:xfrm>
                <a:off x="5175900" y="4577048"/>
                <a:ext cx="39240" cy="161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FFAD4A1-1745-4A2C-6819-6F8B9834B8C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166900" y="4568048"/>
                  <a:ext cx="56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EAEE8F4-4FFB-13D4-0223-C4B37857D32E}"/>
                    </a:ext>
                  </a:extLst>
                </p14:cNvPr>
                <p14:cNvContentPartPr/>
                <p14:nvPr/>
              </p14:nvContentPartPr>
              <p14:xfrm>
                <a:off x="5241420" y="4674248"/>
                <a:ext cx="118440" cy="69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EAEE8F4-4FFB-13D4-0223-C4B37857D32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232780" y="4665608"/>
                  <a:ext cx="136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30E88F8-0807-B84D-412D-F71728445DE9}"/>
              </a:ext>
            </a:extLst>
          </p:cNvPr>
          <p:cNvGrpSpPr/>
          <p:nvPr/>
        </p:nvGrpSpPr>
        <p:grpSpPr>
          <a:xfrm>
            <a:off x="3827340" y="4287608"/>
            <a:ext cx="1103040" cy="752040"/>
            <a:chOff x="3827340" y="4287608"/>
            <a:chExt cx="1103040" cy="7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1ABFF92-87E9-8DEF-60FB-239A0EA059B1}"/>
                    </a:ext>
                  </a:extLst>
                </p14:cNvPr>
                <p14:cNvContentPartPr/>
                <p14:nvPr/>
              </p14:nvContentPartPr>
              <p14:xfrm>
                <a:off x="3827340" y="4749488"/>
                <a:ext cx="157680" cy="9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1ABFF92-87E9-8DEF-60FB-239A0EA059B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818700" y="4740848"/>
                  <a:ext cx="175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480A872-E4AE-7EA8-59E1-103062C47A53}"/>
                    </a:ext>
                  </a:extLst>
                </p14:cNvPr>
                <p14:cNvContentPartPr/>
                <p14:nvPr/>
              </p14:nvContentPartPr>
              <p14:xfrm>
                <a:off x="3844260" y="4675328"/>
                <a:ext cx="109800" cy="216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480A872-E4AE-7EA8-59E1-103062C47A5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835260" y="4666328"/>
                  <a:ext cx="127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F045B9C-2453-73B1-EDCE-12A064234EC7}"/>
                    </a:ext>
                  </a:extLst>
                </p14:cNvPr>
                <p14:cNvContentPartPr/>
                <p14:nvPr/>
              </p14:nvContentPartPr>
              <p14:xfrm>
                <a:off x="4369140" y="4508648"/>
                <a:ext cx="364320" cy="272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F045B9C-2453-73B1-EDCE-12A064234EC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360500" y="4499648"/>
                  <a:ext cx="381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0215AFD-9C1E-3E62-BDC8-052D48D02C72}"/>
                    </a:ext>
                  </a:extLst>
                </p14:cNvPr>
                <p14:cNvContentPartPr/>
                <p14:nvPr/>
              </p14:nvContentPartPr>
              <p14:xfrm>
                <a:off x="4363020" y="4862888"/>
                <a:ext cx="72000" cy="176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0215AFD-9C1E-3E62-BDC8-052D48D02C7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354020" y="4853888"/>
                  <a:ext cx="896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0DC3BDD-30C1-D7DA-02D7-69FCDD85EFB0}"/>
                    </a:ext>
                  </a:extLst>
                </p14:cNvPr>
                <p14:cNvContentPartPr/>
                <p14:nvPr/>
              </p14:nvContentPartPr>
              <p14:xfrm>
                <a:off x="4442580" y="4966568"/>
                <a:ext cx="147240" cy="590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0DC3BDD-30C1-D7DA-02D7-69FCDD85EFB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433940" y="4957928"/>
                  <a:ext cx="164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FCC2A7D-8B3E-3A81-EEC6-0F631AA062E5}"/>
                    </a:ext>
                  </a:extLst>
                </p14:cNvPr>
                <p14:cNvContentPartPr/>
                <p14:nvPr/>
              </p14:nvContentPartPr>
              <p14:xfrm>
                <a:off x="4660020" y="4944968"/>
                <a:ext cx="93960" cy="219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FCC2A7D-8B3E-3A81-EEC6-0F631AA062E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651380" y="4936328"/>
                  <a:ext cx="111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A14099E-C28C-25FF-41C5-8AA721A912DE}"/>
                    </a:ext>
                  </a:extLst>
                </p14:cNvPr>
                <p14:cNvContentPartPr/>
                <p14:nvPr/>
              </p14:nvContentPartPr>
              <p14:xfrm>
                <a:off x="4624380" y="4883048"/>
                <a:ext cx="108720" cy="162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A14099E-C28C-25FF-41C5-8AA721A912D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615740" y="4874408"/>
                  <a:ext cx="126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8FFD6B-8CC2-F697-6986-54464E94C13D}"/>
                    </a:ext>
                  </a:extLst>
                </p14:cNvPr>
                <p14:cNvContentPartPr/>
                <p14:nvPr/>
              </p14:nvContentPartPr>
              <p14:xfrm>
                <a:off x="4812660" y="4866848"/>
                <a:ext cx="117720" cy="961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8FFD6B-8CC2-F697-6986-54464E94C13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803660" y="4857848"/>
                  <a:ext cx="135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9DDE8E8-37E6-C30A-C25C-9CF8741E8862}"/>
                    </a:ext>
                  </a:extLst>
                </p14:cNvPr>
                <p14:cNvContentPartPr/>
                <p14:nvPr/>
              </p14:nvContentPartPr>
              <p14:xfrm>
                <a:off x="4406220" y="4287608"/>
                <a:ext cx="207720" cy="146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9DDE8E8-37E6-C30A-C25C-9CF8741E886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397580" y="4278968"/>
                  <a:ext cx="225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9D1E7B0-C844-4C7F-E6E3-22B77500FCF2}"/>
                    </a:ext>
                  </a:extLst>
                </p14:cNvPr>
                <p14:cNvContentPartPr/>
                <p14:nvPr/>
              </p14:nvContentPartPr>
              <p14:xfrm>
                <a:off x="4130460" y="4457168"/>
                <a:ext cx="142560" cy="4590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9D1E7B0-C844-4C7F-E6E3-22B77500FCF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121820" y="4448168"/>
                  <a:ext cx="160200" cy="47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540D241-CCFA-764F-D5DF-A61063D14A61}"/>
              </a:ext>
            </a:extLst>
          </p:cNvPr>
          <p:cNvGrpSpPr/>
          <p:nvPr/>
        </p:nvGrpSpPr>
        <p:grpSpPr>
          <a:xfrm>
            <a:off x="5429340" y="4228928"/>
            <a:ext cx="1693800" cy="493560"/>
            <a:chOff x="5429340" y="4228928"/>
            <a:chExt cx="169380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9C6DBDD-E06F-BE30-8C9F-F5F0F1358E59}"/>
                    </a:ext>
                  </a:extLst>
                </p14:cNvPr>
                <p14:cNvContentPartPr/>
                <p14:nvPr/>
              </p14:nvContentPartPr>
              <p14:xfrm>
                <a:off x="5429340" y="4502888"/>
                <a:ext cx="160560" cy="1692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9C6DBDD-E06F-BE30-8C9F-F5F0F1358E5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420700" y="4494248"/>
                  <a:ext cx="178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823EA1F-7E8F-292B-F6EF-86D64712C54C}"/>
                    </a:ext>
                  </a:extLst>
                </p14:cNvPr>
                <p14:cNvContentPartPr/>
                <p14:nvPr/>
              </p14:nvContentPartPr>
              <p14:xfrm>
                <a:off x="5464260" y="4589288"/>
                <a:ext cx="100440" cy="115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823EA1F-7E8F-292B-F6EF-86D64712C54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455260" y="4580648"/>
                  <a:ext cx="118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2F412AC-C7E4-4E63-0D2E-452A57243C2A}"/>
                    </a:ext>
                  </a:extLst>
                </p14:cNvPr>
                <p14:cNvContentPartPr/>
                <p14:nvPr/>
              </p14:nvContentPartPr>
              <p14:xfrm>
                <a:off x="5511060" y="4384448"/>
                <a:ext cx="141480" cy="111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2F412AC-C7E4-4E63-0D2E-452A57243C2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502420" y="4375448"/>
                  <a:ext cx="159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2D5FB1A-EA9B-32A6-6F3F-1E598458AF06}"/>
                    </a:ext>
                  </a:extLst>
                </p14:cNvPr>
                <p14:cNvContentPartPr/>
                <p14:nvPr/>
              </p14:nvContentPartPr>
              <p14:xfrm>
                <a:off x="5683500" y="4228928"/>
                <a:ext cx="73440" cy="1821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2D5FB1A-EA9B-32A6-6F3F-1E598458AF0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674860" y="4219928"/>
                  <a:ext cx="91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E34EA85-6779-964D-DF1A-D61C9F6E5314}"/>
                    </a:ext>
                  </a:extLst>
                </p14:cNvPr>
                <p14:cNvContentPartPr/>
                <p14:nvPr/>
              </p14:nvContentPartPr>
              <p14:xfrm>
                <a:off x="5759460" y="4334048"/>
                <a:ext cx="151200" cy="72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E34EA85-6779-964D-DF1A-D61C9F6E531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750460" y="4325048"/>
                  <a:ext cx="168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B881107-19CA-C187-C735-B463DD61A624}"/>
                    </a:ext>
                  </a:extLst>
                </p14:cNvPr>
                <p14:cNvContentPartPr/>
                <p14:nvPr/>
              </p14:nvContentPartPr>
              <p14:xfrm>
                <a:off x="6042060" y="4294808"/>
                <a:ext cx="182880" cy="427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B881107-19CA-C187-C735-B463DD61A62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033420" y="4286168"/>
                  <a:ext cx="2005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F76344E-3B12-843B-0621-5F1607D673CA}"/>
                    </a:ext>
                  </a:extLst>
                </p14:cNvPr>
                <p14:cNvContentPartPr/>
                <p14:nvPr/>
              </p14:nvContentPartPr>
              <p14:xfrm>
                <a:off x="6312780" y="4392008"/>
                <a:ext cx="131040" cy="96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F76344E-3B12-843B-0621-5F1607D673C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303780" y="4383368"/>
                  <a:ext cx="148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14024D1-A17D-0DF7-E541-310BF6DFB69F}"/>
                    </a:ext>
                  </a:extLst>
                </p14:cNvPr>
                <p14:cNvContentPartPr/>
                <p14:nvPr/>
              </p14:nvContentPartPr>
              <p14:xfrm>
                <a:off x="6348780" y="4431608"/>
                <a:ext cx="214200" cy="1702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14024D1-A17D-0DF7-E541-310BF6DFB69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339780" y="4422608"/>
                  <a:ext cx="231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3793B6F-B355-9C2B-14E7-CC556B6249F3}"/>
                    </a:ext>
                  </a:extLst>
                </p14:cNvPr>
                <p14:cNvContentPartPr/>
                <p14:nvPr/>
              </p14:nvContentPartPr>
              <p14:xfrm>
                <a:off x="6442020" y="4398128"/>
                <a:ext cx="57600" cy="3207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3793B6F-B355-9C2B-14E7-CC556B6249F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433020" y="4389128"/>
                  <a:ext cx="752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8C449A8-EED9-375D-7B8E-83CAFCCB53D1}"/>
                    </a:ext>
                  </a:extLst>
                </p14:cNvPr>
                <p14:cNvContentPartPr/>
                <p14:nvPr/>
              </p14:nvContentPartPr>
              <p14:xfrm>
                <a:off x="6665580" y="4343048"/>
                <a:ext cx="109080" cy="342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8C449A8-EED9-375D-7B8E-83CAFCCB53D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656940" y="4334408"/>
                  <a:ext cx="1267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8E8AC67-663C-1BAC-D526-B9DB3901FF7C}"/>
                    </a:ext>
                  </a:extLst>
                </p14:cNvPr>
                <p14:cNvContentPartPr/>
                <p14:nvPr/>
              </p14:nvContentPartPr>
              <p14:xfrm>
                <a:off x="6764220" y="4503968"/>
                <a:ext cx="172440" cy="1767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8E8AC67-663C-1BAC-D526-B9DB3901FF7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755580" y="4495328"/>
                  <a:ext cx="190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348547A-C793-0A58-50F2-BD031409B47E}"/>
                    </a:ext>
                  </a:extLst>
                </p14:cNvPr>
                <p14:cNvContentPartPr/>
                <p14:nvPr/>
              </p14:nvContentPartPr>
              <p14:xfrm>
                <a:off x="6800940" y="4598648"/>
                <a:ext cx="135360" cy="97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348547A-C793-0A58-50F2-BD031409B47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791940" y="4590008"/>
                  <a:ext cx="153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84DC2CF-F945-1E58-DCE6-EC3338DC1DCC}"/>
                    </a:ext>
                  </a:extLst>
                </p14:cNvPr>
                <p14:cNvContentPartPr/>
                <p14:nvPr/>
              </p14:nvContentPartPr>
              <p14:xfrm>
                <a:off x="6972300" y="4353488"/>
                <a:ext cx="150840" cy="333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84DC2CF-F945-1E58-DCE6-EC3338DC1DC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963300" y="4344848"/>
                  <a:ext cx="16848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4DAC8C0E-8C24-12D6-1551-9D28732991E5}"/>
              </a:ext>
            </a:extLst>
          </p:cNvPr>
          <p:cNvGrpSpPr/>
          <p:nvPr/>
        </p:nvGrpSpPr>
        <p:grpSpPr>
          <a:xfrm>
            <a:off x="7434900" y="4291208"/>
            <a:ext cx="1439280" cy="414360"/>
            <a:chOff x="7434900" y="4291208"/>
            <a:chExt cx="14392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A411360-CB6E-D05A-736B-6F8D284484CF}"/>
                    </a:ext>
                  </a:extLst>
                </p14:cNvPr>
                <p14:cNvContentPartPr/>
                <p14:nvPr/>
              </p14:nvContentPartPr>
              <p14:xfrm>
                <a:off x="7434900" y="4605488"/>
                <a:ext cx="228600" cy="288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A411360-CB6E-D05A-736B-6F8D284484C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425900" y="4596848"/>
                  <a:ext cx="246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5253137-47F2-A15F-C743-2494F274FE87}"/>
                    </a:ext>
                  </a:extLst>
                </p14:cNvPr>
                <p14:cNvContentPartPr/>
                <p14:nvPr/>
              </p14:nvContentPartPr>
              <p14:xfrm>
                <a:off x="7462260" y="4551128"/>
                <a:ext cx="175320" cy="47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5253137-47F2-A15F-C743-2494F274FE8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53620" y="4542128"/>
                  <a:ext cx="192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B45BE9E-6B53-A12B-AF71-F3D50AA64AC6}"/>
                    </a:ext>
                  </a:extLst>
                </p14:cNvPr>
                <p14:cNvContentPartPr/>
                <p14:nvPr/>
              </p14:nvContentPartPr>
              <p14:xfrm>
                <a:off x="7538580" y="4462568"/>
                <a:ext cx="283680" cy="2221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B45BE9E-6B53-A12B-AF71-F3D50AA64AC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529580" y="4453928"/>
                  <a:ext cx="301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9ECA786-281A-B634-B1BF-F29074C59811}"/>
                    </a:ext>
                  </a:extLst>
                </p14:cNvPr>
                <p14:cNvContentPartPr/>
                <p14:nvPr/>
              </p14:nvContentPartPr>
              <p14:xfrm>
                <a:off x="7969500" y="4379768"/>
                <a:ext cx="138600" cy="3002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9ECA786-281A-B634-B1BF-F29074C5981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960860" y="4370768"/>
                  <a:ext cx="156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053EA2B-92DD-7CFB-F538-A16E9574D5B5}"/>
                    </a:ext>
                  </a:extLst>
                </p14:cNvPr>
                <p14:cNvContentPartPr/>
                <p14:nvPr/>
              </p14:nvContentPartPr>
              <p14:xfrm>
                <a:off x="8021700" y="4387328"/>
                <a:ext cx="173160" cy="2520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053EA2B-92DD-7CFB-F538-A16E9574D5B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012700" y="4378328"/>
                  <a:ext cx="1908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E371EA9-EAFF-2853-08CC-896C38DE7BAE}"/>
                    </a:ext>
                  </a:extLst>
                </p14:cNvPr>
                <p14:cNvContentPartPr/>
                <p14:nvPr/>
              </p14:nvContentPartPr>
              <p14:xfrm>
                <a:off x="8193060" y="4332968"/>
                <a:ext cx="185760" cy="3178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E371EA9-EAFF-2853-08CC-896C38DE7BA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84060" y="4323968"/>
                  <a:ext cx="203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8C963AA-D592-352E-B3B9-D7E04C3F3F46}"/>
                    </a:ext>
                  </a:extLst>
                </p14:cNvPr>
                <p14:cNvContentPartPr/>
                <p14:nvPr/>
              </p14:nvContentPartPr>
              <p14:xfrm>
                <a:off x="8333460" y="4430528"/>
                <a:ext cx="187200" cy="2196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8C963AA-D592-352E-B3B9-D7E04C3F3F4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24460" y="4421888"/>
                  <a:ext cx="204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0207809-60DE-553D-8C15-590EBA4C26EF}"/>
                    </a:ext>
                  </a:extLst>
                </p14:cNvPr>
                <p14:cNvContentPartPr/>
                <p14:nvPr/>
              </p14:nvContentPartPr>
              <p14:xfrm>
                <a:off x="8394300" y="4535288"/>
                <a:ext cx="105480" cy="306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0207809-60DE-553D-8C15-590EBA4C26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385660" y="4526648"/>
                  <a:ext cx="123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2EAA617-F9F0-46CA-E5B3-59B282DD5193}"/>
                    </a:ext>
                  </a:extLst>
                </p14:cNvPr>
                <p14:cNvContentPartPr/>
                <p14:nvPr/>
              </p14:nvContentPartPr>
              <p14:xfrm>
                <a:off x="8437140" y="4291208"/>
                <a:ext cx="219600" cy="414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2EAA617-F9F0-46CA-E5B3-59B282DD519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428500" y="4282568"/>
                  <a:ext cx="2372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7341F4D-6E41-9201-E0E2-0298F5B1E661}"/>
                    </a:ext>
                  </a:extLst>
                </p14:cNvPr>
                <p14:cNvContentPartPr/>
                <p14:nvPr/>
              </p14:nvContentPartPr>
              <p14:xfrm>
                <a:off x="8775540" y="4519808"/>
                <a:ext cx="98640" cy="3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7341F4D-6E41-9201-E0E2-0298F5B1E66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766540" y="4511168"/>
                  <a:ext cx="116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0829500-E106-267E-58CA-14BD97A976CE}"/>
                    </a:ext>
                  </a:extLst>
                </p14:cNvPr>
                <p14:cNvContentPartPr/>
                <p14:nvPr/>
              </p14:nvContentPartPr>
              <p14:xfrm>
                <a:off x="8770500" y="4442048"/>
                <a:ext cx="67320" cy="370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0829500-E106-267E-58CA-14BD97A976CE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761500" y="4433048"/>
                  <a:ext cx="8496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E7A86B78-763F-7C5D-AACF-9B090773DFE5}"/>
              </a:ext>
            </a:extLst>
          </p:cNvPr>
          <p:cNvGrpSpPr/>
          <p:nvPr/>
        </p:nvGrpSpPr>
        <p:grpSpPr>
          <a:xfrm>
            <a:off x="8962020" y="4072328"/>
            <a:ext cx="708480" cy="291960"/>
            <a:chOff x="8962020" y="4072328"/>
            <a:chExt cx="70848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C1BF7C5-267C-9865-343B-C4429EDAC8DC}"/>
                    </a:ext>
                  </a:extLst>
                </p14:cNvPr>
                <p14:cNvContentPartPr/>
                <p14:nvPr/>
              </p14:nvContentPartPr>
              <p14:xfrm>
                <a:off x="8962020" y="4133168"/>
                <a:ext cx="129600" cy="101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C1BF7C5-267C-9865-343B-C4429EDAC8D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953020" y="4124168"/>
                  <a:ext cx="147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3BD898D-5427-A5C2-C8DE-88059C9E30AA}"/>
                    </a:ext>
                  </a:extLst>
                </p14:cNvPr>
                <p14:cNvContentPartPr/>
                <p14:nvPr/>
              </p14:nvContentPartPr>
              <p14:xfrm>
                <a:off x="9070380" y="4144328"/>
                <a:ext cx="77760" cy="1944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3BD898D-5427-A5C2-C8DE-88059C9E30A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061380" y="4135688"/>
                  <a:ext cx="95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CB56980-D7E5-E935-468A-6C34B861B347}"/>
                    </a:ext>
                  </a:extLst>
                </p14:cNvPr>
                <p14:cNvContentPartPr/>
                <p14:nvPr/>
              </p14:nvContentPartPr>
              <p14:xfrm>
                <a:off x="9263340" y="4093208"/>
                <a:ext cx="86040" cy="255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CB56980-D7E5-E935-468A-6C34B861B34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254340" y="4084208"/>
                  <a:ext cx="103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D8EF087-5398-2737-0B05-E8B9C56ABFC9}"/>
                    </a:ext>
                  </a:extLst>
                </p14:cNvPr>
                <p14:cNvContentPartPr/>
                <p14:nvPr/>
              </p14:nvContentPartPr>
              <p14:xfrm>
                <a:off x="9336060" y="4195448"/>
                <a:ext cx="209880" cy="1371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D8EF087-5398-2737-0B05-E8B9C56ABFC9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327060" y="4186448"/>
                  <a:ext cx="227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F5D2FB6-3512-870E-DF2E-1E272819AD7F}"/>
                    </a:ext>
                  </a:extLst>
                </p14:cNvPr>
                <p14:cNvContentPartPr/>
                <p14:nvPr/>
              </p14:nvContentPartPr>
              <p14:xfrm>
                <a:off x="9438660" y="4265288"/>
                <a:ext cx="90000" cy="158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F5D2FB6-3512-870E-DF2E-1E272819AD7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430020" y="4256288"/>
                  <a:ext cx="107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526B1F-C853-9DD1-A2D7-E9305FA698B2}"/>
                    </a:ext>
                  </a:extLst>
                </p14:cNvPr>
                <p14:cNvContentPartPr/>
                <p14:nvPr/>
              </p14:nvContentPartPr>
              <p14:xfrm>
                <a:off x="9496980" y="4072328"/>
                <a:ext cx="173520" cy="291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526B1F-C853-9DD1-A2D7-E9305FA698B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488340" y="4063328"/>
                  <a:ext cx="19116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5D04BAA0-42A7-1593-7542-9095F99818E5}"/>
              </a:ext>
            </a:extLst>
          </p:cNvPr>
          <p:cNvGrpSpPr/>
          <p:nvPr/>
        </p:nvGrpSpPr>
        <p:grpSpPr>
          <a:xfrm>
            <a:off x="9086220" y="4471208"/>
            <a:ext cx="683280" cy="339480"/>
            <a:chOff x="9086220" y="4471208"/>
            <a:chExt cx="68328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205C7E1-A86D-91BF-C40A-F69E5788571B}"/>
                    </a:ext>
                  </a:extLst>
                </p14:cNvPr>
                <p14:cNvContentPartPr/>
                <p14:nvPr/>
              </p14:nvContentPartPr>
              <p14:xfrm>
                <a:off x="9086220" y="4471208"/>
                <a:ext cx="525600" cy="35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205C7E1-A86D-91BF-C40A-F69E5788571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077580" y="4462568"/>
                  <a:ext cx="543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3491E64-B328-FD80-8C20-F078FFAA7A6F}"/>
                    </a:ext>
                  </a:extLst>
                </p14:cNvPr>
                <p14:cNvContentPartPr/>
                <p14:nvPr/>
              </p14:nvContentPartPr>
              <p14:xfrm>
                <a:off x="9102420" y="4628888"/>
                <a:ext cx="176040" cy="1375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3491E64-B328-FD80-8C20-F078FFAA7A6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093420" y="4620248"/>
                  <a:ext cx="193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86846E1-A752-04D9-31AA-BE48974FFB34}"/>
                    </a:ext>
                  </a:extLst>
                </p14:cNvPr>
                <p14:cNvContentPartPr/>
                <p14:nvPr/>
              </p14:nvContentPartPr>
              <p14:xfrm>
                <a:off x="9180540" y="4633208"/>
                <a:ext cx="83160" cy="1774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86846E1-A752-04D9-31AA-BE48974FFB3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171540" y="4624208"/>
                  <a:ext cx="100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7C94DAB-4117-9903-81F8-F1C03F265416}"/>
                    </a:ext>
                  </a:extLst>
                </p14:cNvPr>
                <p14:cNvContentPartPr/>
                <p14:nvPr/>
              </p14:nvContentPartPr>
              <p14:xfrm>
                <a:off x="9368820" y="4582088"/>
                <a:ext cx="94680" cy="218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7C94DAB-4117-9903-81F8-F1C03F26541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359820" y="4573448"/>
                  <a:ext cx="112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6DE1893-E5E6-13C4-DA88-CC87A0B207DC}"/>
                    </a:ext>
                  </a:extLst>
                </p14:cNvPr>
                <p14:cNvContentPartPr/>
                <p14:nvPr/>
              </p14:nvContentPartPr>
              <p14:xfrm>
                <a:off x="9460620" y="4672088"/>
                <a:ext cx="156600" cy="134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6DE1893-E5E6-13C4-DA88-CC87A0B207D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451980" y="4663088"/>
                  <a:ext cx="174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A67833D-03FB-0088-7DE6-CF65AA74DBF2}"/>
                    </a:ext>
                  </a:extLst>
                </p14:cNvPr>
                <p14:cNvContentPartPr/>
                <p14:nvPr/>
              </p14:nvContentPartPr>
              <p14:xfrm>
                <a:off x="9488340" y="4737968"/>
                <a:ext cx="113040" cy="9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A67833D-03FB-0088-7DE6-CF65AA74DBF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479340" y="4729328"/>
                  <a:ext cx="130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A6A2031-2700-DEA8-2F48-501DAA71CB7A}"/>
                    </a:ext>
                  </a:extLst>
                </p14:cNvPr>
                <p14:cNvContentPartPr/>
                <p14:nvPr/>
              </p14:nvContentPartPr>
              <p14:xfrm>
                <a:off x="9663300" y="4566608"/>
                <a:ext cx="106200" cy="222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A6A2031-2700-DEA8-2F48-501DAA71CB7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654660" y="4557968"/>
                  <a:ext cx="12384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D641AE36-3F5C-35FD-F3AB-ADD153CB2C26}"/>
              </a:ext>
            </a:extLst>
          </p:cNvPr>
          <p:cNvGrpSpPr/>
          <p:nvPr/>
        </p:nvGrpSpPr>
        <p:grpSpPr>
          <a:xfrm>
            <a:off x="9872100" y="3789368"/>
            <a:ext cx="1640160" cy="735840"/>
            <a:chOff x="9872100" y="3789368"/>
            <a:chExt cx="1640160" cy="73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5364B70-6954-539A-5187-D1EFD3B0D390}"/>
                    </a:ext>
                  </a:extLst>
                </p14:cNvPr>
                <p14:cNvContentPartPr/>
                <p14:nvPr/>
              </p14:nvContentPartPr>
              <p14:xfrm>
                <a:off x="9908100" y="4514048"/>
                <a:ext cx="108720" cy="111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5364B70-6954-539A-5187-D1EFD3B0D39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899460" y="4505408"/>
                  <a:ext cx="12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87AC502-9617-754D-2674-8BC5957DC831}"/>
                    </a:ext>
                  </a:extLst>
                </p14:cNvPr>
                <p14:cNvContentPartPr/>
                <p14:nvPr/>
              </p14:nvContentPartPr>
              <p14:xfrm>
                <a:off x="9872100" y="4446728"/>
                <a:ext cx="113760" cy="162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87AC502-9617-754D-2674-8BC5957DC83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863460" y="4438088"/>
                  <a:ext cx="131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587E60-5281-74EE-9B06-7990DE35C902}"/>
                    </a:ext>
                  </a:extLst>
                </p14:cNvPr>
                <p14:cNvContentPartPr/>
                <p14:nvPr/>
              </p14:nvContentPartPr>
              <p14:xfrm>
                <a:off x="10190340" y="3995288"/>
                <a:ext cx="331920" cy="2088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587E60-5281-74EE-9B06-7990DE35C90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181700" y="3986288"/>
                  <a:ext cx="349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BCC2262-EB80-D892-9E62-1F5903D58F20}"/>
                    </a:ext>
                  </a:extLst>
                </p14:cNvPr>
                <p14:cNvContentPartPr/>
                <p14:nvPr/>
              </p14:nvContentPartPr>
              <p14:xfrm>
                <a:off x="10198260" y="4294088"/>
                <a:ext cx="55080" cy="168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0BCC2262-EB80-D892-9E62-1F5903D58F2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189260" y="4285088"/>
                  <a:ext cx="72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F05AFDB-9380-B13A-A279-64B9391EA71C}"/>
                    </a:ext>
                  </a:extLst>
                </p14:cNvPr>
                <p14:cNvContentPartPr/>
                <p14:nvPr/>
              </p14:nvContentPartPr>
              <p14:xfrm>
                <a:off x="10270260" y="4374368"/>
                <a:ext cx="100080" cy="680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F05AFDB-9380-B13A-A279-64B9391EA71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261260" y="4365368"/>
                  <a:ext cx="117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CE746A0-D0B7-7F84-2EFC-27C71879921F}"/>
                    </a:ext>
                  </a:extLst>
                </p14:cNvPr>
                <p14:cNvContentPartPr/>
                <p14:nvPr/>
              </p14:nvContentPartPr>
              <p14:xfrm>
                <a:off x="10452780" y="4391288"/>
                <a:ext cx="78480" cy="19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CE746A0-D0B7-7F84-2EFC-27C71879921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443780" y="4382288"/>
                  <a:ext cx="96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F7827ED-3477-B409-BE8F-2CA85FA1DFB7}"/>
                    </a:ext>
                  </a:extLst>
                </p14:cNvPr>
                <p14:cNvContentPartPr/>
                <p14:nvPr/>
              </p14:nvContentPartPr>
              <p14:xfrm>
                <a:off x="10413540" y="4339808"/>
                <a:ext cx="81360" cy="14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F7827ED-3477-B409-BE8F-2CA85FA1DFB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404900" y="4330808"/>
                  <a:ext cx="99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B5D1008-EF9F-95EA-ABB3-438F814D3C41}"/>
                    </a:ext>
                  </a:extLst>
                </p14:cNvPr>
                <p14:cNvContentPartPr/>
                <p14:nvPr/>
              </p14:nvContentPartPr>
              <p14:xfrm>
                <a:off x="10584540" y="4343048"/>
                <a:ext cx="108360" cy="522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B5D1008-EF9F-95EA-ABB3-438F814D3C4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575900" y="4334408"/>
                  <a:ext cx="126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B8A7897-4FB4-3E73-1DD3-AC530ADA73B1}"/>
                    </a:ext>
                  </a:extLst>
                </p14:cNvPr>
                <p14:cNvContentPartPr/>
                <p14:nvPr/>
              </p14:nvContentPartPr>
              <p14:xfrm>
                <a:off x="10177380" y="3789368"/>
                <a:ext cx="202680" cy="141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B8A7897-4FB4-3E73-1DD3-AC530ADA73B1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168740" y="3780368"/>
                  <a:ext cx="220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F937454-5735-DA80-B302-6E88FCF69EB8}"/>
                    </a:ext>
                  </a:extLst>
                </p14:cNvPr>
                <p14:cNvContentPartPr/>
                <p14:nvPr/>
              </p14:nvContentPartPr>
              <p14:xfrm>
                <a:off x="10698300" y="4023008"/>
                <a:ext cx="149760" cy="196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F937454-5735-DA80-B302-6E88FCF69EB8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689300" y="4014368"/>
                  <a:ext cx="167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8AE803-110D-215E-E3F4-CE1232FE034E}"/>
                    </a:ext>
                  </a:extLst>
                </p14:cNvPr>
                <p14:cNvContentPartPr/>
                <p14:nvPr/>
              </p14:nvContentPartPr>
              <p14:xfrm>
                <a:off x="10902420" y="4182128"/>
                <a:ext cx="50040" cy="1245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8AE803-110D-215E-E3F4-CE1232FE034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893420" y="4173488"/>
                  <a:ext cx="67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64D5ABC-2F83-180B-7D96-52F48DFCCF2D}"/>
                    </a:ext>
                  </a:extLst>
                </p14:cNvPr>
                <p14:cNvContentPartPr/>
                <p14:nvPr/>
              </p14:nvContentPartPr>
              <p14:xfrm>
                <a:off x="10934820" y="4244408"/>
                <a:ext cx="100800" cy="525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64D5ABC-2F83-180B-7D96-52F48DFCCF2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925820" y="4235768"/>
                  <a:ext cx="118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EB58B80-83D1-C4ED-EA47-ABEEEEEE8535}"/>
                    </a:ext>
                  </a:extLst>
                </p14:cNvPr>
                <p14:cNvContentPartPr/>
                <p14:nvPr/>
              </p14:nvContentPartPr>
              <p14:xfrm>
                <a:off x="11003940" y="4039928"/>
                <a:ext cx="189720" cy="1630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EB58B80-83D1-C4ED-EA47-ABEEEEEE8535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994940" y="4031288"/>
                  <a:ext cx="207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4377D47-FD2B-AADB-8DF2-003A69200F32}"/>
                    </a:ext>
                  </a:extLst>
                </p14:cNvPr>
                <p14:cNvContentPartPr/>
                <p14:nvPr/>
              </p14:nvContentPartPr>
              <p14:xfrm>
                <a:off x="11038500" y="4114448"/>
                <a:ext cx="111240" cy="3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4377D47-FD2B-AADB-8DF2-003A69200F3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029500" y="4105808"/>
                  <a:ext cx="128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A8E1982E-B0D6-A5D1-37D1-A186BB66033E}"/>
                    </a:ext>
                  </a:extLst>
                </p14:cNvPr>
                <p14:cNvContentPartPr/>
                <p14:nvPr/>
              </p14:nvContentPartPr>
              <p14:xfrm>
                <a:off x="11118060" y="3927608"/>
                <a:ext cx="124920" cy="129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8E1982E-B0D6-A5D1-37D1-A186BB66033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109420" y="3918608"/>
                  <a:ext cx="142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61065A2-CD70-6E19-E39C-F5FAAE4CAF0B}"/>
                    </a:ext>
                  </a:extLst>
                </p14:cNvPr>
                <p14:cNvContentPartPr/>
                <p14:nvPr/>
              </p14:nvContentPartPr>
              <p14:xfrm>
                <a:off x="11310300" y="3803048"/>
                <a:ext cx="39960" cy="1771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61065A2-CD70-6E19-E39C-F5FAAE4CAF0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301660" y="3794048"/>
                  <a:ext cx="57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80B8A1F-39FA-F7C2-6B0E-FE934003BCDC}"/>
                    </a:ext>
                  </a:extLst>
                </p14:cNvPr>
                <p14:cNvContentPartPr/>
                <p14:nvPr/>
              </p14:nvContentPartPr>
              <p14:xfrm>
                <a:off x="11356740" y="3901688"/>
                <a:ext cx="155520" cy="763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80B8A1F-39FA-F7C2-6B0E-FE934003BCDC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347740" y="3892688"/>
                  <a:ext cx="17316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0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0B28F082-B815-5A1E-3C5D-4796FDC8BBCF}"/>
                  </a:ext>
                </a:extLst>
              </p14:cNvPr>
              <p14:cNvContentPartPr/>
              <p14:nvPr/>
            </p14:nvContentPartPr>
            <p14:xfrm>
              <a:off x="10367100" y="4529888"/>
              <a:ext cx="1063080" cy="3132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0B28F082-B815-5A1E-3C5D-4796FDC8BBCF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10358460" y="4521248"/>
                <a:ext cx="10807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2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AF13BC61-50AB-2695-0D94-56E7327503D5}"/>
                  </a:ext>
                </a:extLst>
              </p14:cNvPr>
              <p14:cNvContentPartPr/>
              <p14:nvPr/>
            </p14:nvContentPartPr>
            <p14:xfrm>
              <a:off x="10315260" y="4753088"/>
              <a:ext cx="310680" cy="19872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AF13BC61-50AB-2695-0D94-56E7327503D5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10306260" y="4744448"/>
                <a:ext cx="328320" cy="21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0" name="Group 349">
            <a:extLst>
              <a:ext uri="{FF2B5EF4-FFF2-40B4-BE49-F238E27FC236}">
                <a16:creationId xmlns:a16="http://schemas.microsoft.com/office/drawing/2014/main" id="{8FD38D64-308E-5F56-B7DF-900D8E7C2A93}"/>
              </a:ext>
            </a:extLst>
          </p:cNvPr>
          <p:cNvGrpSpPr/>
          <p:nvPr/>
        </p:nvGrpSpPr>
        <p:grpSpPr>
          <a:xfrm>
            <a:off x="10296900" y="5065568"/>
            <a:ext cx="493200" cy="173520"/>
            <a:chOff x="10296900" y="5065568"/>
            <a:chExt cx="493200" cy="17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94082C3-34B0-4FC0-A181-B5174C2AB5FD}"/>
                    </a:ext>
                  </a:extLst>
                </p14:cNvPr>
                <p14:cNvContentPartPr/>
                <p14:nvPr/>
              </p14:nvContentPartPr>
              <p14:xfrm>
                <a:off x="10296900" y="5065568"/>
                <a:ext cx="48240" cy="173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94082C3-34B0-4FC0-A181-B5174C2AB5F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88260" y="5056568"/>
                  <a:ext cx="65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3213C63-3F8A-30AA-8048-DAA92E15DF00}"/>
                    </a:ext>
                  </a:extLst>
                </p14:cNvPr>
                <p14:cNvContentPartPr/>
                <p14:nvPr/>
              </p14:nvContentPartPr>
              <p14:xfrm>
                <a:off x="10367820" y="5179688"/>
                <a:ext cx="140400" cy="586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3213C63-3F8A-30AA-8048-DAA92E15DF0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359180" y="5170688"/>
                  <a:ext cx="158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114C835-3C26-B472-33B8-26C625CF26D4}"/>
                    </a:ext>
                  </a:extLst>
                </p14:cNvPr>
                <p14:cNvContentPartPr/>
                <p14:nvPr/>
              </p14:nvContentPartPr>
              <p14:xfrm>
                <a:off x="10501380" y="5168888"/>
                <a:ext cx="87120" cy="162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114C835-3C26-B472-33B8-26C625CF26D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492740" y="5159888"/>
                  <a:ext cx="104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5BC267E-492A-05A4-713F-B3FA27EAA4CA}"/>
                    </a:ext>
                  </a:extLst>
                </p14:cNvPr>
                <p14:cNvContentPartPr/>
                <p14:nvPr/>
              </p14:nvContentPartPr>
              <p14:xfrm>
                <a:off x="10494540" y="5130728"/>
                <a:ext cx="83520" cy="79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5BC267E-492A-05A4-713F-B3FA27EAA4CA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85900" y="5122088"/>
                  <a:ext cx="101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4E8BA42-686C-3F8E-E33B-EDB9AFAB81F2}"/>
                    </a:ext>
                  </a:extLst>
                </p14:cNvPr>
                <p14:cNvContentPartPr/>
                <p14:nvPr/>
              </p14:nvContentPartPr>
              <p14:xfrm>
                <a:off x="10704780" y="5106968"/>
                <a:ext cx="85320" cy="59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4E8BA42-686C-3F8E-E33B-EDB9AFAB81F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695780" y="5098328"/>
                  <a:ext cx="10296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CF853C78-0F34-6CBF-C6C7-32C2EFD3BEDC}"/>
                  </a:ext>
                </a:extLst>
              </p14:cNvPr>
              <p14:cNvContentPartPr/>
              <p14:nvPr/>
            </p14:nvContentPartPr>
            <p14:xfrm>
              <a:off x="10314540" y="4622408"/>
              <a:ext cx="135360" cy="8316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CF853C78-0F34-6CBF-C6C7-32C2EFD3BEDC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10305540" y="4613408"/>
                <a:ext cx="15300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9" name="Group 358">
            <a:extLst>
              <a:ext uri="{FF2B5EF4-FFF2-40B4-BE49-F238E27FC236}">
                <a16:creationId xmlns:a16="http://schemas.microsoft.com/office/drawing/2014/main" id="{D60F5835-F096-151D-DB3E-8652E86874D2}"/>
              </a:ext>
            </a:extLst>
          </p:cNvPr>
          <p:cNvGrpSpPr/>
          <p:nvPr/>
        </p:nvGrpSpPr>
        <p:grpSpPr>
          <a:xfrm>
            <a:off x="10785060" y="4644728"/>
            <a:ext cx="843120" cy="371520"/>
            <a:chOff x="10785060" y="4644728"/>
            <a:chExt cx="84312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E4CBECA-4E57-AF6C-4890-5AB27C604A14}"/>
                    </a:ext>
                  </a:extLst>
                </p14:cNvPr>
                <p14:cNvContentPartPr/>
                <p14:nvPr/>
              </p14:nvContentPartPr>
              <p14:xfrm>
                <a:off x="10785060" y="4821488"/>
                <a:ext cx="133560" cy="1159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E4CBECA-4E57-AF6C-4890-5AB27C604A1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776060" y="4812848"/>
                  <a:ext cx="151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ED09B6A4-63FD-BEDB-1150-7F6DC118A96C}"/>
                    </a:ext>
                  </a:extLst>
                </p14:cNvPr>
                <p14:cNvContentPartPr/>
                <p14:nvPr/>
              </p14:nvContentPartPr>
              <p14:xfrm>
                <a:off x="10967220" y="4878368"/>
                <a:ext cx="37080" cy="1195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ED09B6A4-63FD-BEDB-1150-7F6DC118A96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958580" y="4869368"/>
                  <a:ext cx="54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2A95122-0DB6-6D68-AC68-56BC1F8A51AA}"/>
                    </a:ext>
                  </a:extLst>
                </p14:cNvPr>
                <p14:cNvContentPartPr/>
                <p14:nvPr/>
              </p14:nvContentPartPr>
              <p14:xfrm>
                <a:off x="11021940" y="4946048"/>
                <a:ext cx="127800" cy="702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2A95122-0DB6-6D68-AC68-56BC1F8A51A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013300" y="4937048"/>
                  <a:ext cx="1454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DB56444-53F6-F166-448E-EA3F4510C940}"/>
                    </a:ext>
                  </a:extLst>
                </p14:cNvPr>
                <p14:cNvContentPartPr/>
                <p14:nvPr/>
              </p14:nvContentPartPr>
              <p14:xfrm>
                <a:off x="11128500" y="4784048"/>
                <a:ext cx="163800" cy="1782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DB56444-53F6-F166-448E-EA3F4510C940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119500" y="4775048"/>
                  <a:ext cx="181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C98EC0E-8D6E-63C4-BF87-A677ED813EB2}"/>
                    </a:ext>
                  </a:extLst>
                </p14:cNvPr>
                <p14:cNvContentPartPr/>
                <p14:nvPr/>
              </p14:nvContentPartPr>
              <p14:xfrm>
                <a:off x="11177460" y="4883768"/>
                <a:ext cx="107280" cy="54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C98EC0E-8D6E-63C4-BF87-A677ED813E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168820" y="4874768"/>
                  <a:ext cx="124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9F5AE28-623E-65F9-21FD-ABC661B04662}"/>
                    </a:ext>
                  </a:extLst>
                </p14:cNvPr>
                <p14:cNvContentPartPr/>
                <p14:nvPr/>
              </p14:nvContentPartPr>
              <p14:xfrm>
                <a:off x="11271780" y="4719248"/>
                <a:ext cx="117000" cy="90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9F5AE28-623E-65F9-21FD-ABC661B04662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262780" y="4710248"/>
                  <a:ext cx="134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C88DD91B-7558-4562-0A91-1F9171F28EE6}"/>
                    </a:ext>
                  </a:extLst>
                </p14:cNvPr>
                <p14:cNvContentPartPr/>
                <p14:nvPr/>
              </p14:nvContentPartPr>
              <p14:xfrm>
                <a:off x="11471220" y="4644728"/>
                <a:ext cx="28800" cy="1407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C88DD91B-7558-4562-0A91-1F9171F28EE6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462580" y="4635728"/>
                  <a:ext cx="46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604CDDB-EFAF-0E24-831F-EBA310E2BCCC}"/>
                    </a:ext>
                  </a:extLst>
                </p14:cNvPr>
                <p14:cNvContentPartPr/>
                <p14:nvPr/>
              </p14:nvContentPartPr>
              <p14:xfrm>
                <a:off x="11506860" y="4717448"/>
                <a:ext cx="121320" cy="720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604CDDB-EFAF-0E24-831F-EBA310E2BCC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498220" y="4708448"/>
                  <a:ext cx="138960" cy="8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444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F0259A-9BE2-0555-2470-F56C9FF9F5B1}"/>
              </a:ext>
            </a:extLst>
          </p:cNvPr>
          <p:cNvGrpSpPr/>
          <p:nvPr/>
        </p:nvGrpSpPr>
        <p:grpSpPr>
          <a:xfrm>
            <a:off x="431100" y="615608"/>
            <a:ext cx="673560" cy="248040"/>
            <a:chOff x="431100" y="615608"/>
            <a:chExt cx="67356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0322A0D-4ABE-C363-9475-84E3AE078389}"/>
                    </a:ext>
                  </a:extLst>
                </p14:cNvPr>
                <p14:cNvContentPartPr/>
                <p14:nvPr/>
              </p14:nvContentPartPr>
              <p14:xfrm>
                <a:off x="447300" y="667448"/>
                <a:ext cx="102600" cy="196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0322A0D-4ABE-C363-9475-84E3AE07838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8660" y="658448"/>
                  <a:ext cx="120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E95702-74D5-4CE7-D156-0A9A1FD0168A}"/>
                    </a:ext>
                  </a:extLst>
                </p14:cNvPr>
                <p14:cNvContentPartPr/>
                <p14:nvPr/>
              </p14:nvContentPartPr>
              <p14:xfrm>
                <a:off x="431100" y="655208"/>
                <a:ext cx="144360" cy="36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E95702-74D5-4CE7-D156-0A9A1FD016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2100" y="646568"/>
                  <a:ext cx="162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7B140F-C0E4-51D5-76B0-B2187E63FC64}"/>
                    </a:ext>
                  </a:extLst>
                </p14:cNvPr>
                <p14:cNvContentPartPr/>
                <p14:nvPr/>
              </p14:nvContentPartPr>
              <p14:xfrm>
                <a:off x="477900" y="758528"/>
                <a:ext cx="104760" cy="5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7B140F-C0E4-51D5-76B0-B2187E63FC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8900" y="749888"/>
                  <a:ext cx="122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D2AE85-B1AA-DCDA-C55E-8299535EDD83}"/>
                    </a:ext>
                  </a:extLst>
                </p14:cNvPr>
                <p14:cNvContentPartPr/>
                <p14:nvPr/>
              </p14:nvContentPartPr>
              <p14:xfrm>
                <a:off x="656100" y="774008"/>
                <a:ext cx="195840" cy="69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D2AE85-B1AA-DCDA-C55E-8299535EDD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7460" y="765008"/>
                  <a:ext cx="213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A4744B-F40F-A0CB-B38B-0684D72E1FEF}"/>
                    </a:ext>
                  </a:extLst>
                </p14:cNvPr>
                <p14:cNvContentPartPr/>
                <p14:nvPr/>
              </p14:nvContentPartPr>
              <p14:xfrm>
                <a:off x="872100" y="615608"/>
                <a:ext cx="232560" cy="22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A4744B-F40F-A0CB-B38B-0684D72E1F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3100" y="606968"/>
                  <a:ext cx="25020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27AB9F-56B6-5DE8-FE51-6FCF43C6441F}"/>
              </a:ext>
            </a:extLst>
          </p:cNvPr>
          <p:cNvGrpSpPr/>
          <p:nvPr/>
        </p:nvGrpSpPr>
        <p:grpSpPr>
          <a:xfrm>
            <a:off x="1355940" y="561248"/>
            <a:ext cx="1628640" cy="255240"/>
            <a:chOff x="1355940" y="561248"/>
            <a:chExt cx="16286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197140-D9F8-797A-147A-F6A4F23E29E9}"/>
                    </a:ext>
                  </a:extLst>
                </p14:cNvPr>
                <p14:cNvContentPartPr/>
                <p14:nvPr/>
              </p14:nvContentPartPr>
              <p14:xfrm>
                <a:off x="1355940" y="630728"/>
                <a:ext cx="300960" cy="185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197140-D9F8-797A-147A-F6A4F23E29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6940" y="621728"/>
                  <a:ext cx="318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59BD8B-BB38-AF87-52EB-BE2CDE411603}"/>
                    </a:ext>
                  </a:extLst>
                </p14:cNvPr>
                <p14:cNvContentPartPr/>
                <p14:nvPr/>
              </p14:nvContentPartPr>
              <p14:xfrm>
                <a:off x="1522260" y="566288"/>
                <a:ext cx="65160" cy="10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59BD8B-BB38-AF87-52EB-BE2CDE4116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3260" y="557288"/>
                  <a:ext cx="82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62C7A8-4AE7-A1E3-C362-ACA6D9CCC7EC}"/>
                    </a:ext>
                  </a:extLst>
                </p14:cNvPr>
                <p14:cNvContentPartPr/>
                <p14:nvPr/>
              </p14:nvContentPartPr>
              <p14:xfrm>
                <a:off x="1672740" y="732248"/>
                <a:ext cx="192240" cy="68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62C7A8-4AE7-A1E3-C362-ACA6D9CCC7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4100" y="723608"/>
                  <a:ext cx="209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CB2FAF-5C57-A7AA-AEAA-E8B2C1EEE56E}"/>
                    </a:ext>
                  </a:extLst>
                </p14:cNvPr>
                <p14:cNvContentPartPr/>
                <p14:nvPr/>
              </p14:nvContentPartPr>
              <p14:xfrm>
                <a:off x="1923300" y="575648"/>
                <a:ext cx="9396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CB2FAF-5C57-A7AA-AEAA-E8B2C1EEE5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14300" y="566648"/>
                  <a:ext cx="1116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EB10F6-65C2-AFED-D379-1508495FDCF7}"/>
                    </a:ext>
                  </a:extLst>
                </p14:cNvPr>
                <p14:cNvContentPartPr/>
                <p14:nvPr/>
              </p14:nvContentPartPr>
              <p14:xfrm>
                <a:off x="2237940" y="704168"/>
                <a:ext cx="161640" cy="10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EB10F6-65C2-AFED-D379-1508495FDC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29300" y="695168"/>
                  <a:ext cx="179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8CF742-3225-642E-19DF-2C72108810A1}"/>
                    </a:ext>
                  </a:extLst>
                </p14:cNvPr>
                <p14:cNvContentPartPr/>
                <p14:nvPr/>
              </p14:nvContentPartPr>
              <p14:xfrm>
                <a:off x="2435940" y="694808"/>
                <a:ext cx="47160" cy="10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8CF742-3225-642E-19DF-2C72108810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26940" y="686168"/>
                  <a:ext cx="64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CD3C74-79EF-D38E-CDC5-0BF5254B77A5}"/>
                    </a:ext>
                  </a:extLst>
                </p14:cNvPr>
                <p14:cNvContentPartPr/>
                <p14:nvPr/>
              </p14:nvContentPartPr>
              <p14:xfrm>
                <a:off x="2611980" y="561248"/>
                <a:ext cx="372600" cy="249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CD3C74-79EF-D38E-CDC5-0BF5254B77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03340" y="552248"/>
                  <a:ext cx="39024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FE69EE-585C-A7E5-2ABE-0FB59EEAEEF4}"/>
              </a:ext>
            </a:extLst>
          </p:cNvPr>
          <p:cNvGrpSpPr/>
          <p:nvPr/>
        </p:nvGrpSpPr>
        <p:grpSpPr>
          <a:xfrm>
            <a:off x="3245220" y="560888"/>
            <a:ext cx="1193400" cy="417600"/>
            <a:chOff x="3245220" y="560888"/>
            <a:chExt cx="119340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7DD26E-3AAC-2229-0CE8-84C2BF1A2A80}"/>
                    </a:ext>
                  </a:extLst>
                </p14:cNvPr>
                <p14:cNvContentPartPr/>
                <p14:nvPr/>
              </p14:nvContentPartPr>
              <p14:xfrm>
                <a:off x="3245220" y="709928"/>
                <a:ext cx="133560" cy="14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7DD26E-3AAC-2229-0CE8-84C2BF1A2A8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36220" y="701288"/>
                  <a:ext cx="151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240F188-730B-377F-E57A-5A811A99D31F}"/>
                    </a:ext>
                  </a:extLst>
                </p14:cNvPr>
                <p14:cNvContentPartPr/>
                <p14:nvPr/>
              </p14:nvContentPartPr>
              <p14:xfrm>
                <a:off x="3391380" y="753128"/>
                <a:ext cx="193680" cy="225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240F188-730B-377F-E57A-5A811A99D3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2380" y="744488"/>
                  <a:ext cx="2113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2E6F52-520A-5503-FFB6-0A50B43E1C86}"/>
                    </a:ext>
                  </a:extLst>
                </p14:cNvPr>
                <p14:cNvContentPartPr/>
                <p14:nvPr/>
              </p14:nvContentPartPr>
              <p14:xfrm>
                <a:off x="3548700" y="694448"/>
                <a:ext cx="186120" cy="151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2E6F52-520A-5503-FFB6-0A50B43E1C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40060" y="685808"/>
                  <a:ext cx="203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F9E6A5-114E-2ED7-3DBD-A6A9076F1ACD}"/>
                    </a:ext>
                  </a:extLst>
                </p14:cNvPr>
                <p14:cNvContentPartPr/>
                <p14:nvPr/>
              </p14:nvContentPartPr>
              <p14:xfrm>
                <a:off x="3730140" y="560888"/>
                <a:ext cx="94320" cy="26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F9E6A5-114E-2ED7-3DBD-A6A9076F1A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1500" y="552248"/>
                  <a:ext cx="111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819F47-1DDD-35AC-83E5-3A709B97892A}"/>
                    </a:ext>
                  </a:extLst>
                </p14:cNvPr>
                <p14:cNvContentPartPr/>
                <p14:nvPr/>
              </p14:nvContentPartPr>
              <p14:xfrm>
                <a:off x="3725100" y="704888"/>
                <a:ext cx="713520" cy="136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819F47-1DDD-35AC-83E5-3A709B9789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16100" y="696248"/>
                  <a:ext cx="7311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9B4201-0825-BE03-1BB0-94A516E2AC04}"/>
              </a:ext>
            </a:extLst>
          </p:cNvPr>
          <p:cNvGrpSpPr/>
          <p:nvPr/>
        </p:nvGrpSpPr>
        <p:grpSpPr>
          <a:xfrm>
            <a:off x="4768380" y="560888"/>
            <a:ext cx="2383200" cy="470160"/>
            <a:chOff x="4768380" y="560888"/>
            <a:chExt cx="238320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037AFC-72D3-6001-F7E2-0A93079892BB}"/>
                    </a:ext>
                  </a:extLst>
                </p14:cNvPr>
                <p14:cNvContentPartPr/>
                <p14:nvPr/>
              </p14:nvContentPartPr>
              <p14:xfrm>
                <a:off x="4768380" y="612728"/>
                <a:ext cx="214920" cy="219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5037AFC-72D3-6001-F7E2-0A93079892B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59740" y="603728"/>
                  <a:ext cx="232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DE5F09-63AD-264C-21A7-FCCACB522C02}"/>
                    </a:ext>
                  </a:extLst>
                </p14:cNvPr>
                <p14:cNvContentPartPr/>
                <p14:nvPr/>
              </p14:nvContentPartPr>
              <p14:xfrm>
                <a:off x="4997700" y="581768"/>
                <a:ext cx="80280" cy="213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DE5F09-63AD-264C-21A7-FCCACB522C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89060" y="572768"/>
                  <a:ext cx="97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683B2E-A7FB-FF54-8317-36A9EC981D89}"/>
                    </a:ext>
                  </a:extLst>
                </p14:cNvPr>
                <p14:cNvContentPartPr/>
                <p14:nvPr/>
              </p14:nvContentPartPr>
              <p14:xfrm>
                <a:off x="5128020" y="722528"/>
                <a:ext cx="130320" cy="104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683B2E-A7FB-FF54-8317-36A9EC981D8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19020" y="713888"/>
                  <a:ext cx="147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AE6C1C-7AC8-E36C-1084-89F573E34E0F}"/>
                    </a:ext>
                  </a:extLst>
                </p14:cNvPr>
                <p14:cNvContentPartPr/>
                <p14:nvPr/>
              </p14:nvContentPartPr>
              <p14:xfrm>
                <a:off x="5312700" y="711728"/>
                <a:ext cx="174240" cy="94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AE6C1C-7AC8-E36C-1084-89F573E34E0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04060" y="702728"/>
                  <a:ext cx="191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CB4D57-B01B-EC18-6DC1-D843A6406E91}"/>
                    </a:ext>
                  </a:extLst>
                </p14:cNvPr>
                <p14:cNvContentPartPr/>
                <p14:nvPr/>
              </p14:nvContentPartPr>
              <p14:xfrm>
                <a:off x="5481180" y="602648"/>
                <a:ext cx="61920" cy="20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CB4D57-B01B-EC18-6DC1-D843A6406E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72180" y="593648"/>
                  <a:ext cx="79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B05E65-B3ED-B7C7-5CA9-7A99DC592E46}"/>
                    </a:ext>
                  </a:extLst>
                </p14:cNvPr>
                <p14:cNvContentPartPr/>
                <p14:nvPr/>
              </p14:nvContentPartPr>
              <p14:xfrm>
                <a:off x="5550660" y="753128"/>
                <a:ext cx="174600" cy="9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B05E65-B3ED-B7C7-5CA9-7A99DC592E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2020" y="744488"/>
                  <a:ext cx="192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0556DF-53F8-F8EA-68C7-A4DA24D3E7A6}"/>
                    </a:ext>
                  </a:extLst>
                </p14:cNvPr>
                <p14:cNvContentPartPr/>
                <p14:nvPr/>
              </p14:nvContentPartPr>
              <p14:xfrm>
                <a:off x="5741100" y="560888"/>
                <a:ext cx="176040" cy="286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0556DF-53F8-F8EA-68C7-A4DA24D3E7A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32460" y="551888"/>
                  <a:ext cx="193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F776AE-3FB0-EB7C-ED63-AFAE1F1CB291}"/>
                    </a:ext>
                  </a:extLst>
                </p14:cNvPr>
                <p14:cNvContentPartPr/>
                <p14:nvPr/>
              </p14:nvContentPartPr>
              <p14:xfrm>
                <a:off x="5958900" y="748088"/>
                <a:ext cx="60480" cy="10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F776AE-3FB0-EB7C-ED63-AFAE1F1CB2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50260" y="739088"/>
                  <a:ext cx="78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E9D614-07F7-6BFB-6DC1-3314452C8044}"/>
                    </a:ext>
                  </a:extLst>
                </p14:cNvPr>
                <p14:cNvContentPartPr/>
                <p14:nvPr/>
              </p14:nvContentPartPr>
              <p14:xfrm>
                <a:off x="5917500" y="602648"/>
                <a:ext cx="24840" cy="49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E9D614-07F7-6BFB-6DC1-3314452C80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8500" y="593648"/>
                  <a:ext cx="42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D312A2-1FDE-9AA4-C776-3654A96FB942}"/>
                    </a:ext>
                  </a:extLst>
                </p14:cNvPr>
                <p14:cNvContentPartPr/>
                <p14:nvPr/>
              </p14:nvContentPartPr>
              <p14:xfrm>
                <a:off x="6101460" y="733328"/>
                <a:ext cx="105120" cy="98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D312A2-1FDE-9AA4-C776-3654A96FB9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92820" y="724688"/>
                  <a:ext cx="122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78BBAB-603E-62C9-A11E-602E337EEDB5}"/>
                    </a:ext>
                  </a:extLst>
                </p14:cNvPr>
                <p14:cNvContentPartPr/>
                <p14:nvPr/>
              </p14:nvContentPartPr>
              <p14:xfrm>
                <a:off x="6282180" y="743768"/>
                <a:ext cx="156240" cy="28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78BBAB-603E-62C9-A11E-602E337EED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73180" y="734768"/>
                  <a:ext cx="173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53D0FB-DC5A-4560-8DF9-09C714B7EDF7}"/>
                    </a:ext>
                  </a:extLst>
                </p14:cNvPr>
                <p14:cNvContentPartPr/>
                <p14:nvPr/>
              </p14:nvContentPartPr>
              <p14:xfrm>
                <a:off x="6452460" y="672848"/>
                <a:ext cx="65880" cy="18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53D0FB-DC5A-4560-8DF9-09C714B7EDF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43460" y="664208"/>
                  <a:ext cx="83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01F00B-3473-C259-F482-1B290D666084}"/>
                    </a:ext>
                  </a:extLst>
                </p14:cNvPr>
                <p14:cNvContentPartPr/>
                <p14:nvPr/>
              </p14:nvContentPartPr>
              <p14:xfrm>
                <a:off x="6654420" y="737648"/>
                <a:ext cx="444240" cy="9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01F00B-3473-C259-F482-1B290D6660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45420" y="728648"/>
                  <a:ext cx="461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C2C211-4AB2-0EC0-D4F6-87364083FECE}"/>
                    </a:ext>
                  </a:extLst>
                </p14:cNvPr>
                <p14:cNvContentPartPr/>
                <p14:nvPr/>
              </p14:nvContentPartPr>
              <p14:xfrm>
                <a:off x="7078500" y="777248"/>
                <a:ext cx="73080" cy="6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C2C211-4AB2-0EC0-D4F6-87364083FE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69500" y="768248"/>
                  <a:ext cx="9072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C5A4F52-5CCF-486A-7432-D3385443AB5A}"/>
              </a:ext>
            </a:extLst>
          </p:cNvPr>
          <p:cNvGrpSpPr/>
          <p:nvPr/>
        </p:nvGrpSpPr>
        <p:grpSpPr>
          <a:xfrm>
            <a:off x="821340" y="2088008"/>
            <a:ext cx="4924080" cy="1700280"/>
            <a:chOff x="821340" y="2088008"/>
            <a:chExt cx="4924080" cy="170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59A807-16C5-E297-D6E9-FB82E243BEB4}"/>
                    </a:ext>
                  </a:extLst>
                </p14:cNvPr>
                <p14:cNvContentPartPr/>
                <p14:nvPr/>
              </p14:nvContentPartPr>
              <p14:xfrm>
                <a:off x="3340260" y="2191688"/>
                <a:ext cx="11160" cy="324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59A807-16C5-E297-D6E9-FB82E243BE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31620" y="2183048"/>
                  <a:ext cx="288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F2E597-513B-2A9A-4665-64639BAF2B27}"/>
                    </a:ext>
                  </a:extLst>
                </p14:cNvPr>
                <p14:cNvContentPartPr/>
                <p14:nvPr/>
              </p14:nvContentPartPr>
              <p14:xfrm>
                <a:off x="2620620" y="2097728"/>
                <a:ext cx="593640" cy="27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F2E597-513B-2A9A-4665-64639BAF2B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11620" y="2088728"/>
                  <a:ext cx="611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1D64BD-F3A0-2752-2CB3-D79B4D6BC141}"/>
                    </a:ext>
                  </a:extLst>
                </p14:cNvPr>
                <p14:cNvContentPartPr/>
                <p14:nvPr/>
              </p14:nvContentPartPr>
              <p14:xfrm>
                <a:off x="2565180" y="2119688"/>
                <a:ext cx="51840" cy="502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1D64BD-F3A0-2752-2CB3-D79B4D6BC1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56540" y="2110688"/>
                  <a:ext cx="694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7A9AFE-C2A4-26EE-ECE9-C04B2384840B}"/>
                    </a:ext>
                  </a:extLst>
                </p14:cNvPr>
                <p14:cNvContentPartPr/>
                <p14:nvPr/>
              </p14:nvContentPartPr>
              <p14:xfrm>
                <a:off x="2646180" y="2607848"/>
                <a:ext cx="619560" cy="36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7A9AFE-C2A4-26EE-ECE9-C04B238484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7180" y="2599208"/>
                  <a:ext cx="637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19E0CD-9A15-4170-19CC-0A1A0F4C3443}"/>
                    </a:ext>
                  </a:extLst>
                </p14:cNvPr>
                <p14:cNvContentPartPr/>
                <p14:nvPr/>
              </p14:nvContentPartPr>
              <p14:xfrm>
                <a:off x="2754900" y="2342528"/>
                <a:ext cx="143280" cy="171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19E0CD-9A15-4170-19CC-0A1A0F4C34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46260" y="2333888"/>
                  <a:ext cx="160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E65EE1-447F-3AAF-BE5C-BD755FCC2BB7}"/>
                    </a:ext>
                  </a:extLst>
                </p14:cNvPr>
                <p14:cNvContentPartPr/>
                <p14:nvPr/>
              </p14:nvContentPartPr>
              <p14:xfrm>
                <a:off x="2780100" y="2431088"/>
                <a:ext cx="108720" cy="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E65EE1-447F-3AAF-BE5C-BD755FCC2B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71460" y="2422088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B590DE-FF1A-BD42-4586-611B2C1BF961}"/>
                    </a:ext>
                  </a:extLst>
                </p14:cNvPr>
                <p14:cNvContentPartPr/>
                <p14:nvPr/>
              </p14:nvContentPartPr>
              <p14:xfrm>
                <a:off x="2930580" y="2319128"/>
                <a:ext cx="98280" cy="3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B590DE-FF1A-BD42-4586-611B2C1BF96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21940" y="2310128"/>
                  <a:ext cx="115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F8B3F1-CBC8-9071-E95F-126FAAED2D29}"/>
                    </a:ext>
                  </a:extLst>
                </p14:cNvPr>
                <p14:cNvContentPartPr/>
                <p14:nvPr/>
              </p14:nvContentPartPr>
              <p14:xfrm>
                <a:off x="3106620" y="2259728"/>
                <a:ext cx="36360" cy="10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F8B3F1-CBC8-9071-E95F-126FAAED2D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97980" y="2251088"/>
                  <a:ext cx="54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7CAA095-D48C-57FB-22DB-D9FCF613CE91}"/>
                    </a:ext>
                  </a:extLst>
                </p14:cNvPr>
                <p14:cNvContentPartPr/>
                <p14:nvPr/>
              </p14:nvContentPartPr>
              <p14:xfrm>
                <a:off x="4197780" y="2153528"/>
                <a:ext cx="30600" cy="40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7CAA095-D48C-57FB-22DB-D9FCF613CE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88780" y="2144528"/>
                  <a:ext cx="482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4970FE7-2E4B-17B7-C722-F2F66C03D22B}"/>
                    </a:ext>
                  </a:extLst>
                </p14:cNvPr>
                <p14:cNvContentPartPr/>
                <p14:nvPr/>
              </p14:nvContentPartPr>
              <p14:xfrm>
                <a:off x="4175460" y="2094488"/>
                <a:ext cx="587880" cy="4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4970FE7-2E4B-17B7-C722-F2F66C03D2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66460" y="2085488"/>
                  <a:ext cx="605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555562-EB67-7855-B6CE-C44D61478C2F}"/>
                    </a:ext>
                  </a:extLst>
                </p14:cNvPr>
                <p14:cNvContentPartPr/>
                <p14:nvPr/>
              </p14:nvContentPartPr>
              <p14:xfrm>
                <a:off x="4826340" y="2088008"/>
                <a:ext cx="82800" cy="510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555562-EB67-7855-B6CE-C44D61478C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17700" y="2079008"/>
                  <a:ext cx="10044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EE26D6-D764-6260-09B8-48369F2BCA68}"/>
                    </a:ext>
                  </a:extLst>
                </p14:cNvPr>
                <p14:cNvContentPartPr/>
                <p14:nvPr/>
              </p14:nvContentPartPr>
              <p14:xfrm>
                <a:off x="4207500" y="2618288"/>
                <a:ext cx="676440" cy="2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BEE26D6-D764-6260-09B8-48369F2BCA6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98860" y="2609648"/>
                  <a:ext cx="694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1EE1D7-069C-B3F3-0071-B3B316BC849C}"/>
                    </a:ext>
                  </a:extLst>
                </p14:cNvPr>
                <p14:cNvContentPartPr/>
                <p14:nvPr/>
              </p14:nvContentPartPr>
              <p14:xfrm>
                <a:off x="4383180" y="2331728"/>
                <a:ext cx="171000" cy="183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1EE1D7-069C-B3F3-0071-B3B316BC84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74180" y="2323088"/>
                  <a:ext cx="188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502445-8720-4EEA-2717-0483356E1079}"/>
                    </a:ext>
                  </a:extLst>
                </p14:cNvPr>
                <p14:cNvContentPartPr/>
                <p14:nvPr/>
              </p14:nvContentPartPr>
              <p14:xfrm>
                <a:off x="4421340" y="2441168"/>
                <a:ext cx="114480" cy="16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502445-8720-4EEA-2717-0483356E107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12340" y="2432168"/>
                  <a:ext cx="132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BF1975-8313-3DCA-67E2-B746E6DC9A46}"/>
                    </a:ext>
                  </a:extLst>
                </p14:cNvPr>
                <p14:cNvContentPartPr/>
                <p14:nvPr/>
              </p14:nvContentPartPr>
              <p14:xfrm>
                <a:off x="4484340" y="2275568"/>
                <a:ext cx="98280" cy="5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BF1975-8313-3DCA-67E2-B746E6DC9A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5700" y="2266568"/>
                  <a:ext cx="115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676E4F-8DBB-3090-8F13-24D41212D80B}"/>
                    </a:ext>
                  </a:extLst>
                </p14:cNvPr>
                <p14:cNvContentPartPr/>
                <p14:nvPr/>
              </p14:nvContentPartPr>
              <p14:xfrm>
                <a:off x="4680900" y="2223368"/>
                <a:ext cx="37440" cy="9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676E4F-8DBB-3090-8F13-24D41212D80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72260" y="2214728"/>
                  <a:ext cx="55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260802-3955-C2AA-9EB8-84672C075EF7}"/>
                    </a:ext>
                  </a:extLst>
                </p14:cNvPr>
                <p14:cNvContentPartPr/>
                <p14:nvPr/>
              </p14:nvContentPartPr>
              <p14:xfrm>
                <a:off x="3351420" y="2399408"/>
                <a:ext cx="883080" cy="2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260802-3955-C2AA-9EB8-84672C075EF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42780" y="2390408"/>
                  <a:ext cx="900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534E10-EFBB-2683-714E-E988ED638938}"/>
                    </a:ext>
                  </a:extLst>
                </p14:cNvPr>
                <p14:cNvContentPartPr/>
                <p14:nvPr/>
              </p14:nvContentPartPr>
              <p14:xfrm>
                <a:off x="2165220" y="2410208"/>
                <a:ext cx="448200" cy="1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534E10-EFBB-2683-714E-E988ED63893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56220" y="2401568"/>
                  <a:ext cx="465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8F6AEA-BE5C-07CC-CD3F-34E4115EE77E}"/>
                    </a:ext>
                  </a:extLst>
                </p14:cNvPr>
                <p14:cNvContentPartPr/>
                <p14:nvPr/>
              </p14:nvContentPartPr>
              <p14:xfrm>
                <a:off x="1942020" y="2327408"/>
                <a:ext cx="30960" cy="163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8F6AEA-BE5C-07CC-CD3F-34E4115EE77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933380" y="2318408"/>
                  <a:ext cx="48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5E27B7-36E0-6069-FABF-061D93105F62}"/>
                    </a:ext>
                  </a:extLst>
                </p14:cNvPr>
                <p14:cNvContentPartPr/>
                <p14:nvPr/>
              </p14:nvContentPartPr>
              <p14:xfrm>
                <a:off x="1850580" y="2432528"/>
                <a:ext cx="181080" cy="11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5E27B7-36E0-6069-FABF-061D93105F6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41580" y="2423888"/>
                  <a:ext cx="198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FA4659-1FBD-089C-8452-9F8783FD435B}"/>
                    </a:ext>
                  </a:extLst>
                </p14:cNvPr>
                <p14:cNvContentPartPr/>
                <p14:nvPr/>
              </p14:nvContentPartPr>
              <p14:xfrm>
                <a:off x="1751580" y="2270168"/>
                <a:ext cx="394920" cy="303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FA4659-1FBD-089C-8452-9F8783FD435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742580" y="2261168"/>
                  <a:ext cx="412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2C7961-5DCB-3044-39DA-930649E0DDD4}"/>
                    </a:ext>
                  </a:extLst>
                </p14:cNvPr>
                <p14:cNvContentPartPr/>
                <p14:nvPr/>
              </p14:nvContentPartPr>
              <p14:xfrm>
                <a:off x="2437020" y="2351168"/>
                <a:ext cx="213120" cy="10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2C7961-5DCB-3044-39DA-930649E0DDD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428020" y="2342528"/>
                  <a:ext cx="230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E76584-A957-AEBD-3B6D-EEE64C5F0251}"/>
                    </a:ext>
                  </a:extLst>
                </p14:cNvPr>
                <p14:cNvContentPartPr/>
                <p14:nvPr/>
              </p14:nvContentPartPr>
              <p14:xfrm>
                <a:off x="4037220" y="2356568"/>
                <a:ext cx="202320" cy="140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E76584-A957-AEBD-3B6D-EEE64C5F025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28580" y="2347568"/>
                  <a:ext cx="219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407949-B12A-E60C-87C9-D611443F8437}"/>
                    </a:ext>
                  </a:extLst>
                </p14:cNvPr>
                <p14:cNvContentPartPr/>
                <p14:nvPr/>
              </p14:nvContentPartPr>
              <p14:xfrm>
                <a:off x="4931820" y="2363408"/>
                <a:ext cx="414720" cy="21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407949-B12A-E60C-87C9-D611443F843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23180" y="2354768"/>
                  <a:ext cx="432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3F87C1E-5137-044E-10FE-876887D6DABB}"/>
                    </a:ext>
                  </a:extLst>
                </p14:cNvPr>
                <p14:cNvContentPartPr/>
                <p14:nvPr/>
              </p14:nvContentPartPr>
              <p14:xfrm>
                <a:off x="5236020" y="2883608"/>
                <a:ext cx="155160" cy="108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3F87C1E-5137-044E-10FE-876887D6DAB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227380" y="2874968"/>
                  <a:ext cx="172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321722E-3CDB-2C4C-E8F3-443CADB1EDD5}"/>
                    </a:ext>
                  </a:extLst>
                </p14:cNvPr>
                <p14:cNvContentPartPr/>
                <p14:nvPr/>
              </p14:nvContentPartPr>
              <p14:xfrm>
                <a:off x="5454900" y="2982608"/>
                <a:ext cx="149040" cy="115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321722E-3CDB-2C4C-E8F3-443CADB1ED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46260" y="2973608"/>
                  <a:ext cx="166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13B08C8-FD80-E45E-0451-1E3D1BE85388}"/>
                    </a:ext>
                  </a:extLst>
                </p14:cNvPr>
                <p14:cNvContentPartPr/>
                <p14:nvPr/>
              </p14:nvContentPartPr>
              <p14:xfrm>
                <a:off x="5096700" y="2768408"/>
                <a:ext cx="648720" cy="390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13B08C8-FD80-E45E-0451-1E3D1BE8538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88060" y="2759768"/>
                  <a:ext cx="666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94879F5-3D0F-42BA-7522-AC326C0CD1F7}"/>
                    </a:ext>
                  </a:extLst>
                </p14:cNvPr>
                <p14:cNvContentPartPr/>
                <p14:nvPr/>
              </p14:nvContentPartPr>
              <p14:xfrm>
                <a:off x="5339340" y="2404448"/>
                <a:ext cx="36360" cy="355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94879F5-3D0F-42BA-7522-AC326C0CD1F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30700" y="2395448"/>
                  <a:ext cx="54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0BCDCEE-409B-1009-9865-331618789EA8}"/>
                    </a:ext>
                  </a:extLst>
                </p14:cNvPr>
                <p14:cNvContentPartPr/>
                <p14:nvPr/>
              </p14:nvContentPartPr>
              <p14:xfrm>
                <a:off x="3546900" y="2991968"/>
                <a:ext cx="146160" cy="114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0BCDCEE-409B-1009-9865-331618789EA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538260" y="2983328"/>
                  <a:ext cx="163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12B9E9-A758-A6EA-3632-793BAC35EC10}"/>
                    </a:ext>
                  </a:extLst>
                </p14:cNvPr>
                <p14:cNvContentPartPr/>
                <p14:nvPr/>
              </p14:nvContentPartPr>
              <p14:xfrm>
                <a:off x="3771180" y="3081248"/>
                <a:ext cx="38160" cy="80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12B9E9-A758-A6EA-3632-793BAC35EC1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62540" y="3072248"/>
                  <a:ext cx="55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636957-9BC7-4D54-4779-A915B472EA94}"/>
                    </a:ext>
                  </a:extLst>
                </p14:cNvPr>
                <p14:cNvContentPartPr/>
                <p14:nvPr/>
              </p14:nvContentPartPr>
              <p14:xfrm>
                <a:off x="3407580" y="2903768"/>
                <a:ext cx="593280" cy="390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636957-9BC7-4D54-4779-A915B472EA9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98940" y="2894768"/>
                  <a:ext cx="6109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873FB2-858B-977C-76C0-B8D7C1DD4BBC}"/>
                    </a:ext>
                  </a:extLst>
                </p14:cNvPr>
                <p14:cNvContentPartPr/>
                <p14:nvPr/>
              </p14:nvContentPartPr>
              <p14:xfrm>
                <a:off x="3667500" y="2428208"/>
                <a:ext cx="43200" cy="439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873FB2-858B-977C-76C0-B8D7C1DD4B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58500" y="2419208"/>
                  <a:ext cx="608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E799CC-86FD-4B46-1B18-3603C641E070}"/>
                    </a:ext>
                  </a:extLst>
                </p14:cNvPr>
                <p14:cNvContentPartPr/>
                <p14:nvPr/>
              </p14:nvContentPartPr>
              <p14:xfrm>
                <a:off x="3661740" y="2795768"/>
                <a:ext cx="136080" cy="103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E799CC-86FD-4B46-1B18-3603C641E07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53100" y="2786768"/>
                  <a:ext cx="153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B358C1B-80AD-6450-267E-C58CAB1FD6BE}"/>
                    </a:ext>
                  </a:extLst>
                </p14:cNvPr>
                <p14:cNvContentPartPr/>
                <p14:nvPr/>
              </p14:nvContentPartPr>
              <p14:xfrm>
                <a:off x="5295420" y="2648888"/>
                <a:ext cx="144360" cy="98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B358C1B-80AD-6450-267E-C58CAB1FD6B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86780" y="2639888"/>
                  <a:ext cx="162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8DA49B-4FF0-9D1D-B132-6CB589246EE2}"/>
                    </a:ext>
                  </a:extLst>
                </p14:cNvPr>
                <p14:cNvContentPartPr/>
                <p14:nvPr/>
              </p14:nvContentPartPr>
              <p14:xfrm>
                <a:off x="3674700" y="3591368"/>
                <a:ext cx="28080" cy="121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8DA49B-4FF0-9D1D-B132-6CB589246EE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65700" y="3582728"/>
                  <a:ext cx="45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81EEE21-320A-EF3A-D6FE-20958114D3EF}"/>
                    </a:ext>
                  </a:extLst>
                </p14:cNvPr>
                <p14:cNvContentPartPr/>
                <p14:nvPr/>
              </p14:nvContentPartPr>
              <p14:xfrm>
                <a:off x="3605580" y="3658328"/>
                <a:ext cx="145440" cy="16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81EEE21-320A-EF3A-D6FE-20958114D3E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96940" y="3649688"/>
                  <a:ext cx="163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C2B06B-827B-068A-990F-C5F562CA96FD}"/>
                    </a:ext>
                  </a:extLst>
                </p14:cNvPr>
                <p14:cNvContentPartPr/>
                <p14:nvPr/>
              </p14:nvContentPartPr>
              <p14:xfrm>
                <a:off x="3501900" y="3526568"/>
                <a:ext cx="378360" cy="261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C2B06B-827B-068A-990F-C5F562CA96F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493260" y="3517568"/>
                  <a:ext cx="396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763E725-1FEC-5765-D5EE-333C8EC011A2}"/>
                    </a:ext>
                  </a:extLst>
                </p14:cNvPr>
                <p14:cNvContentPartPr/>
                <p14:nvPr/>
              </p14:nvContentPartPr>
              <p14:xfrm>
                <a:off x="3672900" y="3303728"/>
                <a:ext cx="21240" cy="195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763E725-1FEC-5765-D5EE-333C8EC011A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64260" y="3295088"/>
                  <a:ext cx="38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58C5075-721A-7E3A-0630-1D803E4DFB3E}"/>
                    </a:ext>
                  </a:extLst>
                </p14:cNvPr>
                <p14:cNvContentPartPr/>
                <p14:nvPr/>
              </p14:nvContentPartPr>
              <p14:xfrm>
                <a:off x="3605940" y="3394448"/>
                <a:ext cx="155520" cy="116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58C5075-721A-7E3A-0630-1D803E4DFB3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97300" y="3385448"/>
                  <a:ext cx="173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F91D844-5A75-7B50-7F45-851D5E16E799}"/>
                    </a:ext>
                  </a:extLst>
                </p14:cNvPr>
                <p14:cNvContentPartPr/>
                <p14:nvPr/>
              </p14:nvContentPartPr>
              <p14:xfrm>
                <a:off x="5423940" y="3188168"/>
                <a:ext cx="50400" cy="361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F91D844-5A75-7B50-7F45-851D5E16E79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14940" y="3179528"/>
                  <a:ext cx="680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AC88042-5954-D9AD-01CE-722D4616E98B}"/>
                    </a:ext>
                  </a:extLst>
                </p14:cNvPr>
                <p14:cNvContentPartPr/>
                <p14:nvPr/>
              </p14:nvContentPartPr>
              <p14:xfrm>
                <a:off x="3918420" y="3564008"/>
                <a:ext cx="1497600" cy="92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AC88042-5954-D9AD-01CE-722D4616E98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09420" y="3555368"/>
                  <a:ext cx="1515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015F726-8573-3F18-5482-0010F8585D49}"/>
                    </a:ext>
                  </a:extLst>
                </p14:cNvPr>
                <p14:cNvContentPartPr/>
                <p14:nvPr/>
              </p14:nvContentPartPr>
              <p14:xfrm>
                <a:off x="3865860" y="3566168"/>
                <a:ext cx="116640" cy="140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015F726-8573-3F18-5482-0010F8585D4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57220" y="3557168"/>
                  <a:ext cx="134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80D62A8-F83E-3347-1ABC-079259C94DC2}"/>
                    </a:ext>
                  </a:extLst>
                </p14:cNvPr>
                <p14:cNvContentPartPr/>
                <p14:nvPr/>
              </p14:nvContentPartPr>
              <p14:xfrm>
                <a:off x="2241540" y="3635648"/>
                <a:ext cx="1264680" cy="12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80D62A8-F83E-3347-1ABC-079259C94DC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32540" y="3626648"/>
                  <a:ext cx="1282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6D7E93-4C57-E191-55BD-FDC06175041B}"/>
                    </a:ext>
                  </a:extLst>
                </p14:cNvPr>
                <p14:cNvContentPartPr/>
                <p14:nvPr/>
              </p14:nvContentPartPr>
              <p14:xfrm>
                <a:off x="1980900" y="2631248"/>
                <a:ext cx="281160" cy="992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6D7E93-4C57-E191-55BD-FDC06175041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72260" y="2622248"/>
                  <a:ext cx="298800" cy="10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0E48BB4-70C2-CED9-6F0E-BE01C94D8744}"/>
                    </a:ext>
                  </a:extLst>
                </p14:cNvPr>
                <p14:cNvContentPartPr/>
                <p14:nvPr/>
              </p14:nvContentPartPr>
              <p14:xfrm>
                <a:off x="1954260" y="2619728"/>
                <a:ext cx="168120" cy="100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0E48BB4-70C2-CED9-6F0E-BE01C94D874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45620" y="2611088"/>
                  <a:ext cx="185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A2C34D-6CEE-EEDE-2B71-FB2750AB0C0B}"/>
                    </a:ext>
                  </a:extLst>
                </p14:cNvPr>
                <p14:cNvContentPartPr/>
                <p14:nvPr/>
              </p14:nvContentPartPr>
              <p14:xfrm>
                <a:off x="1735740" y="2836448"/>
                <a:ext cx="150840" cy="10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A2C34D-6CEE-EEDE-2B71-FB2750AB0C0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726740" y="2827448"/>
                  <a:ext cx="168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1311ECA-0EDE-7985-35F6-3F1AE81F67FF}"/>
                    </a:ext>
                  </a:extLst>
                </p14:cNvPr>
                <p14:cNvContentPartPr/>
                <p14:nvPr/>
              </p14:nvContentPartPr>
              <p14:xfrm>
                <a:off x="821340" y="2373848"/>
                <a:ext cx="904320" cy="47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1311ECA-0EDE-7985-35F6-3F1AE81F67F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2340" y="2365208"/>
                  <a:ext cx="921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23B073E-AADE-E202-6F77-30B3AD793C2D}"/>
                    </a:ext>
                  </a:extLst>
                </p14:cNvPr>
                <p14:cNvContentPartPr/>
                <p14:nvPr/>
              </p14:nvContentPartPr>
              <p14:xfrm>
                <a:off x="1542420" y="2303288"/>
                <a:ext cx="177840" cy="136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23B073E-AADE-E202-6F77-30B3AD793C2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33420" y="2294288"/>
                  <a:ext cx="1954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58D2529-A31E-8274-AD37-AC3E0713DF63}"/>
              </a:ext>
            </a:extLst>
          </p:cNvPr>
          <p:cNvGrpSpPr/>
          <p:nvPr/>
        </p:nvGrpSpPr>
        <p:grpSpPr>
          <a:xfrm>
            <a:off x="508860" y="1802528"/>
            <a:ext cx="987480" cy="409680"/>
            <a:chOff x="508860" y="1802528"/>
            <a:chExt cx="9874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6225C67-9076-57DE-9864-8F8AACF38BE0}"/>
                    </a:ext>
                  </a:extLst>
                </p14:cNvPr>
                <p14:cNvContentPartPr/>
                <p14:nvPr/>
              </p14:nvContentPartPr>
              <p14:xfrm>
                <a:off x="508860" y="1917368"/>
                <a:ext cx="194400" cy="20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6225C67-9076-57DE-9864-8F8AACF38BE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9860" y="1908368"/>
                  <a:ext cx="212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49500D5-A521-7740-B8B4-679DA071DBB3}"/>
                    </a:ext>
                  </a:extLst>
                </p14:cNvPr>
                <p14:cNvContentPartPr/>
                <p14:nvPr/>
              </p14:nvContentPartPr>
              <p14:xfrm>
                <a:off x="579780" y="1908368"/>
                <a:ext cx="75240" cy="266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49500D5-A521-7740-B8B4-679DA071DBB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70780" y="1899728"/>
                  <a:ext cx="928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7D9B77-BFB6-64DB-8856-7CA6222AB514}"/>
                    </a:ext>
                  </a:extLst>
                </p14:cNvPr>
                <p14:cNvContentPartPr/>
                <p14:nvPr/>
              </p14:nvContentPartPr>
              <p14:xfrm>
                <a:off x="732420" y="1802528"/>
                <a:ext cx="136800" cy="379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7D9B77-BFB6-64DB-8856-7CA6222AB5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23420" y="1793888"/>
                  <a:ext cx="1544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59047B-C7DE-D5B2-3EF8-B804346CB255}"/>
                    </a:ext>
                  </a:extLst>
                </p14:cNvPr>
                <p14:cNvContentPartPr/>
                <p14:nvPr/>
              </p14:nvContentPartPr>
              <p14:xfrm>
                <a:off x="824940" y="1977848"/>
                <a:ext cx="172080" cy="177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59047B-C7DE-D5B2-3EF8-B804346CB25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5940" y="1969208"/>
                  <a:ext cx="189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65A85AF-1ED4-D43A-2F66-338EA514BBE0}"/>
                    </a:ext>
                  </a:extLst>
                </p14:cNvPr>
                <p14:cNvContentPartPr/>
                <p14:nvPr/>
              </p14:nvContentPartPr>
              <p14:xfrm>
                <a:off x="883620" y="2077928"/>
                <a:ext cx="114120" cy="6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65A85AF-1ED4-D43A-2F66-338EA514BBE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4980" y="2069288"/>
                  <a:ext cx="13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CBE2049-CC16-347C-F917-0BBF04766C23}"/>
                    </a:ext>
                  </a:extLst>
                </p14:cNvPr>
                <p14:cNvContentPartPr/>
                <p14:nvPr/>
              </p14:nvContentPartPr>
              <p14:xfrm>
                <a:off x="924660" y="1838888"/>
                <a:ext cx="245880" cy="338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CBE2049-CC16-347C-F917-0BBF04766C2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15660" y="1830248"/>
                  <a:ext cx="2635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D051A8F-722F-D114-BE21-31E8935CF991}"/>
                    </a:ext>
                  </a:extLst>
                </p14:cNvPr>
                <p14:cNvContentPartPr/>
                <p14:nvPr/>
              </p14:nvContentPartPr>
              <p14:xfrm>
                <a:off x="1422540" y="2128328"/>
                <a:ext cx="30240" cy="83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D051A8F-722F-D114-BE21-31E8935CF99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13540" y="2119688"/>
                  <a:ext cx="47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77423CF-A1A8-CE58-DB29-95655DDB09F5}"/>
                    </a:ext>
                  </a:extLst>
                </p14:cNvPr>
                <p14:cNvContentPartPr/>
                <p14:nvPr/>
              </p14:nvContentPartPr>
              <p14:xfrm>
                <a:off x="1383300" y="2180888"/>
                <a:ext cx="113040" cy="15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77423CF-A1A8-CE58-DB29-95655DDB09F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74660" y="2172248"/>
                  <a:ext cx="1306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A3EE00-3967-4FCD-46E9-D401E87915C1}"/>
              </a:ext>
            </a:extLst>
          </p:cNvPr>
          <p:cNvGrpSpPr/>
          <p:nvPr/>
        </p:nvGrpSpPr>
        <p:grpSpPr>
          <a:xfrm>
            <a:off x="3600900" y="2391848"/>
            <a:ext cx="113760" cy="77040"/>
            <a:chOff x="3600900" y="2391848"/>
            <a:chExt cx="11376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64D5A67-3F3A-98E5-B204-B2A0C192B363}"/>
                    </a:ext>
                  </a:extLst>
                </p14:cNvPr>
                <p14:cNvContentPartPr/>
                <p14:nvPr/>
              </p14:nvContentPartPr>
              <p14:xfrm>
                <a:off x="3600900" y="2391848"/>
                <a:ext cx="109440" cy="77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64D5A67-3F3A-98E5-B204-B2A0C192B36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592260" y="2382848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95096C-42AD-7A00-B501-8165B582EA56}"/>
                    </a:ext>
                  </a:extLst>
                </p14:cNvPr>
                <p14:cNvContentPartPr/>
                <p14:nvPr/>
              </p14:nvContentPartPr>
              <p14:xfrm>
                <a:off x="3674340" y="2418128"/>
                <a:ext cx="40320" cy="30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95096C-42AD-7A00-B501-8165B582EA5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665700" y="2409128"/>
                  <a:ext cx="579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F77CAB5-6838-6221-FFE9-88896AB95C93}"/>
              </a:ext>
            </a:extLst>
          </p:cNvPr>
          <p:cNvGrpSpPr/>
          <p:nvPr/>
        </p:nvGrpSpPr>
        <p:grpSpPr>
          <a:xfrm>
            <a:off x="6570540" y="2992688"/>
            <a:ext cx="1463400" cy="203400"/>
            <a:chOff x="6570540" y="2992688"/>
            <a:chExt cx="146340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CC60514-909C-2205-2C29-AF450BDDCEF0}"/>
                    </a:ext>
                  </a:extLst>
                </p14:cNvPr>
                <p14:cNvContentPartPr/>
                <p14:nvPr/>
              </p14:nvContentPartPr>
              <p14:xfrm>
                <a:off x="6570540" y="3048848"/>
                <a:ext cx="110160" cy="147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CC60514-909C-2205-2C29-AF450BDDCEF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561900" y="3039848"/>
                  <a:ext cx="127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E24AE72-8472-8F36-51B9-EBCADAB6F3CF}"/>
                    </a:ext>
                  </a:extLst>
                </p14:cNvPr>
                <p14:cNvContentPartPr/>
                <p14:nvPr/>
              </p14:nvContentPartPr>
              <p14:xfrm>
                <a:off x="6784740" y="3038408"/>
                <a:ext cx="168840" cy="136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E24AE72-8472-8F36-51B9-EBCADAB6F3C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776100" y="3029408"/>
                  <a:ext cx="186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0C631F9-7ADC-AC84-A5B6-17D94C372E59}"/>
                    </a:ext>
                  </a:extLst>
                </p14:cNvPr>
                <p14:cNvContentPartPr/>
                <p14:nvPr/>
              </p14:nvContentPartPr>
              <p14:xfrm>
                <a:off x="6981300" y="3047048"/>
                <a:ext cx="127080" cy="113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0C631F9-7ADC-AC84-A5B6-17D94C372E5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72300" y="3038048"/>
                  <a:ext cx="144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911AC3A-6F78-D880-7C4B-394F2EC56C09}"/>
                    </a:ext>
                  </a:extLst>
                </p14:cNvPr>
                <p14:cNvContentPartPr/>
                <p14:nvPr/>
              </p14:nvContentPartPr>
              <p14:xfrm>
                <a:off x="7163100" y="3106808"/>
                <a:ext cx="188280" cy="68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911AC3A-6F78-D880-7C4B-394F2EC56C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154460" y="3097808"/>
                  <a:ext cx="2059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EB21A9-49F8-4603-AF0A-C012434BCA7D}"/>
                    </a:ext>
                  </a:extLst>
                </p14:cNvPr>
                <p14:cNvContentPartPr/>
                <p14:nvPr/>
              </p14:nvContentPartPr>
              <p14:xfrm>
                <a:off x="7366500" y="3048848"/>
                <a:ext cx="97920" cy="132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EB21A9-49F8-4603-AF0A-C012434BCA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57860" y="3039848"/>
                  <a:ext cx="11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57B5E6-46E3-49B7-1C46-F84D1D5E776B}"/>
                    </a:ext>
                  </a:extLst>
                </p14:cNvPr>
                <p14:cNvContentPartPr/>
                <p14:nvPr/>
              </p14:nvContentPartPr>
              <p14:xfrm>
                <a:off x="7520940" y="2992688"/>
                <a:ext cx="126720" cy="157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57B5E6-46E3-49B7-1C46-F84D1D5E776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11940" y="2983688"/>
                  <a:ext cx="144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4983184-7E87-B56C-B1C6-404F89D3EEF8}"/>
                    </a:ext>
                  </a:extLst>
                </p14:cNvPr>
                <p14:cNvContentPartPr/>
                <p14:nvPr/>
              </p14:nvContentPartPr>
              <p14:xfrm>
                <a:off x="7694460" y="3117248"/>
                <a:ext cx="47520" cy="61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4983184-7E87-B56C-B1C6-404F89D3EEF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685460" y="3108248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200B07-17DC-A38F-6C27-87A2B69217F2}"/>
                    </a:ext>
                  </a:extLst>
                </p14:cNvPr>
                <p14:cNvContentPartPr/>
                <p14:nvPr/>
              </p14:nvContentPartPr>
              <p14:xfrm>
                <a:off x="7684020" y="3017168"/>
                <a:ext cx="360" cy="1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200B07-17DC-A38F-6C27-87A2B69217F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75020" y="300852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523E60-7499-512F-6EF0-D4209A45E3E7}"/>
                    </a:ext>
                  </a:extLst>
                </p14:cNvPr>
                <p14:cNvContentPartPr/>
                <p14:nvPr/>
              </p14:nvContentPartPr>
              <p14:xfrm>
                <a:off x="7777260" y="3049568"/>
                <a:ext cx="78120" cy="127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523E60-7499-512F-6EF0-D4209A45E3E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768620" y="3040568"/>
                  <a:ext cx="95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173D93C-BDA8-B3A5-DBA4-8DBA7A4A4503}"/>
                    </a:ext>
                  </a:extLst>
                </p14:cNvPr>
                <p14:cNvContentPartPr/>
                <p14:nvPr/>
              </p14:nvContentPartPr>
              <p14:xfrm>
                <a:off x="7914060" y="3028328"/>
                <a:ext cx="119880" cy="131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173D93C-BDA8-B3A5-DBA4-8DBA7A4A450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905420" y="3019688"/>
                  <a:ext cx="13752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E917285-ADAE-CEFD-DB4E-950DBDA4B054}"/>
              </a:ext>
            </a:extLst>
          </p:cNvPr>
          <p:cNvGrpSpPr/>
          <p:nvPr/>
        </p:nvGrpSpPr>
        <p:grpSpPr>
          <a:xfrm>
            <a:off x="8243100" y="2893688"/>
            <a:ext cx="1333800" cy="260640"/>
            <a:chOff x="8243100" y="2893688"/>
            <a:chExt cx="133380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F4491D3-E2D5-C59E-9CF8-D072544D226C}"/>
                    </a:ext>
                  </a:extLst>
                </p14:cNvPr>
                <p14:cNvContentPartPr/>
                <p14:nvPr/>
              </p14:nvContentPartPr>
              <p14:xfrm>
                <a:off x="8243100" y="3008168"/>
                <a:ext cx="139320" cy="141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F4491D3-E2D5-C59E-9CF8-D072544D226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234460" y="2999528"/>
                  <a:ext cx="156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CA17C99-F406-0331-37A1-5CB4697D11E5}"/>
                    </a:ext>
                  </a:extLst>
                </p14:cNvPr>
                <p14:cNvContentPartPr/>
                <p14:nvPr/>
              </p14:nvContentPartPr>
              <p14:xfrm>
                <a:off x="8364420" y="2893688"/>
                <a:ext cx="88560" cy="233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CA17C99-F406-0331-37A1-5CB4697D11E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355780" y="2884688"/>
                  <a:ext cx="106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992AC47-D471-2559-48F0-68084E239AC4}"/>
                    </a:ext>
                  </a:extLst>
                </p14:cNvPr>
                <p14:cNvContentPartPr/>
                <p14:nvPr/>
              </p14:nvContentPartPr>
              <p14:xfrm>
                <a:off x="8339220" y="3063968"/>
                <a:ext cx="150480" cy="37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992AC47-D471-2559-48F0-68084E239AC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30220" y="3055328"/>
                  <a:ext cx="168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6079105-BCD1-74D4-BD34-3ED22563D3C9}"/>
                    </a:ext>
                  </a:extLst>
                </p14:cNvPr>
                <p14:cNvContentPartPr/>
                <p14:nvPr/>
              </p14:nvContentPartPr>
              <p14:xfrm>
                <a:off x="8485380" y="2985848"/>
                <a:ext cx="77040" cy="147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6079105-BCD1-74D4-BD34-3ED22563D3C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476380" y="2977208"/>
                  <a:ext cx="94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51BB2A5-4747-54A8-11F8-ACAAE2D59AF0}"/>
                    </a:ext>
                  </a:extLst>
                </p14:cNvPr>
                <p14:cNvContentPartPr/>
                <p14:nvPr/>
              </p14:nvContentPartPr>
              <p14:xfrm>
                <a:off x="8624340" y="3049568"/>
                <a:ext cx="118800" cy="63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51BB2A5-4747-54A8-11F8-ACAAE2D59AF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15340" y="3040568"/>
                  <a:ext cx="136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AF97572-4F87-E724-2540-7D4EF7FACC27}"/>
                    </a:ext>
                  </a:extLst>
                </p14:cNvPr>
                <p14:cNvContentPartPr/>
                <p14:nvPr/>
              </p14:nvContentPartPr>
              <p14:xfrm>
                <a:off x="8789580" y="3039128"/>
                <a:ext cx="99360" cy="94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AF97572-4F87-E724-2540-7D4EF7FACC2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780940" y="3030488"/>
                  <a:ext cx="117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26B98CE-CEDD-4E89-689B-AC6C4BBD3329}"/>
                    </a:ext>
                  </a:extLst>
                </p14:cNvPr>
                <p14:cNvContentPartPr/>
                <p14:nvPr/>
              </p14:nvContentPartPr>
              <p14:xfrm>
                <a:off x="8904780" y="2914568"/>
                <a:ext cx="84240" cy="239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26B98CE-CEDD-4E89-689B-AC6C4BBD332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96140" y="2905568"/>
                  <a:ext cx="101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3DD6AEA-FF68-0456-79D2-FBD74D5BB9BE}"/>
                    </a:ext>
                  </a:extLst>
                </p14:cNvPr>
                <p14:cNvContentPartPr/>
                <p14:nvPr/>
              </p14:nvContentPartPr>
              <p14:xfrm>
                <a:off x="8891100" y="3054248"/>
                <a:ext cx="128160" cy="16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3DD6AEA-FF68-0456-79D2-FBD74D5BB9B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82460" y="3045248"/>
                  <a:ext cx="145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DFE3C27-6A19-51DF-08DC-7C9715435BC6}"/>
                    </a:ext>
                  </a:extLst>
                </p14:cNvPr>
                <p14:cNvContentPartPr/>
                <p14:nvPr/>
              </p14:nvContentPartPr>
              <p14:xfrm>
                <a:off x="9029700" y="3034088"/>
                <a:ext cx="167400" cy="78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DFE3C27-6A19-51DF-08DC-7C9715435BC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020700" y="3025088"/>
                  <a:ext cx="185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7631640-997E-C9D1-6D79-E079ED7580DC}"/>
                    </a:ext>
                  </a:extLst>
                </p14:cNvPr>
                <p14:cNvContentPartPr/>
                <p14:nvPr/>
              </p14:nvContentPartPr>
              <p14:xfrm>
                <a:off x="9230940" y="2971448"/>
                <a:ext cx="345960" cy="146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7631640-997E-C9D1-6D79-E079ED7580D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221940" y="2962448"/>
                  <a:ext cx="36360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B0624F4-3748-2BD9-AB7C-C8921EB0460F}"/>
              </a:ext>
            </a:extLst>
          </p:cNvPr>
          <p:cNvGrpSpPr/>
          <p:nvPr/>
        </p:nvGrpSpPr>
        <p:grpSpPr>
          <a:xfrm>
            <a:off x="6750900" y="3382208"/>
            <a:ext cx="2090880" cy="284400"/>
            <a:chOff x="6750900" y="3382208"/>
            <a:chExt cx="209088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477D085-DCE8-B46D-16A5-60C3311F2D5A}"/>
                    </a:ext>
                  </a:extLst>
                </p14:cNvPr>
                <p14:cNvContentPartPr/>
                <p14:nvPr/>
              </p14:nvContentPartPr>
              <p14:xfrm>
                <a:off x="6750900" y="3436208"/>
                <a:ext cx="329760" cy="227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477D085-DCE8-B46D-16A5-60C3311F2D5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42260" y="3427208"/>
                  <a:ext cx="347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4B7D7E-E90E-442F-701E-0A08F6DD1999}"/>
                    </a:ext>
                  </a:extLst>
                </p14:cNvPr>
                <p14:cNvContentPartPr/>
                <p14:nvPr/>
              </p14:nvContentPartPr>
              <p14:xfrm>
                <a:off x="7127820" y="3572288"/>
                <a:ext cx="213840" cy="60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4B7D7E-E90E-442F-701E-0A08F6DD199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118820" y="3563648"/>
                  <a:ext cx="231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66FAC0-AF44-18BF-C076-98C58D037377}"/>
                    </a:ext>
                  </a:extLst>
                </p14:cNvPr>
                <p14:cNvContentPartPr/>
                <p14:nvPr/>
              </p14:nvContentPartPr>
              <p14:xfrm>
                <a:off x="7402860" y="3548528"/>
                <a:ext cx="98640" cy="99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66FAC0-AF44-18BF-C076-98C58D03737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393860" y="3539888"/>
                  <a:ext cx="116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63A9822-2DE2-CA7E-08A8-6323F8EC705A}"/>
                    </a:ext>
                  </a:extLst>
                </p14:cNvPr>
                <p14:cNvContentPartPr/>
                <p14:nvPr/>
              </p14:nvContentPartPr>
              <p14:xfrm>
                <a:off x="7585020" y="3569048"/>
                <a:ext cx="254520" cy="716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63A9822-2DE2-CA7E-08A8-6323F8EC705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576380" y="3560408"/>
                  <a:ext cx="272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70B0A1B-BEDB-BA56-A5EF-1C089C4997EC}"/>
                    </a:ext>
                  </a:extLst>
                </p14:cNvPr>
                <p14:cNvContentPartPr/>
                <p14:nvPr/>
              </p14:nvContentPartPr>
              <p14:xfrm>
                <a:off x="7917660" y="3569048"/>
                <a:ext cx="72360" cy="95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70B0A1B-BEDB-BA56-A5EF-1C089C4997E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909020" y="3560408"/>
                  <a:ext cx="90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1BE201-4BBE-012D-EC55-ED6C76F42B86}"/>
                    </a:ext>
                  </a:extLst>
                </p14:cNvPr>
                <p14:cNvContentPartPr/>
                <p14:nvPr/>
              </p14:nvContentPartPr>
              <p14:xfrm>
                <a:off x="7891740" y="3423608"/>
                <a:ext cx="18720" cy="28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1BE201-4BBE-012D-EC55-ED6C76F42B8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882740" y="3414968"/>
                  <a:ext cx="3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EC33A52-A2C7-F56B-F3E6-019CCD50DAE8}"/>
                    </a:ext>
                  </a:extLst>
                </p14:cNvPr>
                <p14:cNvContentPartPr/>
                <p14:nvPr/>
              </p14:nvContentPartPr>
              <p14:xfrm>
                <a:off x="8009100" y="3553208"/>
                <a:ext cx="252360" cy="91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EC33A52-A2C7-F56B-F3E6-019CCD50DAE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000460" y="3544568"/>
                  <a:ext cx="270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626F6A8-952F-0EB1-A3DD-59ADB203F62C}"/>
                    </a:ext>
                  </a:extLst>
                </p14:cNvPr>
                <p14:cNvContentPartPr/>
                <p14:nvPr/>
              </p14:nvContentPartPr>
              <p14:xfrm>
                <a:off x="8260380" y="3583088"/>
                <a:ext cx="156240" cy="83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626F6A8-952F-0EB1-A3DD-59ADB203F62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251740" y="3574448"/>
                  <a:ext cx="173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81DA0C4-F962-3A34-21AF-0539B4729B38}"/>
                    </a:ext>
                  </a:extLst>
                </p14:cNvPr>
                <p14:cNvContentPartPr/>
                <p14:nvPr/>
              </p14:nvContentPartPr>
              <p14:xfrm>
                <a:off x="8369820" y="3382208"/>
                <a:ext cx="156960" cy="253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81DA0C4-F962-3A34-21AF-0539B4729B3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60820" y="3373208"/>
                  <a:ext cx="174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A45E65-E64C-E7EE-D300-4CE41D8EAB03}"/>
                    </a:ext>
                  </a:extLst>
                </p14:cNvPr>
                <p14:cNvContentPartPr/>
                <p14:nvPr/>
              </p14:nvContentPartPr>
              <p14:xfrm>
                <a:off x="8365860" y="3494528"/>
                <a:ext cx="149400" cy="69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A45E65-E64C-E7EE-D300-4CE41D8EAB0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357220" y="3485528"/>
                  <a:ext cx="167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02BC4A9-FDD7-C3A4-816B-2A93C8213EA8}"/>
                    </a:ext>
                  </a:extLst>
                </p14:cNvPr>
                <p14:cNvContentPartPr/>
                <p14:nvPr/>
              </p14:nvContentPartPr>
              <p14:xfrm>
                <a:off x="8608500" y="3528368"/>
                <a:ext cx="94680" cy="112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02BC4A9-FDD7-C3A4-816B-2A93C8213EA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599500" y="3519368"/>
                  <a:ext cx="112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EA6224C-3461-3567-C194-483526EFEC9F}"/>
                    </a:ext>
                  </a:extLst>
                </p14:cNvPr>
                <p14:cNvContentPartPr/>
                <p14:nvPr/>
              </p14:nvContentPartPr>
              <p14:xfrm>
                <a:off x="8760420" y="3502088"/>
                <a:ext cx="81360" cy="129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EA6224C-3461-3567-C194-483526EFEC9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51780" y="3493088"/>
                  <a:ext cx="990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406022A-D75A-6580-F6BD-DA6712B074AA}"/>
              </a:ext>
            </a:extLst>
          </p:cNvPr>
          <p:cNvGrpSpPr/>
          <p:nvPr/>
        </p:nvGrpSpPr>
        <p:grpSpPr>
          <a:xfrm>
            <a:off x="9071100" y="3428648"/>
            <a:ext cx="303480" cy="203040"/>
            <a:chOff x="9071100" y="3428648"/>
            <a:chExt cx="30348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A7DB48A-C1D4-7F4B-2A87-A15F2EF0A77B}"/>
                    </a:ext>
                  </a:extLst>
                </p14:cNvPr>
                <p14:cNvContentPartPr/>
                <p14:nvPr/>
              </p14:nvContentPartPr>
              <p14:xfrm>
                <a:off x="9112500" y="3569048"/>
                <a:ext cx="12600" cy="62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A7DB48A-C1D4-7F4B-2A87-A15F2EF0A77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03860" y="3560408"/>
                  <a:ext cx="30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AD19909-D52F-1C38-B540-63D94894B99C}"/>
                    </a:ext>
                  </a:extLst>
                </p14:cNvPr>
                <p14:cNvContentPartPr/>
                <p14:nvPr/>
              </p14:nvContentPartPr>
              <p14:xfrm>
                <a:off x="9071100" y="3428648"/>
                <a:ext cx="11160" cy="35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AD19909-D52F-1C38-B540-63D94894B99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062100" y="3420008"/>
                  <a:ext cx="28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AACDADC-BA1D-3441-AB1E-72FCDAA5E3AF}"/>
                    </a:ext>
                  </a:extLst>
                </p14:cNvPr>
                <p14:cNvContentPartPr/>
                <p14:nvPr/>
              </p14:nvContentPartPr>
              <p14:xfrm>
                <a:off x="9158220" y="3526928"/>
                <a:ext cx="216360" cy="87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AACDADC-BA1D-3441-AB1E-72FCDAA5E3A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149580" y="3517928"/>
                  <a:ext cx="2340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FB39943-F49E-A14A-3F21-50796E2AF29B}"/>
              </a:ext>
            </a:extLst>
          </p:cNvPr>
          <p:cNvGrpSpPr/>
          <p:nvPr/>
        </p:nvGrpSpPr>
        <p:grpSpPr>
          <a:xfrm>
            <a:off x="9627300" y="3345848"/>
            <a:ext cx="693000" cy="316440"/>
            <a:chOff x="9627300" y="3345848"/>
            <a:chExt cx="69300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FE1218-A543-8CF3-A64E-24C163E20800}"/>
                    </a:ext>
                  </a:extLst>
                </p14:cNvPr>
                <p14:cNvContentPartPr/>
                <p14:nvPr/>
              </p14:nvContentPartPr>
              <p14:xfrm>
                <a:off x="9627300" y="3402728"/>
                <a:ext cx="85680" cy="238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FE1218-A543-8CF3-A64E-24C163E2080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18660" y="3394088"/>
                  <a:ext cx="1033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9787E03-FD24-E58D-B42A-BBEC97E689A0}"/>
                    </a:ext>
                  </a:extLst>
                </p14:cNvPr>
                <p14:cNvContentPartPr/>
                <p14:nvPr/>
              </p14:nvContentPartPr>
              <p14:xfrm>
                <a:off x="9652860" y="3393368"/>
                <a:ext cx="147600" cy="252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9787E03-FD24-E58D-B42A-BBEC97E689A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44220" y="3384368"/>
                  <a:ext cx="165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4781AF6-2483-814B-E004-835A586124A1}"/>
                    </a:ext>
                  </a:extLst>
                </p14:cNvPr>
                <p14:cNvContentPartPr/>
                <p14:nvPr/>
              </p14:nvContentPartPr>
              <p14:xfrm>
                <a:off x="9886140" y="3355208"/>
                <a:ext cx="109800" cy="301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4781AF6-2483-814B-E004-835A586124A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877500" y="3346208"/>
                  <a:ext cx="1274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77BF9DC-E75D-98ED-CA94-1E387019A5C8}"/>
                    </a:ext>
                  </a:extLst>
                </p14:cNvPr>
                <p14:cNvContentPartPr/>
                <p14:nvPr/>
              </p14:nvContentPartPr>
              <p14:xfrm>
                <a:off x="9933660" y="3454208"/>
                <a:ext cx="264960" cy="198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77BF9DC-E75D-98ED-CA94-1E387019A5C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924660" y="3445208"/>
                  <a:ext cx="282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163DD97-B6F7-5F7F-8D78-CF23C2CAC087}"/>
                    </a:ext>
                  </a:extLst>
                </p14:cNvPr>
                <p14:cNvContentPartPr/>
                <p14:nvPr/>
              </p14:nvContentPartPr>
              <p14:xfrm>
                <a:off x="10003860" y="3555728"/>
                <a:ext cx="127800" cy="16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163DD97-B6F7-5F7F-8D78-CF23C2CAC08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994860" y="3546728"/>
                  <a:ext cx="14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D621F7A-DFA9-C71F-D755-D2EC79E39B72}"/>
                    </a:ext>
                  </a:extLst>
                </p14:cNvPr>
                <p14:cNvContentPartPr/>
                <p14:nvPr/>
              </p14:nvContentPartPr>
              <p14:xfrm>
                <a:off x="10125900" y="3345848"/>
                <a:ext cx="194400" cy="316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D621F7A-DFA9-C71F-D755-D2EC79E39B7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116900" y="3336848"/>
                  <a:ext cx="21204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7A9DAE6-005A-C21F-68C7-17B2BD760B06}"/>
              </a:ext>
            </a:extLst>
          </p:cNvPr>
          <p:cNvGrpSpPr/>
          <p:nvPr/>
        </p:nvGrpSpPr>
        <p:grpSpPr>
          <a:xfrm>
            <a:off x="1995300" y="1065248"/>
            <a:ext cx="4199400" cy="1381680"/>
            <a:chOff x="1995300" y="1065248"/>
            <a:chExt cx="4199400" cy="13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CE1D58C-1E42-4C3B-AA19-A48F5FF9473C}"/>
                    </a:ext>
                  </a:extLst>
                </p14:cNvPr>
                <p14:cNvContentPartPr/>
                <p14:nvPr/>
              </p14:nvContentPartPr>
              <p14:xfrm>
                <a:off x="2140740" y="1708208"/>
                <a:ext cx="103320" cy="167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CE1D58C-1E42-4C3B-AA19-A48F5FF9473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132100" y="1699208"/>
                  <a:ext cx="120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D18267F-5CD1-CC62-ABE5-2798DC093E4E}"/>
                    </a:ext>
                  </a:extLst>
                </p14:cNvPr>
                <p14:cNvContentPartPr/>
                <p14:nvPr/>
              </p14:nvContentPartPr>
              <p14:xfrm>
                <a:off x="2281860" y="1854728"/>
                <a:ext cx="104760" cy="63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D18267F-5CD1-CC62-ABE5-2798DC093E4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273220" y="1846088"/>
                  <a:ext cx="122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1465FF2-29E8-2BBE-625F-F48BE1814992}"/>
                    </a:ext>
                  </a:extLst>
                </p14:cNvPr>
                <p14:cNvContentPartPr/>
                <p14:nvPr/>
              </p14:nvContentPartPr>
              <p14:xfrm>
                <a:off x="1995300" y="1625408"/>
                <a:ext cx="500040" cy="386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1465FF2-29E8-2BBE-625F-F48BE181499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986300" y="1616768"/>
                  <a:ext cx="5176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C438E4B-E66D-1552-3D53-0C4A11CE8E1E}"/>
                    </a:ext>
                  </a:extLst>
                </p14:cNvPr>
                <p14:cNvContentPartPr/>
                <p14:nvPr/>
              </p14:nvContentPartPr>
              <p14:xfrm>
                <a:off x="2264940" y="2062448"/>
                <a:ext cx="23400" cy="319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C438E4B-E66D-1552-3D53-0C4A11CE8E1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256300" y="2053448"/>
                  <a:ext cx="410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BF6090F-CF69-3042-C567-92B0357BCA55}"/>
                    </a:ext>
                  </a:extLst>
                </p14:cNvPr>
                <p14:cNvContentPartPr/>
                <p14:nvPr/>
              </p14:nvContentPartPr>
              <p14:xfrm>
                <a:off x="2214540" y="2049128"/>
                <a:ext cx="113040" cy="77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BF6090F-CF69-3042-C567-92B0357BCA5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205540" y="2040128"/>
                  <a:ext cx="130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C9361B9-EA0A-C0D7-C26B-623A037F82D5}"/>
                    </a:ext>
                  </a:extLst>
                </p14:cNvPr>
                <p14:cNvContentPartPr/>
                <p14:nvPr/>
              </p14:nvContentPartPr>
              <p14:xfrm>
                <a:off x="2232540" y="2366648"/>
                <a:ext cx="106920" cy="76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C9361B9-EA0A-C0D7-C26B-623A037F82D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23540" y="2358008"/>
                  <a:ext cx="124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3E11C96-8FC9-E4EF-D3D4-5C9235B5FB07}"/>
                    </a:ext>
                  </a:extLst>
                </p14:cNvPr>
                <p14:cNvContentPartPr/>
                <p14:nvPr/>
              </p14:nvContentPartPr>
              <p14:xfrm>
                <a:off x="5190660" y="1635848"/>
                <a:ext cx="124200" cy="215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3E11C96-8FC9-E4EF-D3D4-5C9235B5FB0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182020" y="1627208"/>
                  <a:ext cx="141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137746-8F2B-9914-8543-12E840EB6FDD}"/>
                    </a:ext>
                  </a:extLst>
                </p14:cNvPr>
                <p14:cNvContentPartPr/>
                <p14:nvPr/>
              </p14:nvContentPartPr>
              <p14:xfrm>
                <a:off x="5345820" y="1853648"/>
                <a:ext cx="145440" cy="95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137746-8F2B-9914-8543-12E840EB6FD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37180" y="1844648"/>
                  <a:ext cx="16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FE42DBC-7DED-FF05-C8CC-033E0CFFBC57}"/>
                    </a:ext>
                  </a:extLst>
                </p14:cNvPr>
                <p14:cNvContentPartPr/>
                <p14:nvPr/>
              </p14:nvContentPartPr>
              <p14:xfrm>
                <a:off x="4986540" y="1537568"/>
                <a:ext cx="619920" cy="494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FE42DBC-7DED-FF05-C8CC-033E0CFFBC5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977540" y="1528568"/>
                  <a:ext cx="637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0CA3E10-F4DD-FEC9-DAAF-27136EA92F8D}"/>
                    </a:ext>
                  </a:extLst>
                </p14:cNvPr>
                <p14:cNvContentPartPr/>
                <p14:nvPr/>
              </p14:nvContentPartPr>
              <p14:xfrm>
                <a:off x="4997700" y="1674728"/>
                <a:ext cx="18360" cy="45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0CA3E10-F4DD-FEC9-DAAF-27136EA92F8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989060" y="1666088"/>
                  <a:ext cx="36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EC2D9AF-7B9B-2792-7E8E-222D8C1A7947}"/>
                    </a:ext>
                  </a:extLst>
                </p14:cNvPr>
                <p14:cNvContentPartPr/>
                <p14:nvPr/>
              </p14:nvContentPartPr>
              <p14:xfrm>
                <a:off x="5345820" y="2092688"/>
                <a:ext cx="26640" cy="354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EC2D9AF-7B9B-2792-7E8E-222D8C1A794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336820" y="2084048"/>
                  <a:ext cx="44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4FB00C-163F-1DCB-B934-990019F187BF}"/>
                    </a:ext>
                  </a:extLst>
                </p14:cNvPr>
                <p14:cNvContentPartPr/>
                <p14:nvPr/>
              </p14:nvContentPartPr>
              <p14:xfrm>
                <a:off x="5314860" y="2042648"/>
                <a:ext cx="97560" cy="77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4FB00C-163F-1DCB-B934-990019F187B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305860" y="2033648"/>
                  <a:ext cx="1152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11109B-F09E-C847-53EA-50E81EDBBF92}"/>
                    </a:ext>
                  </a:extLst>
                </p14:cNvPr>
                <p14:cNvContentPartPr/>
                <p14:nvPr/>
              </p14:nvContentPartPr>
              <p14:xfrm>
                <a:off x="5318820" y="2350448"/>
                <a:ext cx="84600" cy="79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11109B-F09E-C847-53EA-50E81EDBBF9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309820" y="2341448"/>
                  <a:ext cx="102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CEBB05-43CB-52A6-F327-5ED0B259C54F}"/>
                    </a:ext>
                  </a:extLst>
                </p14:cNvPr>
                <p14:cNvContentPartPr/>
                <p14:nvPr/>
              </p14:nvContentPartPr>
              <p14:xfrm>
                <a:off x="5238540" y="1096568"/>
                <a:ext cx="13680" cy="128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CEBB05-43CB-52A6-F327-5ED0B259C54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229900" y="1087928"/>
                  <a:ext cx="31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589AFC0-6693-C3E3-30B8-9E4C26DAB93F}"/>
                    </a:ext>
                  </a:extLst>
                </p14:cNvPr>
                <p14:cNvContentPartPr/>
                <p14:nvPr/>
              </p14:nvContentPartPr>
              <p14:xfrm>
                <a:off x="5179500" y="1184408"/>
                <a:ext cx="125280" cy="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589AFC0-6693-C3E3-30B8-9E4C26DAB93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170500" y="1175408"/>
                  <a:ext cx="142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C9DCF34-6B1E-A582-B1EC-7BC90203F242}"/>
                    </a:ext>
                  </a:extLst>
                </p14:cNvPr>
                <p14:cNvContentPartPr/>
                <p14:nvPr/>
              </p14:nvContentPartPr>
              <p14:xfrm>
                <a:off x="5091300" y="1065248"/>
                <a:ext cx="312840" cy="239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C9DCF34-6B1E-A582-B1EC-7BC90203F24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082300" y="1056608"/>
                  <a:ext cx="330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5895BC1-E86A-6DD0-B987-B637E0998981}"/>
                    </a:ext>
                  </a:extLst>
                </p14:cNvPr>
                <p14:cNvContentPartPr/>
                <p14:nvPr/>
              </p14:nvContentPartPr>
              <p14:xfrm>
                <a:off x="5272020" y="1391768"/>
                <a:ext cx="15120" cy="145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5895BC1-E86A-6DD0-B987-B637E099898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263380" y="1382768"/>
                  <a:ext cx="32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0AD6051-806B-F1D6-3176-93CD806A16F5}"/>
                    </a:ext>
                  </a:extLst>
                </p14:cNvPr>
                <p14:cNvContentPartPr/>
                <p14:nvPr/>
              </p14:nvContentPartPr>
              <p14:xfrm>
                <a:off x="5232780" y="1355768"/>
                <a:ext cx="103320" cy="50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0AD6051-806B-F1D6-3176-93CD806A16F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23780" y="1347128"/>
                  <a:ext cx="120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7791C09-9A25-ED3C-59FE-7C97B332FCAA}"/>
                    </a:ext>
                  </a:extLst>
                </p14:cNvPr>
                <p14:cNvContentPartPr/>
                <p14:nvPr/>
              </p14:nvContentPartPr>
              <p14:xfrm>
                <a:off x="3544740" y="1648088"/>
                <a:ext cx="150120" cy="223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7791C09-9A25-ED3C-59FE-7C97B332FCA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536100" y="1639088"/>
                  <a:ext cx="167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15BB6E5-9F16-DCEE-451B-A82D0ABEDE91}"/>
                    </a:ext>
                  </a:extLst>
                </p14:cNvPr>
                <p14:cNvContentPartPr/>
                <p14:nvPr/>
              </p14:nvContentPartPr>
              <p14:xfrm>
                <a:off x="3777300" y="1854728"/>
                <a:ext cx="15840" cy="72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15BB6E5-9F16-DCEE-451B-A82D0ABEDE9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768660" y="1845728"/>
                  <a:ext cx="33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E8178AA-00C6-5088-6EF2-B18E42B98B9F}"/>
                    </a:ext>
                  </a:extLst>
                </p14:cNvPr>
                <p14:cNvContentPartPr/>
                <p14:nvPr/>
              </p14:nvContentPartPr>
              <p14:xfrm>
                <a:off x="3391380" y="1569968"/>
                <a:ext cx="563760" cy="446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E8178AA-00C6-5088-6EF2-B18E42B98B9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382380" y="1560968"/>
                  <a:ext cx="581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827AD65-4889-987C-A48C-9BE7CEEA5F26}"/>
                    </a:ext>
                  </a:extLst>
                </p14:cNvPr>
                <p14:cNvContentPartPr/>
                <p14:nvPr/>
              </p14:nvContentPartPr>
              <p14:xfrm>
                <a:off x="3636540" y="2039408"/>
                <a:ext cx="21600" cy="361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827AD65-4889-987C-A48C-9BE7CEEA5F2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627900" y="2030768"/>
                  <a:ext cx="392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DEE1AD2-A26E-50E0-6C82-2A9C03A17CD9}"/>
                    </a:ext>
                  </a:extLst>
                </p14:cNvPr>
                <p14:cNvContentPartPr/>
                <p14:nvPr/>
              </p14:nvContentPartPr>
              <p14:xfrm>
                <a:off x="3591180" y="2063888"/>
                <a:ext cx="132480" cy="69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DEE1AD2-A26E-50E0-6C82-2A9C03A17CD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82180" y="2055248"/>
                  <a:ext cx="150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E7AFD38-0464-1B10-90D7-A4AFCD8F27A8}"/>
                    </a:ext>
                  </a:extLst>
                </p14:cNvPr>
                <p14:cNvContentPartPr/>
                <p14:nvPr/>
              </p14:nvContentPartPr>
              <p14:xfrm>
                <a:off x="3584340" y="1171448"/>
                <a:ext cx="25560" cy="137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E7AFD38-0464-1B10-90D7-A4AFCD8F27A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575340" y="1162448"/>
                  <a:ext cx="4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AB3B69C-C189-3236-ACAE-89E114BD8E52}"/>
                    </a:ext>
                  </a:extLst>
                </p14:cNvPr>
                <p14:cNvContentPartPr/>
                <p14:nvPr/>
              </p14:nvContentPartPr>
              <p14:xfrm>
                <a:off x="3487860" y="1251728"/>
                <a:ext cx="190800" cy="6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AB3B69C-C189-3236-ACAE-89E114BD8E5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79220" y="1243088"/>
                  <a:ext cx="20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5F6810-1B58-D367-C50C-7FB23791C7BE}"/>
                    </a:ext>
                  </a:extLst>
                </p14:cNvPr>
                <p14:cNvContentPartPr/>
                <p14:nvPr/>
              </p14:nvContentPartPr>
              <p14:xfrm>
                <a:off x="3387420" y="1100168"/>
                <a:ext cx="338400" cy="250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5F6810-1B58-D367-C50C-7FB23791C7B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378420" y="1091168"/>
                  <a:ext cx="356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A8AED22-C264-FB5B-D512-C5F9FA6A100E}"/>
                    </a:ext>
                  </a:extLst>
                </p14:cNvPr>
                <p14:cNvContentPartPr/>
                <p14:nvPr/>
              </p14:nvContentPartPr>
              <p14:xfrm>
                <a:off x="3624300" y="1411928"/>
                <a:ext cx="7560" cy="174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A8AED22-C264-FB5B-D512-C5F9FA6A100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615300" y="1403288"/>
                  <a:ext cx="25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02B5A68-3E6B-4638-9499-3B21C2C74E11}"/>
                    </a:ext>
                  </a:extLst>
                </p14:cNvPr>
                <p14:cNvContentPartPr/>
                <p14:nvPr/>
              </p14:nvContentPartPr>
              <p14:xfrm>
                <a:off x="3564540" y="1387808"/>
                <a:ext cx="144000" cy="47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02B5A68-3E6B-4638-9499-3B21C2C74E1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555900" y="1379168"/>
                  <a:ext cx="161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19C9BA9-A850-9537-9633-9A6940115D8D}"/>
                    </a:ext>
                  </a:extLst>
                </p14:cNvPr>
                <p14:cNvContentPartPr/>
                <p14:nvPr/>
              </p14:nvContentPartPr>
              <p14:xfrm>
                <a:off x="2307420" y="1235888"/>
                <a:ext cx="1078920" cy="52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19C9BA9-A850-9537-9633-9A6940115D8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298780" y="1227248"/>
                  <a:ext cx="1096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092EF15-26B8-70E6-3B3B-710D8479CBAC}"/>
                    </a:ext>
                  </a:extLst>
                </p14:cNvPr>
                <p14:cNvContentPartPr/>
                <p14:nvPr/>
              </p14:nvContentPartPr>
              <p14:xfrm>
                <a:off x="2247300" y="1298888"/>
                <a:ext cx="43920" cy="309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092EF15-26B8-70E6-3B3B-710D8479CBA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238660" y="1290248"/>
                  <a:ext cx="615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4DA328B-3609-94A7-FEAA-E0D29913585F}"/>
                    </a:ext>
                  </a:extLst>
                </p14:cNvPr>
                <p14:cNvContentPartPr/>
                <p14:nvPr/>
              </p14:nvContentPartPr>
              <p14:xfrm>
                <a:off x="3142260" y="1181168"/>
                <a:ext cx="203760" cy="140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4DA328B-3609-94A7-FEAA-E0D29913585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3260" y="1172168"/>
                  <a:ext cx="2214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E9EC82D-3F44-2F80-1C59-63654791CF7B}"/>
                    </a:ext>
                  </a:extLst>
                </p14:cNvPr>
                <p14:cNvContentPartPr/>
                <p14:nvPr/>
              </p14:nvContentPartPr>
              <p14:xfrm>
                <a:off x="3748860" y="1136528"/>
                <a:ext cx="1332720" cy="91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E9EC82D-3F44-2F80-1C59-63654791CF7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740220" y="1127888"/>
                  <a:ext cx="1350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1E98D4E-B15D-5E6C-B580-7522874F09FC}"/>
                    </a:ext>
                  </a:extLst>
                </p14:cNvPr>
                <p14:cNvContentPartPr/>
                <p14:nvPr/>
              </p14:nvContentPartPr>
              <p14:xfrm>
                <a:off x="5414940" y="1137968"/>
                <a:ext cx="779760" cy="70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1E98D4E-B15D-5E6C-B580-7522874F09F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406300" y="1128968"/>
                  <a:ext cx="7974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D09472B-D6ED-0F87-79E6-BCA0B25B3590}"/>
              </a:ext>
            </a:extLst>
          </p:cNvPr>
          <p:cNvGrpSpPr/>
          <p:nvPr/>
        </p:nvGrpSpPr>
        <p:grpSpPr>
          <a:xfrm>
            <a:off x="6624180" y="1110968"/>
            <a:ext cx="838080" cy="347040"/>
            <a:chOff x="6624180" y="1110968"/>
            <a:chExt cx="83808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B7D7D2-3A97-8108-F333-621E65067901}"/>
                    </a:ext>
                  </a:extLst>
                </p14:cNvPr>
                <p14:cNvContentPartPr/>
                <p14:nvPr/>
              </p14:nvContentPartPr>
              <p14:xfrm>
                <a:off x="6624180" y="1163528"/>
                <a:ext cx="191880" cy="102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B7D7D2-3A97-8108-F333-621E6506790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15180" y="1154888"/>
                  <a:ext cx="20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990F331-1DE1-1CAE-0EDC-8893615C2E82}"/>
                    </a:ext>
                  </a:extLst>
                </p14:cNvPr>
                <p14:cNvContentPartPr/>
                <p14:nvPr/>
              </p14:nvContentPartPr>
              <p14:xfrm>
                <a:off x="6774660" y="1160288"/>
                <a:ext cx="114480" cy="266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990F331-1DE1-1CAE-0EDC-8893615C2E8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765660" y="1151648"/>
                  <a:ext cx="132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B50FDDC-FAF6-85C4-667A-47D26445EB41}"/>
                    </a:ext>
                  </a:extLst>
                </p14:cNvPr>
                <p14:cNvContentPartPr/>
                <p14:nvPr/>
              </p14:nvContentPartPr>
              <p14:xfrm>
                <a:off x="6993180" y="1110968"/>
                <a:ext cx="114120" cy="344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B50FDDC-FAF6-85C4-667A-47D26445EB4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984540" y="1101968"/>
                  <a:ext cx="131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0F75E2-E39D-B160-2965-117555BE0E78}"/>
                    </a:ext>
                  </a:extLst>
                </p14:cNvPr>
                <p14:cNvContentPartPr/>
                <p14:nvPr/>
              </p14:nvContentPartPr>
              <p14:xfrm>
                <a:off x="7107300" y="1247048"/>
                <a:ext cx="197640" cy="167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0F75E2-E39D-B160-2965-117555BE0E7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098300" y="1238408"/>
                  <a:ext cx="215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A2514BF-5F57-4D53-2D7A-71852808C48B}"/>
                    </a:ext>
                  </a:extLst>
                </p14:cNvPr>
                <p14:cNvContentPartPr/>
                <p14:nvPr/>
              </p14:nvContentPartPr>
              <p14:xfrm>
                <a:off x="7155180" y="1340288"/>
                <a:ext cx="92520" cy="16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A2514BF-5F57-4D53-2D7A-71852808C48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46540" y="1331288"/>
                  <a:ext cx="110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15EC68C-14FF-05D8-1E7E-B147D0412F5D}"/>
                    </a:ext>
                  </a:extLst>
                </p14:cNvPr>
                <p14:cNvContentPartPr/>
                <p14:nvPr/>
              </p14:nvContentPartPr>
              <p14:xfrm>
                <a:off x="7252740" y="1122128"/>
                <a:ext cx="209520" cy="335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15EC68C-14FF-05D8-1E7E-B147D0412F5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243740" y="1113128"/>
                  <a:ext cx="227160" cy="35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4C0E9CCB-9499-E5B5-C2B2-DA74ECBCAFF6}"/>
              </a:ext>
            </a:extLst>
          </p:cNvPr>
          <p:cNvGrpSpPr/>
          <p:nvPr/>
        </p:nvGrpSpPr>
        <p:grpSpPr>
          <a:xfrm>
            <a:off x="2303460" y="2625488"/>
            <a:ext cx="673920" cy="692280"/>
            <a:chOff x="2303460" y="2625488"/>
            <a:chExt cx="673920" cy="69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BE42859-4952-3739-CBA0-10AD40FF7016}"/>
                    </a:ext>
                  </a:extLst>
                </p14:cNvPr>
                <p14:cNvContentPartPr/>
                <p14:nvPr/>
              </p14:nvContentPartPr>
              <p14:xfrm>
                <a:off x="2314620" y="2655368"/>
                <a:ext cx="120960" cy="276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BE42859-4952-3739-CBA0-10AD40FF701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305620" y="2646728"/>
                  <a:ext cx="138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F5DA28D-AB04-BFC0-04DD-0ED32A9F161F}"/>
                    </a:ext>
                  </a:extLst>
                </p14:cNvPr>
                <p14:cNvContentPartPr/>
                <p14:nvPr/>
              </p14:nvContentPartPr>
              <p14:xfrm>
                <a:off x="2303460" y="2625488"/>
                <a:ext cx="94320" cy="91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F5DA28D-AB04-BFC0-04DD-0ED32A9F161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294820" y="2616848"/>
                  <a:ext cx="111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130B0B-4A8D-021A-7497-46CDE4AC7289}"/>
                    </a:ext>
                  </a:extLst>
                </p14:cNvPr>
                <p14:cNvContentPartPr/>
                <p14:nvPr/>
              </p14:nvContentPartPr>
              <p14:xfrm>
                <a:off x="2339100" y="3079808"/>
                <a:ext cx="238680" cy="174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130B0B-4A8D-021A-7497-46CDE4AC728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330100" y="3070808"/>
                  <a:ext cx="256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EFAE2E-C66A-F468-A93C-8E8CC56C6DFD}"/>
                    </a:ext>
                  </a:extLst>
                </p14:cNvPr>
                <p14:cNvContentPartPr/>
                <p14:nvPr/>
              </p14:nvContentPartPr>
              <p14:xfrm>
                <a:off x="2611980" y="2998088"/>
                <a:ext cx="92160" cy="249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EFAE2E-C66A-F468-A93C-8E8CC56C6DF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603340" y="2989448"/>
                  <a:ext cx="1098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731D36C-C5E6-DE96-2E24-F73830162B2F}"/>
                    </a:ext>
                  </a:extLst>
                </p14:cNvPr>
                <p14:cNvContentPartPr/>
                <p14:nvPr/>
              </p14:nvContentPartPr>
              <p14:xfrm>
                <a:off x="2706660" y="3110048"/>
                <a:ext cx="155880" cy="151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731D36C-C5E6-DE96-2E24-F73830162B2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697660" y="3101408"/>
                  <a:ext cx="173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FA894B7-ED8E-BC05-D1D8-2E5AC43A99AE}"/>
                    </a:ext>
                  </a:extLst>
                </p14:cNvPr>
                <p14:cNvContentPartPr/>
                <p14:nvPr/>
              </p14:nvContentPartPr>
              <p14:xfrm>
                <a:off x="2707740" y="3195008"/>
                <a:ext cx="87480" cy="2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FA894B7-ED8E-BC05-D1D8-2E5AC43A99A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698740" y="3186368"/>
                  <a:ext cx="105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B4DF571-8560-F5FB-EA42-7E63EE1ECA0B}"/>
                    </a:ext>
                  </a:extLst>
                </p14:cNvPr>
                <p14:cNvContentPartPr/>
                <p14:nvPr/>
              </p14:nvContentPartPr>
              <p14:xfrm>
                <a:off x="2784420" y="3018248"/>
                <a:ext cx="192960" cy="299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B4DF571-8560-F5FB-EA42-7E63EE1ECA0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775780" y="3009608"/>
                  <a:ext cx="21060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0075AD5-F5DC-401B-8CDC-2F48E0DEE789}"/>
              </a:ext>
            </a:extLst>
          </p:cNvPr>
          <p:cNvGrpSpPr/>
          <p:nvPr/>
        </p:nvGrpSpPr>
        <p:grpSpPr>
          <a:xfrm>
            <a:off x="3775500" y="2556728"/>
            <a:ext cx="1208880" cy="682200"/>
            <a:chOff x="3775500" y="2556728"/>
            <a:chExt cx="1208880" cy="6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3A7C589-3281-5F8F-0ACA-A33EDC22D398}"/>
                    </a:ext>
                  </a:extLst>
                </p14:cNvPr>
                <p14:cNvContentPartPr/>
                <p14:nvPr/>
              </p14:nvContentPartPr>
              <p14:xfrm>
                <a:off x="3792420" y="2557808"/>
                <a:ext cx="281520" cy="3391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3A7C589-3281-5F8F-0ACA-A33EDC22D39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783420" y="2548808"/>
                  <a:ext cx="299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28E5424-4DEB-2090-4601-3151C8260AFC}"/>
                    </a:ext>
                  </a:extLst>
                </p14:cNvPr>
                <p14:cNvContentPartPr/>
                <p14:nvPr/>
              </p14:nvContentPartPr>
              <p14:xfrm>
                <a:off x="3775500" y="2556728"/>
                <a:ext cx="122040" cy="68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28E5424-4DEB-2090-4601-3151C8260AF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766500" y="2548088"/>
                  <a:ext cx="139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FB512DC-8E70-7027-9585-6BBA360D33FC}"/>
                    </a:ext>
                  </a:extLst>
                </p14:cNvPr>
                <p14:cNvContentPartPr/>
                <p14:nvPr/>
              </p14:nvContentPartPr>
              <p14:xfrm>
                <a:off x="4109580" y="3038048"/>
                <a:ext cx="126360" cy="173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FB512DC-8E70-7027-9585-6BBA360D33F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100580" y="3029048"/>
                  <a:ext cx="144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4DC4C7A-165E-B7DF-E06B-948AB6CCFD94}"/>
                    </a:ext>
                  </a:extLst>
                </p14:cNvPr>
                <p14:cNvContentPartPr/>
                <p14:nvPr/>
              </p14:nvContentPartPr>
              <p14:xfrm>
                <a:off x="4161420" y="3147128"/>
                <a:ext cx="83520" cy="4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4DC4C7A-165E-B7DF-E06B-948AB6CCFD9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152420" y="3138128"/>
                  <a:ext cx="101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6F2E249-23F8-C666-DBE2-25990627F486}"/>
                    </a:ext>
                  </a:extLst>
                </p14:cNvPr>
                <p14:cNvContentPartPr/>
                <p14:nvPr/>
              </p14:nvContentPartPr>
              <p14:xfrm>
                <a:off x="4212180" y="3003848"/>
                <a:ext cx="84600" cy="43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6F2E249-23F8-C666-DBE2-25990627F48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203540" y="299520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00C9601-F39B-FD96-3EB0-21D7012C97F8}"/>
                    </a:ext>
                  </a:extLst>
                </p14:cNvPr>
                <p14:cNvContentPartPr/>
                <p14:nvPr/>
              </p14:nvContentPartPr>
              <p14:xfrm>
                <a:off x="4343220" y="2930048"/>
                <a:ext cx="49320" cy="93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00C9601-F39B-FD96-3EB0-21D7012C97F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334220" y="2921408"/>
                  <a:ext cx="669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A52528B-96FD-C2A6-7099-E01EBC787835}"/>
                    </a:ext>
                  </a:extLst>
                </p14:cNvPr>
                <p14:cNvContentPartPr/>
                <p14:nvPr/>
              </p14:nvContentPartPr>
              <p14:xfrm>
                <a:off x="4459860" y="2993768"/>
                <a:ext cx="206640" cy="214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A52528B-96FD-C2A6-7099-E01EBC78783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450860" y="2984768"/>
                  <a:ext cx="224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2B0C6A1-DCFA-1C42-DD97-CD2EC7B0FCB9}"/>
                    </a:ext>
                  </a:extLst>
                </p14:cNvPr>
                <p14:cNvContentPartPr/>
                <p14:nvPr/>
              </p14:nvContentPartPr>
              <p14:xfrm>
                <a:off x="4694580" y="2950928"/>
                <a:ext cx="95040" cy="260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2B0C6A1-DCFA-1C42-DD97-CD2EC7B0FCB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685940" y="2941928"/>
                  <a:ext cx="112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144DE26-D20B-4E1F-6F47-478AE5D0B558}"/>
                    </a:ext>
                  </a:extLst>
                </p14:cNvPr>
                <p14:cNvContentPartPr/>
                <p14:nvPr/>
              </p14:nvContentPartPr>
              <p14:xfrm>
                <a:off x="4769100" y="3044528"/>
                <a:ext cx="109080" cy="167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144DE26-D20B-4E1F-6F47-478AE5D0B55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760460" y="3035528"/>
                  <a:ext cx="126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187965B-1745-4528-6B66-CCC115A7E629}"/>
                    </a:ext>
                  </a:extLst>
                </p14:cNvPr>
                <p14:cNvContentPartPr/>
                <p14:nvPr/>
              </p14:nvContentPartPr>
              <p14:xfrm>
                <a:off x="4785660" y="3127328"/>
                <a:ext cx="98280" cy="11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187965B-1745-4528-6B66-CCC115A7E62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777020" y="3118688"/>
                  <a:ext cx="115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1FB7B99-B59C-6708-DC24-F8ED3C79986C}"/>
                    </a:ext>
                  </a:extLst>
                </p14:cNvPr>
                <p14:cNvContentPartPr/>
                <p14:nvPr/>
              </p14:nvContentPartPr>
              <p14:xfrm>
                <a:off x="4873140" y="2992328"/>
                <a:ext cx="111240" cy="246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1FB7B99-B59C-6708-DC24-F8ED3C79986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864500" y="2983688"/>
                  <a:ext cx="1288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DBE8F8B9-0707-052F-2DA2-03382B55C8D5}"/>
              </a:ext>
            </a:extLst>
          </p:cNvPr>
          <p:cNvGrpSpPr/>
          <p:nvPr/>
        </p:nvGrpSpPr>
        <p:grpSpPr>
          <a:xfrm>
            <a:off x="5475780" y="2306528"/>
            <a:ext cx="1772640" cy="344160"/>
            <a:chOff x="5475780" y="2306528"/>
            <a:chExt cx="177264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054919F-2979-39FD-14B7-3911205BC850}"/>
                    </a:ext>
                  </a:extLst>
                </p14:cNvPr>
                <p14:cNvContentPartPr/>
                <p14:nvPr/>
              </p14:nvContentPartPr>
              <p14:xfrm>
                <a:off x="5475780" y="2431448"/>
                <a:ext cx="428400" cy="1299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054919F-2979-39FD-14B7-3911205BC85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466780" y="2422448"/>
                  <a:ext cx="446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ADAD444-4857-D59B-DD85-B7FC4DF86489}"/>
                    </a:ext>
                  </a:extLst>
                </p14:cNvPr>
                <p14:cNvContentPartPr/>
                <p14:nvPr/>
              </p14:nvContentPartPr>
              <p14:xfrm>
                <a:off x="6080940" y="2496968"/>
                <a:ext cx="156600" cy="1537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ADAD444-4857-D59B-DD85-B7FC4DF8648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071940" y="2488328"/>
                  <a:ext cx="174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194F641-B065-C82A-6050-44664B1D1CE0}"/>
                    </a:ext>
                  </a:extLst>
                </p14:cNvPr>
                <p14:cNvContentPartPr/>
                <p14:nvPr/>
              </p14:nvContentPartPr>
              <p14:xfrm>
                <a:off x="6124860" y="2583008"/>
                <a:ext cx="68400" cy="4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194F641-B065-C82A-6050-44664B1D1CE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116220" y="2574368"/>
                  <a:ext cx="86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D579406-D596-2458-B59F-3701D3AF679A}"/>
                    </a:ext>
                  </a:extLst>
                </p14:cNvPr>
                <p14:cNvContentPartPr/>
                <p14:nvPr/>
              </p14:nvContentPartPr>
              <p14:xfrm>
                <a:off x="6183180" y="2436128"/>
                <a:ext cx="114120" cy="57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D579406-D596-2458-B59F-3701D3AF679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174180" y="242748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06A09E9-C468-C0F0-255D-942FF3ADA9CF}"/>
                    </a:ext>
                  </a:extLst>
                </p14:cNvPr>
                <p14:cNvContentPartPr/>
                <p14:nvPr/>
              </p14:nvContentPartPr>
              <p14:xfrm>
                <a:off x="6332940" y="2358008"/>
                <a:ext cx="114480" cy="111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06A09E9-C468-C0F0-255D-942FF3ADA9C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324300" y="2349008"/>
                  <a:ext cx="132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140AF62-839D-231E-6E2D-8A5578A948E1}"/>
                    </a:ext>
                  </a:extLst>
                </p14:cNvPr>
                <p14:cNvContentPartPr/>
                <p14:nvPr/>
              </p14:nvContentPartPr>
              <p14:xfrm>
                <a:off x="6535620" y="2423888"/>
                <a:ext cx="267480" cy="191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140AF62-839D-231E-6E2D-8A5578A948E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526620" y="2415248"/>
                  <a:ext cx="285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0010651-C0CF-7742-F47D-B6A8C0291E76}"/>
                    </a:ext>
                  </a:extLst>
                </p14:cNvPr>
                <p14:cNvContentPartPr/>
                <p14:nvPr/>
              </p14:nvContentPartPr>
              <p14:xfrm>
                <a:off x="6842340" y="2341808"/>
                <a:ext cx="95040" cy="254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0010651-C0CF-7742-F47D-B6A8C0291E7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833340" y="2333168"/>
                  <a:ext cx="112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8267F47-45DC-CA00-0626-8B92A2EABFD8}"/>
                    </a:ext>
                  </a:extLst>
                </p14:cNvPr>
                <p14:cNvContentPartPr/>
                <p14:nvPr/>
              </p14:nvContentPartPr>
              <p14:xfrm>
                <a:off x="6946020" y="2433608"/>
                <a:ext cx="127440" cy="163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8267F47-45DC-CA00-0626-8B92A2EABFD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937380" y="2424608"/>
                  <a:ext cx="145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426276B-C5F3-4528-8A58-857B3B127E8A}"/>
                    </a:ext>
                  </a:extLst>
                </p14:cNvPr>
                <p14:cNvContentPartPr/>
                <p14:nvPr/>
              </p14:nvContentPartPr>
              <p14:xfrm>
                <a:off x="6957900" y="2498768"/>
                <a:ext cx="92520" cy="27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426276B-C5F3-4528-8A58-857B3B127E8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949260" y="2490128"/>
                  <a:ext cx="110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594F0FD-6CB1-A2D4-B648-DA8E79AC0EAB}"/>
                    </a:ext>
                  </a:extLst>
                </p14:cNvPr>
                <p14:cNvContentPartPr/>
                <p14:nvPr/>
              </p14:nvContentPartPr>
              <p14:xfrm>
                <a:off x="7034580" y="2306528"/>
                <a:ext cx="213840" cy="3150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594F0FD-6CB1-A2D4-B648-DA8E79AC0EA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025580" y="2297888"/>
                  <a:ext cx="23148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4179448-FDC3-71DA-18FB-9BD697A31DA3}"/>
              </a:ext>
            </a:extLst>
          </p:cNvPr>
          <p:cNvGrpSpPr/>
          <p:nvPr/>
        </p:nvGrpSpPr>
        <p:grpSpPr>
          <a:xfrm>
            <a:off x="669060" y="4324688"/>
            <a:ext cx="781920" cy="317160"/>
            <a:chOff x="669060" y="4324688"/>
            <a:chExt cx="78192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D96FAAB-10D7-FED0-7551-36A0AF792C16}"/>
                    </a:ext>
                  </a:extLst>
                </p14:cNvPr>
                <p14:cNvContentPartPr/>
                <p14:nvPr/>
              </p14:nvContentPartPr>
              <p14:xfrm>
                <a:off x="669060" y="4358888"/>
                <a:ext cx="283320" cy="234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D96FAAB-10D7-FED0-7551-36A0AF792C1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60060" y="4349888"/>
                  <a:ext cx="300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E6E5E01-E8DA-EC54-AED6-20DFBBFCB984}"/>
                    </a:ext>
                  </a:extLst>
                </p14:cNvPr>
                <p14:cNvContentPartPr/>
                <p14:nvPr/>
              </p14:nvContentPartPr>
              <p14:xfrm>
                <a:off x="1033380" y="4324688"/>
                <a:ext cx="108720" cy="299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E6E5E01-E8DA-EC54-AED6-20DFBBFCB98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24740" y="4316048"/>
                  <a:ext cx="126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EDFCE17-ECB7-AC24-3E9F-990F1C9D0891}"/>
                    </a:ext>
                  </a:extLst>
                </p14:cNvPr>
                <p14:cNvContentPartPr/>
                <p14:nvPr/>
              </p14:nvContentPartPr>
              <p14:xfrm>
                <a:off x="1132380" y="4437368"/>
                <a:ext cx="172440" cy="155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EDFCE17-ECB7-AC24-3E9F-990F1C9D089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23740" y="4428368"/>
                  <a:ext cx="190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58CC72E-FC27-8B33-BF8E-12705B753C01}"/>
                    </a:ext>
                  </a:extLst>
                </p14:cNvPr>
                <p14:cNvContentPartPr/>
                <p14:nvPr/>
              </p14:nvContentPartPr>
              <p14:xfrm>
                <a:off x="1174500" y="4529168"/>
                <a:ext cx="119160" cy="11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58CC72E-FC27-8B33-BF8E-12705B753C0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65860" y="4520168"/>
                  <a:ext cx="136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55C3DDC-BA4E-1E90-1FCC-A0AD1C3A4617}"/>
                    </a:ext>
                  </a:extLst>
                </p14:cNvPr>
                <p14:cNvContentPartPr/>
                <p14:nvPr/>
              </p14:nvContentPartPr>
              <p14:xfrm>
                <a:off x="1251900" y="4338008"/>
                <a:ext cx="199080" cy="3038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55C3DDC-BA4E-1E90-1FCC-A0AD1C3A461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243260" y="4329368"/>
                  <a:ext cx="21672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8596C41-F9B9-059E-DC1D-232F95E6D922}"/>
              </a:ext>
            </a:extLst>
          </p:cNvPr>
          <p:cNvGrpSpPr/>
          <p:nvPr/>
        </p:nvGrpSpPr>
        <p:grpSpPr>
          <a:xfrm>
            <a:off x="1730340" y="4318568"/>
            <a:ext cx="1467720" cy="333720"/>
            <a:chOff x="1730340" y="4318568"/>
            <a:chExt cx="146772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70E1DDE-BC01-8606-E281-3271C088D74C}"/>
                    </a:ext>
                  </a:extLst>
                </p14:cNvPr>
                <p14:cNvContentPartPr/>
                <p14:nvPr/>
              </p14:nvContentPartPr>
              <p14:xfrm>
                <a:off x="1730700" y="4529528"/>
                <a:ext cx="160920" cy="219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70E1DDE-BC01-8606-E281-3271C088D74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721700" y="4520888"/>
                  <a:ext cx="178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71890AF-BF8D-8591-636F-6412245DCE58}"/>
                    </a:ext>
                  </a:extLst>
                </p14:cNvPr>
                <p14:cNvContentPartPr/>
                <p14:nvPr/>
              </p14:nvContentPartPr>
              <p14:xfrm>
                <a:off x="1730340" y="4462208"/>
                <a:ext cx="114120" cy="165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71890AF-BF8D-8591-636F-6412245DCE5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721700" y="4453208"/>
                  <a:ext cx="131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D8CD7F9-00DE-71C4-F5D2-7B1F96CF145E}"/>
                    </a:ext>
                  </a:extLst>
                </p14:cNvPr>
                <p14:cNvContentPartPr/>
                <p14:nvPr/>
              </p14:nvContentPartPr>
              <p14:xfrm>
                <a:off x="2019780" y="4355288"/>
                <a:ext cx="250200" cy="216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D8CD7F9-00DE-71C4-F5D2-7B1F96CF145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010780" y="4346648"/>
                  <a:ext cx="267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7411C40-117F-AA04-B85A-41498D9F1418}"/>
                    </a:ext>
                  </a:extLst>
                </p14:cNvPr>
                <p14:cNvContentPartPr/>
                <p14:nvPr/>
              </p14:nvContentPartPr>
              <p14:xfrm>
                <a:off x="2131020" y="4384088"/>
                <a:ext cx="72000" cy="208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7411C40-117F-AA04-B85A-41498D9F141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122020" y="4375448"/>
                  <a:ext cx="8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6A8C19B-7B9D-269D-1E92-842B50180DCD}"/>
                    </a:ext>
                  </a:extLst>
                </p14:cNvPr>
                <p14:cNvContentPartPr/>
                <p14:nvPr/>
              </p14:nvContentPartPr>
              <p14:xfrm>
                <a:off x="2374020" y="4318568"/>
                <a:ext cx="128880" cy="3164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6A8C19B-7B9D-269D-1E92-842B50180DC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365380" y="4309568"/>
                  <a:ext cx="1465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1B24A0A-F170-427C-1CD1-2F262C82BDAD}"/>
                    </a:ext>
                  </a:extLst>
                </p14:cNvPr>
                <p14:cNvContentPartPr/>
                <p14:nvPr/>
              </p14:nvContentPartPr>
              <p14:xfrm>
                <a:off x="2498940" y="4429088"/>
                <a:ext cx="170640" cy="185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1B24A0A-F170-427C-1CD1-2F262C82BDA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489940" y="4420448"/>
                  <a:ext cx="188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785ADED-0B92-52A4-ECDE-E5037EC6B75A}"/>
                    </a:ext>
                  </a:extLst>
                </p14:cNvPr>
                <p14:cNvContentPartPr/>
                <p14:nvPr/>
              </p14:nvContentPartPr>
              <p14:xfrm>
                <a:off x="2484180" y="4529888"/>
                <a:ext cx="170640" cy="129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785ADED-0B92-52A4-ECDE-E5037EC6B75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475540" y="4521248"/>
                  <a:ext cx="188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842FF97-A545-5D91-FE39-FB132C7C1E01}"/>
                    </a:ext>
                  </a:extLst>
                </p14:cNvPr>
                <p14:cNvContentPartPr/>
                <p14:nvPr/>
              </p14:nvContentPartPr>
              <p14:xfrm>
                <a:off x="2628900" y="4336208"/>
                <a:ext cx="234720" cy="3160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842FF97-A545-5D91-FE39-FB132C7C1E0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619900" y="4327568"/>
                  <a:ext cx="2523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44D7698-53F6-05F2-2D54-2D0E32FEE047}"/>
                    </a:ext>
                  </a:extLst>
                </p14:cNvPr>
                <p14:cNvContentPartPr/>
                <p14:nvPr/>
              </p14:nvContentPartPr>
              <p14:xfrm>
                <a:off x="3090780" y="4482368"/>
                <a:ext cx="107280" cy="122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44D7698-53F6-05F2-2D54-2D0E32FEE04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081780" y="4473728"/>
                  <a:ext cx="12492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EB0F7F26-C591-F761-769D-DE6C90C67CCE}"/>
                  </a:ext>
                </a:extLst>
              </p14:cNvPr>
              <p14:cNvContentPartPr/>
              <p14:nvPr/>
            </p14:nvContentPartPr>
            <p14:xfrm>
              <a:off x="3505140" y="4436288"/>
              <a:ext cx="172440" cy="11016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EB0F7F26-C591-F761-769D-DE6C90C67CCE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3496500" y="4427288"/>
                <a:ext cx="19008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379984D-2615-200E-9584-8F666EF8AD76}"/>
              </a:ext>
            </a:extLst>
          </p:cNvPr>
          <p:cNvGrpSpPr/>
          <p:nvPr/>
        </p:nvGrpSpPr>
        <p:grpSpPr>
          <a:xfrm>
            <a:off x="3756780" y="4072328"/>
            <a:ext cx="3534840" cy="559440"/>
            <a:chOff x="3756780" y="4072328"/>
            <a:chExt cx="353484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7E04A95-0836-4BAA-7537-9285BE83B0A5}"/>
                    </a:ext>
                  </a:extLst>
                </p14:cNvPr>
                <p14:cNvContentPartPr/>
                <p14:nvPr/>
              </p14:nvContentPartPr>
              <p14:xfrm>
                <a:off x="3756780" y="4530248"/>
                <a:ext cx="44640" cy="101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7E04A95-0836-4BAA-7537-9285BE83B0A5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748140" y="4521248"/>
                  <a:ext cx="62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25E30C5-6A9B-16E4-A52C-8FBCF2A23394}"/>
                    </a:ext>
                  </a:extLst>
                </p14:cNvPr>
                <p14:cNvContentPartPr/>
                <p14:nvPr/>
              </p14:nvContentPartPr>
              <p14:xfrm>
                <a:off x="3808260" y="4393448"/>
                <a:ext cx="203760" cy="174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25E30C5-6A9B-16E4-A52C-8FBCF2A2339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799260" y="4384448"/>
                  <a:ext cx="221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F01AB30-02EB-AF32-B7DE-899910A323E6}"/>
                    </a:ext>
                  </a:extLst>
                </p14:cNvPr>
                <p14:cNvContentPartPr/>
                <p14:nvPr/>
              </p14:nvContentPartPr>
              <p14:xfrm>
                <a:off x="3876300" y="4474088"/>
                <a:ext cx="129600" cy="22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F01AB30-02EB-AF32-B7DE-899910A323E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867300" y="4465448"/>
                  <a:ext cx="147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7F2E22-5EEA-0E92-E47B-1C707E364A2E}"/>
                    </a:ext>
                  </a:extLst>
                </p14:cNvPr>
                <p14:cNvContentPartPr/>
                <p14:nvPr/>
              </p14:nvContentPartPr>
              <p14:xfrm>
                <a:off x="3990780" y="4296608"/>
                <a:ext cx="144720" cy="9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7F2E22-5EEA-0E92-E47B-1C707E364A2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982140" y="4287608"/>
                  <a:ext cx="162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5301302-C89D-EAC9-57CC-D9DFB6CBE877}"/>
                    </a:ext>
                  </a:extLst>
                </p14:cNvPr>
                <p14:cNvContentPartPr/>
                <p14:nvPr/>
              </p14:nvContentPartPr>
              <p14:xfrm>
                <a:off x="4156020" y="4197608"/>
                <a:ext cx="55800" cy="135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5301302-C89D-EAC9-57CC-D9DFB6CBE87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147380" y="4188968"/>
                  <a:ext cx="7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AF668FF-4ACE-6AF0-9836-5068D5FDA8CC}"/>
                    </a:ext>
                  </a:extLst>
                </p14:cNvPr>
                <p14:cNvContentPartPr/>
                <p14:nvPr/>
              </p14:nvContentPartPr>
              <p14:xfrm>
                <a:off x="4343220" y="4291208"/>
                <a:ext cx="250920" cy="215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AF668FF-4ACE-6AF0-9836-5068D5FDA8C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334220" y="4282568"/>
                  <a:ext cx="268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655D46C-EF94-81C4-66BB-3B3EAC07350D}"/>
                    </a:ext>
                  </a:extLst>
                </p14:cNvPr>
                <p14:cNvContentPartPr/>
                <p14:nvPr/>
              </p14:nvContentPartPr>
              <p14:xfrm>
                <a:off x="4627980" y="4208048"/>
                <a:ext cx="134280" cy="285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655D46C-EF94-81C4-66BB-3B3EAC07350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618980" y="4199408"/>
                  <a:ext cx="1519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E250744-32E3-9E12-7B03-2D39D5D9AAA5}"/>
                    </a:ext>
                  </a:extLst>
                </p14:cNvPr>
                <p14:cNvContentPartPr/>
                <p14:nvPr/>
              </p14:nvContentPartPr>
              <p14:xfrm>
                <a:off x="4753620" y="4291208"/>
                <a:ext cx="174240" cy="199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E250744-32E3-9E12-7B03-2D39D5D9AAA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744980" y="4282208"/>
                  <a:ext cx="191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E3597E6-35BC-101B-A5A7-AA3911DE4DF4}"/>
                    </a:ext>
                  </a:extLst>
                </p14:cNvPr>
                <p14:cNvContentPartPr/>
                <p14:nvPr/>
              </p14:nvContentPartPr>
              <p14:xfrm>
                <a:off x="4806180" y="4395248"/>
                <a:ext cx="124560" cy="18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E3597E6-35BC-101B-A5A7-AA3911DE4DF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797540" y="4386608"/>
                  <a:ext cx="142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05EB398-A1B3-E4A5-2234-A78220524FA5}"/>
                    </a:ext>
                  </a:extLst>
                </p14:cNvPr>
                <p14:cNvContentPartPr/>
                <p14:nvPr/>
              </p14:nvContentPartPr>
              <p14:xfrm>
                <a:off x="4909500" y="4171688"/>
                <a:ext cx="182520" cy="338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05EB398-A1B3-E4A5-2234-A78220524FA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900860" y="4163048"/>
                  <a:ext cx="2001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FBF74F0-E5C7-15DC-349D-472F6CAA52D2}"/>
                    </a:ext>
                  </a:extLst>
                </p14:cNvPr>
                <p14:cNvContentPartPr/>
                <p14:nvPr/>
              </p14:nvContentPartPr>
              <p14:xfrm>
                <a:off x="5288940" y="4382648"/>
                <a:ext cx="136080" cy="234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FBF74F0-E5C7-15DC-349D-472F6CAA52D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279940" y="4373648"/>
                  <a:ext cx="153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D624F30-AC61-995F-2095-91418EC41233}"/>
                    </a:ext>
                  </a:extLst>
                </p14:cNvPr>
                <p14:cNvContentPartPr/>
                <p14:nvPr/>
              </p14:nvContentPartPr>
              <p14:xfrm>
                <a:off x="5563980" y="4326128"/>
                <a:ext cx="126720" cy="1062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D624F30-AC61-995F-2095-91418EC4123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555340" y="4317488"/>
                  <a:ext cx="144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964C60A-F644-7C69-B85A-FD6F4A4C0A99}"/>
                    </a:ext>
                  </a:extLst>
                </p14:cNvPr>
                <p14:cNvContentPartPr/>
                <p14:nvPr/>
              </p14:nvContentPartPr>
              <p14:xfrm>
                <a:off x="5756220" y="4395608"/>
                <a:ext cx="119520" cy="1051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964C60A-F644-7C69-B85A-FD6F4A4C0A9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747580" y="4386968"/>
                  <a:ext cx="137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AF4DBD-B7BC-CB0A-7A3C-80343551134C}"/>
                    </a:ext>
                  </a:extLst>
                </p14:cNvPr>
                <p14:cNvContentPartPr/>
                <p14:nvPr/>
              </p14:nvContentPartPr>
              <p14:xfrm>
                <a:off x="5912100" y="4239368"/>
                <a:ext cx="185040" cy="177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AF4DBD-B7BC-CB0A-7A3C-80343551134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903460" y="4230368"/>
                  <a:ext cx="202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14474B-3941-7EA9-5E49-4EDEFA990FBC}"/>
                    </a:ext>
                  </a:extLst>
                </p14:cNvPr>
                <p14:cNvContentPartPr/>
                <p14:nvPr/>
              </p14:nvContentPartPr>
              <p14:xfrm>
                <a:off x="5963220" y="4327568"/>
                <a:ext cx="105120" cy="57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14474B-3941-7EA9-5E49-4EDEFA990FB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954580" y="4318568"/>
                  <a:ext cx="122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58FD349-A93C-1678-5211-95A044D62A7C}"/>
                    </a:ext>
                  </a:extLst>
                </p14:cNvPr>
                <p14:cNvContentPartPr/>
                <p14:nvPr/>
              </p14:nvContentPartPr>
              <p14:xfrm>
                <a:off x="6122700" y="4187528"/>
                <a:ext cx="60120" cy="82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58FD349-A93C-1678-5211-95A044D62A7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113700" y="4178528"/>
                  <a:ext cx="77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4B266B8-4CF6-031C-72D7-CD7B939D94F4}"/>
                    </a:ext>
                  </a:extLst>
                </p14:cNvPr>
                <p14:cNvContentPartPr/>
                <p14:nvPr/>
              </p14:nvContentPartPr>
              <p14:xfrm>
                <a:off x="6213420" y="4099688"/>
                <a:ext cx="145800" cy="1508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4B266B8-4CF6-031C-72D7-CD7B939D94F4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204780" y="4091048"/>
                  <a:ext cx="163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2B7CA3E-6E94-99DD-4861-76DCD804E89E}"/>
                    </a:ext>
                  </a:extLst>
                </p14:cNvPr>
                <p14:cNvContentPartPr/>
                <p14:nvPr/>
              </p14:nvContentPartPr>
              <p14:xfrm>
                <a:off x="6450300" y="4205168"/>
                <a:ext cx="273240" cy="1832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2B7CA3E-6E94-99DD-4861-76DCD804E89E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441300" y="4196528"/>
                  <a:ext cx="290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B76B2CB-2A67-585B-E433-BC810D0994BD}"/>
                    </a:ext>
                  </a:extLst>
                </p14:cNvPr>
                <p14:cNvContentPartPr/>
                <p14:nvPr/>
              </p14:nvContentPartPr>
              <p14:xfrm>
                <a:off x="6768900" y="4072328"/>
                <a:ext cx="126360" cy="3322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B76B2CB-2A67-585B-E433-BC810D0994B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759900" y="4063328"/>
                  <a:ext cx="144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6AF637D-3684-FF82-F38B-1E62B2044625}"/>
                    </a:ext>
                  </a:extLst>
                </p14:cNvPr>
                <p14:cNvContentPartPr/>
                <p14:nvPr/>
              </p14:nvContentPartPr>
              <p14:xfrm>
                <a:off x="6904620" y="4190768"/>
                <a:ext cx="197280" cy="1904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6AF637D-3684-FF82-F38B-1E62B2044625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895620" y="4181768"/>
                  <a:ext cx="214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7CA0921-D891-5FA1-6D8B-0C38965AAE1F}"/>
                    </a:ext>
                  </a:extLst>
                </p14:cNvPr>
                <p14:cNvContentPartPr/>
                <p14:nvPr/>
              </p14:nvContentPartPr>
              <p14:xfrm>
                <a:off x="6927660" y="4301648"/>
                <a:ext cx="133200" cy="15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7CA0921-D891-5FA1-6D8B-0C38965AAE1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919020" y="4293008"/>
                  <a:ext cx="150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29FC868-821F-EB1E-AAD0-80BA0BD354F4}"/>
                    </a:ext>
                  </a:extLst>
                </p14:cNvPr>
                <p14:cNvContentPartPr/>
                <p14:nvPr/>
              </p14:nvContentPartPr>
              <p14:xfrm>
                <a:off x="7081380" y="4073048"/>
                <a:ext cx="210240" cy="3589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29FC868-821F-EB1E-AAD0-80BA0BD354F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072380" y="4064408"/>
                  <a:ext cx="22788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84ECA3B-51A7-ACAC-D927-918258BAE209}"/>
              </a:ext>
            </a:extLst>
          </p:cNvPr>
          <p:cNvGrpSpPr/>
          <p:nvPr/>
        </p:nvGrpSpPr>
        <p:grpSpPr>
          <a:xfrm>
            <a:off x="498420" y="5013368"/>
            <a:ext cx="397800" cy="198720"/>
            <a:chOff x="498420" y="5013368"/>
            <a:chExt cx="39780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BC1ED2A-436A-9575-7D8B-A007275B2F8B}"/>
                    </a:ext>
                  </a:extLst>
                </p14:cNvPr>
                <p14:cNvContentPartPr/>
                <p14:nvPr/>
              </p14:nvContentPartPr>
              <p14:xfrm>
                <a:off x="508500" y="5104448"/>
                <a:ext cx="220320" cy="18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BC1ED2A-436A-9575-7D8B-A007275B2F8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99860" y="5095808"/>
                  <a:ext cx="237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A4D65F14-F410-F54F-6D6D-3631A3C4E956}"/>
                    </a:ext>
                  </a:extLst>
                </p14:cNvPr>
                <p14:cNvContentPartPr/>
                <p14:nvPr/>
              </p14:nvContentPartPr>
              <p14:xfrm>
                <a:off x="498420" y="5070608"/>
                <a:ext cx="192600" cy="16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A4D65F14-F410-F54F-6D6D-3631A3C4E95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89780" y="5061608"/>
                  <a:ext cx="210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9D2BE7-FF30-7B31-0E08-08D4EDB0E5AD}"/>
                    </a:ext>
                  </a:extLst>
                </p14:cNvPr>
                <p14:cNvContentPartPr/>
                <p14:nvPr/>
              </p14:nvContentPartPr>
              <p14:xfrm>
                <a:off x="664740" y="5013368"/>
                <a:ext cx="231480" cy="198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9D2BE7-FF30-7B31-0E08-08D4EDB0E5A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56100" y="5004728"/>
                  <a:ext cx="2491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5593CD0-8A22-1D7D-0CDB-11B27FCEB426}"/>
              </a:ext>
            </a:extLst>
          </p:cNvPr>
          <p:cNvGrpSpPr/>
          <p:nvPr/>
        </p:nvGrpSpPr>
        <p:grpSpPr>
          <a:xfrm>
            <a:off x="1214460" y="4790168"/>
            <a:ext cx="3165480" cy="463320"/>
            <a:chOff x="1214460" y="4790168"/>
            <a:chExt cx="316548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896D83B-A882-DF17-4A44-41236D54153B}"/>
                    </a:ext>
                  </a:extLst>
                </p14:cNvPr>
                <p14:cNvContentPartPr/>
                <p14:nvPr/>
              </p14:nvContentPartPr>
              <p14:xfrm>
                <a:off x="1214460" y="4987808"/>
                <a:ext cx="267480" cy="1972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896D83B-A882-DF17-4A44-41236D54153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205820" y="4979168"/>
                  <a:ext cx="285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DDC5D74-ACA1-7D9A-7F77-47215A7A159A}"/>
                    </a:ext>
                  </a:extLst>
                </p14:cNvPr>
                <p14:cNvContentPartPr/>
                <p14:nvPr/>
              </p14:nvContentPartPr>
              <p14:xfrm>
                <a:off x="1521180" y="4905728"/>
                <a:ext cx="110160" cy="3164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DDC5D74-ACA1-7D9A-7F77-47215A7A159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12540" y="4897088"/>
                  <a:ext cx="127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98848CB-9643-C5EC-1E3B-146505CB4794}"/>
                    </a:ext>
                  </a:extLst>
                </p14:cNvPr>
                <p14:cNvContentPartPr/>
                <p14:nvPr/>
              </p14:nvContentPartPr>
              <p14:xfrm>
                <a:off x="1641420" y="5033888"/>
                <a:ext cx="186120" cy="188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98848CB-9643-C5EC-1E3B-146505CB4794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632780" y="5025248"/>
                  <a:ext cx="203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C38362E-C552-C59A-89B2-BC9E8CB677E5}"/>
                    </a:ext>
                  </a:extLst>
                </p14:cNvPr>
                <p14:cNvContentPartPr/>
                <p14:nvPr/>
              </p14:nvContentPartPr>
              <p14:xfrm>
                <a:off x="1656900" y="5128208"/>
                <a:ext cx="109800" cy="93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C38362E-C552-C59A-89B2-BC9E8CB677E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47900" y="5119208"/>
                  <a:ext cx="127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E6A43C6-90F5-086A-39D6-7BF89F74E3E7}"/>
                    </a:ext>
                  </a:extLst>
                </p14:cNvPr>
                <p14:cNvContentPartPr/>
                <p14:nvPr/>
              </p14:nvContentPartPr>
              <p14:xfrm>
                <a:off x="1750860" y="4919768"/>
                <a:ext cx="204120" cy="317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E6A43C6-90F5-086A-39D6-7BF89F74E3E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741860" y="4911128"/>
                  <a:ext cx="2217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7F61B24D-0A05-FCF9-C960-A0B0D0B3CD9B}"/>
                    </a:ext>
                  </a:extLst>
                </p14:cNvPr>
                <p14:cNvContentPartPr/>
                <p14:nvPr/>
              </p14:nvContentPartPr>
              <p14:xfrm>
                <a:off x="2029860" y="4877648"/>
                <a:ext cx="131400" cy="3758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7F61B24D-0A05-FCF9-C960-A0B0D0B3CD9B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21220" y="4869008"/>
                  <a:ext cx="1490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FAAB35C-E4B4-37B2-6F46-757B7DA41A52}"/>
                    </a:ext>
                  </a:extLst>
                </p14:cNvPr>
                <p14:cNvContentPartPr/>
                <p14:nvPr/>
              </p14:nvContentPartPr>
              <p14:xfrm>
                <a:off x="2181060" y="4946768"/>
                <a:ext cx="84600" cy="219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FAAB35C-E4B4-37B2-6F46-757B7DA41A52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172420" y="4937768"/>
                  <a:ext cx="102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81D8F41-2CCA-BBAE-D00A-C1B56F23A623}"/>
                    </a:ext>
                  </a:extLst>
                </p14:cNvPr>
                <p14:cNvContentPartPr/>
                <p14:nvPr/>
              </p14:nvContentPartPr>
              <p14:xfrm>
                <a:off x="2446740" y="5034248"/>
                <a:ext cx="53640" cy="1080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81D8F41-2CCA-BBAE-D00A-C1B56F23A62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438100" y="5025248"/>
                  <a:ext cx="71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2E7F980-BCD1-5A47-E842-E103C6F22146}"/>
                    </a:ext>
                  </a:extLst>
                </p14:cNvPr>
                <p14:cNvContentPartPr/>
                <p14:nvPr/>
              </p14:nvContentPartPr>
              <p14:xfrm>
                <a:off x="2389860" y="5101928"/>
                <a:ext cx="135360" cy="1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2E7F980-BCD1-5A47-E842-E103C6F2214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380860" y="5092928"/>
                  <a:ext cx="153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0DB106D-A71A-B5AE-AE0C-59A034EFA2D2}"/>
                    </a:ext>
                  </a:extLst>
                </p14:cNvPr>
                <p14:cNvContentPartPr/>
                <p14:nvPr/>
              </p14:nvContentPartPr>
              <p14:xfrm>
                <a:off x="2627460" y="5029208"/>
                <a:ext cx="117000" cy="1040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0DB106D-A71A-B5AE-AE0C-59A034EFA2D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618460" y="5020208"/>
                  <a:ext cx="134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2C9D80E-CBC1-9445-5477-1B79E0D9ADD0}"/>
                    </a:ext>
                  </a:extLst>
                </p14:cNvPr>
                <p14:cNvContentPartPr/>
                <p14:nvPr/>
              </p14:nvContentPartPr>
              <p14:xfrm>
                <a:off x="2820780" y="5122448"/>
                <a:ext cx="41040" cy="676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2C9D80E-CBC1-9445-5477-1B79E0D9ADD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812140" y="5113808"/>
                  <a:ext cx="58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99C3C1B-C20F-5111-2090-2E899925B12E}"/>
                    </a:ext>
                  </a:extLst>
                </p14:cNvPr>
                <p14:cNvContentPartPr/>
                <p14:nvPr/>
              </p14:nvContentPartPr>
              <p14:xfrm>
                <a:off x="2831220" y="4992128"/>
                <a:ext cx="204480" cy="1515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99C3C1B-C20F-5111-2090-2E899925B12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822580" y="4983488"/>
                  <a:ext cx="222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98FEAB0-FF78-D5A6-F4DB-90EEBA2052ED}"/>
                    </a:ext>
                  </a:extLst>
                </p14:cNvPr>
                <p14:cNvContentPartPr/>
                <p14:nvPr/>
              </p14:nvContentPartPr>
              <p14:xfrm>
                <a:off x="2915820" y="5070968"/>
                <a:ext cx="108360" cy="75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98FEAB0-FF78-D5A6-F4DB-90EEBA2052E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906820" y="5062328"/>
                  <a:ext cx="126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0A62D7D-53BF-26FA-1A17-C037A9FA63E2}"/>
                    </a:ext>
                  </a:extLst>
                </p14:cNvPr>
                <p14:cNvContentPartPr/>
                <p14:nvPr/>
              </p14:nvContentPartPr>
              <p14:xfrm>
                <a:off x="3023820" y="4946048"/>
                <a:ext cx="78120" cy="3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0A62D7D-53BF-26FA-1A17-C037A9FA63E2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014820" y="4937048"/>
                  <a:ext cx="95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67B86B9-81B4-2B6B-12FC-6E5D3F9A66BF}"/>
                    </a:ext>
                  </a:extLst>
                </p14:cNvPr>
                <p14:cNvContentPartPr/>
                <p14:nvPr/>
              </p14:nvContentPartPr>
              <p14:xfrm>
                <a:off x="3158820" y="4862888"/>
                <a:ext cx="61560" cy="116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67B86B9-81B4-2B6B-12FC-6E5D3F9A66B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149820" y="4853888"/>
                  <a:ext cx="7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8FC4B9D-8BE8-53A5-94FD-31A9FEDB381D}"/>
                    </a:ext>
                  </a:extLst>
                </p14:cNvPr>
                <p14:cNvContentPartPr/>
                <p14:nvPr/>
              </p14:nvContentPartPr>
              <p14:xfrm>
                <a:off x="3322260" y="5033168"/>
                <a:ext cx="84960" cy="1173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8FC4B9D-8BE8-53A5-94FD-31A9FEDB381D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313260" y="5024168"/>
                  <a:ext cx="102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F1B719B-F70E-57FC-CB8B-AA735BDDC0BE}"/>
                    </a:ext>
                  </a:extLst>
                </p14:cNvPr>
                <p14:cNvContentPartPr/>
                <p14:nvPr/>
              </p14:nvContentPartPr>
              <p14:xfrm>
                <a:off x="3298860" y="5085728"/>
                <a:ext cx="130320" cy="13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F1B719B-F70E-57FC-CB8B-AA735BDDC0B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290220" y="5077088"/>
                  <a:ext cx="147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BC63F0F-2FF0-D90C-FDBB-6152F9B0EF07}"/>
                    </a:ext>
                  </a:extLst>
                </p14:cNvPr>
                <p14:cNvContentPartPr/>
                <p14:nvPr/>
              </p14:nvContentPartPr>
              <p14:xfrm>
                <a:off x="3510180" y="5021288"/>
                <a:ext cx="158040" cy="950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BC63F0F-2FF0-D90C-FDBB-6152F9B0EF07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501180" y="5012288"/>
                  <a:ext cx="175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1B51902-B617-9938-4CCB-9BE194F0BC9F}"/>
                    </a:ext>
                  </a:extLst>
                </p14:cNvPr>
                <p14:cNvContentPartPr/>
                <p14:nvPr/>
              </p14:nvContentPartPr>
              <p14:xfrm>
                <a:off x="3725100" y="5092208"/>
                <a:ext cx="156240" cy="1418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1B51902-B617-9938-4CCB-9BE194F0BC9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716100" y="5083568"/>
                  <a:ext cx="173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539E207-F16C-F559-8DDF-CC1D27E61688}"/>
                    </a:ext>
                  </a:extLst>
                </p14:cNvPr>
                <p14:cNvContentPartPr/>
                <p14:nvPr/>
              </p14:nvContentPartPr>
              <p14:xfrm>
                <a:off x="3813300" y="4971968"/>
                <a:ext cx="165960" cy="1609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539E207-F16C-F559-8DDF-CC1D27E6168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804300" y="4962968"/>
                  <a:ext cx="183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6A1AEA2-01E2-05A5-7091-356BAFC6E0D1}"/>
                    </a:ext>
                  </a:extLst>
                </p14:cNvPr>
                <p14:cNvContentPartPr/>
                <p14:nvPr/>
              </p14:nvContentPartPr>
              <p14:xfrm>
                <a:off x="3844980" y="5038928"/>
                <a:ext cx="114480" cy="11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6A1AEA2-01E2-05A5-7091-356BAFC6E0D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835980" y="503028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45E2927-A1FB-4CD7-FC26-E7640FC9B2D6}"/>
                    </a:ext>
                  </a:extLst>
                </p14:cNvPr>
                <p14:cNvContentPartPr/>
                <p14:nvPr/>
              </p14:nvContentPartPr>
              <p14:xfrm>
                <a:off x="3943620" y="4873328"/>
                <a:ext cx="82800" cy="133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45E2927-A1FB-4CD7-FC26-E7640FC9B2D6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934980" y="4864328"/>
                  <a:ext cx="100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623A3678-8771-0A3C-EA7A-7A187EB1BDE0}"/>
                    </a:ext>
                  </a:extLst>
                </p14:cNvPr>
                <p14:cNvContentPartPr/>
                <p14:nvPr/>
              </p14:nvContentPartPr>
              <p14:xfrm>
                <a:off x="4036860" y="4796648"/>
                <a:ext cx="156960" cy="1242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623A3678-8771-0A3C-EA7A-7A187EB1BDE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027860" y="4787648"/>
                  <a:ext cx="174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96EDCE8-061E-B3A6-59C8-B5478162FC89}"/>
                    </a:ext>
                  </a:extLst>
                </p14:cNvPr>
                <p14:cNvContentPartPr/>
                <p14:nvPr/>
              </p14:nvContentPartPr>
              <p14:xfrm>
                <a:off x="4244580" y="4790168"/>
                <a:ext cx="135360" cy="3276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6EDCE8-061E-B3A6-59C8-B5478162FC8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235580" y="4781168"/>
                  <a:ext cx="15300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844AFACF-F023-1B41-16D7-68C54985B024}"/>
              </a:ext>
            </a:extLst>
          </p:cNvPr>
          <p:cNvGrpSpPr/>
          <p:nvPr/>
        </p:nvGrpSpPr>
        <p:grpSpPr>
          <a:xfrm>
            <a:off x="4634460" y="4763528"/>
            <a:ext cx="934560" cy="342000"/>
            <a:chOff x="4634460" y="4763528"/>
            <a:chExt cx="93456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E9241A3-3772-1DDA-ACE4-88ACC7F21756}"/>
                    </a:ext>
                  </a:extLst>
                </p14:cNvPr>
                <p14:cNvContentPartPr/>
                <p14:nvPr/>
              </p14:nvContentPartPr>
              <p14:xfrm>
                <a:off x="4639860" y="4997528"/>
                <a:ext cx="140040" cy="266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E9241A3-3772-1DDA-ACE4-88ACC7F21756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631220" y="4988528"/>
                  <a:ext cx="157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F557AAF-A9EC-9DA9-F695-3F47063F1215}"/>
                    </a:ext>
                  </a:extLst>
                </p14:cNvPr>
                <p14:cNvContentPartPr/>
                <p14:nvPr/>
              </p14:nvContentPartPr>
              <p14:xfrm>
                <a:off x="4634460" y="4935248"/>
                <a:ext cx="135360" cy="266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F557AAF-A9EC-9DA9-F695-3F47063F121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625460" y="4926248"/>
                  <a:ext cx="15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00EC34F-F0AA-072C-A9C4-939E976167E3}"/>
                    </a:ext>
                  </a:extLst>
                </p14:cNvPr>
                <p14:cNvContentPartPr/>
                <p14:nvPr/>
              </p14:nvContentPartPr>
              <p14:xfrm>
                <a:off x="4836780" y="4836248"/>
                <a:ext cx="235080" cy="2084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00EC34F-F0AA-072C-A9C4-939E976167E3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827780" y="4827248"/>
                  <a:ext cx="252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EC40F6C-0273-939C-1F56-20BBEB14C2A8}"/>
                    </a:ext>
                  </a:extLst>
                </p14:cNvPr>
                <p14:cNvContentPartPr/>
                <p14:nvPr/>
              </p14:nvContentPartPr>
              <p14:xfrm>
                <a:off x="4885020" y="4865048"/>
                <a:ext cx="118440" cy="184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EC40F6C-0273-939C-1F56-20BBEB14C2A8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876380" y="4856408"/>
                  <a:ext cx="13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6F7EEE4-8010-257D-7D24-F6EE304E03A4}"/>
                    </a:ext>
                  </a:extLst>
                </p14:cNvPr>
                <p14:cNvContentPartPr/>
                <p14:nvPr/>
              </p14:nvContentPartPr>
              <p14:xfrm>
                <a:off x="5127300" y="4763528"/>
                <a:ext cx="114840" cy="3070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6F7EEE4-8010-257D-7D24-F6EE304E03A4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118300" y="4754528"/>
                  <a:ext cx="1324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C6FBD8A-A4DA-C6F6-1539-86391706409E}"/>
                    </a:ext>
                  </a:extLst>
                </p14:cNvPr>
                <p14:cNvContentPartPr/>
                <p14:nvPr/>
              </p14:nvContentPartPr>
              <p14:xfrm>
                <a:off x="5242140" y="4908608"/>
                <a:ext cx="163080" cy="167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C6FBD8A-A4DA-C6F6-1539-86391706409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5233140" y="4899608"/>
                  <a:ext cx="180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8D3495A-1421-1D39-9DF8-B2EFA69F7E5A}"/>
                    </a:ext>
                  </a:extLst>
                </p14:cNvPr>
                <p14:cNvContentPartPr/>
                <p14:nvPr/>
              </p14:nvContentPartPr>
              <p14:xfrm>
                <a:off x="5243580" y="4992488"/>
                <a:ext cx="144360" cy="57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8D3495A-1421-1D39-9DF8-B2EFA69F7E5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234580" y="4983488"/>
                  <a:ext cx="162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6F60C46-63AA-C947-988B-4F4850A883CF}"/>
                    </a:ext>
                  </a:extLst>
                </p14:cNvPr>
                <p14:cNvContentPartPr/>
                <p14:nvPr/>
              </p14:nvContentPartPr>
              <p14:xfrm>
                <a:off x="5345820" y="4769288"/>
                <a:ext cx="223200" cy="3362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6F60C46-63AA-C947-988B-4F4850A883C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337180" y="4760288"/>
                  <a:ext cx="24084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0F1E5A17-C5D2-8EE0-BA47-BAE5E20B65B1}"/>
              </a:ext>
            </a:extLst>
          </p:cNvPr>
          <p:cNvGrpSpPr/>
          <p:nvPr/>
        </p:nvGrpSpPr>
        <p:grpSpPr>
          <a:xfrm>
            <a:off x="6017940" y="4805648"/>
            <a:ext cx="403200" cy="203040"/>
            <a:chOff x="6017940" y="4805648"/>
            <a:chExt cx="40320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D0C032B3-30FC-41E9-EC87-3A16184F9CF6}"/>
                    </a:ext>
                  </a:extLst>
                </p14:cNvPr>
                <p14:cNvContentPartPr/>
                <p14:nvPr/>
              </p14:nvContentPartPr>
              <p14:xfrm>
                <a:off x="6017940" y="4930568"/>
                <a:ext cx="275400" cy="165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D0C032B3-30FC-41E9-EC87-3A16184F9CF6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6008940" y="4921928"/>
                  <a:ext cx="293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BF66CFD-BE80-6A0A-3C49-3C4F55A7A2D6}"/>
                    </a:ext>
                  </a:extLst>
                </p14:cNvPr>
                <p14:cNvContentPartPr/>
                <p14:nvPr/>
              </p14:nvContentPartPr>
              <p14:xfrm>
                <a:off x="6065460" y="4876208"/>
                <a:ext cx="179640" cy="176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BF66CFD-BE80-6A0A-3C49-3C4F55A7A2D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056460" y="4867208"/>
                  <a:ext cx="197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8EC7B72-47C6-A833-8840-7849F0373AAD}"/>
                    </a:ext>
                  </a:extLst>
                </p14:cNvPr>
                <p14:cNvContentPartPr/>
                <p14:nvPr/>
              </p14:nvContentPartPr>
              <p14:xfrm>
                <a:off x="6172020" y="4805648"/>
                <a:ext cx="249120" cy="203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8EC7B72-47C6-A833-8840-7849F0373AA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163380" y="4796648"/>
                  <a:ext cx="26676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66B8BA0A-E90D-C402-5421-401FB0BBEBFF}"/>
              </a:ext>
            </a:extLst>
          </p:cNvPr>
          <p:cNvGrpSpPr/>
          <p:nvPr/>
        </p:nvGrpSpPr>
        <p:grpSpPr>
          <a:xfrm>
            <a:off x="6733260" y="4707008"/>
            <a:ext cx="1127520" cy="340560"/>
            <a:chOff x="6733260" y="4707008"/>
            <a:chExt cx="112752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764E081-973A-5B69-2602-35B8632E8412}"/>
                    </a:ext>
                  </a:extLst>
                </p14:cNvPr>
                <p14:cNvContentPartPr/>
                <p14:nvPr/>
              </p14:nvContentPartPr>
              <p14:xfrm>
                <a:off x="6733260" y="4795208"/>
                <a:ext cx="302040" cy="2142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764E081-973A-5B69-2602-35B8632E841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6724260" y="4786568"/>
                  <a:ext cx="319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4AED7AA-376D-6E43-50E5-7417899AFE46}"/>
                    </a:ext>
                  </a:extLst>
                </p14:cNvPr>
                <p14:cNvContentPartPr/>
                <p14:nvPr/>
              </p14:nvContentPartPr>
              <p14:xfrm>
                <a:off x="7078140" y="4707008"/>
                <a:ext cx="109440" cy="306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4AED7AA-376D-6E43-50E5-7417899AFE46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069140" y="4698008"/>
                  <a:ext cx="1270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3CC9E0E-467F-F80B-6339-D2C0BE69FDBA}"/>
                    </a:ext>
                  </a:extLst>
                </p14:cNvPr>
                <p14:cNvContentPartPr/>
                <p14:nvPr/>
              </p14:nvContentPartPr>
              <p14:xfrm>
                <a:off x="7185060" y="4824728"/>
                <a:ext cx="172080" cy="2008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3CC9E0E-467F-F80B-6339-D2C0BE69FDBA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176420" y="4815728"/>
                  <a:ext cx="189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88E229F-1C1F-7E06-FA17-160A3C0992DB}"/>
                    </a:ext>
                  </a:extLst>
                </p14:cNvPr>
                <p14:cNvContentPartPr/>
                <p14:nvPr/>
              </p14:nvContentPartPr>
              <p14:xfrm>
                <a:off x="7186500" y="4925168"/>
                <a:ext cx="123480" cy="104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88E229F-1C1F-7E06-FA17-160A3C0992D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177860" y="4916528"/>
                  <a:ext cx="141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3CB535A-C371-9E78-CA78-03EF788F27E5}"/>
                    </a:ext>
                  </a:extLst>
                </p14:cNvPr>
                <p14:cNvContentPartPr/>
                <p14:nvPr/>
              </p14:nvContentPartPr>
              <p14:xfrm>
                <a:off x="7372260" y="4727528"/>
                <a:ext cx="178920" cy="3200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3CB535A-C371-9E78-CA78-03EF788F27E5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363260" y="4718888"/>
                  <a:ext cx="1965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D318231-5BD3-2C30-0836-7238C44DFEA4}"/>
                    </a:ext>
                  </a:extLst>
                </p14:cNvPr>
                <p14:cNvContentPartPr/>
                <p14:nvPr/>
              </p14:nvContentPartPr>
              <p14:xfrm>
                <a:off x="7717860" y="4909688"/>
                <a:ext cx="137880" cy="61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D318231-5BD3-2C30-0836-7238C44DFEA4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708860" y="4900688"/>
                  <a:ext cx="155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0715F54-2E8F-79D1-5C99-B940D303B149}"/>
                    </a:ext>
                  </a:extLst>
                </p14:cNvPr>
                <p14:cNvContentPartPr/>
                <p14:nvPr/>
              </p14:nvContentPartPr>
              <p14:xfrm>
                <a:off x="7738740" y="4836248"/>
                <a:ext cx="122040" cy="216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0715F54-2E8F-79D1-5C99-B940D303B14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7730100" y="4827248"/>
                  <a:ext cx="1396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A7BAD03B-459B-AC35-BF97-0B3EBB149C60}"/>
                  </a:ext>
                </a:extLst>
              </p14:cNvPr>
              <p14:cNvContentPartPr/>
              <p14:nvPr/>
            </p14:nvContentPartPr>
            <p14:xfrm>
              <a:off x="8177220" y="5059808"/>
              <a:ext cx="85680" cy="18324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A7BAD03B-459B-AC35-BF97-0B3EBB149C60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8168580" y="5051168"/>
                <a:ext cx="1033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CC85CD43-55EA-72A5-4E10-58BB5F54DA82}"/>
                  </a:ext>
                </a:extLst>
              </p14:cNvPr>
              <p14:cNvContentPartPr/>
              <p14:nvPr/>
            </p14:nvContentPartPr>
            <p14:xfrm>
              <a:off x="8437140" y="5112008"/>
              <a:ext cx="66240" cy="10692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CC85CD43-55EA-72A5-4E10-58BB5F54DA82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8428500" y="5103368"/>
                <a:ext cx="838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3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F77ED563-B5F6-F904-F020-61474EEB2604}"/>
                  </a:ext>
                </a:extLst>
              </p14:cNvPr>
              <p14:cNvContentPartPr/>
              <p14:nvPr/>
            </p14:nvContentPartPr>
            <p14:xfrm>
              <a:off x="8405460" y="5173928"/>
              <a:ext cx="136080" cy="111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F77ED563-B5F6-F904-F020-61474EEB2604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8396460" y="5165288"/>
                <a:ext cx="153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5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7BCAA9D9-E838-B724-1A78-07F3EFEBD9AD}"/>
                  </a:ext>
                </a:extLst>
              </p14:cNvPr>
              <p14:cNvContentPartPr/>
              <p14:nvPr/>
            </p14:nvContentPartPr>
            <p14:xfrm>
              <a:off x="8712180" y="5106608"/>
              <a:ext cx="145800" cy="10476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7BCAA9D9-E838-B724-1A78-07F3EFEBD9AD}"/>
                  </a:ext>
                </a:extLst>
              </p:cNvPr>
              <p:cNvPicPr/>
              <p:nvPr/>
            </p:nvPicPr>
            <p:blipFill>
              <a:blip r:embed="rId566"/>
              <a:stretch>
                <a:fillRect/>
              </a:stretch>
            </p:blipFill>
            <p:spPr>
              <a:xfrm>
                <a:off x="8703180" y="5097968"/>
                <a:ext cx="1634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5895A6F3-80AE-B54C-22DB-3989F50413ED}"/>
                  </a:ext>
                </a:extLst>
              </p14:cNvPr>
              <p14:cNvContentPartPr/>
              <p14:nvPr/>
            </p14:nvContentPartPr>
            <p14:xfrm>
              <a:off x="8956620" y="5205608"/>
              <a:ext cx="19800" cy="7128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5895A6F3-80AE-B54C-22DB-3989F50413ED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8947980" y="5196968"/>
                <a:ext cx="374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6FE696A3-AE18-A14E-B5D1-F1B889DC513F}"/>
                  </a:ext>
                </a:extLst>
              </p14:cNvPr>
              <p14:cNvContentPartPr/>
              <p14:nvPr/>
            </p14:nvContentPartPr>
            <p14:xfrm>
              <a:off x="8936100" y="5075648"/>
              <a:ext cx="171360" cy="14112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6FE696A3-AE18-A14E-B5D1-F1B889DC513F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8927100" y="5066648"/>
                <a:ext cx="1890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0262B3A3-0357-CC9E-E55B-EAE50256CD04}"/>
                  </a:ext>
                </a:extLst>
              </p14:cNvPr>
              <p14:cNvContentPartPr/>
              <p14:nvPr/>
            </p14:nvContentPartPr>
            <p14:xfrm>
              <a:off x="9018900" y="5143328"/>
              <a:ext cx="83520" cy="36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0262B3A3-0357-CC9E-E55B-EAE50256CD04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9010260" y="5134328"/>
                <a:ext cx="101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3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36231D69-DBD1-F06C-78E1-85774DAB7692}"/>
                  </a:ext>
                </a:extLst>
              </p14:cNvPr>
              <p14:cNvContentPartPr/>
              <p14:nvPr/>
            </p14:nvContentPartPr>
            <p14:xfrm>
              <a:off x="9081900" y="5012648"/>
              <a:ext cx="124560" cy="165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36231D69-DBD1-F06C-78E1-85774DAB7692}"/>
                  </a:ext>
                </a:extLst>
              </p:cNvPr>
              <p:cNvPicPr/>
              <p:nvPr/>
            </p:nvPicPr>
            <p:blipFill>
              <a:blip r:embed="rId574"/>
              <a:stretch>
                <a:fillRect/>
              </a:stretch>
            </p:blipFill>
            <p:spPr>
              <a:xfrm>
                <a:off x="9072900" y="5004008"/>
                <a:ext cx="142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682190C-C841-0C00-9348-04495F040DAE}"/>
                  </a:ext>
                </a:extLst>
              </p14:cNvPr>
              <p14:cNvContentPartPr/>
              <p14:nvPr/>
            </p14:nvContentPartPr>
            <p14:xfrm>
              <a:off x="9237420" y="4930208"/>
              <a:ext cx="59040" cy="1108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682190C-C841-0C00-9348-04495F040DAE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9228420" y="4921568"/>
                <a:ext cx="766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C2F58F3-4BEB-A524-EBCE-25575C00557E}"/>
                  </a:ext>
                </a:extLst>
              </p14:cNvPr>
              <p14:cNvContentPartPr/>
              <p14:nvPr/>
            </p14:nvContentPartPr>
            <p14:xfrm>
              <a:off x="9455580" y="5096528"/>
              <a:ext cx="46080" cy="9540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C2F58F3-4BEB-A524-EBCE-25575C00557E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9446580" y="5087888"/>
                <a:ext cx="637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A04DEAC-8A49-655E-9993-F2D5D58648CF}"/>
                  </a:ext>
                </a:extLst>
              </p14:cNvPr>
              <p14:cNvContentPartPr/>
              <p14:nvPr/>
            </p14:nvContentPartPr>
            <p14:xfrm>
              <a:off x="9419220" y="5148368"/>
              <a:ext cx="119880" cy="576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A04DEAC-8A49-655E-9993-F2D5D58648CF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9410220" y="5139368"/>
                <a:ext cx="1375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D8DEA89F-C388-5E4A-B8DE-DEA32E70E358}"/>
                  </a:ext>
                </a:extLst>
              </p14:cNvPr>
              <p14:cNvContentPartPr/>
              <p14:nvPr/>
            </p14:nvContentPartPr>
            <p14:xfrm>
              <a:off x="9604980" y="5081048"/>
              <a:ext cx="149040" cy="885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D8DEA89F-C388-5E4A-B8DE-DEA32E70E358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9595980" y="5072048"/>
                <a:ext cx="1666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30033C58-C5EC-A524-92D9-71F917FC4061}"/>
                  </a:ext>
                </a:extLst>
              </p14:cNvPr>
              <p14:cNvContentPartPr/>
              <p14:nvPr/>
            </p14:nvContentPartPr>
            <p14:xfrm>
              <a:off x="9808740" y="5145128"/>
              <a:ext cx="114840" cy="11844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30033C58-C5EC-A524-92D9-71F917FC4061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9800100" y="5136488"/>
                <a:ext cx="1324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7104DFD3-96B3-60CB-6F6B-939F3D97B609}"/>
                  </a:ext>
                </a:extLst>
              </p14:cNvPr>
              <p14:cNvContentPartPr/>
              <p14:nvPr/>
            </p14:nvContentPartPr>
            <p14:xfrm>
              <a:off x="9912780" y="4997888"/>
              <a:ext cx="147600" cy="16164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7104DFD3-96B3-60CB-6F6B-939F3D97B609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9903780" y="4988888"/>
                <a:ext cx="16524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4246F9FE-4A47-0C05-3CE8-53247834D2C7}"/>
                  </a:ext>
                </a:extLst>
              </p14:cNvPr>
              <p14:cNvContentPartPr/>
              <p14:nvPr/>
            </p14:nvContentPartPr>
            <p14:xfrm>
              <a:off x="9926820" y="5070248"/>
              <a:ext cx="110880" cy="111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4246F9FE-4A47-0C05-3CE8-53247834D2C7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9918180" y="5061248"/>
                <a:ext cx="128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193BC5B5-E114-663F-FA96-D851270F607F}"/>
                  </a:ext>
                </a:extLst>
              </p14:cNvPr>
              <p14:cNvContentPartPr/>
              <p14:nvPr/>
            </p14:nvContentPartPr>
            <p14:xfrm>
              <a:off x="10026180" y="4997888"/>
              <a:ext cx="84600" cy="36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193BC5B5-E114-663F-FA96-D851270F607F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10017180" y="4988888"/>
                <a:ext cx="102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1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7CE35E54-B320-34C9-DF49-ADB5374E2552}"/>
                  </a:ext>
                </a:extLst>
              </p14:cNvPr>
              <p14:cNvContentPartPr/>
              <p14:nvPr/>
            </p14:nvContentPartPr>
            <p14:xfrm>
              <a:off x="10135980" y="4920488"/>
              <a:ext cx="88200" cy="9900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7CE35E54-B320-34C9-DF49-ADB5374E2552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10127340" y="4911848"/>
                <a:ext cx="1058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3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FEB1BC75-20B1-0AE8-D903-F33D6F044174}"/>
                  </a:ext>
                </a:extLst>
              </p14:cNvPr>
              <p14:cNvContentPartPr/>
              <p14:nvPr/>
            </p14:nvContentPartPr>
            <p14:xfrm>
              <a:off x="8063100" y="4799888"/>
              <a:ext cx="2140200" cy="7344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FEB1BC75-20B1-0AE8-D903-F33D6F044174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8054460" y="4791248"/>
                <a:ext cx="2157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A207D008-7755-28CE-09C6-7C3554E10EDD}"/>
                  </a:ext>
                </a:extLst>
              </p14:cNvPr>
              <p14:cNvContentPartPr/>
              <p14:nvPr/>
            </p14:nvContentPartPr>
            <p14:xfrm>
              <a:off x="8919900" y="4517288"/>
              <a:ext cx="39600" cy="1458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A207D008-7755-28CE-09C6-7C3554E10EDD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8911260" y="4508648"/>
                <a:ext cx="5724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3" name="Group 372">
            <a:extLst>
              <a:ext uri="{FF2B5EF4-FFF2-40B4-BE49-F238E27FC236}">
                <a16:creationId xmlns:a16="http://schemas.microsoft.com/office/drawing/2014/main" id="{6D0DD4F5-CA9E-03D0-530A-026D18CDDCF5}"/>
              </a:ext>
            </a:extLst>
          </p:cNvPr>
          <p:cNvGrpSpPr/>
          <p:nvPr/>
        </p:nvGrpSpPr>
        <p:grpSpPr>
          <a:xfrm>
            <a:off x="10447380" y="4623848"/>
            <a:ext cx="717120" cy="388080"/>
            <a:chOff x="10447380" y="4623848"/>
            <a:chExt cx="717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565D148-42A9-5351-E9C3-C51A85587EF1}"/>
                    </a:ext>
                  </a:extLst>
                </p14:cNvPr>
                <p14:cNvContentPartPr/>
                <p14:nvPr/>
              </p14:nvContentPartPr>
              <p14:xfrm>
                <a:off x="10447380" y="4670648"/>
                <a:ext cx="238320" cy="2430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565D148-42A9-5351-E9C3-C51A85587EF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0438380" y="4661648"/>
                  <a:ext cx="2559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E642E23-54BB-9209-0324-5FBCF144853F}"/>
                    </a:ext>
                  </a:extLst>
                </p14:cNvPr>
                <p14:cNvContentPartPr/>
                <p14:nvPr/>
              </p14:nvContentPartPr>
              <p14:xfrm>
                <a:off x="10537740" y="4708448"/>
                <a:ext cx="50760" cy="2372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E642E23-54BB-9209-0324-5FBCF144853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529100" y="4699808"/>
                  <a:ext cx="684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31A7D2D-8B2C-DA92-B335-76A8A716B916}"/>
                    </a:ext>
                  </a:extLst>
                </p14:cNvPr>
                <p14:cNvContentPartPr/>
                <p14:nvPr/>
              </p14:nvContentPartPr>
              <p14:xfrm>
                <a:off x="10735020" y="4623848"/>
                <a:ext cx="97200" cy="3402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31A7D2D-8B2C-DA92-B335-76A8A716B916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726380" y="4614848"/>
                  <a:ext cx="1148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7284DD6-67D6-FB7C-1558-AB4C4648CF17}"/>
                    </a:ext>
                  </a:extLst>
                </p14:cNvPr>
                <p14:cNvContentPartPr/>
                <p14:nvPr/>
              </p14:nvContentPartPr>
              <p14:xfrm>
                <a:off x="10806300" y="4790888"/>
                <a:ext cx="165960" cy="1666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7284DD6-67D6-FB7C-1558-AB4C4648CF17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797660" y="4781888"/>
                  <a:ext cx="183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2D1FA281-F988-0C3A-7505-E531252A571B}"/>
                    </a:ext>
                  </a:extLst>
                </p14:cNvPr>
                <p14:cNvContentPartPr/>
                <p14:nvPr/>
              </p14:nvContentPartPr>
              <p14:xfrm>
                <a:off x="10853100" y="4872608"/>
                <a:ext cx="93960" cy="111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2D1FA281-F988-0C3A-7505-E531252A571B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844460" y="4863968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B809A7D-C1A3-5784-511E-6E7B46C60F61}"/>
                    </a:ext>
                  </a:extLst>
                </p14:cNvPr>
                <p14:cNvContentPartPr/>
                <p14:nvPr/>
              </p14:nvContentPartPr>
              <p14:xfrm>
                <a:off x="10951740" y="4670648"/>
                <a:ext cx="212760" cy="3412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B809A7D-C1A3-5784-511E-6E7B46C60F61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0943100" y="4661648"/>
                  <a:ext cx="230400" cy="35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61426F35-47A8-41A9-16FD-0A4AE917A79A}"/>
              </a:ext>
            </a:extLst>
          </p:cNvPr>
          <p:cNvGrpSpPr/>
          <p:nvPr/>
        </p:nvGrpSpPr>
        <p:grpSpPr>
          <a:xfrm>
            <a:off x="824940" y="5440148"/>
            <a:ext cx="1070640" cy="326880"/>
            <a:chOff x="824940" y="5440148"/>
            <a:chExt cx="107064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005BA9F-3FFE-763E-84F7-76D2C0EBE02F}"/>
                    </a:ext>
                  </a:extLst>
                </p14:cNvPr>
                <p14:cNvContentPartPr/>
                <p14:nvPr/>
              </p14:nvContentPartPr>
              <p14:xfrm>
                <a:off x="824940" y="5461028"/>
                <a:ext cx="165240" cy="133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005BA9F-3FFE-763E-84F7-76D2C0EBE02F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816300" y="5452388"/>
                  <a:ext cx="182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AB19ED8-B7E6-C1F4-2826-790A73522EAA}"/>
                    </a:ext>
                  </a:extLst>
                </p14:cNvPr>
                <p14:cNvContentPartPr/>
                <p14:nvPr/>
              </p14:nvContentPartPr>
              <p14:xfrm>
                <a:off x="970380" y="5506748"/>
                <a:ext cx="81000" cy="2332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AB19ED8-B7E6-C1F4-2826-790A73522EA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61740" y="5498108"/>
                  <a:ext cx="98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DAD76EA-F3CD-D0FA-A37E-54C6D539206A}"/>
                    </a:ext>
                  </a:extLst>
                </p14:cNvPr>
                <p14:cNvContentPartPr/>
                <p14:nvPr/>
              </p14:nvContentPartPr>
              <p14:xfrm>
                <a:off x="1136340" y="5440148"/>
                <a:ext cx="84240" cy="2912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DAD76EA-F3CD-D0FA-A37E-54C6D539206A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127340" y="5431508"/>
                  <a:ext cx="101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639169A-1628-72EE-53F5-CBB170D50C8A}"/>
                    </a:ext>
                  </a:extLst>
                </p14:cNvPr>
                <p14:cNvContentPartPr/>
                <p14:nvPr/>
              </p14:nvContentPartPr>
              <p14:xfrm>
                <a:off x="1219860" y="5551028"/>
                <a:ext cx="189360" cy="1861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639169A-1628-72EE-53F5-CBB170D50C8A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210860" y="5542388"/>
                  <a:ext cx="207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ECE67A9-EB67-8E8C-3A95-FF1A19BE0576}"/>
                    </a:ext>
                  </a:extLst>
                </p14:cNvPr>
                <p14:cNvContentPartPr/>
                <p14:nvPr/>
              </p14:nvContentPartPr>
              <p14:xfrm>
                <a:off x="1236780" y="5658668"/>
                <a:ext cx="154800" cy="111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ECE67A9-EB67-8E8C-3A95-FF1A19BE0576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227780" y="5649668"/>
                  <a:ext cx="172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C2A9C9F-3807-AE0B-E15B-A4B72257C923}"/>
                    </a:ext>
                  </a:extLst>
                </p14:cNvPr>
                <p14:cNvContentPartPr/>
                <p14:nvPr/>
              </p14:nvContentPartPr>
              <p14:xfrm>
                <a:off x="1412100" y="5455988"/>
                <a:ext cx="138960" cy="311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C2A9C9F-3807-AE0B-E15B-A4B72257C923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403100" y="5446988"/>
                  <a:ext cx="1566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2C689BF-D35B-5904-6D5B-748A8B642CE5}"/>
                    </a:ext>
                  </a:extLst>
                </p14:cNvPr>
                <p14:cNvContentPartPr/>
                <p14:nvPr/>
              </p14:nvContentPartPr>
              <p14:xfrm>
                <a:off x="1766340" y="5636708"/>
                <a:ext cx="129240" cy="1188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2C689BF-D35B-5904-6D5B-748A8B642CE5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757340" y="5627708"/>
                  <a:ext cx="146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BAAE85AA-AFA5-2C98-6584-58BF83FE6622}"/>
                    </a:ext>
                  </a:extLst>
                </p14:cNvPr>
                <p14:cNvContentPartPr/>
                <p14:nvPr/>
              </p14:nvContentPartPr>
              <p14:xfrm>
                <a:off x="1745820" y="5562188"/>
                <a:ext cx="92520" cy="136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BAAE85AA-AFA5-2C98-6584-58BF83FE6622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737180" y="5553188"/>
                  <a:ext cx="110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F2BE7015-2F60-2521-4F89-C2F251E3301E}"/>
              </a:ext>
            </a:extLst>
          </p:cNvPr>
          <p:cNvGrpSpPr/>
          <p:nvPr/>
        </p:nvGrpSpPr>
        <p:grpSpPr>
          <a:xfrm>
            <a:off x="2118420" y="5310548"/>
            <a:ext cx="5144400" cy="473040"/>
            <a:chOff x="2118420" y="5310548"/>
            <a:chExt cx="514440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333DE45-F495-BAFE-D828-47281D37718A}"/>
                    </a:ext>
                  </a:extLst>
                </p14:cNvPr>
                <p14:cNvContentPartPr/>
                <p14:nvPr/>
              </p14:nvContentPartPr>
              <p14:xfrm>
                <a:off x="2118420" y="5464268"/>
                <a:ext cx="151920" cy="237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333DE45-F495-BAFE-D828-47281D37718A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109780" y="5455268"/>
                  <a:ext cx="1695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EC0B32A-6722-1810-2CDB-2B3F52D2CABD}"/>
                    </a:ext>
                  </a:extLst>
                </p14:cNvPr>
                <p14:cNvContentPartPr/>
                <p14:nvPr/>
              </p14:nvContentPartPr>
              <p14:xfrm>
                <a:off x="2325420" y="5679188"/>
                <a:ext cx="74880" cy="63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EC0B32A-6722-1810-2CDB-2B3F52D2CAB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2316420" y="5670548"/>
                  <a:ext cx="92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7F6FF08-B998-973B-735C-E84C085134D8}"/>
                    </a:ext>
                  </a:extLst>
                </p14:cNvPr>
                <p14:cNvContentPartPr/>
                <p14:nvPr/>
              </p14:nvContentPartPr>
              <p14:xfrm>
                <a:off x="2492820" y="5507468"/>
                <a:ext cx="250560" cy="1872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7F6FF08-B998-973B-735C-E84C085134D8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483820" y="5498468"/>
                  <a:ext cx="268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3B40AB9-CF8A-7690-BEBF-2FB46A881DEB}"/>
                    </a:ext>
                  </a:extLst>
                </p14:cNvPr>
                <p14:cNvContentPartPr/>
                <p14:nvPr/>
              </p14:nvContentPartPr>
              <p14:xfrm>
                <a:off x="2823300" y="5471468"/>
                <a:ext cx="82800" cy="24444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3B40AB9-CF8A-7690-BEBF-2FB46A881DE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814300" y="5462828"/>
                  <a:ext cx="1004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B6ED4318-5282-8317-7DF5-0059A6A15E79}"/>
                    </a:ext>
                  </a:extLst>
                </p14:cNvPr>
                <p14:cNvContentPartPr/>
                <p14:nvPr/>
              </p14:nvContentPartPr>
              <p14:xfrm>
                <a:off x="2877300" y="5542028"/>
                <a:ext cx="228960" cy="1746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B6ED4318-5282-8317-7DF5-0059A6A15E79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868300" y="5533028"/>
                  <a:ext cx="246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531DA40-F2D1-9332-6EE1-A77D7AF0159C}"/>
                    </a:ext>
                  </a:extLst>
                </p14:cNvPr>
                <p14:cNvContentPartPr/>
                <p14:nvPr/>
              </p14:nvContentPartPr>
              <p14:xfrm>
                <a:off x="2956140" y="5616548"/>
                <a:ext cx="108360" cy="111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531DA40-F2D1-9332-6EE1-A77D7AF0159C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947500" y="5607548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E9E3D54-F5C1-6190-72B9-D06DD7B41DC8}"/>
                    </a:ext>
                  </a:extLst>
                </p14:cNvPr>
                <p14:cNvContentPartPr/>
                <p14:nvPr/>
              </p14:nvContentPartPr>
              <p14:xfrm>
                <a:off x="3110940" y="5440148"/>
                <a:ext cx="196920" cy="3214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E9E3D54-F5C1-6190-72B9-D06DD7B41DC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3102300" y="5431508"/>
                  <a:ext cx="214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B773EEE-10D0-C455-3090-8AA9A7BA3171}"/>
                    </a:ext>
                  </a:extLst>
                </p14:cNvPr>
                <p14:cNvContentPartPr/>
                <p14:nvPr/>
              </p14:nvContentPartPr>
              <p14:xfrm>
                <a:off x="3510900" y="5559668"/>
                <a:ext cx="43920" cy="1371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B773EEE-10D0-C455-3090-8AA9A7BA317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3502260" y="5551028"/>
                  <a:ext cx="61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5921A9CB-507D-3302-1BA3-22BB316AA6D9}"/>
                    </a:ext>
                  </a:extLst>
                </p14:cNvPr>
                <p14:cNvContentPartPr/>
                <p14:nvPr/>
              </p14:nvContentPartPr>
              <p14:xfrm>
                <a:off x="3465540" y="5621588"/>
                <a:ext cx="144360" cy="216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5921A9CB-507D-3302-1BA3-22BB316AA6D9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3456900" y="5612948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F697D08D-25AC-B6D4-7C06-EEC46574473C}"/>
                    </a:ext>
                  </a:extLst>
                </p14:cNvPr>
                <p14:cNvContentPartPr/>
                <p14:nvPr/>
              </p14:nvContentPartPr>
              <p14:xfrm>
                <a:off x="3713580" y="5481908"/>
                <a:ext cx="171000" cy="2145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F697D08D-25AC-B6D4-7C06-EEC46574473C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704940" y="5472908"/>
                  <a:ext cx="188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A575F79E-F691-89B8-776D-DE7496153D5D}"/>
                    </a:ext>
                  </a:extLst>
                </p14:cNvPr>
                <p14:cNvContentPartPr/>
                <p14:nvPr/>
              </p14:nvContentPartPr>
              <p14:xfrm>
                <a:off x="3926700" y="5710508"/>
                <a:ext cx="19800" cy="7308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A575F79E-F691-89B8-776D-DE7496153D5D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917700" y="5701508"/>
                  <a:ext cx="37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537ADE61-C1BB-94B9-D7E9-1FE7773CC480}"/>
                    </a:ext>
                  </a:extLst>
                </p14:cNvPr>
                <p14:cNvContentPartPr/>
                <p14:nvPr/>
              </p14:nvContentPartPr>
              <p14:xfrm>
                <a:off x="4072140" y="5549948"/>
                <a:ext cx="135000" cy="1670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537ADE61-C1BB-94B9-D7E9-1FE7773CC480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4063140" y="5540948"/>
                  <a:ext cx="152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7B3B4D6-865E-E3F8-0F54-13BAE903B042}"/>
                    </a:ext>
                  </a:extLst>
                </p14:cNvPr>
                <p14:cNvContentPartPr/>
                <p14:nvPr/>
              </p14:nvContentPartPr>
              <p14:xfrm>
                <a:off x="4091580" y="5632388"/>
                <a:ext cx="95400" cy="111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7B3B4D6-865E-E3F8-0F54-13BAE903B042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082580" y="5623388"/>
                  <a:ext cx="11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8533AB95-3729-F883-657E-7E745E5839DA}"/>
                    </a:ext>
                  </a:extLst>
                </p14:cNvPr>
                <p14:cNvContentPartPr/>
                <p14:nvPr/>
              </p14:nvContentPartPr>
              <p14:xfrm>
                <a:off x="4208940" y="5417108"/>
                <a:ext cx="66240" cy="129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8533AB95-3729-F883-657E-7E745E5839DA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4199940" y="5408468"/>
                  <a:ext cx="83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957BF68-6B0A-43DA-6593-7BFCADF49FD0}"/>
                    </a:ext>
                  </a:extLst>
                </p14:cNvPr>
                <p14:cNvContentPartPr/>
                <p14:nvPr/>
              </p14:nvContentPartPr>
              <p14:xfrm>
                <a:off x="4373460" y="5351948"/>
                <a:ext cx="5760" cy="774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957BF68-6B0A-43DA-6593-7BFCADF49FD0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4364820" y="5343308"/>
                  <a:ext cx="23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E45F2C0-C371-5FDB-7102-39FCB37C9227}"/>
                    </a:ext>
                  </a:extLst>
                </p14:cNvPr>
                <p14:cNvContentPartPr/>
                <p14:nvPr/>
              </p14:nvContentPartPr>
              <p14:xfrm>
                <a:off x="4498020" y="5420708"/>
                <a:ext cx="225000" cy="2296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E45F2C0-C371-5FDB-7102-39FCB37C922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489380" y="5412068"/>
                  <a:ext cx="242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208EEAE-68D3-BCB4-38E4-1FEF8D40FA06}"/>
                    </a:ext>
                  </a:extLst>
                </p14:cNvPr>
                <p14:cNvContentPartPr/>
                <p14:nvPr/>
              </p14:nvContentPartPr>
              <p14:xfrm>
                <a:off x="4819500" y="5364908"/>
                <a:ext cx="115200" cy="303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208EEAE-68D3-BCB4-38E4-1FEF8D40FA0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810860" y="5355908"/>
                  <a:ext cx="1328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E32795B-E858-956F-67F6-A0E081A66133}"/>
                    </a:ext>
                  </a:extLst>
                </p14:cNvPr>
                <p14:cNvContentPartPr/>
                <p14:nvPr/>
              </p14:nvContentPartPr>
              <p14:xfrm>
                <a:off x="4913820" y="5493788"/>
                <a:ext cx="160920" cy="165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E32795B-E858-956F-67F6-A0E081A66133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904820" y="5485148"/>
                  <a:ext cx="178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D9AB0B3-6F31-A1A1-8709-49A69C9410C2}"/>
                    </a:ext>
                  </a:extLst>
                </p14:cNvPr>
                <p14:cNvContentPartPr/>
                <p14:nvPr/>
              </p14:nvContentPartPr>
              <p14:xfrm>
                <a:off x="4960620" y="5593868"/>
                <a:ext cx="99000" cy="57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D9AB0B3-6F31-A1A1-8709-49A69C9410C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951620" y="5585228"/>
                  <a:ext cx="116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0CC2FB0-0ECA-A390-6EBB-E551497148FE}"/>
                    </a:ext>
                  </a:extLst>
                </p14:cNvPr>
                <p14:cNvContentPartPr/>
                <p14:nvPr/>
              </p14:nvContentPartPr>
              <p14:xfrm>
                <a:off x="5007420" y="5393708"/>
                <a:ext cx="235080" cy="3376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0CC2FB0-0ECA-A390-6EBB-E551497148FE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98420" y="5384708"/>
                  <a:ext cx="2527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966DAFB-2698-36E9-40D1-C18264131509}"/>
                    </a:ext>
                  </a:extLst>
                </p14:cNvPr>
                <p14:cNvContentPartPr/>
                <p14:nvPr/>
              </p14:nvContentPartPr>
              <p14:xfrm>
                <a:off x="5371020" y="5500628"/>
                <a:ext cx="60120" cy="1562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966DAFB-2698-36E9-40D1-C1826413150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362020" y="5491628"/>
                  <a:ext cx="77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168CB5C9-505B-F0AC-8D0A-B7396CCE1CDE}"/>
                    </a:ext>
                  </a:extLst>
                </p14:cNvPr>
                <p14:cNvContentPartPr/>
                <p14:nvPr/>
              </p14:nvContentPartPr>
              <p14:xfrm>
                <a:off x="5353740" y="5570108"/>
                <a:ext cx="85320" cy="115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168CB5C9-505B-F0AC-8D0A-B7396CCE1CDE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344740" y="5561468"/>
                  <a:ext cx="102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F009CA8-9CF0-F337-C268-3854E78C9EF3}"/>
                    </a:ext>
                  </a:extLst>
                </p14:cNvPr>
                <p14:cNvContentPartPr/>
                <p14:nvPr/>
              </p14:nvContentPartPr>
              <p14:xfrm>
                <a:off x="5599620" y="5409188"/>
                <a:ext cx="156960" cy="2347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F009CA8-9CF0-F337-C268-3854E78C9EF3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590620" y="5400188"/>
                  <a:ext cx="174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0224A30F-E9BC-47B2-896A-83DCD40B171B}"/>
                    </a:ext>
                  </a:extLst>
                </p14:cNvPr>
                <p14:cNvContentPartPr/>
                <p14:nvPr/>
              </p14:nvContentPartPr>
              <p14:xfrm>
                <a:off x="5755500" y="5617628"/>
                <a:ext cx="132840" cy="1044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0224A30F-E9BC-47B2-896A-83DCD40B171B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746500" y="5608628"/>
                  <a:ext cx="150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C5BC460-CB63-83EB-3FFE-518E3C5B7069}"/>
                    </a:ext>
                  </a:extLst>
                </p14:cNvPr>
                <p14:cNvContentPartPr/>
                <p14:nvPr/>
              </p14:nvContentPartPr>
              <p14:xfrm>
                <a:off x="5926860" y="5500268"/>
                <a:ext cx="122040" cy="14868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C5BC460-CB63-83EB-3FFE-518E3C5B7069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918220" y="5491628"/>
                  <a:ext cx="139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AF79A4B-50B7-BD88-4D69-BA2827CEEED3}"/>
                    </a:ext>
                  </a:extLst>
                </p14:cNvPr>
                <p14:cNvContentPartPr/>
                <p14:nvPr/>
              </p14:nvContentPartPr>
              <p14:xfrm>
                <a:off x="5953140" y="5582708"/>
                <a:ext cx="103680" cy="46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AF79A4B-50B7-BD88-4D69-BA2827CEEED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44500" y="5573708"/>
                  <a:ext cx="121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C39AF0E-D697-B907-D385-D1ECDED6F0C4}"/>
                    </a:ext>
                  </a:extLst>
                </p14:cNvPr>
                <p14:cNvContentPartPr/>
                <p14:nvPr/>
              </p14:nvContentPartPr>
              <p14:xfrm>
                <a:off x="6056100" y="5413868"/>
                <a:ext cx="125640" cy="111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C39AF0E-D697-B907-D385-D1ECDED6F0C4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47100" y="5405228"/>
                  <a:ext cx="143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D9B0866-A422-BC29-CB01-BB9919233F9B}"/>
                    </a:ext>
                  </a:extLst>
                </p14:cNvPr>
                <p14:cNvContentPartPr/>
                <p14:nvPr/>
              </p14:nvContentPartPr>
              <p14:xfrm>
                <a:off x="6228180" y="5323508"/>
                <a:ext cx="96840" cy="11808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D9B0866-A422-BC29-CB01-BB9919233F9B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19540" y="5314508"/>
                  <a:ext cx="114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4F8ABD3D-84EC-CD43-0812-2CD13D187976}"/>
                    </a:ext>
                  </a:extLst>
                </p14:cNvPr>
                <p14:cNvContentPartPr/>
                <p14:nvPr/>
              </p14:nvContentPartPr>
              <p14:xfrm>
                <a:off x="6434100" y="5424668"/>
                <a:ext cx="231120" cy="20592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4F8ABD3D-84EC-CD43-0812-2CD13D187976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425460" y="5416028"/>
                  <a:ext cx="248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160B39C-3EEF-1AD4-6AEC-7F11E1BBF98C}"/>
                    </a:ext>
                  </a:extLst>
                </p14:cNvPr>
                <p14:cNvContentPartPr/>
                <p14:nvPr/>
              </p14:nvContentPartPr>
              <p14:xfrm>
                <a:off x="6664500" y="5310548"/>
                <a:ext cx="117360" cy="3110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160B39C-3EEF-1AD4-6AEC-7F11E1BBF98C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6655860" y="5301548"/>
                  <a:ext cx="135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A350AEBE-8611-5F13-0332-1E38B54C767A}"/>
                    </a:ext>
                  </a:extLst>
                </p14:cNvPr>
                <p14:cNvContentPartPr/>
                <p14:nvPr/>
              </p14:nvContentPartPr>
              <p14:xfrm>
                <a:off x="6773940" y="5420348"/>
                <a:ext cx="210960" cy="17748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A350AEBE-8611-5F13-0332-1E38B54C767A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6764940" y="5411708"/>
                  <a:ext cx="228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04BD012-9D4F-3904-54B8-304D1E6B0C1E}"/>
                    </a:ext>
                  </a:extLst>
                </p14:cNvPr>
                <p14:cNvContentPartPr/>
                <p14:nvPr/>
              </p14:nvContentPartPr>
              <p14:xfrm>
                <a:off x="6820380" y="5507468"/>
                <a:ext cx="153000" cy="320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04BD012-9D4F-3904-54B8-304D1E6B0C1E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6811740" y="5498468"/>
                  <a:ext cx="170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89B2522-A411-EFCF-6661-7A6C7B76EBB6}"/>
                    </a:ext>
                  </a:extLst>
                </p14:cNvPr>
                <p14:cNvContentPartPr/>
                <p14:nvPr/>
              </p14:nvContentPartPr>
              <p14:xfrm>
                <a:off x="6966180" y="5310548"/>
                <a:ext cx="296640" cy="405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89B2522-A411-EFCF-6661-7A6C7B76EBB6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6957180" y="5301548"/>
                  <a:ext cx="314280" cy="42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765FA09D-28A6-675D-CA49-D49508862AF9}"/>
              </a:ext>
            </a:extLst>
          </p:cNvPr>
          <p:cNvGrpSpPr/>
          <p:nvPr/>
        </p:nvGrpSpPr>
        <p:grpSpPr>
          <a:xfrm>
            <a:off x="7491780" y="5517008"/>
            <a:ext cx="125640" cy="73080"/>
            <a:chOff x="7491780" y="5517008"/>
            <a:chExt cx="125640" cy="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346DD0C-FA88-83EF-B6EB-F90B9A97289F}"/>
                    </a:ext>
                  </a:extLst>
                </p14:cNvPr>
                <p14:cNvContentPartPr/>
                <p14:nvPr/>
              </p14:nvContentPartPr>
              <p14:xfrm>
                <a:off x="7491780" y="5579288"/>
                <a:ext cx="125640" cy="108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346DD0C-FA88-83EF-B6EB-F90B9A97289F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482780" y="5570648"/>
                  <a:ext cx="14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375F8A09-4C09-8BDE-A175-1F8A846DAAFF}"/>
                    </a:ext>
                  </a:extLst>
                </p14:cNvPr>
                <p14:cNvContentPartPr/>
                <p14:nvPr/>
              </p14:nvContentPartPr>
              <p14:xfrm>
                <a:off x="7497900" y="5517008"/>
                <a:ext cx="115560" cy="111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375F8A09-4C09-8BDE-A175-1F8A846DAAFF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489260" y="5508008"/>
                  <a:ext cx="1332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49C6FE2B-5957-5907-74D8-F35FA375C719}"/>
              </a:ext>
            </a:extLst>
          </p:cNvPr>
          <p:cNvGrpSpPr/>
          <p:nvPr/>
        </p:nvGrpSpPr>
        <p:grpSpPr>
          <a:xfrm>
            <a:off x="2847780" y="6156368"/>
            <a:ext cx="115920" cy="79560"/>
            <a:chOff x="2847780" y="6156368"/>
            <a:chExt cx="11592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2DC070A-D768-7144-FB85-66339C6F25CA}"/>
                    </a:ext>
                  </a:extLst>
                </p14:cNvPr>
                <p14:cNvContentPartPr/>
                <p14:nvPr/>
              </p14:nvContentPartPr>
              <p14:xfrm>
                <a:off x="2849220" y="6213608"/>
                <a:ext cx="114480" cy="223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2DC070A-D768-7144-FB85-66339C6F25CA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840580" y="6204608"/>
                  <a:ext cx="132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B27988C-26DE-6DDF-AC57-A54A31280B16}"/>
                    </a:ext>
                  </a:extLst>
                </p14:cNvPr>
                <p14:cNvContentPartPr/>
                <p14:nvPr/>
              </p14:nvContentPartPr>
              <p14:xfrm>
                <a:off x="2847780" y="6156368"/>
                <a:ext cx="108720" cy="3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B27988C-26DE-6DDF-AC57-A54A31280B16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838780" y="6147728"/>
                  <a:ext cx="126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9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E5F7A436-A90E-6BDF-BF6B-552E5B40398F}"/>
                  </a:ext>
                </a:extLst>
              </p14:cNvPr>
              <p14:cNvContentPartPr/>
              <p14:nvPr/>
            </p14:nvContentPartPr>
            <p14:xfrm>
              <a:off x="3305700" y="5902208"/>
              <a:ext cx="155520" cy="22860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E5F7A436-A90E-6BDF-BF6B-552E5B40398F}"/>
                  </a:ext>
                </a:extLst>
              </p:cNvPr>
              <p:cNvPicPr/>
              <p:nvPr/>
            </p:nvPicPr>
            <p:blipFill>
              <a:blip r:embed="rId700"/>
              <a:stretch>
                <a:fillRect/>
              </a:stretch>
            </p:blipFill>
            <p:spPr>
              <a:xfrm>
                <a:off x="3296700" y="5893568"/>
                <a:ext cx="1731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1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11991975-F325-8CAD-74CB-99B3A0438F82}"/>
                  </a:ext>
                </a:extLst>
              </p14:cNvPr>
              <p14:cNvContentPartPr/>
              <p14:nvPr/>
            </p14:nvContentPartPr>
            <p14:xfrm>
              <a:off x="3499020" y="6096608"/>
              <a:ext cx="127440" cy="9180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11991975-F325-8CAD-74CB-99B3A0438F82}"/>
                  </a:ext>
                </a:extLst>
              </p:cNvPr>
              <p:cNvPicPr/>
              <p:nvPr/>
            </p:nvPicPr>
            <p:blipFill>
              <a:blip r:embed="rId702"/>
              <a:stretch>
                <a:fillRect/>
              </a:stretch>
            </p:blipFill>
            <p:spPr>
              <a:xfrm>
                <a:off x="3490380" y="6087968"/>
                <a:ext cx="1450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3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FA31EE31-A8DD-8745-E1DD-62C5BD068778}"/>
                  </a:ext>
                </a:extLst>
              </p14:cNvPr>
              <p14:cNvContentPartPr/>
              <p14:nvPr/>
            </p14:nvContentPartPr>
            <p14:xfrm>
              <a:off x="3771180" y="5985008"/>
              <a:ext cx="48240" cy="13320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FA31EE31-A8DD-8745-E1DD-62C5BD068778}"/>
                  </a:ext>
                </a:extLst>
              </p:cNvPr>
              <p:cNvPicPr/>
              <p:nvPr/>
            </p:nvPicPr>
            <p:blipFill>
              <a:blip r:embed="rId704"/>
              <a:stretch>
                <a:fillRect/>
              </a:stretch>
            </p:blipFill>
            <p:spPr>
              <a:xfrm>
                <a:off x="3762180" y="5976008"/>
                <a:ext cx="658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5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92F65085-441F-D59E-AB10-BF3A1F6360E3}"/>
                  </a:ext>
                </a:extLst>
              </p14:cNvPr>
              <p14:cNvContentPartPr/>
              <p14:nvPr/>
            </p14:nvContentPartPr>
            <p14:xfrm>
              <a:off x="3724740" y="6073208"/>
              <a:ext cx="161640" cy="576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92F65085-441F-D59E-AB10-BF3A1F6360E3}"/>
                  </a:ext>
                </a:extLst>
              </p:cNvPr>
              <p:cNvPicPr/>
              <p:nvPr/>
            </p:nvPicPr>
            <p:blipFill>
              <a:blip r:embed="rId706"/>
              <a:stretch>
                <a:fillRect/>
              </a:stretch>
            </p:blipFill>
            <p:spPr>
              <a:xfrm>
                <a:off x="3716100" y="6064208"/>
                <a:ext cx="1792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7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9A1ED1F9-3D5E-0EB1-6CD0-53CAFEBF00CC}"/>
                  </a:ext>
                </a:extLst>
              </p14:cNvPr>
              <p14:cNvContentPartPr/>
              <p14:nvPr/>
            </p14:nvContentPartPr>
            <p14:xfrm>
              <a:off x="3929580" y="5933168"/>
              <a:ext cx="131400" cy="19332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9A1ED1F9-3D5E-0EB1-6CD0-53CAFEBF00CC}"/>
                  </a:ext>
                </a:extLst>
              </p:cNvPr>
              <p:cNvPicPr/>
              <p:nvPr/>
            </p:nvPicPr>
            <p:blipFill>
              <a:blip r:embed="rId708"/>
              <a:stretch>
                <a:fillRect/>
              </a:stretch>
            </p:blipFill>
            <p:spPr>
              <a:xfrm>
                <a:off x="3920940" y="5924168"/>
                <a:ext cx="1490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9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5B6B9363-DFA4-01D2-8137-6ECFBCDE13DA}"/>
                  </a:ext>
                </a:extLst>
              </p14:cNvPr>
              <p14:cNvContentPartPr/>
              <p14:nvPr/>
            </p14:nvContentPartPr>
            <p14:xfrm>
              <a:off x="4156020" y="6114968"/>
              <a:ext cx="29520" cy="6264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5B6B9363-DFA4-01D2-8137-6ECFBCDE13DA}"/>
                  </a:ext>
                </a:extLst>
              </p:cNvPr>
              <p:cNvPicPr/>
              <p:nvPr/>
            </p:nvPicPr>
            <p:blipFill>
              <a:blip r:embed="rId710"/>
              <a:stretch>
                <a:fillRect/>
              </a:stretch>
            </p:blipFill>
            <p:spPr>
              <a:xfrm>
                <a:off x="4147380" y="6105968"/>
                <a:ext cx="47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1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F3328E44-5043-1BC5-2C56-3EAA5CC7C9AE}"/>
                  </a:ext>
                </a:extLst>
              </p14:cNvPr>
              <p14:cNvContentPartPr/>
              <p14:nvPr/>
            </p14:nvContentPartPr>
            <p14:xfrm>
              <a:off x="4249620" y="5959448"/>
              <a:ext cx="140040" cy="16128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F3328E44-5043-1BC5-2C56-3EAA5CC7C9AE}"/>
                  </a:ext>
                </a:extLst>
              </p:cNvPr>
              <p:cNvPicPr/>
              <p:nvPr/>
            </p:nvPicPr>
            <p:blipFill>
              <a:blip r:embed="rId712"/>
              <a:stretch>
                <a:fillRect/>
              </a:stretch>
            </p:blipFill>
            <p:spPr>
              <a:xfrm>
                <a:off x="4240980" y="5950808"/>
                <a:ext cx="157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3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FEB9950B-8D4D-B009-AF17-8585FF408C09}"/>
                  </a:ext>
                </a:extLst>
              </p14:cNvPr>
              <p14:cNvContentPartPr/>
              <p14:nvPr/>
            </p14:nvContentPartPr>
            <p14:xfrm>
              <a:off x="4315140" y="6054488"/>
              <a:ext cx="74880" cy="900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FEB9950B-8D4D-B009-AF17-8585FF408C09}"/>
                  </a:ext>
                </a:extLst>
              </p:cNvPr>
              <p:cNvPicPr/>
              <p:nvPr/>
            </p:nvPicPr>
            <p:blipFill>
              <a:blip r:embed="rId714"/>
              <a:stretch>
                <a:fillRect/>
              </a:stretch>
            </p:blipFill>
            <p:spPr>
              <a:xfrm>
                <a:off x="4306500" y="6045488"/>
                <a:ext cx="925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5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30CF8E71-60DA-646B-84C6-328B31072E19}"/>
                  </a:ext>
                </a:extLst>
              </p14:cNvPr>
              <p14:cNvContentPartPr/>
              <p14:nvPr/>
            </p14:nvContentPartPr>
            <p14:xfrm>
              <a:off x="4432860" y="5915168"/>
              <a:ext cx="92520" cy="288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30CF8E71-60DA-646B-84C6-328B31072E19}"/>
                  </a:ext>
                </a:extLst>
              </p:cNvPr>
              <p:cNvPicPr/>
              <p:nvPr/>
            </p:nvPicPr>
            <p:blipFill>
              <a:blip r:embed="rId716"/>
              <a:stretch>
                <a:fillRect/>
              </a:stretch>
            </p:blipFill>
            <p:spPr>
              <a:xfrm>
                <a:off x="4424220" y="5906168"/>
                <a:ext cx="1101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7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DF62E026-E4E1-5785-EADF-8567D690B8DC}"/>
                  </a:ext>
                </a:extLst>
              </p14:cNvPr>
              <p14:cNvContentPartPr/>
              <p14:nvPr/>
            </p14:nvContentPartPr>
            <p14:xfrm>
              <a:off x="4597740" y="5860448"/>
              <a:ext cx="47880" cy="7272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DF62E026-E4E1-5785-EADF-8567D690B8DC}"/>
                  </a:ext>
                </a:extLst>
              </p:cNvPr>
              <p:cNvPicPr/>
              <p:nvPr/>
            </p:nvPicPr>
            <p:blipFill>
              <a:blip r:embed="rId718"/>
              <a:stretch>
                <a:fillRect/>
              </a:stretch>
            </p:blipFill>
            <p:spPr>
              <a:xfrm>
                <a:off x="4589100" y="5851448"/>
                <a:ext cx="65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9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CE503308-7692-D4F0-9E05-1A5394D2F05A}"/>
                  </a:ext>
                </a:extLst>
              </p14:cNvPr>
              <p14:cNvContentPartPr/>
              <p14:nvPr/>
            </p14:nvContentPartPr>
            <p14:xfrm>
              <a:off x="4789620" y="6005528"/>
              <a:ext cx="25560" cy="9576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CE503308-7692-D4F0-9E05-1A5394D2F05A}"/>
                  </a:ext>
                </a:extLst>
              </p:cNvPr>
              <p:cNvPicPr/>
              <p:nvPr/>
            </p:nvPicPr>
            <p:blipFill>
              <a:blip r:embed="rId720"/>
              <a:stretch>
                <a:fillRect/>
              </a:stretch>
            </p:blipFill>
            <p:spPr>
              <a:xfrm>
                <a:off x="4780620" y="5996528"/>
                <a:ext cx="43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1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3F9B8E5D-DBE1-9AAA-26A9-A59BC84EC1D0}"/>
                  </a:ext>
                </a:extLst>
              </p14:cNvPr>
              <p14:cNvContentPartPr/>
              <p14:nvPr/>
            </p14:nvContentPartPr>
            <p14:xfrm>
              <a:off x="4762620" y="6057728"/>
              <a:ext cx="105480" cy="972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3F9B8E5D-DBE1-9AAA-26A9-A59BC84EC1D0}"/>
                  </a:ext>
                </a:extLst>
              </p:cNvPr>
              <p:cNvPicPr/>
              <p:nvPr/>
            </p:nvPicPr>
            <p:blipFill>
              <a:blip r:embed="rId722"/>
              <a:stretch>
                <a:fillRect/>
              </a:stretch>
            </p:blipFill>
            <p:spPr>
              <a:xfrm>
                <a:off x="4753980" y="6048728"/>
                <a:ext cx="1231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3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44E4598B-7571-CEBB-6BDE-F091451EA941}"/>
                  </a:ext>
                </a:extLst>
              </p14:cNvPr>
              <p14:cNvContentPartPr/>
              <p14:nvPr/>
            </p14:nvContentPartPr>
            <p14:xfrm>
              <a:off x="4973580" y="5901848"/>
              <a:ext cx="158760" cy="21924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44E4598B-7571-CEBB-6BDE-F091451EA941}"/>
                  </a:ext>
                </a:extLst>
              </p:cNvPr>
              <p:cNvPicPr/>
              <p:nvPr/>
            </p:nvPicPr>
            <p:blipFill>
              <a:blip r:embed="rId724"/>
              <a:stretch>
                <a:fillRect/>
              </a:stretch>
            </p:blipFill>
            <p:spPr>
              <a:xfrm>
                <a:off x="4964940" y="5893208"/>
                <a:ext cx="1764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5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B82F55F5-A152-32F0-9054-89CC0D8AECD3}"/>
                  </a:ext>
                </a:extLst>
              </p14:cNvPr>
              <p14:cNvContentPartPr/>
              <p14:nvPr/>
            </p14:nvContentPartPr>
            <p14:xfrm>
              <a:off x="5127660" y="6090128"/>
              <a:ext cx="135000" cy="9396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B82F55F5-A152-32F0-9054-89CC0D8AECD3}"/>
                  </a:ext>
                </a:extLst>
              </p:cNvPr>
              <p:cNvPicPr/>
              <p:nvPr/>
            </p:nvPicPr>
            <p:blipFill>
              <a:blip r:embed="rId726"/>
              <a:stretch>
                <a:fillRect/>
              </a:stretch>
            </p:blipFill>
            <p:spPr>
              <a:xfrm>
                <a:off x="5119020" y="6081128"/>
                <a:ext cx="1526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7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E5BBF46F-DF0C-B529-D92F-6CFACDBBAB59}"/>
                  </a:ext>
                </a:extLst>
              </p14:cNvPr>
              <p14:cNvContentPartPr/>
              <p14:nvPr/>
            </p14:nvContentPartPr>
            <p14:xfrm>
              <a:off x="5309460" y="5963408"/>
              <a:ext cx="205920" cy="16344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E5BBF46F-DF0C-B529-D92F-6CFACDBBAB59}"/>
                  </a:ext>
                </a:extLst>
              </p:cNvPr>
              <p:cNvPicPr/>
              <p:nvPr/>
            </p:nvPicPr>
            <p:blipFill>
              <a:blip r:embed="rId728"/>
              <a:stretch>
                <a:fillRect/>
              </a:stretch>
            </p:blipFill>
            <p:spPr>
              <a:xfrm>
                <a:off x="5300820" y="5954408"/>
                <a:ext cx="2235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9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BBDF98A0-8AA8-B109-A843-2415E6CF5A0B}"/>
                  </a:ext>
                </a:extLst>
              </p14:cNvPr>
              <p14:cNvContentPartPr/>
              <p14:nvPr/>
            </p14:nvContentPartPr>
            <p14:xfrm>
              <a:off x="5412420" y="6055568"/>
              <a:ext cx="84600" cy="1332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BBDF98A0-8AA8-B109-A843-2415E6CF5A0B}"/>
                  </a:ext>
                </a:extLst>
              </p:cNvPr>
              <p:cNvPicPr/>
              <p:nvPr/>
            </p:nvPicPr>
            <p:blipFill>
              <a:blip r:embed="rId730"/>
              <a:stretch>
                <a:fillRect/>
              </a:stretch>
            </p:blipFill>
            <p:spPr>
              <a:xfrm>
                <a:off x="5403420" y="6046568"/>
                <a:ext cx="1022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1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5CB1E15B-3086-170C-6851-D251A59D99BE}"/>
                  </a:ext>
                </a:extLst>
              </p14:cNvPr>
              <p14:cNvContentPartPr/>
              <p14:nvPr/>
            </p14:nvContentPartPr>
            <p14:xfrm>
              <a:off x="5574780" y="5922728"/>
              <a:ext cx="78120" cy="2628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5CB1E15B-3086-170C-6851-D251A59D99BE}"/>
                  </a:ext>
                </a:extLst>
              </p:cNvPr>
              <p:cNvPicPr/>
              <p:nvPr/>
            </p:nvPicPr>
            <p:blipFill>
              <a:blip r:embed="rId732"/>
              <a:stretch>
                <a:fillRect/>
              </a:stretch>
            </p:blipFill>
            <p:spPr>
              <a:xfrm>
                <a:off x="5565780" y="5913728"/>
                <a:ext cx="957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3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37105919-4797-4A2C-408D-2BDE0FC976B2}"/>
                  </a:ext>
                </a:extLst>
              </p14:cNvPr>
              <p14:cNvContentPartPr/>
              <p14:nvPr/>
            </p14:nvContentPartPr>
            <p14:xfrm>
              <a:off x="5688900" y="5865488"/>
              <a:ext cx="161280" cy="10980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37105919-4797-4A2C-408D-2BDE0FC976B2}"/>
                  </a:ext>
                </a:extLst>
              </p:cNvPr>
              <p:cNvPicPr/>
              <p:nvPr/>
            </p:nvPicPr>
            <p:blipFill>
              <a:blip r:embed="rId734"/>
              <a:stretch>
                <a:fillRect/>
              </a:stretch>
            </p:blipFill>
            <p:spPr>
              <a:xfrm>
                <a:off x="5679900" y="5856848"/>
                <a:ext cx="178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5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5307BE02-F599-BD09-73E1-3BD038CF1ABC}"/>
                  </a:ext>
                </a:extLst>
              </p14:cNvPr>
              <p14:cNvContentPartPr/>
              <p14:nvPr/>
            </p14:nvContentPartPr>
            <p14:xfrm>
              <a:off x="3351420" y="6234128"/>
              <a:ext cx="2285640" cy="8172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5307BE02-F599-BD09-73E1-3BD038CF1ABC}"/>
                  </a:ext>
                </a:extLst>
              </p:cNvPr>
              <p:cNvPicPr/>
              <p:nvPr/>
            </p:nvPicPr>
            <p:blipFill>
              <a:blip r:embed="rId736"/>
              <a:stretch>
                <a:fillRect/>
              </a:stretch>
            </p:blipFill>
            <p:spPr>
              <a:xfrm>
                <a:off x="3342780" y="6225488"/>
                <a:ext cx="23032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7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58389C96-2D5E-9811-9946-41C7F7631BFE}"/>
                  </a:ext>
                </a:extLst>
              </p14:cNvPr>
              <p14:cNvContentPartPr/>
              <p14:nvPr/>
            </p14:nvContentPartPr>
            <p14:xfrm>
              <a:off x="3429900" y="6427088"/>
              <a:ext cx="69120" cy="1472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58389C96-2D5E-9811-9946-41C7F7631BFE}"/>
                  </a:ext>
                </a:extLst>
              </p:cNvPr>
              <p:cNvPicPr/>
              <p:nvPr/>
            </p:nvPicPr>
            <p:blipFill>
              <a:blip r:embed="rId738"/>
              <a:stretch>
                <a:fillRect/>
              </a:stretch>
            </p:blipFill>
            <p:spPr>
              <a:xfrm>
                <a:off x="3420900" y="6418088"/>
                <a:ext cx="867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9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67B04192-C534-9510-0901-3913178541E3}"/>
                  </a:ext>
                </a:extLst>
              </p14:cNvPr>
              <p14:cNvContentPartPr/>
              <p14:nvPr/>
            </p14:nvContentPartPr>
            <p14:xfrm>
              <a:off x="3731220" y="6451568"/>
              <a:ext cx="63360" cy="12996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67B04192-C534-9510-0901-3913178541E3}"/>
                  </a:ext>
                </a:extLst>
              </p:cNvPr>
              <p:cNvPicPr/>
              <p:nvPr/>
            </p:nvPicPr>
            <p:blipFill>
              <a:blip r:embed="rId740"/>
              <a:stretch>
                <a:fillRect/>
              </a:stretch>
            </p:blipFill>
            <p:spPr>
              <a:xfrm>
                <a:off x="3722220" y="6442928"/>
                <a:ext cx="810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1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086477B9-DAB9-C787-F17E-431E02697B6B}"/>
                  </a:ext>
                </a:extLst>
              </p14:cNvPr>
              <p14:cNvContentPartPr/>
              <p14:nvPr/>
            </p14:nvContentPartPr>
            <p14:xfrm>
              <a:off x="3697380" y="6525728"/>
              <a:ext cx="116280" cy="504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086477B9-DAB9-C787-F17E-431E02697B6B}"/>
                  </a:ext>
                </a:extLst>
              </p:cNvPr>
              <p:cNvPicPr/>
              <p:nvPr/>
            </p:nvPicPr>
            <p:blipFill>
              <a:blip r:embed="rId742"/>
              <a:stretch>
                <a:fillRect/>
              </a:stretch>
            </p:blipFill>
            <p:spPr>
              <a:xfrm>
                <a:off x="3688380" y="6517088"/>
                <a:ext cx="1339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3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034A7DDB-C2B4-DB0E-E28B-E7D0CC8EBF33}"/>
                  </a:ext>
                </a:extLst>
              </p14:cNvPr>
              <p14:cNvContentPartPr/>
              <p14:nvPr/>
            </p14:nvContentPartPr>
            <p14:xfrm>
              <a:off x="3880980" y="6468848"/>
              <a:ext cx="142200" cy="8316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034A7DDB-C2B4-DB0E-E28B-E7D0CC8EBF33}"/>
                  </a:ext>
                </a:extLst>
              </p:cNvPr>
              <p:cNvPicPr/>
              <p:nvPr/>
            </p:nvPicPr>
            <p:blipFill>
              <a:blip r:embed="rId744"/>
              <a:stretch>
                <a:fillRect/>
              </a:stretch>
            </p:blipFill>
            <p:spPr>
              <a:xfrm>
                <a:off x="3872340" y="6459848"/>
                <a:ext cx="1598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5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620EAA2B-DC92-3F0A-B045-A56B3BB2E67D}"/>
                  </a:ext>
                </a:extLst>
              </p14:cNvPr>
              <p14:cNvContentPartPr/>
              <p14:nvPr/>
            </p14:nvContentPartPr>
            <p14:xfrm>
              <a:off x="4104180" y="6551288"/>
              <a:ext cx="31680" cy="6048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620EAA2B-DC92-3F0A-B045-A56B3BB2E67D}"/>
                  </a:ext>
                </a:extLst>
              </p:cNvPr>
              <p:cNvPicPr/>
              <p:nvPr/>
            </p:nvPicPr>
            <p:blipFill>
              <a:blip r:embed="rId746"/>
              <a:stretch>
                <a:fillRect/>
              </a:stretch>
            </p:blipFill>
            <p:spPr>
              <a:xfrm>
                <a:off x="4095540" y="6542288"/>
                <a:ext cx="493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7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DBD61E17-BF38-07DF-AFD0-8552F23D7528}"/>
                  </a:ext>
                </a:extLst>
              </p14:cNvPr>
              <p14:cNvContentPartPr/>
              <p14:nvPr/>
            </p14:nvContentPartPr>
            <p14:xfrm>
              <a:off x="4145940" y="6441488"/>
              <a:ext cx="153720" cy="13104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DBD61E17-BF38-07DF-AFD0-8552F23D7528}"/>
                  </a:ext>
                </a:extLst>
              </p:cNvPr>
              <p:cNvPicPr/>
              <p:nvPr/>
            </p:nvPicPr>
            <p:blipFill>
              <a:blip r:embed="rId748"/>
              <a:stretch>
                <a:fillRect/>
              </a:stretch>
            </p:blipFill>
            <p:spPr>
              <a:xfrm>
                <a:off x="4136940" y="6432848"/>
                <a:ext cx="1713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9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C82294EB-88C0-63E0-91FB-07F805EC1A86}"/>
                  </a:ext>
                </a:extLst>
              </p14:cNvPr>
              <p14:cNvContentPartPr/>
              <p14:nvPr/>
            </p14:nvContentPartPr>
            <p14:xfrm>
              <a:off x="4207140" y="6525008"/>
              <a:ext cx="89640" cy="576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C82294EB-88C0-63E0-91FB-07F805EC1A86}"/>
                  </a:ext>
                </a:extLst>
              </p:cNvPr>
              <p:cNvPicPr/>
              <p:nvPr/>
            </p:nvPicPr>
            <p:blipFill>
              <a:blip r:embed="rId750"/>
              <a:stretch>
                <a:fillRect/>
              </a:stretch>
            </p:blipFill>
            <p:spPr>
              <a:xfrm>
                <a:off x="4198500" y="6516368"/>
                <a:ext cx="1072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1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3ED8EE31-9F6A-F368-E03E-C4B393A66F72}"/>
                  </a:ext>
                </a:extLst>
              </p14:cNvPr>
              <p14:cNvContentPartPr/>
              <p14:nvPr/>
            </p14:nvContentPartPr>
            <p14:xfrm>
              <a:off x="4356540" y="6438248"/>
              <a:ext cx="101160" cy="432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3ED8EE31-9F6A-F368-E03E-C4B393A66F72}"/>
                  </a:ext>
                </a:extLst>
              </p:cNvPr>
              <p:cNvPicPr/>
              <p:nvPr/>
            </p:nvPicPr>
            <p:blipFill>
              <a:blip r:embed="rId752"/>
              <a:stretch>
                <a:fillRect/>
              </a:stretch>
            </p:blipFill>
            <p:spPr>
              <a:xfrm>
                <a:off x="4347900" y="6429248"/>
                <a:ext cx="1188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3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74C07C39-12BC-49BD-BD20-D03BD1586B29}"/>
                  </a:ext>
                </a:extLst>
              </p14:cNvPr>
              <p14:cNvContentPartPr/>
              <p14:nvPr/>
            </p14:nvContentPartPr>
            <p14:xfrm>
              <a:off x="4478220" y="6369488"/>
              <a:ext cx="52560" cy="9468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74C07C39-12BC-49BD-BD20-D03BD1586B29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4469580" y="6360488"/>
                <a:ext cx="7020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1" name="Group 480">
            <a:extLst>
              <a:ext uri="{FF2B5EF4-FFF2-40B4-BE49-F238E27FC236}">
                <a16:creationId xmlns:a16="http://schemas.microsoft.com/office/drawing/2014/main" id="{EF0F10DA-BB67-B13D-CEE0-C078028DE943}"/>
              </a:ext>
            </a:extLst>
          </p:cNvPr>
          <p:cNvGrpSpPr/>
          <p:nvPr/>
        </p:nvGrpSpPr>
        <p:grpSpPr>
          <a:xfrm>
            <a:off x="4727340" y="6326288"/>
            <a:ext cx="1033920" cy="288000"/>
            <a:chOff x="4727340" y="6326288"/>
            <a:chExt cx="103392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3659030-DDE0-430B-5215-991410EA5C6E}"/>
                    </a:ext>
                  </a:extLst>
                </p14:cNvPr>
                <p14:cNvContentPartPr/>
                <p14:nvPr/>
              </p14:nvContentPartPr>
              <p14:xfrm>
                <a:off x="4733100" y="6437168"/>
                <a:ext cx="34560" cy="1198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3659030-DDE0-430B-5215-991410EA5C6E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4724460" y="6428168"/>
                  <a:ext cx="52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865DE16-B7DC-99C0-C039-652FD135BFD1}"/>
                    </a:ext>
                  </a:extLst>
                </p14:cNvPr>
                <p14:cNvContentPartPr/>
                <p14:nvPr/>
              </p14:nvContentPartPr>
              <p14:xfrm>
                <a:off x="4727340" y="6525368"/>
                <a:ext cx="104400" cy="36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865DE16-B7DC-99C0-C039-652FD135BFD1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4718700" y="6516368"/>
                  <a:ext cx="122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151C3C2-A7B4-4C57-CDDB-FB55EA8CAB66}"/>
                    </a:ext>
                  </a:extLst>
                </p14:cNvPr>
                <p14:cNvContentPartPr/>
                <p14:nvPr/>
              </p14:nvContentPartPr>
              <p14:xfrm>
                <a:off x="4903740" y="6432848"/>
                <a:ext cx="125640" cy="867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151C3C2-A7B4-4C57-CDDB-FB55EA8CAB66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4894740" y="6424208"/>
                  <a:ext cx="143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992229C9-4CA9-B884-5605-F4C2EF01A3FB}"/>
                    </a:ext>
                  </a:extLst>
                </p14:cNvPr>
                <p14:cNvContentPartPr/>
                <p14:nvPr/>
              </p14:nvContentPartPr>
              <p14:xfrm>
                <a:off x="5096700" y="6487568"/>
                <a:ext cx="182160" cy="1267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992229C9-4CA9-B884-5605-F4C2EF01A3FB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5087700" y="6478928"/>
                  <a:ext cx="199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83061AD0-ADE5-FE02-D92D-2DE0ED926D0A}"/>
                    </a:ext>
                  </a:extLst>
                </p14:cNvPr>
                <p14:cNvContentPartPr/>
                <p14:nvPr/>
              </p14:nvContentPartPr>
              <p14:xfrm>
                <a:off x="5351220" y="6435368"/>
                <a:ext cx="132480" cy="16884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83061AD0-ADE5-FE02-D92D-2DE0ED926D0A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5342220" y="6426368"/>
                  <a:ext cx="150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53A476E-1E32-3095-19A8-3D6DA87E1AFC}"/>
                    </a:ext>
                  </a:extLst>
                </p14:cNvPr>
                <p14:cNvContentPartPr/>
                <p14:nvPr/>
              </p14:nvContentPartPr>
              <p14:xfrm>
                <a:off x="5428260" y="6518888"/>
                <a:ext cx="37440" cy="144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753A476E-1E32-3095-19A8-3D6DA87E1AFC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5419620" y="6510248"/>
                  <a:ext cx="55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310019B3-62C6-8960-11F8-463D84563A78}"/>
                    </a:ext>
                  </a:extLst>
                </p14:cNvPr>
                <p14:cNvContentPartPr/>
                <p14:nvPr/>
              </p14:nvContentPartPr>
              <p14:xfrm>
                <a:off x="5522220" y="6390008"/>
                <a:ext cx="115200" cy="1116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310019B3-62C6-8960-11F8-463D84563A78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5513220" y="6381008"/>
                  <a:ext cx="132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EFF8BD7-5AED-E218-BE62-8181F3086C09}"/>
                    </a:ext>
                  </a:extLst>
                </p14:cNvPr>
                <p14:cNvContentPartPr/>
                <p14:nvPr/>
              </p14:nvContentPartPr>
              <p14:xfrm>
                <a:off x="5652540" y="6326288"/>
                <a:ext cx="108720" cy="11232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EFF8BD7-5AED-E218-BE62-8181F3086C09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5643540" y="6317288"/>
                  <a:ext cx="1263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C15448BE-1FA5-6D93-2E1D-4290D42226FC}"/>
              </a:ext>
            </a:extLst>
          </p:cNvPr>
          <p:cNvGrpSpPr/>
          <p:nvPr/>
        </p:nvGrpSpPr>
        <p:grpSpPr>
          <a:xfrm>
            <a:off x="6002100" y="5983928"/>
            <a:ext cx="683280" cy="378720"/>
            <a:chOff x="6002100" y="5983928"/>
            <a:chExt cx="68328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DAE4078-E0C6-6098-F2A7-5279F9132626}"/>
                    </a:ext>
                  </a:extLst>
                </p14:cNvPr>
                <p14:cNvContentPartPr/>
                <p14:nvPr/>
              </p14:nvContentPartPr>
              <p14:xfrm>
                <a:off x="6002100" y="6077528"/>
                <a:ext cx="227160" cy="25812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DAE4078-E0C6-6098-F2A7-5279F9132626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5993100" y="6068888"/>
                  <a:ext cx="2448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4BD7871-5530-E946-D443-F0BCE8EE6E4B}"/>
                    </a:ext>
                  </a:extLst>
                </p14:cNvPr>
                <p14:cNvContentPartPr/>
                <p14:nvPr/>
              </p14:nvContentPartPr>
              <p14:xfrm>
                <a:off x="6073020" y="6087968"/>
                <a:ext cx="94320" cy="23760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4BD7871-5530-E946-D443-F0BCE8EE6E4B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6064020" y="6079328"/>
                  <a:ext cx="111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D8E96AD-4B36-625C-E090-5C18268B73D4}"/>
                    </a:ext>
                  </a:extLst>
                </p14:cNvPr>
                <p14:cNvContentPartPr/>
                <p14:nvPr/>
              </p14:nvContentPartPr>
              <p14:xfrm>
                <a:off x="6286140" y="5983928"/>
                <a:ext cx="118440" cy="37872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D8E96AD-4B36-625C-E090-5C18268B73D4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6277140" y="5975288"/>
                  <a:ext cx="1360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6BB1AF4D-1108-1878-244E-9502D0021E2D}"/>
                    </a:ext>
                  </a:extLst>
                </p14:cNvPr>
                <p14:cNvContentPartPr/>
                <p14:nvPr/>
              </p14:nvContentPartPr>
              <p14:xfrm>
                <a:off x="6411060" y="6121088"/>
                <a:ext cx="145440" cy="1713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6BB1AF4D-1108-1878-244E-9502D0021E2D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6402060" y="6112088"/>
                  <a:ext cx="163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6098514-C009-6578-C96D-7E9918EE635C}"/>
                    </a:ext>
                  </a:extLst>
                </p14:cNvPr>
                <p14:cNvContentPartPr/>
                <p14:nvPr/>
              </p14:nvContentPartPr>
              <p14:xfrm>
                <a:off x="6422220" y="6198128"/>
                <a:ext cx="124200" cy="2952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6098514-C009-6578-C96D-7E9918EE635C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6413580" y="6189128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685F3218-E37E-4953-1F82-CBB9A782FD56}"/>
                    </a:ext>
                  </a:extLst>
                </p14:cNvPr>
                <p14:cNvContentPartPr/>
                <p14:nvPr/>
              </p14:nvContentPartPr>
              <p14:xfrm>
                <a:off x="6546060" y="6016328"/>
                <a:ext cx="139320" cy="3114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685F3218-E37E-4953-1F82-CBB9A782FD56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6537420" y="6007328"/>
                  <a:ext cx="1569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FEC59C59-D421-292B-E3A1-EABA25F00EFD}"/>
              </a:ext>
            </a:extLst>
          </p:cNvPr>
          <p:cNvGrpSpPr/>
          <p:nvPr/>
        </p:nvGrpSpPr>
        <p:grpSpPr>
          <a:xfrm>
            <a:off x="7376580" y="5740928"/>
            <a:ext cx="1627200" cy="764640"/>
            <a:chOff x="7376580" y="5740928"/>
            <a:chExt cx="1627200" cy="7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0EF7A31-EB11-1D5A-3350-75DFDF69E34D}"/>
                    </a:ext>
                  </a:extLst>
                </p14:cNvPr>
                <p14:cNvContentPartPr/>
                <p14:nvPr/>
              </p14:nvContentPartPr>
              <p14:xfrm>
                <a:off x="7376580" y="5985368"/>
                <a:ext cx="114120" cy="32148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0EF7A31-EB11-1D5A-3350-75DFDF69E34D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367580" y="5976368"/>
                  <a:ext cx="1317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6A5A47C2-FC71-A344-2EF9-C2CF8EA61234}"/>
                    </a:ext>
                  </a:extLst>
                </p14:cNvPr>
                <p14:cNvContentPartPr/>
                <p14:nvPr/>
              </p14:nvContentPartPr>
              <p14:xfrm>
                <a:off x="7460460" y="6181208"/>
                <a:ext cx="93240" cy="684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6A5A47C2-FC71-A344-2EF9-C2CF8EA61234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451820" y="6172208"/>
                  <a:ext cx="11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ED577B51-078C-401A-9A3E-75AB2CFE317B}"/>
                    </a:ext>
                  </a:extLst>
                </p14:cNvPr>
                <p14:cNvContentPartPr/>
                <p14:nvPr/>
              </p14:nvContentPartPr>
              <p14:xfrm>
                <a:off x="7507260" y="6018848"/>
                <a:ext cx="87120" cy="20664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ED577B51-078C-401A-9A3E-75AB2CFE317B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498260" y="6010208"/>
                  <a:ext cx="104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D44A362-F669-D3DB-46FB-4DBA74434F06}"/>
                    </a:ext>
                  </a:extLst>
                </p14:cNvPr>
                <p14:cNvContentPartPr/>
                <p14:nvPr/>
              </p14:nvContentPartPr>
              <p14:xfrm>
                <a:off x="7630740" y="5943608"/>
                <a:ext cx="117720" cy="31140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D44A362-F669-D3DB-46FB-4DBA74434F06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7621740" y="5934968"/>
                  <a:ext cx="135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59C2B04-59A4-7FBE-6A3E-1444FE312509}"/>
                    </a:ext>
                  </a:extLst>
                </p14:cNvPr>
                <p14:cNvContentPartPr/>
                <p14:nvPr/>
              </p14:nvContentPartPr>
              <p14:xfrm>
                <a:off x="7709940" y="6077888"/>
                <a:ext cx="163440" cy="17748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59C2B04-59A4-7FBE-6A3E-1444FE312509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7700940" y="6069248"/>
                  <a:ext cx="181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599E2A7-8447-7FBD-91B9-82D2EC7BCA2A}"/>
                    </a:ext>
                  </a:extLst>
                </p14:cNvPr>
                <p14:cNvContentPartPr/>
                <p14:nvPr/>
              </p14:nvContentPartPr>
              <p14:xfrm>
                <a:off x="7767900" y="6162848"/>
                <a:ext cx="93240" cy="504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599E2A7-8447-7FBD-91B9-82D2EC7BCA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7758900" y="6153848"/>
                  <a:ext cx="110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11B236F-E2A4-B47C-AB61-F444641DA03E}"/>
                    </a:ext>
                  </a:extLst>
                </p14:cNvPr>
                <p14:cNvContentPartPr/>
                <p14:nvPr/>
              </p14:nvContentPartPr>
              <p14:xfrm>
                <a:off x="7829460" y="5953688"/>
                <a:ext cx="147960" cy="32256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11B236F-E2A4-B47C-AB61-F444641DA03E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7820460" y="5945048"/>
                  <a:ext cx="1656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E9650E66-89DE-EA24-150C-56CB12AE9946}"/>
                    </a:ext>
                  </a:extLst>
                </p14:cNvPr>
                <p14:cNvContentPartPr/>
                <p14:nvPr/>
              </p14:nvContentPartPr>
              <p14:xfrm>
                <a:off x="8088660" y="6171848"/>
                <a:ext cx="73800" cy="504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E9650E66-89DE-EA24-150C-56CB12AE9946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8079660" y="6163208"/>
                  <a:ext cx="91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13E24223-A714-0504-537B-BE0F780B5508}"/>
                    </a:ext>
                  </a:extLst>
                </p14:cNvPr>
                <p14:cNvContentPartPr/>
                <p14:nvPr/>
              </p14:nvContentPartPr>
              <p14:xfrm>
                <a:off x="8071740" y="6114968"/>
                <a:ext cx="79920" cy="1584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13E24223-A714-0504-537B-BE0F780B5508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8063100" y="6106328"/>
                  <a:ext cx="97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4C870DEA-22F3-21B9-86C0-7B6D3DDCDC6A}"/>
                    </a:ext>
                  </a:extLst>
                </p14:cNvPr>
                <p14:cNvContentPartPr/>
                <p14:nvPr/>
              </p14:nvContentPartPr>
              <p14:xfrm>
                <a:off x="8182620" y="5812568"/>
                <a:ext cx="125280" cy="8496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4C870DEA-22F3-21B9-86C0-7B6D3DDCDC6A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8173980" y="5803568"/>
                  <a:ext cx="142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4762FF9B-DDCD-90B3-2B91-2C43AF97850B}"/>
                    </a:ext>
                  </a:extLst>
                </p14:cNvPr>
                <p14:cNvContentPartPr/>
                <p14:nvPr/>
              </p14:nvContentPartPr>
              <p14:xfrm>
                <a:off x="8290620" y="5839568"/>
                <a:ext cx="53280" cy="20232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4762FF9B-DDCD-90B3-2B91-2C43AF97850B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8281980" y="5830568"/>
                  <a:ext cx="70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7EA99A2F-6577-624D-8C76-4FCC51307862}"/>
                    </a:ext>
                  </a:extLst>
                </p14:cNvPr>
                <p14:cNvContentPartPr/>
                <p14:nvPr/>
              </p14:nvContentPartPr>
              <p14:xfrm>
                <a:off x="8407980" y="5761448"/>
                <a:ext cx="65520" cy="2685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7EA99A2F-6577-624D-8C76-4FCC51307862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8398980" y="5752808"/>
                  <a:ext cx="83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B1F4D410-B22F-764A-83ED-F7EA51BABECD}"/>
                    </a:ext>
                  </a:extLst>
                </p14:cNvPr>
                <p14:cNvContentPartPr/>
                <p14:nvPr/>
              </p14:nvContentPartPr>
              <p14:xfrm>
                <a:off x="8483940" y="5826608"/>
                <a:ext cx="161280" cy="17568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B1F4D410-B22F-764A-83ED-F7EA51BABECD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8475300" y="5817968"/>
                  <a:ext cx="178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AD2ECF7-B84B-30DE-1305-64EDE3AB3709}"/>
                    </a:ext>
                  </a:extLst>
                </p14:cNvPr>
                <p14:cNvContentPartPr/>
                <p14:nvPr/>
              </p14:nvContentPartPr>
              <p14:xfrm>
                <a:off x="8551620" y="5901848"/>
                <a:ext cx="73080" cy="3924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AD2ECF7-B84B-30DE-1305-64EDE3AB3709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8542980" y="5893208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ABBCF17-AC70-EC4C-074D-3DA4707925FD}"/>
                    </a:ext>
                  </a:extLst>
                </p14:cNvPr>
                <p14:cNvContentPartPr/>
                <p14:nvPr/>
              </p14:nvContentPartPr>
              <p14:xfrm>
                <a:off x="8650260" y="5740928"/>
                <a:ext cx="121320" cy="22104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ABBCF17-AC70-EC4C-074D-3DA4707925FD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8641260" y="5731928"/>
                  <a:ext cx="138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3C9853F0-DEFB-D59C-1136-2BD1B8D429E1}"/>
                    </a:ext>
                  </a:extLst>
                </p14:cNvPr>
                <p14:cNvContentPartPr/>
                <p14:nvPr/>
              </p14:nvContentPartPr>
              <p14:xfrm>
                <a:off x="8374500" y="6104528"/>
                <a:ext cx="359280" cy="370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3C9853F0-DEFB-D59C-1136-2BD1B8D429E1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8365500" y="6095528"/>
                  <a:ext cx="376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1E3BB424-7CFC-B158-AA0D-02A268A33CD0}"/>
                    </a:ext>
                  </a:extLst>
                </p14:cNvPr>
                <p14:cNvContentPartPr/>
                <p14:nvPr/>
              </p14:nvContentPartPr>
              <p14:xfrm>
                <a:off x="8306460" y="6261848"/>
                <a:ext cx="174960" cy="17496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1E3BB424-7CFC-B158-AA0D-02A268A33CD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8297820" y="6253208"/>
                  <a:ext cx="192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66275A32-013A-6445-E856-F6F95FEB882D}"/>
                    </a:ext>
                  </a:extLst>
                </p14:cNvPr>
                <p14:cNvContentPartPr/>
                <p14:nvPr/>
              </p14:nvContentPartPr>
              <p14:xfrm>
                <a:off x="8383500" y="6296768"/>
                <a:ext cx="59040" cy="17676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66275A32-013A-6445-E856-F6F95FEB882D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8374860" y="6287768"/>
                  <a:ext cx="76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0491CF7C-C72D-7D97-E3D8-305FDBE7DCB0}"/>
                    </a:ext>
                  </a:extLst>
                </p14:cNvPr>
                <p14:cNvContentPartPr/>
                <p14:nvPr/>
              </p14:nvContentPartPr>
              <p14:xfrm>
                <a:off x="8522820" y="6239528"/>
                <a:ext cx="57600" cy="2376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0491CF7C-C72D-7D97-E3D8-305FDBE7DCB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8513820" y="6230888"/>
                  <a:ext cx="752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156792F-34FC-5C93-DD23-029BF9FF1D03}"/>
                    </a:ext>
                  </a:extLst>
                </p14:cNvPr>
                <p14:cNvContentPartPr/>
                <p14:nvPr/>
              </p14:nvContentPartPr>
              <p14:xfrm>
                <a:off x="8577540" y="6291728"/>
                <a:ext cx="140040" cy="18792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156792F-34FC-5C93-DD23-029BF9FF1D03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8568540" y="6282728"/>
                  <a:ext cx="157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05044A34-11BC-47AC-216F-639F344EB268}"/>
                    </a:ext>
                  </a:extLst>
                </p14:cNvPr>
                <p14:cNvContentPartPr/>
                <p14:nvPr/>
              </p14:nvContentPartPr>
              <p14:xfrm>
                <a:off x="8607420" y="6395408"/>
                <a:ext cx="90000" cy="432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05044A34-11BC-47AC-216F-639F344EB268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8598780" y="6386768"/>
                  <a:ext cx="107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5EB0A8F1-B485-980F-8FB8-D5F3E8A19A0F}"/>
                    </a:ext>
                  </a:extLst>
                </p14:cNvPr>
                <p14:cNvContentPartPr/>
                <p14:nvPr/>
              </p14:nvContentPartPr>
              <p14:xfrm>
                <a:off x="8691660" y="6229088"/>
                <a:ext cx="121320" cy="27648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5EB0A8F1-B485-980F-8FB8-D5F3E8A19A0F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8683020" y="6220448"/>
                  <a:ext cx="138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03213B22-A239-2433-DEDF-F2E3BD2EF32A}"/>
                    </a:ext>
                  </a:extLst>
                </p14:cNvPr>
                <p14:cNvContentPartPr/>
                <p14:nvPr/>
              </p14:nvContentPartPr>
              <p14:xfrm>
                <a:off x="8915580" y="6130448"/>
                <a:ext cx="88200" cy="2124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03213B22-A239-2433-DEDF-F2E3BD2EF32A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8906580" y="6121808"/>
                  <a:ext cx="105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66D3C041-C086-3BC7-37A1-03D4A85B042A}"/>
                    </a:ext>
                  </a:extLst>
                </p14:cNvPr>
                <p14:cNvContentPartPr/>
                <p14:nvPr/>
              </p14:nvContentPartPr>
              <p14:xfrm>
                <a:off x="8915220" y="6068168"/>
                <a:ext cx="83520" cy="2088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66D3C041-C086-3BC7-37A1-03D4A85B042A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8906220" y="6059528"/>
                  <a:ext cx="1011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29985CC7-C0B5-C776-0908-2DAD11127EB8}"/>
              </a:ext>
            </a:extLst>
          </p:cNvPr>
          <p:cNvGrpSpPr/>
          <p:nvPr/>
        </p:nvGrpSpPr>
        <p:grpSpPr>
          <a:xfrm>
            <a:off x="9226620" y="5488928"/>
            <a:ext cx="2441880" cy="963720"/>
            <a:chOff x="9226620" y="5488928"/>
            <a:chExt cx="2441880" cy="9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5FF7777A-367D-BBE0-3FC1-B8628CDC2570}"/>
                    </a:ext>
                  </a:extLst>
                </p14:cNvPr>
                <p14:cNvContentPartPr/>
                <p14:nvPr/>
              </p14:nvContentPartPr>
              <p14:xfrm>
                <a:off x="9283860" y="5745608"/>
                <a:ext cx="141120" cy="18828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5FF7777A-367D-BBE0-3FC1-B8628CDC2570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9274860" y="5736608"/>
                  <a:ext cx="158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D0593528-70B3-F4D7-3003-61EA7D6CA1CE}"/>
                    </a:ext>
                  </a:extLst>
                </p14:cNvPr>
                <p14:cNvContentPartPr/>
                <p14:nvPr/>
              </p14:nvContentPartPr>
              <p14:xfrm>
                <a:off x="9427500" y="5895728"/>
                <a:ext cx="131760" cy="6984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D0593528-70B3-F4D7-3003-61EA7D6CA1CE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9418500" y="5886728"/>
                  <a:ext cx="149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B363668B-AC97-DF2A-2CA7-DF616A4E7E69}"/>
                    </a:ext>
                  </a:extLst>
                </p14:cNvPr>
                <p14:cNvContentPartPr/>
                <p14:nvPr/>
              </p14:nvContentPartPr>
              <p14:xfrm>
                <a:off x="9658260" y="5751368"/>
                <a:ext cx="49680" cy="1224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B363668B-AC97-DF2A-2CA7-DF616A4E7E6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9649260" y="5742368"/>
                  <a:ext cx="67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AB79A2-A514-829F-4CBF-FD572AF9A2B2}"/>
                    </a:ext>
                  </a:extLst>
                </p14:cNvPr>
                <p14:cNvContentPartPr/>
                <p14:nvPr/>
              </p14:nvContentPartPr>
              <p14:xfrm>
                <a:off x="9631620" y="5829128"/>
                <a:ext cx="110160" cy="1260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AB79A2-A514-829F-4CBF-FD572AF9A2B2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9622620" y="5820488"/>
                  <a:ext cx="127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46A1D291-F449-796C-C791-CF735A1016C1}"/>
                    </a:ext>
                  </a:extLst>
                </p14:cNvPr>
                <p14:cNvContentPartPr/>
                <p14:nvPr/>
              </p14:nvContentPartPr>
              <p14:xfrm>
                <a:off x="9793260" y="5694128"/>
                <a:ext cx="146880" cy="16704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46A1D291-F449-796C-C791-CF735A1016C1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9784260" y="5685128"/>
                  <a:ext cx="16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1D8004EB-250C-0FE0-0CA3-BDCA39DFE2A3}"/>
                    </a:ext>
                  </a:extLst>
                </p14:cNvPr>
                <p14:cNvContentPartPr/>
                <p14:nvPr/>
              </p14:nvContentPartPr>
              <p14:xfrm>
                <a:off x="10014300" y="5844608"/>
                <a:ext cx="21240" cy="7272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1D8004EB-250C-0FE0-0CA3-BDCA39DFE2A3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0005660" y="5835968"/>
                  <a:ext cx="38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862EE24D-3919-F947-AE2D-700BF491878B}"/>
                    </a:ext>
                  </a:extLst>
                </p14:cNvPr>
                <p14:cNvContentPartPr/>
                <p14:nvPr/>
              </p14:nvContentPartPr>
              <p14:xfrm>
                <a:off x="10105020" y="5705648"/>
                <a:ext cx="166320" cy="15120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862EE24D-3919-F947-AE2D-700BF491878B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096020" y="5696648"/>
                  <a:ext cx="18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EFC7AA09-EE39-B8DF-A084-8EA404901DC5}"/>
                    </a:ext>
                  </a:extLst>
                </p14:cNvPr>
                <p14:cNvContentPartPr/>
                <p14:nvPr/>
              </p14:nvContentPartPr>
              <p14:xfrm>
                <a:off x="10159380" y="5782328"/>
                <a:ext cx="70920" cy="828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EFC7AA09-EE39-B8DF-A084-8EA404901DC5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150380" y="5773688"/>
                  <a:ext cx="8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1CEA307C-AE28-AE9B-8E5A-28A1CCB7870C}"/>
                    </a:ext>
                  </a:extLst>
                </p14:cNvPr>
                <p14:cNvContentPartPr/>
                <p14:nvPr/>
              </p14:nvContentPartPr>
              <p14:xfrm>
                <a:off x="10224540" y="5631848"/>
                <a:ext cx="57600" cy="648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1CEA307C-AE28-AE9B-8E5A-28A1CCB7870C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215540" y="5622848"/>
                  <a:ext cx="75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C2675E99-C2E8-DA8E-3FF0-DB288CAEC1A7}"/>
                    </a:ext>
                  </a:extLst>
                </p14:cNvPr>
                <p14:cNvContentPartPr/>
                <p14:nvPr/>
              </p14:nvContentPartPr>
              <p14:xfrm>
                <a:off x="10328220" y="5559128"/>
                <a:ext cx="42840" cy="9900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C2675E99-C2E8-DA8E-3FF0-DB288CAEC1A7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319580" y="5550128"/>
                  <a:ext cx="604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72A36397-6F49-0DEB-5F53-7B8E5896A98D}"/>
                    </a:ext>
                  </a:extLst>
                </p14:cNvPr>
                <p14:cNvContentPartPr/>
                <p14:nvPr/>
              </p14:nvContentPartPr>
              <p14:xfrm>
                <a:off x="10541340" y="5641928"/>
                <a:ext cx="42480" cy="13068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72A36397-6F49-0DEB-5F53-7B8E5896A98D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532700" y="5633288"/>
                  <a:ext cx="60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8C16DBA5-989E-F29F-D6F0-312829D1C3EE}"/>
                    </a:ext>
                  </a:extLst>
                </p14:cNvPr>
                <p14:cNvContentPartPr/>
                <p14:nvPr/>
              </p14:nvContentPartPr>
              <p14:xfrm>
                <a:off x="10559340" y="5730488"/>
                <a:ext cx="39600" cy="360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8C16DBA5-989E-F29F-D6F0-312829D1C3EE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0550700" y="5721488"/>
                  <a:ext cx="57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0AE8B70-8CEA-AFC6-A093-A009DF48EF4D}"/>
                    </a:ext>
                  </a:extLst>
                </p14:cNvPr>
                <p14:cNvContentPartPr/>
                <p14:nvPr/>
              </p14:nvContentPartPr>
              <p14:xfrm>
                <a:off x="10650060" y="5590088"/>
                <a:ext cx="123840" cy="1983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0AE8B70-8CEA-AFC6-A093-A009DF48EF4D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0641060" y="5581448"/>
                  <a:ext cx="141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0EA4DB9D-CD38-3EF9-AD34-26EF1E091266}"/>
                    </a:ext>
                  </a:extLst>
                </p14:cNvPr>
                <p14:cNvContentPartPr/>
                <p14:nvPr/>
              </p14:nvContentPartPr>
              <p14:xfrm>
                <a:off x="10785420" y="5776568"/>
                <a:ext cx="135000" cy="9468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0EA4DB9D-CD38-3EF9-AD34-26EF1E091266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0776780" y="5767568"/>
                  <a:ext cx="152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97C360DF-8129-A75F-FF78-C47E763CDE62}"/>
                    </a:ext>
                  </a:extLst>
                </p14:cNvPr>
                <p14:cNvContentPartPr/>
                <p14:nvPr/>
              </p14:nvContentPartPr>
              <p14:xfrm>
                <a:off x="10946700" y="5626808"/>
                <a:ext cx="153360" cy="1782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97C360DF-8129-A75F-FF78-C47E763CDE62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937700" y="5617808"/>
                  <a:ext cx="171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6AF85A31-E0B4-ECCB-B3FE-C371D377BB88}"/>
                    </a:ext>
                  </a:extLst>
                </p14:cNvPr>
                <p14:cNvContentPartPr/>
                <p14:nvPr/>
              </p14:nvContentPartPr>
              <p14:xfrm>
                <a:off x="10986660" y="5730488"/>
                <a:ext cx="90360" cy="36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6AF85A31-E0B4-ECCB-B3FE-C371D377BB88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977660" y="5721488"/>
                  <a:ext cx="10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C9A8468-7D9B-8E80-14F7-4A7753A96273}"/>
                    </a:ext>
                  </a:extLst>
                </p14:cNvPr>
                <p14:cNvContentPartPr/>
                <p14:nvPr/>
              </p14:nvContentPartPr>
              <p14:xfrm>
                <a:off x="11115540" y="5559128"/>
                <a:ext cx="55080" cy="1620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C9A8468-7D9B-8E80-14F7-4A7753A96273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1106540" y="5550128"/>
                  <a:ext cx="72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64A06E9F-4C0A-A1AA-F16A-0C206C744B11}"/>
                    </a:ext>
                  </a:extLst>
                </p14:cNvPr>
                <p14:cNvContentPartPr/>
                <p14:nvPr/>
              </p14:nvContentPartPr>
              <p14:xfrm>
                <a:off x="11169900" y="5488928"/>
                <a:ext cx="161640" cy="11844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64A06E9F-4C0A-A1AA-F16A-0C206C744B11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161260" y="5480288"/>
                  <a:ext cx="179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C76945DF-7AE6-4020-F409-F22A6C775C74}"/>
                    </a:ext>
                  </a:extLst>
                </p14:cNvPr>
                <p14:cNvContentPartPr/>
                <p14:nvPr/>
              </p14:nvContentPartPr>
              <p14:xfrm>
                <a:off x="9226620" y="5974208"/>
                <a:ext cx="2103480" cy="15048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C76945DF-7AE6-4020-F409-F22A6C775C74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9217620" y="5965208"/>
                  <a:ext cx="2121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04930911-E666-193F-D172-5D169FDB8722}"/>
                    </a:ext>
                  </a:extLst>
                </p14:cNvPr>
                <p14:cNvContentPartPr/>
                <p14:nvPr/>
              </p14:nvContentPartPr>
              <p14:xfrm>
                <a:off x="9476460" y="6255008"/>
                <a:ext cx="80640" cy="19764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04930911-E666-193F-D172-5D169FDB8722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9467460" y="6246368"/>
                  <a:ext cx="98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86C4E8D4-F88F-0755-2CF7-4CE1CDB8CF36}"/>
                    </a:ext>
                  </a:extLst>
                </p14:cNvPr>
                <p14:cNvContentPartPr/>
                <p14:nvPr/>
              </p14:nvContentPartPr>
              <p14:xfrm>
                <a:off x="9729900" y="6275888"/>
                <a:ext cx="45360" cy="12492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86C4E8D4-F88F-0755-2CF7-4CE1CDB8CF36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9720900" y="6267248"/>
                  <a:ext cx="63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3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E5F99313-0DDE-48D7-EA95-468AA4895AB1}"/>
                    </a:ext>
                  </a:extLst>
                </p14:cNvPr>
                <p14:cNvContentPartPr/>
                <p14:nvPr/>
              </p14:nvContentPartPr>
              <p14:xfrm>
                <a:off x="9714060" y="6338168"/>
                <a:ext cx="105840" cy="1440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E5F99313-0DDE-48D7-EA95-468AA4895AB1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9705060" y="6329528"/>
                  <a:ext cx="123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5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E46404CA-D4AC-A079-9DAA-1AEB6A2B9E5A}"/>
                    </a:ext>
                  </a:extLst>
                </p14:cNvPr>
                <p14:cNvContentPartPr/>
                <p14:nvPr/>
              </p14:nvContentPartPr>
              <p14:xfrm>
                <a:off x="9943380" y="6251408"/>
                <a:ext cx="134280" cy="11988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E46404CA-D4AC-A079-9DAA-1AEB6A2B9E5A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9934740" y="6242768"/>
                  <a:ext cx="151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7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2CED20E-C36F-B4C9-E502-38B0F41827CB}"/>
                    </a:ext>
                  </a:extLst>
                </p14:cNvPr>
                <p14:cNvContentPartPr/>
                <p14:nvPr/>
              </p14:nvContentPartPr>
              <p14:xfrm>
                <a:off x="10162260" y="6374528"/>
                <a:ext cx="34920" cy="5688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2CED20E-C36F-B4C9-E502-38B0F41827CB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0153260" y="6365888"/>
                  <a:ext cx="52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9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5130CD56-936A-938A-76FF-CEE2CC9A42FB}"/>
                    </a:ext>
                  </a:extLst>
                </p14:cNvPr>
                <p14:cNvContentPartPr/>
                <p14:nvPr/>
              </p14:nvContentPartPr>
              <p14:xfrm>
                <a:off x="10250460" y="6255008"/>
                <a:ext cx="134640" cy="16812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5130CD56-936A-938A-76FF-CEE2CC9A42F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241460" y="6246368"/>
                  <a:ext cx="152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1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0D051AE3-4A3A-C93C-320F-E571B76FB803}"/>
                    </a:ext>
                  </a:extLst>
                </p14:cNvPr>
                <p14:cNvContentPartPr/>
                <p14:nvPr/>
              </p14:nvContentPartPr>
              <p14:xfrm>
                <a:off x="10323900" y="6349688"/>
                <a:ext cx="46440" cy="432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0D051AE3-4A3A-C93C-320F-E571B76FB803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0314900" y="6341048"/>
                  <a:ext cx="64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3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C1F98F59-93C7-49FB-EF9C-50CFCBDEC86D}"/>
                    </a:ext>
                  </a:extLst>
                </p14:cNvPr>
                <p14:cNvContentPartPr/>
                <p14:nvPr/>
              </p14:nvContentPartPr>
              <p14:xfrm>
                <a:off x="10405620" y="6187328"/>
                <a:ext cx="110160" cy="1116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C1F98F59-93C7-49FB-EF9C-50CFCBDEC86D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0396620" y="6178328"/>
                  <a:ext cx="127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5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6826799-8091-C988-663E-B2FA470A873E}"/>
                    </a:ext>
                  </a:extLst>
                </p14:cNvPr>
                <p14:cNvContentPartPr/>
                <p14:nvPr/>
              </p14:nvContentPartPr>
              <p14:xfrm>
                <a:off x="10536300" y="6130448"/>
                <a:ext cx="47520" cy="8820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6826799-8091-C988-663E-B2FA470A873E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10527300" y="6121808"/>
                  <a:ext cx="65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E72C2284-AFEF-E698-5753-E473659EF37B}"/>
                    </a:ext>
                  </a:extLst>
                </p14:cNvPr>
                <p14:cNvContentPartPr/>
                <p14:nvPr/>
              </p14:nvContentPartPr>
              <p14:xfrm>
                <a:off x="10709820" y="6192728"/>
                <a:ext cx="40320" cy="11880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E72C2284-AFEF-E698-5753-E473659EF37B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10700820" y="6184088"/>
                  <a:ext cx="57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436554F7-AB64-88AA-4E16-420EC12A4890}"/>
                    </a:ext>
                  </a:extLst>
                </p14:cNvPr>
                <p14:cNvContentPartPr/>
                <p14:nvPr/>
              </p14:nvContentPartPr>
              <p14:xfrm>
                <a:off x="10686780" y="6270848"/>
                <a:ext cx="104400" cy="864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436554F7-AB64-88AA-4E16-420EC12A4890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0677780" y="6261848"/>
                  <a:ext cx="12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80E165B5-9802-BADE-F2DF-9120457D3244}"/>
                    </a:ext>
                  </a:extLst>
                </p14:cNvPr>
                <p14:cNvContentPartPr/>
                <p14:nvPr/>
              </p14:nvContentPartPr>
              <p14:xfrm>
                <a:off x="10915020" y="6224408"/>
                <a:ext cx="111600" cy="9612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80E165B5-9802-BADE-F2DF-9120457D3244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0906020" y="6215408"/>
                  <a:ext cx="129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1F35168A-C7A6-A17D-0F7D-9A47508C9983}"/>
                    </a:ext>
                  </a:extLst>
                </p14:cNvPr>
                <p14:cNvContentPartPr/>
                <p14:nvPr/>
              </p14:nvContentPartPr>
              <p14:xfrm>
                <a:off x="11066220" y="6300728"/>
                <a:ext cx="129600" cy="10728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1F35168A-C7A6-A17D-0F7D-9A47508C9983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1057220" y="6292088"/>
                  <a:ext cx="147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5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83756208-F98F-68A9-7C86-2B037EAB9308}"/>
                    </a:ext>
                  </a:extLst>
                </p14:cNvPr>
                <p14:cNvContentPartPr/>
                <p14:nvPr/>
              </p14:nvContentPartPr>
              <p14:xfrm>
                <a:off x="11196180" y="6153128"/>
                <a:ext cx="157680" cy="19152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83756208-F98F-68A9-7C86-2B037EAB9308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1187180" y="6144488"/>
                  <a:ext cx="175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7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C9CBDFF-062B-AC44-1ECD-0F75D1C96ED2}"/>
                    </a:ext>
                  </a:extLst>
                </p14:cNvPr>
                <p14:cNvContentPartPr/>
                <p14:nvPr/>
              </p14:nvContentPartPr>
              <p14:xfrm>
                <a:off x="11275740" y="6263288"/>
                <a:ext cx="50400" cy="252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C9CBDFF-062B-AC44-1ECD-0F75D1C96ED2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1267100" y="6254288"/>
                  <a:ext cx="68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9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600AF842-D8A5-A8E1-8E9C-6B6515779C16}"/>
                    </a:ext>
                  </a:extLst>
                </p14:cNvPr>
                <p14:cNvContentPartPr/>
                <p14:nvPr/>
              </p14:nvContentPartPr>
              <p14:xfrm>
                <a:off x="11422260" y="6151328"/>
                <a:ext cx="75600" cy="1224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600AF842-D8A5-A8E1-8E9C-6B6515779C16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413620" y="6142328"/>
                  <a:ext cx="93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1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7391513E-F29C-3F4B-2620-CE6E0593DB4B}"/>
                    </a:ext>
                  </a:extLst>
                </p14:cNvPr>
                <p14:cNvContentPartPr/>
                <p14:nvPr/>
              </p14:nvContentPartPr>
              <p14:xfrm>
                <a:off x="11512980" y="6055568"/>
                <a:ext cx="155520" cy="11052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7391513E-F29C-3F4B-2620-CE6E0593DB4B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503980" y="6046928"/>
                  <a:ext cx="1731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758115DF-8467-5850-1AA6-670531C65714}"/>
              </a:ext>
            </a:extLst>
          </p:cNvPr>
          <p:cNvGrpSpPr/>
          <p:nvPr/>
        </p:nvGrpSpPr>
        <p:grpSpPr>
          <a:xfrm>
            <a:off x="8052660" y="1283048"/>
            <a:ext cx="1221120" cy="266040"/>
            <a:chOff x="8052660" y="1283048"/>
            <a:chExt cx="12211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B60656FB-513A-7831-984D-6094E401CFF3}"/>
                    </a:ext>
                  </a:extLst>
                </p14:cNvPr>
                <p14:cNvContentPartPr/>
                <p14:nvPr/>
              </p14:nvContentPartPr>
              <p14:xfrm>
                <a:off x="8052660" y="1283048"/>
                <a:ext cx="156240" cy="266040"/>
              </p14:xfrm>
            </p:contentPart>
          </mc:Choice>
          <mc:Fallback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B60656FB-513A-7831-984D-6094E401CFF3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044020" y="1274408"/>
                  <a:ext cx="1738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CFB52654-23E6-031E-FA19-8334CD96DBBD}"/>
                    </a:ext>
                  </a:extLst>
                </p14:cNvPr>
                <p14:cNvContentPartPr/>
                <p14:nvPr/>
              </p14:nvContentPartPr>
              <p14:xfrm>
                <a:off x="8289900" y="1438928"/>
                <a:ext cx="12600" cy="89640"/>
              </p14:xfrm>
            </p:contentPart>
          </mc:Choice>
          <mc:Fallback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CFB52654-23E6-031E-FA19-8334CD96DBBD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281260" y="1430288"/>
                  <a:ext cx="3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8C04BE1E-2927-D7A5-CF92-D9B77C9AEAFB}"/>
                    </a:ext>
                  </a:extLst>
                </p14:cNvPr>
                <p14:cNvContentPartPr/>
                <p14:nvPr/>
              </p14:nvContentPartPr>
              <p14:xfrm>
                <a:off x="8244900" y="1308968"/>
                <a:ext cx="360" cy="1188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8C04BE1E-2927-D7A5-CF92-D9B77C9AEAFB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236260" y="1300328"/>
                  <a:ext cx="18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9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D44C2845-DAC4-C84A-E0E7-DE2959C63B70}"/>
                    </a:ext>
                  </a:extLst>
                </p14:cNvPr>
                <p14:cNvContentPartPr/>
                <p14:nvPr/>
              </p14:nvContentPartPr>
              <p14:xfrm>
                <a:off x="8553060" y="1319768"/>
                <a:ext cx="144360" cy="21312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D44C2845-DAC4-C84A-E0E7-DE2959C63B70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544060" y="1311128"/>
                  <a:ext cx="162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1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7A8214AA-DB9E-2893-2219-40A864177533}"/>
                    </a:ext>
                  </a:extLst>
                </p14:cNvPr>
                <p14:cNvContentPartPr/>
                <p14:nvPr/>
              </p14:nvContentPartPr>
              <p14:xfrm>
                <a:off x="8645220" y="1464848"/>
                <a:ext cx="110160" cy="8172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7A8214AA-DB9E-2893-2219-40A864177533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636220" y="1456208"/>
                  <a:ext cx="127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0BCA4861-6DAF-1024-CAD1-31A53ABE9EB2}"/>
                    </a:ext>
                  </a:extLst>
                </p14:cNvPr>
                <p14:cNvContentPartPr/>
                <p14:nvPr/>
              </p14:nvContentPartPr>
              <p14:xfrm>
                <a:off x="8781660" y="1449368"/>
                <a:ext cx="125280" cy="72360"/>
              </p14:xfrm>
            </p:contentPart>
          </mc:Choice>
          <mc:Fallback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0BCA4861-6DAF-1024-CAD1-31A53ABE9EB2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8773020" y="1440368"/>
                  <a:ext cx="142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FB1407D4-5AE2-7960-1D53-85D2AE597CCC}"/>
                    </a:ext>
                  </a:extLst>
                </p14:cNvPr>
                <p14:cNvContentPartPr/>
                <p14:nvPr/>
              </p14:nvContentPartPr>
              <p14:xfrm>
                <a:off x="8981100" y="1470248"/>
                <a:ext cx="71640" cy="7200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FB1407D4-5AE2-7960-1D53-85D2AE597CCC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8972100" y="1461608"/>
                  <a:ext cx="89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1D782FAA-3C49-E8B2-09B0-8DE3492C31DB}"/>
                    </a:ext>
                  </a:extLst>
                </p14:cNvPr>
                <p14:cNvContentPartPr/>
                <p14:nvPr/>
              </p14:nvContentPartPr>
              <p14:xfrm>
                <a:off x="9167580" y="1303928"/>
                <a:ext cx="106200" cy="23292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1D782FAA-3C49-E8B2-09B0-8DE3492C31DB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58580" y="1295288"/>
                  <a:ext cx="12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62FDF0E1-BDAC-D3CB-093B-79B10FD37F2D}"/>
                    </a:ext>
                  </a:extLst>
                </p14:cNvPr>
                <p14:cNvContentPartPr/>
                <p14:nvPr/>
              </p14:nvContentPartPr>
              <p14:xfrm>
                <a:off x="8418420" y="1490768"/>
                <a:ext cx="45000" cy="36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62FDF0E1-BDAC-D3CB-093B-79B10FD37F2D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8409780" y="1482128"/>
                  <a:ext cx="626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1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EB5EBDDE-9472-AFE1-3A8D-F86918316FA5}"/>
                  </a:ext>
                </a:extLst>
              </p14:cNvPr>
              <p14:cNvContentPartPr/>
              <p14:nvPr/>
            </p14:nvContentPartPr>
            <p14:xfrm>
              <a:off x="5932980" y="3173768"/>
              <a:ext cx="416880" cy="12564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EB5EBDDE-9472-AFE1-3A8D-F86918316FA5}"/>
                  </a:ext>
                </a:extLst>
              </p:cNvPr>
              <p:cNvPicPr/>
              <p:nvPr/>
            </p:nvPicPr>
            <p:blipFill>
              <a:blip r:embed="rId922"/>
              <a:stretch>
                <a:fillRect/>
              </a:stretch>
            </p:blipFill>
            <p:spPr>
              <a:xfrm>
                <a:off x="5923980" y="3165128"/>
                <a:ext cx="4345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3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C14406C8-D822-27B1-01CC-5FF7299E09EB}"/>
                  </a:ext>
                </a:extLst>
              </p14:cNvPr>
              <p14:cNvContentPartPr/>
              <p14:nvPr/>
            </p14:nvContentPartPr>
            <p14:xfrm>
              <a:off x="6085260" y="1772288"/>
              <a:ext cx="495720" cy="159480"/>
            </p14:xfrm>
          </p:contentPart>
        </mc:Choice>
        <mc:Fallback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C14406C8-D822-27B1-01CC-5FF7299E09EB}"/>
                  </a:ext>
                </a:extLst>
              </p:cNvPr>
              <p:cNvPicPr/>
              <p:nvPr/>
            </p:nvPicPr>
            <p:blipFill>
              <a:blip r:embed="rId924"/>
              <a:stretch>
                <a:fillRect/>
              </a:stretch>
            </p:blipFill>
            <p:spPr>
              <a:xfrm>
                <a:off x="6076260" y="1763648"/>
                <a:ext cx="5133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4" name="Group 583">
            <a:extLst>
              <a:ext uri="{FF2B5EF4-FFF2-40B4-BE49-F238E27FC236}">
                <a16:creationId xmlns:a16="http://schemas.microsoft.com/office/drawing/2014/main" id="{A74DF34C-9888-94B4-5451-85C9B8FDB77C}"/>
              </a:ext>
            </a:extLst>
          </p:cNvPr>
          <p:cNvGrpSpPr/>
          <p:nvPr/>
        </p:nvGrpSpPr>
        <p:grpSpPr>
          <a:xfrm>
            <a:off x="6791220" y="1647008"/>
            <a:ext cx="1941120" cy="301320"/>
            <a:chOff x="6791220" y="1647008"/>
            <a:chExt cx="194112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5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EE862C4E-6224-E603-A0C4-8C5E68495EB9}"/>
                    </a:ext>
                  </a:extLst>
                </p14:cNvPr>
                <p14:cNvContentPartPr/>
                <p14:nvPr/>
              </p14:nvContentPartPr>
              <p14:xfrm>
                <a:off x="6835500" y="1677608"/>
                <a:ext cx="105840" cy="27072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EE862C4E-6224-E603-A0C4-8C5E68495EB9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826500" y="1668968"/>
                  <a:ext cx="1234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7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28C83C0D-9725-0FC6-0A4C-D9FC6CE6D86A}"/>
                    </a:ext>
                  </a:extLst>
                </p14:cNvPr>
                <p14:cNvContentPartPr/>
                <p14:nvPr/>
              </p14:nvContentPartPr>
              <p14:xfrm>
                <a:off x="6791220" y="1848968"/>
                <a:ext cx="134280" cy="1116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28C83C0D-9725-0FC6-0A4C-D9FC6CE6D86A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782580" y="1839968"/>
                  <a:ext cx="151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9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F6D16015-6FB4-8810-1E44-3FED2102D845}"/>
                    </a:ext>
                  </a:extLst>
                </p14:cNvPr>
                <p14:cNvContentPartPr/>
                <p14:nvPr/>
              </p14:nvContentPartPr>
              <p14:xfrm>
                <a:off x="6977340" y="1798208"/>
                <a:ext cx="303480" cy="8784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F6D16015-6FB4-8810-1E44-3FED2102D845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968340" y="1789568"/>
                  <a:ext cx="3211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1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94EB7BC0-8ECA-F5F1-D4A4-6AFEC8B11727}"/>
                    </a:ext>
                  </a:extLst>
                </p14:cNvPr>
                <p14:cNvContentPartPr/>
                <p14:nvPr/>
              </p14:nvContentPartPr>
              <p14:xfrm>
                <a:off x="7333380" y="1694168"/>
                <a:ext cx="137880" cy="21276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94EB7BC0-8ECA-F5F1-D4A4-6AFEC8B11727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7324380" y="1685168"/>
                  <a:ext cx="155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E2970ACC-3230-1AD6-12C5-5ADAFA11FFB9}"/>
                    </a:ext>
                  </a:extLst>
                </p14:cNvPr>
                <p14:cNvContentPartPr/>
                <p14:nvPr/>
              </p14:nvContentPartPr>
              <p14:xfrm>
                <a:off x="7543260" y="1673648"/>
                <a:ext cx="135720" cy="27252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E2970ACC-3230-1AD6-12C5-5ADAFA11FFB9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7534620" y="1665008"/>
                  <a:ext cx="153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5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B0EA0964-9B82-38A5-8835-0E6DCFE2AABA}"/>
                    </a:ext>
                  </a:extLst>
                </p14:cNvPr>
                <p14:cNvContentPartPr/>
                <p14:nvPr/>
              </p14:nvContentPartPr>
              <p14:xfrm>
                <a:off x="7528140" y="1844288"/>
                <a:ext cx="114480" cy="2628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B0EA0964-9B82-38A5-8835-0E6DCFE2AABA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519500" y="1835288"/>
                  <a:ext cx="132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12679AEE-9B78-1049-B966-6170E066A7D8}"/>
                    </a:ext>
                  </a:extLst>
                </p14:cNvPr>
                <p14:cNvContentPartPr/>
                <p14:nvPr/>
              </p14:nvContentPartPr>
              <p14:xfrm>
                <a:off x="7737300" y="1808288"/>
                <a:ext cx="103680" cy="9792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12679AEE-9B78-1049-B966-6170E066A7D8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728660" y="1799288"/>
                  <a:ext cx="121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C3F68CFC-0E3A-2426-3E6F-7CAF271FF85D}"/>
                    </a:ext>
                  </a:extLst>
                </p14:cNvPr>
                <p14:cNvContentPartPr/>
                <p14:nvPr/>
              </p14:nvContentPartPr>
              <p14:xfrm>
                <a:off x="7885260" y="1776608"/>
                <a:ext cx="58680" cy="11988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C3F68CFC-0E3A-2426-3E6F-7CAF271FF85D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876260" y="1767608"/>
                  <a:ext cx="76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0BB60D3D-4302-615F-5B6A-6A670053030B}"/>
                    </a:ext>
                  </a:extLst>
                </p14:cNvPr>
                <p14:cNvContentPartPr/>
                <p14:nvPr/>
              </p14:nvContentPartPr>
              <p14:xfrm>
                <a:off x="8016300" y="1794608"/>
                <a:ext cx="197280" cy="6624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0BB60D3D-4302-615F-5B6A-6A670053030B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8007660" y="1785968"/>
                  <a:ext cx="214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3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412BB4A1-C03A-0378-5E51-6DA2B286C786}"/>
                    </a:ext>
                  </a:extLst>
                </p14:cNvPr>
                <p14:cNvContentPartPr/>
                <p14:nvPr/>
              </p14:nvContentPartPr>
              <p14:xfrm>
                <a:off x="8279460" y="1776608"/>
                <a:ext cx="232560" cy="12420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412BB4A1-C03A-0378-5E51-6DA2B286C786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8270460" y="1767608"/>
                  <a:ext cx="25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5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2021AB79-F5B8-22BB-ED95-0CEEE8D43E05}"/>
                    </a:ext>
                  </a:extLst>
                </p14:cNvPr>
                <p14:cNvContentPartPr/>
                <p14:nvPr/>
              </p14:nvContentPartPr>
              <p14:xfrm>
                <a:off x="8576460" y="1647008"/>
                <a:ext cx="155880" cy="22320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2021AB79-F5B8-22BB-ED95-0CEEE8D43E05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8567820" y="1638368"/>
                  <a:ext cx="17352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8BA95A99-26A6-19E8-FB73-1445FAF20FC6}"/>
              </a:ext>
            </a:extLst>
          </p:cNvPr>
          <p:cNvGrpSpPr/>
          <p:nvPr/>
        </p:nvGrpSpPr>
        <p:grpSpPr>
          <a:xfrm>
            <a:off x="8958780" y="1620728"/>
            <a:ext cx="1370880" cy="297000"/>
            <a:chOff x="8958780" y="1620728"/>
            <a:chExt cx="137088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7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1393DAC4-EE97-23E6-7675-BBA65636516F}"/>
                    </a:ext>
                  </a:extLst>
                </p14:cNvPr>
                <p14:cNvContentPartPr/>
                <p14:nvPr/>
              </p14:nvContentPartPr>
              <p14:xfrm>
                <a:off x="8958780" y="1763648"/>
                <a:ext cx="151560" cy="15408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1393DAC4-EE97-23E6-7675-BBA65636516F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950140" y="1754648"/>
                  <a:ext cx="169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9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6D871BE-570B-7D6A-EB29-2FAC3AB93604}"/>
                    </a:ext>
                  </a:extLst>
                </p14:cNvPr>
                <p14:cNvContentPartPr/>
                <p14:nvPr/>
              </p14:nvContentPartPr>
              <p14:xfrm>
                <a:off x="9076140" y="1631168"/>
                <a:ext cx="141120" cy="28476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6D871BE-570B-7D6A-EB29-2FAC3AB93604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9067500" y="1622528"/>
                  <a:ext cx="158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1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31697A39-B04F-0F40-8724-E2CD4D659451}"/>
                    </a:ext>
                  </a:extLst>
                </p14:cNvPr>
                <p14:cNvContentPartPr/>
                <p14:nvPr/>
              </p14:nvContentPartPr>
              <p14:xfrm>
                <a:off x="9081900" y="1791008"/>
                <a:ext cx="140040" cy="4824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31697A39-B04F-0F40-8724-E2CD4D659451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9073260" y="1782008"/>
                  <a:ext cx="157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3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7796F96-6047-FD01-7C28-FC808D1FE8D8}"/>
                    </a:ext>
                  </a:extLst>
                </p14:cNvPr>
                <p14:cNvContentPartPr/>
                <p14:nvPr/>
              </p14:nvContentPartPr>
              <p14:xfrm>
                <a:off x="9201060" y="1745288"/>
                <a:ext cx="78840" cy="10800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7796F96-6047-FD01-7C28-FC808D1FE8D8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9192060" y="1736648"/>
                  <a:ext cx="964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5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D1767FA3-58E4-6130-1EB0-732C36B8BD1E}"/>
                    </a:ext>
                  </a:extLst>
                </p14:cNvPr>
                <p14:cNvContentPartPr/>
                <p14:nvPr/>
              </p14:nvContentPartPr>
              <p14:xfrm>
                <a:off x="9392220" y="1792088"/>
                <a:ext cx="158760" cy="6876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D1767FA3-58E4-6130-1EB0-732C36B8BD1E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9383220" y="1783448"/>
                  <a:ext cx="176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7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78B26C63-1530-4D63-0969-B3485A2DAC4E}"/>
                    </a:ext>
                  </a:extLst>
                </p14:cNvPr>
                <p14:cNvContentPartPr/>
                <p14:nvPr/>
              </p14:nvContentPartPr>
              <p14:xfrm>
                <a:off x="9620100" y="1762568"/>
                <a:ext cx="113760" cy="10296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78B26C63-1530-4D63-0969-B3485A2DAC4E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9611460" y="1753568"/>
                  <a:ext cx="131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9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DB887A2A-9D04-A10B-6CAD-545855ADB0E8}"/>
                    </a:ext>
                  </a:extLst>
                </p14:cNvPr>
                <p14:cNvContentPartPr/>
                <p14:nvPr/>
              </p14:nvContentPartPr>
              <p14:xfrm>
                <a:off x="9705060" y="1620728"/>
                <a:ext cx="132840" cy="25488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DB887A2A-9D04-A10B-6CAD-545855ADB0E8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9696060" y="1612088"/>
                  <a:ext cx="150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1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6BE8FD8-7A11-B52D-E99B-AB5E4FE6AF1E}"/>
                    </a:ext>
                  </a:extLst>
                </p14:cNvPr>
                <p14:cNvContentPartPr/>
                <p14:nvPr/>
              </p14:nvContentPartPr>
              <p14:xfrm>
                <a:off x="9701460" y="1781648"/>
                <a:ext cx="97200" cy="1620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6BE8FD8-7A11-B52D-E99B-AB5E4FE6AF1E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692820" y="1773008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3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85F5557-5D85-D81A-8A98-A4823B8F5628}"/>
                    </a:ext>
                  </a:extLst>
                </p14:cNvPr>
                <p14:cNvContentPartPr/>
                <p14:nvPr/>
              </p14:nvContentPartPr>
              <p14:xfrm>
                <a:off x="9855540" y="1750688"/>
                <a:ext cx="148680" cy="9864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85F5557-5D85-D81A-8A98-A4823B8F5628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846900" y="1741688"/>
                  <a:ext cx="16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5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D5748E7F-30D6-F1D2-6350-32C9BDD9E081}"/>
                    </a:ext>
                  </a:extLst>
                </p14:cNvPr>
                <p14:cNvContentPartPr/>
                <p14:nvPr/>
              </p14:nvContentPartPr>
              <p14:xfrm>
                <a:off x="10040940" y="1677968"/>
                <a:ext cx="288720" cy="18720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D5748E7F-30D6-F1D2-6350-32C9BDD9E08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10031940" y="1668968"/>
                  <a:ext cx="3063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DB9B5E03-9205-7518-9167-BFBF1628CDBE}"/>
              </a:ext>
            </a:extLst>
          </p:cNvPr>
          <p:cNvGrpSpPr/>
          <p:nvPr/>
        </p:nvGrpSpPr>
        <p:grpSpPr>
          <a:xfrm>
            <a:off x="10795860" y="3023648"/>
            <a:ext cx="478800" cy="207360"/>
            <a:chOff x="10795860" y="3023648"/>
            <a:chExt cx="47880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7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01886602-4E3B-52EB-34BC-BE725A07A20D}"/>
                    </a:ext>
                  </a:extLst>
                </p14:cNvPr>
                <p14:cNvContentPartPr/>
                <p14:nvPr/>
              </p14:nvContentPartPr>
              <p14:xfrm>
                <a:off x="10795860" y="3023648"/>
                <a:ext cx="20160" cy="14472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01886602-4E3B-52EB-34BC-BE725A07A20D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10786860" y="3014648"/>
                  <a:ext cx="37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9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2C969DA7-B49F-6F98-87F2-6A938F6193F3}"/>
                    </a:ext>
                  </a:extLst>
                </p14:cNvPr>
                <p14:cNvContentPartPr/>
                <p14:nvPr/>
              </p14:nvContentPartPr>
              <p14:xfrm>
                <a:off x="10904940" y="3070448"/>
                <a:ext cx="24840" cy="10584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2C969DA7-B49F-6F98-87F2-6A938F6193F3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10896300" y="3061448"/>
                  <a:ext cx="4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AD9783A8-5DD7-7DB9-7503-02BF51A08F8A}"/>
                    </a:ext>
                  </a:extLst>
                </p14:cNvPr>
                <p14:cNvContentPartPr/>
                <p14:nvPr/>
              </p14:nvContentPartPr>
              <p14:xfrm>
                <a:off x="11024460" y="3028688"/>
                <a:ext cx="250200" cy="20232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AD9783A8-5DD7-7DB9-7503-02BF51A08F8A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11015820" y="3019688"/>
                  <a:ext cx="2678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4" name="Group 593">
            <a:extLst>
              <a:ext uri="{FF2B5EF4-FFF2-40B4-BE49-F238E27FC236}">
                <a16:creationId xmlns:a16="http://schemas.microsoft.com/office/drawing/2014/main" id="{CBF6D225-09CF-CE34-CF56-46F0F5C34B92}"/>
              </a:ext>
            </a:extLst>
          </p:cNvPr>
          <p:cNvGrpSpPr/>
          <p:nvPr/>
        </p:nvGrpSpPr>
        <p:grpSpPr>
          <a:xfrm>
            <a:off x="10718100" y="1693448"/>
            <a:ext cx="572040" cy="209880"/>
            <a:chOff x="10718100" y="1693448"/>
            <a:chExt cx="5720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3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E159A601-2FC7-D19E-93FC-87D6502E882B}"/>
                    </a:ext>
                  </a:extLst>
                </p14:cNvPr>
                <p14:cNvContentPartPr/>
                <p14:nvPr/>
              </p14:nvContentPartPr>
              <p14:xfrm>
                <a:off x="10733580" y="1703888"/>
                <a:ext cx="52200" cy="18612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E159A601-2FC7-D19E-93FC-87D6502E882B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10724940" y="1695248"/>
                  <a:ext cx="69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5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E864D453-D31E-C5E1-BC20-984DFB868DFB}"/>
                    </a:ext>
                  </a:extLst>
                </p14:cNvPr>
                <p14:cNvContentPartPr/>
                <p14:nvPr/>
              </p14:nvContentPartPr>
              <p14:xfrm>
                <a:off x="10718100" y="1693448"/>
                <a:ext cx="113400" cy="4212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E864D453-D31E-C5E1-BC20-984DFB868DFB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10709100" y="1684448"/>
                  <a:ext cx="131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7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79DA512D-6694-0BE6-3E10-AFFE74B91E00}"/>
                    </a:ext>
                  </a:extLst>
                </p14:cNvPr>
                <p14:cNvContentPartPr/>
                <p14:nvPr/>
              </p14:nvContentPartPr>
              <p14:xfrm>
                <a:off x="10754460" y="1792088"/>
                <a:ext cx="81000" cy="1080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79DA512D-6694-0BE6-3E10-AFFE74B91E00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10745460" y="1783448"/>
                  <a:ext cx="98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9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42C4740E-E3E7-15F8-2A8C-FBA84200CF88}"/>
                    </a:ext>
                  </a:extLst>
                </p14:cNvPr>
                <p14:cNvContentPartPr/>
                <p14:nvPr/>
              </p14:nvContentPartPr>
              <p14:xfrm>
                <a:off x="10951740" y="1761128"/>
                <a:ext cx="36000" cy="13032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42C4740E-E3E7-15F8-2A8C-FBA84200CF88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10943100" y="1752128"/>
                  <a:ext cx="53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1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C1B6AA9-D250-E369-20CC-6E42462EF7A3}"/>
                    </a:ext>
                  </a:extLst>
                </p14:cNvPr>
                <p14:cNvContentPartPr/>
                <p14:nvPr/>
              </p14:nvContentPartPr>
              <p14:xfrm>
                <a:off x="11039220" y="1713608"/>
                <a:ext cx="250920" cy="18972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C1B6AA9-D250-E369-20CC-6E42462EF7A3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11030220" y="1704608"/>
                  <a:ext cx="268560" cy="20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959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Factor H(z): poles and zeros are the important landmarks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Root locations are more informative than raw coefficients.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371600"/>
            <a:ext cx="52120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For the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480560" cy="2331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zero: z = −0.3
poles: z = 0.8, 0.4
All poles and zeros are distinct, so the pole–zero plot directly exposes the second-order dynamics.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4572000" cy="4114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4389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6324F"/>
                </a:solidFill>
                <a:latin typeface="Aptos"/>
              </a:rPr>
              <a:t>Engineering habit: factor before you sketch.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ACB2A3-6810-5828-2176-C850F44A709A}"/>
                  </a:ext>
                </a:extLst>
              </p14:cNvPr>
              <p14:cNvContentPartPr/>
              <p14:nvPr/>
            </p14:nvContentPartPr>
            <p14:xfrm>
              <a:off x="2664900" y="2789648"/>
              <a:ext cx="238680" cy="276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ACB2A3-6810-5828-2176-C850F44A70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6260" y="2781008"/>
                <a:ext cx="256320" cy="29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7625A1B-0ED2-3F14-9D89-263832C433E1}"/>
              </a:ext>
            </a:extLst>
          </p:cNvPr>
          <p:cNvGrpSpPr/>
          <p:nvPr/>
        </p:nvGrpSpPr>
        <p:grpSpPr>
          <a:xfrm>
            <a:off x="2296260" y="2542688"/>
            <a:ext cx="894600" cy="201240"/>
            <a:chOff x="2296260" y="2542688"/>
            <a:chExt cx="89460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A5965A-3F15-3FAA-37A9-D97DA5FFE811}"/>
                    </a:ext>
                  </a:extLst>
                </p14:cNvPr>
                <p14:cNvContentPartPr/>
                <p14:nvPr/>
              </p14:nvContentPartPr>
              <p14:xfrm>
                <a:off x="2296260" y="2581928"/>
                <a:ext cx="166320" cy="16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A5965A-3F15-3FAA-37A9-D97DA5FFE8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7260" y="2573288"/>
                  <a:ext cx="183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B4D804-83A4-51A9-33C9-86C52E1ED5EF}"/>
                    </a:ext>
                  </a:extLst>
                </p14:cNvPr>
                <p14:cNvContentPartPr/>
                <p14:nvPr/>
              </p14:nvContentPartPr>
              <p14:xfrm>
                <a:off x="2358540" y="2681288"/>
                <a:ext cx="78120" cy="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B4D804-83A4-51A9-33C9-86C52E1ED5E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49900" y="2672288"/>
                  <a:ext cx="95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68036D-EFB7-1C0B-1A96-F6186929802B}"/>
                    </a:ext>
                  </a:extLst>
                </p14:cNvPr>
                <p14:cNvContentPartPr/>
                <p14:nvPr/>
              </p14:nvContentPartPr>
              <p14:xfrm>
                <a:off x="2519100" y="2666888"/>
                <a:ext cx="84240" cy="1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68036D-EFB7-1C0B-1A96-F618692980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10100" y="2657888"/>
                  <a:ext cx="101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A283AF-0FE1-2801-E862-86D5493859A1}"/>
                    </a:ext>
                  </a:extLst>
                </p14:cNvPr>
                <p14:cNvContentPartPr/>
                <p14:nvPr/>
              </p14:nvContentPartPr>
              <p14:xfrm>
                <a:off x="2508300" y="2612528"/>
                <a:ext cx="84600" cy="16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A283AF-0FE1-2801-E862-86D5493859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99300" y="2603528"/>
                  <a:ext cx="10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4DBB9CC-BC80-A8D3-7829-9048AAC8DDF0}"/>
                    </a:ext>
                  </a:extLst>
                </p14:cNvPr>
                <p14:cNvContentPartPr/>
                <p14:nvPr/>
              </p14:nvContentPartPr>
              <p14:xfrm>
                <a:off x="2674260" y="2638808"/>
                <a:ext cx="10044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4DBB9CC-BC80-A8D3-7829-9048AAC8DD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65260" y="2630168"/>
                  <a:ext cx="11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0D3BF9-068B-E6AE-8440-73221B0A98B7}"/>
                    </a:ext>
                  </a:extLst>
                </p14:cNvPr>
                <p14:cNvContentPartPr/>
                <p14:nvPr/>
              </p14:nvContentPartPr>
              <p14:xfrm>
                <a:off x="2847420" y="2558168"/>
                <a:ext cx="94320" cy="137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0D3BF9-068B-E6AE-8440-73221B0A98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38780" y="2549528"/>
                  <a:ext cx="111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D1627E-48AF-B757-C8D3-3CBC7C55C00F}"/>
                    </a:ext>
                  </a:extLst>
                </p14:cNvPr>
                <p14:cNvContentPartPr/>
                <p14:nvPr/>
              </p14:nvContentPartPr>
              <p14:xfrm>
                <a:off x="3015540" y="2706488"/>
                <a:ext cx="324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D1627E-48AF-B757-C8D3-3CBC7C55C0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06540" y="2697848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219A20-8E90-EE57-1CF6-F13206A1BF13}"/>
                    </a:ext>
                  </a:extLst>
                </p14:cNvPr>
                <p14:cNvContentPartPr/>
                <p14:nvPr/>
              </p14:nvContentPartPr>
              <p14:xfrm>
                <a:off x="3018420" y="2542688"/>
                <a:ext cx="172440" cy="169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219A20-8E90-EE57-1CF6-F13206A1BF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09420" y="2533688"/>
                  <a:ext cx="19008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3658B0A-45C7-D142-52A4-472C4F70A48E}"/>
                  </a:ext>
                </a:extLst>
              </p14:cNvPr>
              <p14:cNvContentPartPr/>
              <p14:nvPr/>
            </p14:nvContentPartPr>
            <p14:xfrm>
              <a:off x="3967020" y="2789648"/>
              <a:ext cx="126720" cy="216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3658B0A-45C7-D142-52A4-472C4F70A48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58380" y="2780648"/>
                <a:ext cx="14436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D376B2E-621D-0E4E-567D-7FB9F25407F6}"/>
              </a:ext>
            </a:extLst>
          </p:cNvPr>
          <p:cNvGrpSpPr/>
          <p:nvPr/>
        </p:nvGrpSpPr>
        <p:grpSpPr>
          <a:xfrm>
            <a:off x="3662460" y="2457368"/>
            <a:ext cx="603720" cy="192960"/>
            <a:chOff x="3662460" y="2457368"/>
            <a:chExt cx="60372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083A80-5E91-2BE6-6BF3-02F419608284}"/>
                    </a:ext>
                  </a:extLst>
                </p14:cNvPr>
                <p14:cNvContentPartPr/>
                <p14:nvPr/>
              </p14:nvContentPartPr>
              <p14:xfrm>
                <a:off x="3662460" y="2513168"/>
                <a:ext cx="124200" cy="13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083A80-5E91-2BE6-6BF3-02F41960828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53820" y="2504528"/>
                  <a:ext cx="141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1FC022-5E28-8F79-08EC-C19DC8264054}"/>
                    </a:ext>
                  </a:extLst>
                </p14:cNvPr>
                <p14:cNvContentPartPr/>
                <p14:nvPr/>
              </p14:nvContentPartPr>
              <p14:xfrm>
                <a:off x="3718260" y="2587328"/>
                <a:ext cx="53640" cy="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1FC022-5E28-8F79-08EC-C19DC82640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09620" y="2578328"/>
                  <a:ext cx="71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E47899-07F2-BAF4-8B0F-3A7252CDD3ED}"/>
                    </a:ext>
                  </a:extLst>
                </p14:cNvPr>
                <p14:cNvContentPartPr/>
                <p14:nvPr/>
              </p14:nvContentPartPr>
              <p14:xfrm>
                <a:off x="3813660" y="2566448"/>
                <a:ext cx="9900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E47899-07F2-BAF4-8B0F-3A7252CDD3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04660" y="2557448"/>
                  <a:ext cx="116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C339C3-DF9A-6CA7-2C50-B70D6B6AF12E}"/>
                    </a:ext>
                  </a:extLst>
                </p14:cNvPr>
                <p14:cNvContentPartPr/>
                <p14:nvPr/>
              </p14:nvContentPartPr>
              <p14:xfrm>
                <a:off x="3829140" y="2511368"/>
                <a:ext cx="72720" cy="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C339C3-DF9A-6CA7-2C50-B70D6B6AF1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820140" y="2502368"/>
                  <a:ext cx="90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775EE6-8A85-7F6D-ED81-1B17323D0E00}"/>
                    </a:ext>
                  </a:extLst>
                </p14:cNvPr>
                <p14:cNvContentPartPr/>
                <p14:nvPr/>
              </p14:nvContentPartPr>
              <p14:xfrm>
                <a:off x="3968820" y="2487608"/>
                <a:ext cx="99360" cy="109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775EE6-8A85-7F6D-ED81-1B17323D0E0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59820" y="2478968"/>
                  <a:ext cx="11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3E4DEA-BB08-0358-3F75-6C13539118A7}"/>
                    </a:ext>
                  </a:extLst>
                </p14:cNvPr>
                <p14:cNvContentPartPr/>
                <p14:nvPr/>
              </p14:nvContentPartPr>
              <p14:xfrm>
                <a:off x="4116780" y="2592368"/>
                <a:ext cx="324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3E4DEA-BB08-0358-3F75-6C13539118A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08140" y="2583368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4E38D2-689A-80F0-06E6-BF53D6FF7566}"/>
                    </a:ext>
                  </a:extLst>
                </p14:cNvPr>
                <p14:cNvContentPartPr/>
                <p14:nvPr/>
              </p14:nvContentPartPr>
              <p14:xfrm>
                <a:off x="4145940" y="2457368"/>
                <a:ext cx="119520" cy="63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4E38D2-689A-80F0-06E6-BF53D6FF756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36940" y="2448368"/>
                  <a:ext cx="137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1E18E70-94F6-2005-993B-9CD7AA2B5CFF}"/>
                    </a:ext>
                  </a:extLst>
                </p14:cNvPr>
                <p14:cNvContentPartPr/>
                <p14:nvPr/>
              </p14:nvContentPartPr>
              <p14:xfrm>
                <a:off x="4247460" y="2483288"/>
                <a:ext cx="18720" cy="124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1E18E70-94F6-2005-993B-9CD7AA2B5C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38460" y="2474288"/>
                  <a:ext cx="363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C8C0D3-D006-12FD-8239-D9558AF93FB8}"/>
              </a:ext>
            </a:extLst>
          </p:cNvPr>
          <p:cNvGrpSpPr/>
          <p:nvPr/>
        </p:nvGrpSpPr>
        <p:grpSpPr>
          <a:xfrm>
            <a:off x="4743180" y="2540528"/>
            <a:ext cx="966600" cy="504000"/>
            <a:chOff x="4743180" y="2540528"/>
            <a:chExt cx="96660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AE36FA-3DDD-7593-631B-63293F8B4FAB}"/>
                    </a:ext>
                  </a:extLst>
                </p14:cNvPr>
                <p14:cNvContentPartPr/>
                <p14:nvPr/>
              </p14:nvContentPartPr>
              <p14:xfrm>
                <a:off x="4743180" y="2739968"/>
                <a:ext cx="242640" cy="304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AE36FA-3DDD-7593-631B-63293F8B4FA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34540" y="2731328"/>
                  <a:ext cx="2602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803172-0DC0-7735-D9AD-A452FA438D32}"/>
                    </a:ext>
                  </a:extLst>
                </p14:cNvPr>
                <p14:cNvContentPartPr/>
                <p14:nvPr/>
              </p14:nvContentPartPr>
              <p14:xfrm>
                <a:off x="5003100" y="2556008"/>
                <a:ext cx="130320" cy="162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803172-0DC0-7735-D9AD-A452FA438D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94100" y="2547368"/>
                  <a:ext cx="147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6CC58B-E03A-6480-3ADD-3AE4171608F2}"/>
                    </a:ext>
                  </a:extLst>
                </p14:cNvPr>
                <p14:cNvContentPartPr/>
                <p14:nvPr/>
              </p14:nvContentPartPr>
              <p14:xfrm>
                <a:off x="5072580" y="2648528"/>
                <a:ext cx="45000" cy="6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6CC58B-E03A-6480-3ADD-3AE4171608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63580" y="2639528"/>
                  <a:ext cx="62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54C29F2-2A2F-27C4-56D4-460DD40F708E}"/>
                    </a:ext>
                  </a:extLst>
                </p14:cNvPr>
                <p14:cNvContentPartPr/>
                <p14:nvPr/>
              </p14:nvContentPartPr>
              <p14:xfrm>
                <a:off x="5158260" y="2643848"/>
                <a:ext cx="78840" cy="1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54C29F2-2A2F-27C4-56D4-460DD40F708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49620" y="2635208"/>
                  <a:ext cx="96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C7379A-E844-6988-7C28-A545727CA66E}"/>
                    </a:ext>
                  </a:extLst>
                </p14:cNvPr>
                <p14:cNvContentPartPr/>
                <p14:nvPr/>
              </p14:nvContentPartPr>
              <p14:xfrm>
                <a:off x="5153940" y="2591288"/>
                <a:ext cx="72720" cy="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C7379A-E844-6988-7C28-A545727CA66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44940" y="2582288"/>
                  <a:ext cx="90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F50297-4DF7-5505-DD84-968347245C56}"/>
                    </a:ext>
                  </a:extLst>
                </p14:cNvPr>
                <p14:cNvContentPartPr/>
                <p14:nvPr/>
              </p14:nvContentPartPr>
              <p14:xfrm>
                <a:off x="5325300" y="2554928"/>
                <a:ext cx="119880" cy="136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F50297-4DF7-5505-DD84-968347245C5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16660" y="2545928"/>
                  <a:ext cx="137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14AB5A-3B00-484B-4FFB-EFE7ECD2A632}"/>
                    </a:ext>
                  </a:extLst>
                </p14:cNvPr>
                <p14:cNvContentPartPr/>
                <p14:nvPr/>
              </p14:nvContentPartPr>
              <p14:xfrm>
                <a:off x="5527620" y="2681648"/>
                <a:ext cx="5760" cy="34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14AB5A-3B00-484B-4FFB-EFE7ECD2A6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18620" y="2672648"/>
                  <a:ext cx="23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569702-3425-4B86-A678-D97652A2ECF6}"/>
                    </a:ext>
                  </a:extLst>
                </p14:cNvPr>
                <p14:cNvContentPartPr/>
                <p14:nvPr/>
              </p14:nvContentPartPr>
              <p14:xfrm>
                <a:off x="5610060" y="2540528"/>
                <a:ext cx="74160" cy="68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569702-3425-4B86-A678-D97652A2ECF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01060" y="2531528"/>
                  <a:ext cx="91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97166D-BD7F-677A-C1F7-53EBCCDDC49C}"/>
                    </a:ext>
                  </a:extLst>
                </p14:cNvPr>
                <p14:cNvContentPartPr/>
                <p14:nvPr/>
              </p14:nvContentPartPr>
              <p14:xfrm>
                <a:off x="5621220" y="2647088"/>
                <a:ext cx="88560" cy="84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97166D-BD7F-677A-C1F7-53EBCCDDC49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12220" y="2638088"/>
                  <a:ext cx="106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BE073E-F411-3BF6-696E-B0F963FE46AC}"/>
                    </a:ext>
                  </a:extLst>
                </p14:cNvPr>
                <p14:cNvContentPartPr/>
                <p14:nvPr/>
              </p14:nvContentPartPr>
              <p14:xfrm>
                <a:off x="5519340" y="2706488"/>
                <a:ext cx="864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BE073E-F411-3BF6-696E-B0F963FE46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10700" y="2697848"/>
                  <a:ext cx="262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ACBDE56-2304-EAEA-16A9-AB8B4E295020}"/>
                  </a:ext>
                </a:extLst>
              </p14:cNvPr>
              <p14:cNvContentPartPr/>
              <p14:nvPr/>
            </p14:nvContentPartPr>
            <p14:xfrm>
              <a:off x="4764060" y="1303928"/>
              <a:ext cx="389880" cy="878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ACBDE56-2304-EAEA-16A9-AB8B4E29502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55060" y="1294928"/>
                <a:ext cx="4075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0214A67-7D54-F5F9-CB15-2C91F780A865}"/>
              </a:ext>
            </a:extLst>
          </p:cNvPr>
          <p:cNvGrpSpPr/>
          <p:nvPr/>
        </p:nvGrpSpPr>
        <p:grpSpPr>
          <a:xfrm>
            <a:off x="5710500" y="1029968"/>
            <a:ext cx="567000" cy="293040"/>
            <a:chOff x="5710500" y="1029968"/>
            <a:chExt cx="56700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FD654C-61D6-0907-CBE2-57A4645DE745}"/>
                    </a:ext>
                  </a:extLst>
                </p14:cNvPr>
                <p14:cNvContentPartPr/>
                <p14:nvPr/>
              </p14:nvContentPartPr>
              <p14:xfrm>
                <a:off x="5710500" y="1113848"/>
                <a:ext cx="50040" cy="173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FD654C-61D6-0907-CBE2-57A4645DE74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01500" y="1104848"/>
                  <a:ext cx="67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7C4439-CFCB-6A41-317D-0E56CB438958}"/>
                    </a:ext>
                  </a:extLst>
                </p14:cNvPr>
                <p14:cNvContentPartPr/>
                <p14:nvPr/>
              </p14:nvContentPartPr>
              <p14:xfrm>
                <a:off x="5751180" y="1214288"/>
                <a:ext cx="99360" cy="38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7C4439-CFCB-6A41-317D-0E56CB43895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42540" y="1205288"/>
                  <a:ext cx="117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3548F5-B54F-6B49-6F71-2639DB1B4331}"/>
                    </a:ext>
                  </a:extLst>
                </p14:cNvPr>
                <p14:cNvContentPartPr/>
                <p14:nvPr/>
              </p14:nvContentPartPr>
              <p14:xfrm>
                <a:off x="5821020" y="1108088"/>
                <a:ext cx="64800" cy="199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3548F5-B54F-6B49-6F71-2639DB1B433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812380" y="1099088"/>
                  <a:ext cx="824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3E9FC5-31DE-8393-B09A-BB74411E0D88}"/>
                    </a:ext>
                  </a:extLst>
                </p14:cNvPr>
                <p14:cNvContentPartPr/>
                <p14:nvPr/>
              </p14:nvContentPartPr>
              <p14:xfrm>
                <a:off x="5914620" y="1029968"/>
                <a:ext cx="117360" cy="27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3E9FC5-31DE-8393-B09A-BB74411E0D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05980" y="1020968"/>
                  <a:ext cx="135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68E1B4-9D60-95C6-FC0C-7555AA422878}"/>
                    </a:ext>
                  </a:extLst>
                </p14:cNvPr>
                <p14:cNvContentPartPr/>
                <p14:nvPr/>
              </p14:nvContentPartPr>
              <p14:xfrm>
                <a:off x="6005700" y="1119608"/>
                <a:ext cx="146880" cy="154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68E1B4-9D60-95C6-FC0C-7555AA4228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97060" y="1110608"/>
                  <a:ext cx="164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C842158-8197-0127-67D3-0163CABA3716}"/>
                    </a:ext>
                  </a:extLst>
                </p14:cNvPr>
                <p14:cNvContentPartPr/>
                <p14:nvPr/>
              </p14:nvContentPartPr>
              <p14:xfrm>
                <a:off x="6000660" y="1199888"/>
                <a:ext cx="119520" cy="5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C842158-8197-0127-67D3-0163CABA371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92020" y="1191248"/>
                  <a:ext cx="13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7A2182F-B8ED-1E33-E58D-2721169D67E2}"/>
                    </a:ext>
                  </a:extLst>
                </p14:cNvPr>
                <p14:cNvContentPartPr/>
                <p14:nvPr/>
              </p14:nvContentPartPr>
              <p14:xfrm>
                <a:off x="6083820" y="1038968"/>
                <a:ext cx="193680" cy="284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7A2182F-B8ED-1E33-E58D-2721169D67E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74820" y="1029968"/>
                  <a:ext cx="21132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33C8A0C-F22D-716B-9D0B-5DB7D1F9D0AD}"/>
              </a:ext>
            </a:extLst>
          </p:cNvPr>
          <p:cNvGrpSpPr/>
          <p:nvPr/>
        </p:nvGrpSpPr>
        <p:grpSpPr>
          <a:xfrm>
            <a:off x="6387660" y="701288"/>
            <a:ext cx="3001680" cy="768240"/>
            <a:chOff x="6387660" y="701288"/>
            <a:chExt cx="3001680" cy="7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F193153-7F21-4EF3-FD9A-7428816070EA}"/>
                    </a:ext>
                  </a:extLst>
                </p14:cNvPr>
                <p14:cNvContentPartPr/>
                <p14:nvPr/>
              </p14:nvContentPartPr>
              <p14:xfrm>
                <a:off x="6432300" y="1168928"/>
                <a:ext cx="101520" cy="10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F193153-7F21-4EF3-FD9A-7428816070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23660" y="1159928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60BD7B-A99F-FED8-5F95-674CBE694C27}"/>
                    </a:ext>
                  </a:extLst>
                </p14:cNvPr>
                <p14:cNvContentPartPr/>
                <p14:nvPr/>
              </p14:nvContentPartPr>
              <p14:xfrm>
                <a:off x="6387660" y="1096208"/>
                <a:ext cx="122760" cy="15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60BD7B-A99F-FED8-5F95-674CBE694C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78660" y="1087208"/>
                  <a:ext cx="140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E25AFA-B527-E559-FB34-D500840A36FF}"/>
                    </a:ext>
                  </a:extLst>
                </p14:cNvPr>
                <p14:cNvContentPartPr/>
                <p14:nvPr/>
              </p14:nvContentPartPr>
              <p14:xfrm>
                <a:off x="6785100" y="856448"/>
                <a:ext cx="62640" cy="14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E25AFA-B527-E559-FB34-D500840A36F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76100" y="847448"/>
                  <a:ext cx="80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01B8E5C-AF6D-E709-3075-36495C70DF4A}"/>
                    </a:ext>
                  </a:extLst>
                </p14:cNvPr>
                <p14:cNvContentPartPr/>
                <p14:nvPr/>
              </p14:nvContentPartPr>
              <p14:xfrm>
                <a:off x="6964380" y="880208"/>
                <a:ext cx="39240" cy="9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01B8E5C-AF6D-E709-3075-36495C70DF4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55740" y="871208"/>
                  <a:ext cx="56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0065DC-4B0B-7F7D-625E-D9B3337D70A4}"/>
                    </a:ext>
                  </a:extLst>
                </p14:cNvPr>
                <p14:cNvContentPartPr/>
                <p14:nvPr/>
              </p14:nvContentPartPr>
              <p14:xfrm>
                <a:off x="6961860" y="934928"/>
                <a:ext cx="83160" cy="7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0065DC-4B0B-7F7D-625E-D9B3337D70A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53220" y="926288"/>
                  <a:ext cx="100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CF86B29-118D-16F0-BED7-C3B005F1F9A1}"/>
                    </a:ext>
                  </a:extLst>
                </p14:cNvPr>
                <p14:cNvContentPartPr/>
                <p14:nvPr/>
              </p14:nvContentPartPr>
              <p14:xfrm>
                <a:off x="7133940" y="840608"/>
                <a:ext cx="142920" cy="10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CF86B29-118D-16F0-BED7-C3B005F1F9A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24940" y="831608"/>
                  <a:ext cx="160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C892797-73BE-F106-77A8-B32D6EC9DF39}"/>
                    </a:ext>
                  </a:extLst>
                </p14:cNvPr>
                <p14:cNvContentPartPr/>
                <p14:nvPr/>
              </p14:nvContentPartPr>
              <p14:xfrm>
                <a:off x="7350660" y="945368"/>
                <a:ext cx="5400" cy="2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C892797-73BE-F106-77A8-B32D6EC9DF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41660" y="936728"/>
                  <a:ext cx="23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A9E7AF-4A6E-7FF7-C6C7-7C3555A62A50}"/>
                    </a:ext>
                  </a:extLst>
                </p14:cNvPr>
                <p14:cNvContentPartPr/>
                <p14:nvPr/>
              </p14:nvContentPartPr>
              <p14:xfrm>
                <a:off x="7372260" y="798488"/>
                <a:ext cx="150480" cy="137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A9E7AF-4A6E-7FF7-C6C7-7C3555A62A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63260" y="789848"/>
                  <a:ext cx="168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485BC06-8E90-9AC8-C36F-3A297B481000}"/>
                    </a:ext>
                  </a:extLst>
                </p14:cNvPr>
                <p14:cNvContentPartPr/>
                <p14:nvPr/>
              </p14:nvContentPartPr>
              <p14:xfrm>
                <a:off x="7621380" y="820808"/>
                <a:ext cx="121320" cy="152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485BC06-8E90-9AC8-C36F-3A297B4810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12740" y="812168"/>
                  <a:ext cx="138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55CA59B-0562-0F64-BE7F-EA538D55F839}"/>
                    </a:ext>
                  </a:extLst>
                </p14:cNvPr>
                <p14:cNvContentPartPr/>
                <p14:nvPr/>
              </p14:nvContentPartPr>
              <p14:xfrm>
                <a:off x="7652340" y="903968"/>
                <a:ext cx="104400" cy="25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55CA59B-0562-0F64-BE7F-EA538D55F83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3700" y="894968"/>
                  <a:ext cx="12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E76D4F-7236-822A-FFDF-F74D209937A0}"/>
                    </a:ext>
                  </a:extLst>
                </p14:cNvPr>
                <p14:cNvContentPartPr/>
                <p14:nvPr/>
              </p14:nvContentPartPr>
              <p14:xfrm>
                <a:off x="7798140" y="776888"/>
                <a:ext cx="114480" cy="12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E76D4F-7236-822A-FFDF-F74D209937A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89500" y="767888"/>
                  <a:ext cx="132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13E0CD-74CE-EB4B-218A-5360220DB180}"/>
                    </a:ext>
                  </a:extLst>
                </p14:cNvPr>
                <p14:cNvContentPartPr/>
                <p14:nvPr/>
              </p14:nvContentPartPr>
              <p14:xfrm>
                <a:off x="7902180" y="701288"/>
                <a:ext cx="67680" cy="109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13E0CD-74CE-EB4B-218A-5360220DB1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93180" y="692288"/>
                  <a:ext cx="85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8C7258C-BC79-40E4-CC54-9658BF42A722}"/>
                    </a:ext>
                  </a:extLst>
                </p14:cNvPr>
                <p14:cNvContentPartPr/>
                <p14:nvPr/>
              </p14:nvContentPartPr>
              <p14:xfrm>
                <a:off x="6757740" y="1068848"/>
                <a:ext cx="1430640" cy="43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C7258C-BC79-40E4-CC54-9658BF42A72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48740" y="1060208"/>
                  <a:ext cx="1448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92C5818-B835-0D83-19C4-116547A90144}"/>
                    </a:ext>
                  </a:extLst>
                </p14:cNvPr>
                <p14:cNvContentPartPr/>
                <p14:nvPr/>
              </p14:nvContentPartPr>
              <p14:xfrm>
                <a:off x="6814980" y="1293128"/>
                <a:ext cx="55080" cy="126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92C5818-B835-0D83-19C4-116547A9014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05980" y="1284488"/>
                  <a:ext cx="72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914790-67A6-E24C-70EF-EB719CFF6B41}"/>
                    </a:ext>
                  </a:extLst>
                </p14:cNvPr>
                <p14:cNvContentPartPr/>
                <p14:nvPr/>
              </p14:nvContentPartPr>
              <p14:xfrm>
                <a:off x="6984180" y="1340288"/>
                <a:ext cx="71280" cy="1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914790-67A6-E24C-70EF-EB719CFF6B4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75540" y="1331288"/>
                  <a:ext cx="88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DD5B95A-785C-CE90-B981-E62859B94461}"/>
                    </a:ext>
                  </a:extLst>
                </p14:cNvPr>
                <p14:cNvContentPartPr/>
                <p14:nvPr/>
              </p14:nvContentPartPr>
              <p14:xfrm>
                <a:off x="7181820" y="1295648"/>
                <a:ext cx="117720" cy="91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DD5B95A-785C-CE90-B981-E62859B9446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72820" y="1286648"/>
                  <a:ext cx="13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4DA191C-62A0-BA18-791A-A80257F74ADE}"/>
                    </a:ext>
                  </a:extLst>
                </p14:cNvPr>
                <p14:cNvContentPartPr/>
                <p14:nvPr/>
              </p14:nvContentPartPr>
              <p14:xfrm>
                <a:off x="7361820" y="1381688"/>
                <a:ext cx="1080" cy="9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4DA191C-62A0-BA18-791A-A80257F74A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52820" y="1373048"/>
                  <a:ext cx="18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35C024D-CE46-F796-F813-62B324BAFC84}"/>
                    </a:ext>
                  </a:extLst>
                </p14:cNvPr>
                <p14:cNvContentPartPr/>
                <p14:nvPr/>
              </p14:nvContentPartPr>
              <p14:xfrm>
                <a:off x="7372260" y="1257128"/>
                <a:ext cx="109080" cy="79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35C024D-CE46-F796-F813-62B324BAFC8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363260" y="1248128"/>
                  <a:ext cx="126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6719456-7A51-8D35-093A-5313AF365CDB}"/>
                    </a:ext>
                  </a:extLst>
                </p14:cNvPr>
                <p14:cNvContentPartPr/>
                <p14:nvPr/>
              </p14:nvContentPartPr>
              <p14:xfrm>
                <a:off x="7450020" y="1278008"/>
                <a:ext cx="55080" cy="114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6719456-7A51-8D35-093A-5313AF365C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41380" y="1269008"/>
                  <a:ext cx="72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54CDA04-4383-D64D-DD2C-E203D4817FEF}"/>
                    </a:ext>
                  </a:extLst>
                </p14:cNvPr>
                <p14:cNvContentPartPr/>
                <p14:nvPr/>
              </p14:nvContentPartPr>
              <p14:xfrm>
                <a:off x="7564500" y="1275128"/>
                <a:ext cx="124920" cy="126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54CDA04-4383-D64D-DD2C-E203D4817FE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55500" y="1266128"/>
                  <a:ext cx="142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D4C6A6-8F80-2346-7127-08DE90C1FB31}"/>
                    </a:ext>
                  </a:extLst>
                </p14:cNvPr>
                <p14:cNvContentPartPr/>
                <p14:nvPr/>
              </p14:nvContentPartPr>
              <p14:xfrm>
                <a:off x="7590420" y="1324808"/>
                <a:ext cx="93960" cy="21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D4C6A6-8F80-2346-7127-08DE90C1FB3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81780" y="1315808"/>
                  <a:ext cx="111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C7A9AA6-33A5-3EDA-48F1-043A605A0DF2}"/>
                    </a:ext>
                  </a:extLst>
                </p14:cNvPr>
                <p14:cNvContentPartPr/>
                <p14:nvPr/>
              </p14:nvContentPartPr>
              <p14:xfrm>
                <a:off x="7689420" y="1231208"/>
                <a:ext cx="62280" cy="8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C7A9AA6-33A5-3EDA-48F1-043A605A0DF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680420" y="1222208"/>
                  <a:ext cx="79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57D11EF-C103-A6DB-792B-9393E628DC80}"/>
                    </a:ext>
                  </a:extLst>
                </p14:cNvPr>
                <p14:cNvContentPartPr/>
                <p14:nvPr/>
              </p14:nvContentPartPr>
              <p14:xfrm>
                <a:off x="7782660" y="1194848"/>
                <a:ext cx="66960" cy="89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57D11EF-C103-A6DB-792B-9393E628DC8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73660" y="1185848"/>
                  <a:ext cx="84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AD7226-CA4D-DF2D-D449-15297B4E9FB2}"/>
                    </a:ext>
                  </a:extLst>
                </p14:cNvPr>
                <p14:cNvContentPartPr/>
                <p14:nvPr/>
              </p14:nvContentPartPr>
              <p14:xfrm>
                <a:off x="7870500" y="1153088"/>
                <a:ext cx="151200" cy="278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AD7226-CA4D-DF2D-D449-15297B4E9FB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61500" y="1144448"/>
                  <a:ext cx="1688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CF3414-2D86-B71F-37AF-B7DD53CA2355}"/>
                    </a:ext>
                  </a:extLst>
                </p14:cNvPr>
                <p14:cNvContentPartPr/>
                <p14:nvPr/>
              </p14:nvContentPartPr>
              <p14:xfrm>
                <a:off x="6681060" y="1224368"/>
                <a:ext cx="97200" cy="245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CF3414-2D86-B71F-37AF-B7DD53CA23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72060" y="1215728"/>
                  <a:ext cx="1148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259F62F-A424-F89C-BA54-5EE08AD3002D}"/>
                    </a:ext>
                  </a:extLst>
                </p14:cNvPr>
                <p14:cNvContentPartPr/>
                <p14:nvPr/>
              </p14:nvContentPartPr>
              <p14:xfrm>
                <a:off x="8036100" y="1152368"/>
                <a:ext cx="146880" cy="276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259F62F-A424-F89C-BA54-5EE08AD3002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27460" y="1143728"/>
                  <a:ext cx="1645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D8B077-5157-D2CA-B8D0-B787B573D513}"/>
                    </a:ext>
                  </a:extLst>
                </p14:cNvPr>
                <p14:cNvContentPartPr/>
                <p14:nvPr/>
              </p14:nvContentPartPr>
              <p14:xfrm>
                <a:off x="8189820" y="1209608"/>
                <a:ext cx="55080" cy="153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D8B077-5157-D2CA-B8D0-B787B573D51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81180" y="1200608"/>
                  <a:ext cx="72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140C70B-2C52-3A60-299F-33DCD5FEBE90}"/>
                    </a:ext>
                  </a:extLst>
                </p14:cNvPr>
                <p14:cNvContentPartPr/>
                <p14:nvPr/>
              </p14:nvContentPartPr>
              <p14:xfrm>
                <a:off x="8351100" y="1283048"/>
                <a:ext cx="60480" cy="21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140C70B-2C52-3A60-299F-33DCD5FEBE9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42460" y="1274408"/>
                  <a:ext cx="78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E457BD0-56AB-28DE-72BF-07DD73303175}"/>
                    </a:ext>
                  </a:extLst>
                </p14:cNvPr>
                <p14:cNvContentPartPr/>
                <p14:nvPr/>
              </p14:nvContentPartPr>
              <p14:xfrm>
                <a:off x="8499780" y="1235888"/>
                <a:ext cx="125640" cy="11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E457BD0-56AB-28DE-72BF-07DD7330317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91140" y="1226888"/>
                  <a:ext cx="143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099C82-5B89-4C46-2F67-2F16ABC8AB0B}"/>
                    </a:ext>
                  </a:extLst>
                </p14:cNvPr>
                <p14:cNvContentPartPr/>
                <p14:nvPr/>
              </p14:nvContentPartPr>
              <p14:xfrm>
                <a:off x="8693100" y="1355768"/>
                <a:ext cx="4320" cy="1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099C82-5B89-4C46-2F67-2F16ABC8AB0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84100" y="1347128"/>
                  <a:ext cx="21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A4CD46-B00B-7137-5ABF-FCB9763B8051}"/>
                    </a:ext>
                  </a:extLst>
                </p14:cNvPr>
                <p14:cNvContentPartPr/>
                <p14:nvPr/>
              </p14:nvContentPartPr>
              <p14:xfrm>
                <a:off x="8701380" y="1178648"/>
                <a:ext cx="110880" cy="85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A4CD46-B00B-7137-5ABF-FCB9763B805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92740" y="1169648"/>
                  <a:ext cx="128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0350A3-9655-D427-65C5-3729148F1D0C}"/>
                    </a:ext>
                  </a:extLst>
                </p14:cNvPr>
                <p14:cNvContentPartPr/>
                <p14:nvPr/>
              </p14:nvContentPartPr>
              <p14:xfrm>
                <a:off x="8774100" y="1270808"/>
                <a:ext cx="84600" cy="91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0350A3-9655-D427-65C5-3729148F1D0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65460" y="1262168"/>
                  <a:ext cx="102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2015247-2B60-1063-2275-3B373AC9DE78}"/>
                    </a:ext>
                  </a:extLst>
                </p14:cNvPr>
                <p14:cNvContentPartPr/>
                <p14:nvPr/>
              </p14:nvContentPartPr>
              <p14:xfrm>
                <a:off x="8925660" y="1227248"/>
                <a:ext cx="124920" cy="144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2015247-2B60-1063-2275-3B373AC9DE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916660" y="1218608"/>
                  <a:ext cx="142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28B737A-D9F2-69C8-2EC2-2DA3F0E49236}"/>
                    </a:ext>
                  </a:extLst>
                </p14:cNvPr>
                <p14:cNvContentPartPr/>
                <p14:nvPr/>
              </p14:nvContentPartPr>
              <p14:xfrm>
                <a:off x="8932500" y="1284848"/>
                <a:ext cx="118080" cy="10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28B737A-D9F2-69C8-2EC2-2DA3F0E4923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23860" y="1276208"/>
                  <a:ext cx="135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23298D-D499-6BE8-A8C0-DE91240B2B8B}"/>
                    </a:ext>
                  </a:extLst>
                </p14:cNvPr>
                <p14:cNvContentPartPr/>
                <p14:nvPr/>
              </p14:nvContentPartPr>
              <p14:xfrm>
                <a:off x="9003420" y="1167128"/>
                <a:ext cx="88560" cy="12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23298D-D499-6BE8-A8C0-DE91240B2B8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94780" y="1158128"/>
                  <a:ext cx="106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80A7CF-BA59-1E6F-1394-FBCFBF5890A8}"/>
                    </a:ext>
                  </a:extLst>
                </p14:cNvPr>
                <p14:cNvContentPartPr/>
                <p14:nvPr/>
              </p14:nvContentPartPr>
              <p14:xfrm>
                <a:off x="9164700" y="1132568"/>
                <a:ext cx="15120" cy="72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80A7CF-BA59-1E6F-1394-FBCFBF5890A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55700" y="1123568"/>
                  <a:ext cx="32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81EEC21-570E-4508-AEF4-64A7E325A485}"/>
                    </a:ext>
                  </a:extLst>
                </p14:cNvPr>
                <p14:cNvContentPartPr/>
                <p14:nvPr/>
              </p14:nvContentPartPr>
              <p14:xfrm>
                <a:off x="9216540" y="1080368"/>
                <a:ext cx="172800" cy="33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81EEC21-570E-4508-AEF4-64A7E325A48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07900" y="1071728"/>
                  <a:ext cx="190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86BF44-0D74-4049-148E-B541A93D7D95}"/>
                    </a:ext>
                  </a:extLst>
                </p14:cNvPr>
                <p14:cNvContentPartPr/>
                <p14:nvPr/>
              </p14:nvContentPartPr>
              <p14:xfrm>
                <a:off x="8115300" y="1017728"/>
                <a:ext cx="1253160" cy="57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86BF44-0D74-4049-148E-B541A93D7D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106300" y="1008728"/>
                  <a:ext cx="127080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5F01A69-363D-15B3-772D-1F1457168419}"/>
                  </a:ext>
                </a:extLst>
              </p14:cNvPr>
              <p14:cNvContentPartPr/>
              <p14:nvPr/>
            </p14:nvContentPartPr>
            <p14:xfrm>
              <a:off x="8411940" y="4919408"/>
              <a:ext cx="792000" cy="27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5F01A69-363D-15B3-772D-1F145716841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402940" y="4910408"/>
                <a:ext cx="8096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BF9E69C-7C4E-413B-D44D-C529A82400DA}"/>
              </a:ext>
            </a:extLst>
          </p:cNvPr>
          <p:cNvGrpSpPr/>
          <p:nvPr/>
        </p:nvGrpSpPr>
        <p:grpSpPr>
          <a:xfrm>
            <a:off x="602460" y="5174648"/>
            <a:ext cx="1934640" cy="542160"/>
            <a:chOff x="602460" y="5174648"/>
            <a:chExt cx="193464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D9BD73-5D57-7A71-62AC-E888E7006138}"/>
                    </a:ext>
                  </a:extLst>
                </p14:cNvPr>
                <p14:cNvContentPartPr/>
                <p14:nvPr/>
              </p14:nvContentPartPr>
              <p14:xfrm>
                <a:off x="602460" y="5570648"/>
                <a:ext cx="236160" cy="66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D9BD73-5D57-7A71-62AC-E888E700613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93460" y="5562008"/>
                  <a:ext cx="253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EEA713-2B73-9F4F-82CE-ACBB9282400E}"/>
                    </a:ext>
                  </a:extLst>
                </p14:cNvPr>
                <p14:cNvContentPartPr/>
                <p14:nvPr/>
              </p14:nvContentPartPr>
              <p14:xfrm>
                <a:off x="877860" y="5559128"/>
                <a:ext cx="140040" cy="48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EEA713-2B73-9F4F-82CE-ACBB9282400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8860" y="5550128"/>
                  <a:ext cx="157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FE9CC1D-111D-1C58-F915-E88C60E8C0C0}"/>
                    </a:ext>
                  </a:extLst>
                </p14:cNvPr>
                <p14:cNvContentPartPr/>
                <p14:nvPr/>
              </p14:nvContentPartPr>
              <p14:xfrm>
                <a:off x="1043460" y="5402888"/>
                <a:ext cx="210240" cy="192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FE9CC1D-111D-1C58-F915-E88C60E8C0C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34820" y="5393888"/>
                  <a:ext cx="227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1CABBF-B99C-E92D-E87C-E14B313568C1}"/>
                    </a:ext>
                  </a:extLst>
                </p14:cNvPr>
                <p14:cNvContentPartPr/>
                <p14:nvPr/>
              </p14:nvContentPartPr>
              <p14:xfrm>
                <a:off x="1189620" y="5382368"/>
                <a:ext cx="202320" cy="158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1CABBF-B99C-E92D-E87C-E14B313568C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80620" y="5373368"/>
                  <a:ext cx="219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C5BF2F5-E08F-6368-D8E5-7784B5B20B2C}"/>
                    </a:ext>
                  </a:extLst>
                </p14:cNvPr>
                <p14:cNvContentPartPr/>
                <p14:nvPr/>
              </p14:nvContentPartPr>
              <p14:xfrm>
                <a:off x="1314900" y="5387408"/>
                <a:ext cx="5040" cy="19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C5BF2F5-E08F-6368-D8E5-7784B5B20B2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05900" y="5378768"/>
                  <a:ext cx="22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45955BA-D7D0-7C17-E2E5-A79DAE0D440F}"/>
                    </a:ext>
                  </a:extLst>
                </p14:cNvPr>
                <p14:cNvContentPartPr/>
                <p14:nvPr/>
              </p14:nvContentPartPr>
              <p14:xfrm>
                <a:off x="1406700" y="5448608"/>
                <a:ext cx="119160" cy="186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45955BA-D7D0-7C17-E2E5-A79DAE0D440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98060" y="5439608"/>
                  <a:ext cx="136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ECB196-12C9-95CC-BB92-541B3F88225B}"/>
                    </a:ext>
                  </a:extLst>
                </p14:cNvPr>
                <p14:cNvContentPartPr/>
                <p14:nvPr/>
              </p14:nvContentPartPr>
              <p14:xfrm>
                <a:off x="1499940" y="5255288"/>
                <a:ext cx="358920" cy="461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ECB196-12C9-95CC-BB92-541B3F88225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91300" y="5246648"/>
                  <a:ext cx="3765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B78B94D-33FB-7B9D-41D3-6D99B652B62A}"/>
                    </a:ext>
                  </a:extLst>
                </p14:cNvPr>
                <p14:cNvContentPartPr/>
                <p14:nvPr/>
              </p14:nvContentPartPr>
              <p14:xfrm>
                <a:off x="1939860" y="5339528"/>
                <a:ext cx="124560" cy="173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B78B94D-33FB-7B9D-41D3-6D99B652B62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30860" y="5330888"/>
                  <a:ext cx="142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258AD7-7FE1-D8FB-5ECF-BD90AAF57170}"/>
                    </a:ext>
                  </a:extLst>
                </p14:cNvPr>
                <p14:cNvContentPartPr/>
                <p14:nvPr/>
              </p14:nvContentPartPr>
              <p14:xfrm>
                <a:off x="1969020" y="5268968"/>
                <a:ext cx="180360" cy="223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258AD7-7FE1-D8FB-5ECF-BD90AAF5717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60020" y="5260328"/>
                  <a:ext cx="198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0A78775-2AF4-CF40-1125-BAD4148909CA}"/>
                    </a:ext>
                  </a:extLst>
                </p14:cNvPr>
                <p14:cNvContentPartPr/>
                <p14:nvPr/>
              </p14:nvContentPartPr>
              <p14:xfrm>
                <a:off x="2150820" y="5200568"/>
                <a:ext cx="168480" cy="275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0A78775-2AF4-CF40-1125-BAD4148909C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41820" y="5191568"/>
                  <a:ext cx="1861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5575BAA-9E06-33C3-26C1-706231B4B578}"/>
                    </a:ext>
                  </a:extLst>
                </p14:cNvPr>
                <p14:cNvContentPartPr/>
                <p14:nvPr/>
              </p14:nvContentPartPr>
              <p14:xfrm>
                <a:off x="2213100" y="5342408"/>
                <a:ext cx="207000" cy="134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5575BAA-9E06-33C3-26C1-706231B4B57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204100" y="5333768"/>
                  <a:ext cx="224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A3D1D0F-73FC-CF9A-B004-672AE99DE1CC}"/>
                    </a:ext>
                  </a:extLst>
                </p14:cNvPr>
                <p14:cNvContentPartPr/>
                <p14:nvPr/>
              </p14:nvContentPartPr>
              <p14:xfrm>
                <a:off x="2276460" y="5403248"/>
                <a:ext cx="82440" cy="15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A3D1D0F-73FC-CF9A-B004-672AE99DE1C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67820" y="5394248"/>
                  <a:ext cx="100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DADA5F-BD9C-D01D-D195-D35BAD1C6E84}"/>
                    </a:ext>
                  </a:extLst>
                </p14:cNvPr>
                <p14:cNvContentPartPr/>
                <p14:nvPr/>
              </p14:nvContentPartPr>
              <p14:xfrm>
                <a:off x="2296260" y="5174648"/>
                <a:ext cx="240840" cy="312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DADA5F-BD9C-D01D-D195-D35BAD1C6E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87260" y="5165648"/>
                  <a:ext cx="25848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66EAA33-21D3-4D08-168B-E3AC3DB1688B}"/>
              </a:ext>
            </a:extLst>
          </p:cNvPr>
          <p:cNvGrpSpPr/>
          <p:nvPr/>
        </p:nvGrpSpPr>
        <p:grpSpPr>
          <a:xfrm>
            <a:off x="653940" y="5942528"/>
            <a:ext cx="296640" cy="302040"/>
            <a:chOff x="653940" y="5942528"/>
            <a:chExt cx="2966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35C356-B31C-783E-47FF-C200BD3F09B0}"/>
                    </a:ext>
                  </a:extLst>
                </p14:cNvPr>
                <p14:cNvContentPartPr/>
                <p14:nvPr/>
              </p14:nvContentPartPr>
              <p14:xfrm>
                <a:off x="653940" y="5942528"/>
                <a:ext cx="131400" cy="193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35C356-B31C-783E-47FF-C200BD3F09B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5300" y="5933528"/>
                  <a:ext cx="149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66BC1AE-22EE-D638-C326-CFCD92FD9006}"/>
                    </a:ext>
                  </a:extLst>
                </p14:cNvPr>
                <p14:cNvContentPartPr/>
                <p14:nvPr/>
              </p14:nvContentPartPr>
              <p14:xfrm>
                <a:off x="802980" y="6048728"/>
                <a:ext cx="147600" cy="195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66BC1AE-22EE-D638-C326-CFCD92FD90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4340" y="6040088"/>
                  <a:ext cx="1652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E880E6F-0895-8D9D-99A8-0006615A79CE}"/>
              </a:ext>
            </a:extLst>
          </p:cNvPr>
          <p:cNvGrpSpPr/>
          <p:nvPr/>
        </p:nvGrpSpPr>
        <p:grpSpPr>
          <a:xfrm>
            <a:off x="1192500" y="5823728"/>
            <a:ext cx="267480" cy="298080"/>
            <a:chOff x="1192500" y="5823728"/>
            <a:chExt cx="2674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DD83ABF-4851-19F7-AC2F-A9B6AE807906}"/>
                    </a:ext>
                  </a:extLst>
                </p14:cNvPr>
                <p14:cNvContentPartPr/>
                <p14:nvPr/>
              </p14:nvContentPartPr>
              <p14:xfrm>
                <a:off x="1192500" y="5974208"/>
                <a:ext cx="190800" cy="147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DD83ABF-4851-19F7-AC2F-A9B6AE80790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83500" y="5965208"/>
                  <a:ext cx="208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8D190DE-300C-5387-706F-D85BF3ACAFDD}"/>
                    </a:ext>
                  </a:extLst>
                </p14:cNvPr>
                <p14:cNvContentPartPr/>
                <p14:nvPr/>
              </p14:nvContentPartPr>
              <p14:xfrm>
                <a:off x="1230660" y="6031448"/>
                <a:ext cx="109800" cy="5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8D190DE-300C-5387-706F-D85BF3ACAFD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22020" y="6022808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F497414-1D09-2F80-4FA3-ECE2CC1386D0}"/>
                    </a:ext>
                  </a:extLst>
                </p14:cNvPr>
                <p14:cNvContentPartPr/>
                <p14:nvPr/>
              </p14:nvContentPartPr>
              <p14:xfrm>
                <a:off x="1288260" y="5823728"/>
                <a:ext cx="171720" cy="79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F497414-1D09-2F80-4FA3-ECE2CC1386D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279620" y="5814728"/>
                  <a:ext cx="18936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F993A7A-0C12-FE9D-FF2E-7E3A43D3F84D}"/>
              </a:ext>
            </a:extLst>
          </p:cNvPr>
          <p:cNvGrpSpPr/>
          <p:nvPr/>
        </p:nvGrpSpPr>
        <p:grpSpPr>
          <a:xfrm>
            <a:off x="2396340" y="5886368"/>
            <a:ext cx="389520" cy="240840"/>
            <a:chOff x="2396340" y="5886368"/>
            <a:chExt cx="38952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9D37337-718F-3C0D-773C-B22ACAD87804}"/>
                    </a:ext>
                  </a:extLst>
                </p14:cNvPr>
                <p14:cNvContentPartPr/>
                <p14:nvPr/>
              </p14:nvContentPartPr>
              <p14:xfrm>
                <a:off x="2396340" y="6026408"/>
                <a:ext cx="237240" cy="13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9D37337-718F-3C0D-773C-B22ACAD878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387340" y="6017408"/>
                  <a:ext cx="254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B9B49EE-B19E-67CD-F0FD-79516E51D8AC}"/>
                    </a:ext>
                  </a:extLst>
                </p14:cNvPr>
                <p14:cNvContentPartPr/>
                <p14:nvPr/>
              </p14:nvContentPartPr>
              <p14:xfrm>
                <a:off x="2407860" y="5969528"/>
                <a:ext cx="210960" cy="31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B9B49EE-B19E-67CD-F0FD-79516E51D8A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398860" y="5960528"/>
                  <a:ext cx="228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AC0E1C2-6857-FFA0-152D-236F4692BC7B}"/>
                    </a:ext>
                  </a:extLst>
                </p14:cNvPr>
                <p14:cNvContentPartPr/>
                <p14:nvPr/>
              </p14:nvContentPartPr>
              <p14:xfrm>
                <a:off x="2587140" y="5886368"/>
                <a:ext cx="198720" cy="240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AC0E1C2-6857-FFA0-152D-236F4692BC7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578500" y="5877368"/>
                  <a:ext cx="2163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F089BE9-FEC2-E995-33C7-32056CDC7BB2}"/>
              </a:ext>
            </a:extLst>
          </p:cNvPr>
          <p:cNvGrpSpPr/>
          <p:nvPr/>
        </p:nvGrpSpPr>
        <p:grpSpPr>
          <a:xfrm>
            <a:off x="3138300" y="5802488"/>
            <a:ext cx="639720" cy="288360"/>
            <a:chOff x="3138300" y="5802488"/>
            <a:chExt cx="6397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18157E9-33CD-5F05-8BFB-EA9F35ED71C9}"/>
                    </a:ext>
                  </a:extLst>
                </p14:cNvPr>
                <p14:cNvContentPartPr/>
                <p14:nvPr/>
              </p14:nvContentPartPr>
              <p14:xfrm>
                <a:off x="3138300" y="5839568"/>
                <a:ext cx="57240" cy="251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18157E9-33CD-5F05-8BFB-EA9F35ED71C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129300" y="5830568"/>
                  <a:ext cx="74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B7FCD4-8726-E307-B9F2-D2CEC2B095F2}"/>
                    </a:ext>
                  </a:extLst>
                </p14:cNvPr>
                <p14:cNvContentPartPr/>
                <p14:nvPr/>
              </p14:nvContentPartPr>
              <p14:xfrm>
                <a:off x="3174300" y="5986808"/>
                <a:ext cx="83160" cy="9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B7FCD4-8726-E307-B9F2-D2CEC2B095F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165300" y="5978168"/>
                  <a:ext cx="100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8B19980-6DD9-2309-3BB1-5082D985D474}"/>
                    </a:ext>
                  </a:extLst>
                </p14:cNvPr>
                <p14:cNvContentPartPr/>
                <p14:nvPr/>
              </p14:nvContentPartPr>
              <p14:xfrm>
                <a:off x="3230820" y="5868368"/>
                <a:ext cx="55080" cy="177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8B19980-6DD9-2309-3BB1-5082D985D47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22180" y="5859728"/>
                  <a:ext cx="72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6986905-0496-5A2A-B028-72876C0D36D5}"/>
                    </a:ext>
                  </a:extLst>
                </p14:cNvPr>
                <p14:cNvContentPartPr/>
                <p14:nvPr/>
              </p14:nvContentPartPr>
              <p14:xfrm>
                <a:off x="3376260" y="5802488"/>
                <a:ext cx="104040" cy="277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6986905-0496-5A2A-B028-72876C0D36D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367620" y="5793848"/>
                  <a:ext cx="121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06D60A-022A-1F7E-0536-C92A366BC925}"/>
                    </a:ext>
                  </a:extLst>
                </p14:cNvPr>
                <p14:cNvContentPartPr/>
                <p14:nvPr/>
              </p14:nvContentPartPr>
              <p14:xfrm>
                <a:off x="3475620" y="5901848"/>
                <a:ext cx="199800" cy="162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06D60A-022A-1F7E-0536-C92A366BC92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466620" y="5892848"/>
                  <a:ext cx="217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E994E66-8824-11F2-9C14-E8BA5636A3FD}"/>
                    </a:ext>
                  </a:extLst>
                </p14:cNvPr>
                <p14:cNvContentPartPr/>
                <p14:nvPr/>
              </p14:nvContentPartPr>
              <p14:xfrm>
                <a:off x="3521340" y="5979968"/>
                <a:ext cx="95040" cy="6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E994E66-8824-11F2-9C14-E8BA5636A3F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512340" y="5970968"/>
                  <a:ext cx="112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4FB2245-F466-17B1-6B71-98817C9F6D36}"/>
                    </a:ext>
                  </a:extLst>
                </p14:cNvPr>
                <p14:cNvContentPartPr/>
                <p14:nvPr/>
              </p14:nvContentPartPr>
              <p14:xfrm>
                <a:off x="3641940" y="5824088"/>
                <a:ext cx="136080" cy="254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4FB2245-F466-17B1-6B71-98817C9F6D3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632940" y="5815088"/>
                  <a:ext cx="15372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7D6FD46-B2DA-8E23-CCCA-B16F82197CAD}"/>
              </a:ext>
            </a:extLst>
          </p:cNvPr>
          <p:cNvGrpSpPr/>
          <p:nvPr/>
        </p:nvGrpSpPr>
        <p:grpSpPr>
          <a:xfrm>
            <a:off x="3968820" y="5979968"/>
            <a:ext cx="146160" cy="63360"/>
            <a:chOff x="3968820" y="5979968"/>
            <a:chExt cx="146160" cy="6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BF510F8-2CA7-9E90-D80D-29A208B4BF75}"/>
                    </a:ext>
                  </a:extLst>
                </p14:cNvPr>
                <p14:cNvContentPartPr/>
                <p14:nvPr/>
              </p14:nvContentPartPr>
              <p14:xfrm>
                <a:off x="3990780" y="6031808"/>
                <a:ext cx="12420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BF510F8-2CA7-9E90-D80D-29A208B4BF7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981780" y="6022808"/>
                  <a:ext cx="141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AD42796-AF18-C4A9-E711-C80C2993F8CF}"/>
                    </a:ext>
                  </a:extLst>
                </p14:cNvPr>
                <p14:cNvContentPartPr/>
                <p14:nvPr/>
              </p14:nvContentPartPr>
              <p14:xfrm>
                <a:off x="3968820" y="5979968"/>
                <a:ext cx="78840" cy="14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AD42796-AF18-C4A9-E711-C80C2993F8C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959820" y="5970968"/>
                  <a:ext cx="964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7750867-5CF4-3A9B-B40B-37B6BA5B8D24}"/>
                  </a:ext>
                </a:extLst>
              </p14:cNvPr>
              <p14:cNvContentPartPr/>
              <p14:nvPr/>
            </p14:nvContentPartPr>
            <p14:xfrm>
              <a:off x="4379580" y="5984288"/>
              <a:ext cx="2405520" cy="47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7750867-5CF4-3A9B-B40B-37B6BA5B8D2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370940" y="5975288"/>
                <a:ext cx="242316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0E75E2C-ACA7-AF31-3279-01562BD7B760}"/>
              </a:ext>
            </a:extLst>
          </p:cNvPr>
          <p:cNvGrpSpPr/>
          <p:nvPr/>
        </p:nvGrpSpPr>
        <p:grpSpPr>
          <a:xfrm>
            <a:off x="4420260" y="6125768"/>
            <a:ext cx="2287800" cy="306000"/>
            <a:chOff x="4420260" y="6125768"/>
            <a:chExt cx="228780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4D31D6D-BB68-4023-E617-F9EF556A77A0}"/>
                    </a:ext>
                  </a:extLst>
                </p14:cNvPr>
                <p14:cNvContentPartPr/>
                <p14:nvPr/>
              </p14:nvContentPartPr>
              <p14:xfrm>
                <a:off x="4535460" y="6248888"/>
                <a:ext cx="146160" cy="174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4D31D6D-BB68-4023-E617-F9EF556A77A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526460" y="6239888"/>
                  <a:ext cx="163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E4FEED5-94F7-37C3-D578-A09D7D1B1C54}"/>
                    </a:ext>
                  </a:extLst>
                </p14:cNvPr>
                <p14:cNvContentPartPr/>
                <p14:nvPr/>
              </p14:nvContentPartPr>
              <p14:xfrm>
                <a:off x="4536540" y="6341408"/>
                <a:ext cx="118800" cy="7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E4FEED5-94F7-37C3-D578-A09D7D1B1C5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527900" y="6332408"/>
                  <a:ext cx="136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F5B4C0F-0ADB-0355-8D72-2A1161A85D7C}"/>
                    </a:ext>
                  </a:extLst>
                </p14:cNvPr>
                <p14:cNvContentPartPr/>
                <p14:nvPr/>
              </p14:nvContentPartPr>
              <p14:xfrm>
                <a:off x="4816620" y="6322328"/>
                <a:ext cx="119160" cy="16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F5B4C0F-0ADB-0355-8D72-2A1161A85D7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807620" y="6313328"/>
                  <a:ext cx="136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089D1A2-0E4F-04C2-A8BE-C18F27150FB0}"/>
                    </a:ext>
                  </a:extLst>
                </p14:cNvPr>
                <p14:cNvContentPartPr/>
                <p14:nvPr/>
              </p14:nvContentPartPr>
              <p14:xfrm>
                <a:off x="5018580" y="6237368"/>
                <a:ext cx="136800" cy="127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089D1A2-0E4F-04C2-A8BE-C18F27150FB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09940" y="6228368"/>
                  <a:ext cx="154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3923DC7-296F-9B06-91AB-455AFC464371}"/>
                    </a:ext>
                  </a:extLst>
                </p14:cNvPr>
                <p14:cNvContentPartPr/>
                <p14:nvPr/>
              </p14:nvContentPartPr>
              <p14:xfrm>
                <a:off x="5215140" y="6369488"/>
                <a:ext cx="1080" cy="2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3923DC7-296F-9B06-91AB-455AFC46437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206500" y="6360488"/>
                  <a:ext cx="18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5DDC9BC-CF8B-6A2C-8BA5-939BD686E2B4}"/>
                    </a:ext>
                  </a:extLst>
                </p14:cNvPr>
                <p14:cNvContentPartPr/>
                <p14:nvPr/>
              </p14:nvContentPartPr>
              <p14:xfrm>
                <a:off x="5234580" y="6218648"/>
                <a:ext cx="132120" cy="74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5DDC9BC-CF8B-6A2C-8BA5-939BD686E2B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25940" y="6210008"/>
                  <a:ext cx="149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B84A2EE-EE9B-4C6C-0772-79F3EB3D21DB}"/>
                    </a:ext>
                  </a:extLst>
                </p14:cNvPr>
                <p14:cNvContentPartPr/>
                <p14:nvPr/>
              </p14:nvContentPartPr>
              <p14:xfrm>
                <a:off x="5351220" y="6244928"/>
                <a:ext cx="63360" cy="124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B84A2EE-EE9B-4C6C-0772-79F3EB3D21D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342220" y="6235928"/>
                  <a:ext cx="81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E2188E3-CAD7-B66A-6C19-E7763AA30445}"/>
                    </a:ext>
                  </a:extLst>
                </p14:cNvPr>
                <p14:cNvContentPartPr/>
                <p14:nvPr/>
              </p14:nvContentPartPr>
              <p14:xfrm>
                <a:off x="5439420" y="6151328"/>
                <a:ext cx="162360" cy="256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E2188E3-CAD7-B66A-6C19-E7763AA3044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430780" y="6142328"/>
                  <a:ext cx="180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25EFBC8-4E42-629A-4690-1506701DBA08}"/>
                    </a:ext>
                  </a:extLst>
                </p14:cNvPr>
                <p14:cNvContentPartPr/>
                <p14:nvPr/>
              </p14:nvContentPartPr>
              <p14:xfrm>
                <a:off x="4420260" y="6195608"/>
                <a:ext cx="68760" cy="236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25EFBC8-4E42-629A-4690-1506701DBA0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411620" y="6186968"/>
                  <a:ext cx="8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B275727-60D2-421F-DD1B-F90FA93BFA5B}"/>
                    </a:ext>
                  </a:extLst>
                </p14:cNvPr>
                <p14:cNvContentPartPr/>
                <p14:nvPr/>
              </p14:nvContentPartPr>
              <p14:xfrm>
                <a:off x="5632380" y="6125768"/>
                <a:ext cx="97920" cy="248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B275727-60D2-421F-DD1B-F90FA93BFA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23380" y="6116768"/>
                  <a:ext cx="115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2D774E8-D7B6-3D4E-0979-A0F0D309A4EB}"/>
                    </a:ext>
                  </a:extLst>
                </p14:cNvPr>
                <p14:cNvContentPartPr/>
                <p14:nvPr/>
              </p14:nvContentPartPr>
              <p14:xfrm>
                <a:off x="5756220" y="6215048"/>
                <a:ext cx="138240" cy="140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2D774E8-D7B6-3D4E-0979-A0F0D309A4E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747580" y="6206408"/>
                  <a:ext cx="155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A1861A3-9A92-BCB9-A6C4-A1539B8F60A2}"/>
                    </a:ext>
                  </a:extLst>
                </p14:cNvPr>
                <p14:cNvContentPartPr/>
                <p14:nvPr/>
              </p14:nvContentPartPr>
              <p14:xfrm>
                <a:off x="5765220" y="6299648"/>
                <a:ext cx="95400" cy="6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A1861A3-9A92-BCB9-A6C4-A1539B8F60A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756580" y="6290648"/>
                  <a:ext cx="113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08540D7-0359-4466-AC43-5A0ACDE69356}"/>
                    </a:ext>
                  </a:extLst>
                </p14:cNvPr>
                <p14:cNvContentPartPr/>
                <p14:nvPr/>
              </p14:nvContentPartPr>
              <p14:xfrm>
                <a:off x="6010020" y="6285968"/>
                <a:ext cx="110520" cy="11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08540D7-0359-4466-AC43-5A0ACDE6935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001020" y="6277328"/>
                  <a:ext cx="128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CB184AC-8AEC-07B4-98DF-71EE5BE0DC03}"/>
                    </a:ext>
                  </a:extLst>
                </p14:cNvPr>
                <p14:cNvContentPartPr/>
                <p14:nvPr/>
              </p14:nvContentPartPr>
              <p14:xfrm>
                <a:off x="6166620" y="6199208"/>
                <a:ext cx="150120" cy="140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CB184AC-8AEC-07B4-98DF-71EE5BE0DC0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157620" y="6190568"/>
                  <a:ext cx="167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F751620-C396-7DA2-D119-E9D647A29084}"/>
                    </a:ext>
                  </a:extLst>
                </p14:cNvPr>
                <p14:cNvContentPartPr/>
                <p14:nvPr/>
              </p14:nvContentPartPr>
              <p14:xfrm>
                <a:off x="6367500" y="6342128"/>
                <a:ext cx="2520" cy="1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F751620-C396-7DA2-D119-E9D647A2908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358500" y="633348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E63CBFD-F1CC-4B30-E6A5-A4733577EEAA}"/>
                    </a:ext>
                  </a:extLst>
                </p14:cNvPr>
                <p14:cNvContentPartPr/>
                <p14:nvPr/>
              </p14:nvContentPartPr>
              <p14:xfrm>
                <a:off x="6435900" y="6186968"/>
                <a:ext cx="111240" cy="64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E63CBFD-F1CC-4B30-E6A5-A4733577EEA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426900" y="6178328"/>
                  <a:ext cx="128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39AC5B7-DBE0-262B-5454-6F355E81EB0F}"/>
                    </a:ext>
                  </a:extLst>
                </p14:cNvPr>
                <p14:cNvContentPartPr/>
                <p14:nvPr/>
              </p14:nvContentPartPr>
              <p14:xfrm>
                <a:off x="6462540" y="6254288"/>
                <a:ext cx="110160" cy="80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39AC5B7-DBE0-262B-5454-6F355E81EB0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453900" y="6245648"/>
                  <a:ext cx="127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A00AEC3-30ED-CB35-9875-BD0C983F5DDA}"/>
                    </a:ext>
                  </a:extLst>
                </p14:cNvPr>
                <p14:cNvContentPartPr/>
                <p14:nvPr/>
              </p14:nvContentPartPr>
              <p14:xfrm>
                <a:off x="6577380" y="6130448"/>
                <a:ext cx="130680" cy="218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A00AEC3-30ED-CB35-9875-BD0C983F5D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68380" y="6121808"/>
                  <a:ext cx="1483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3CEB7CC-A541-CC39-1D6F-92551C728CA5}"/>
              </a:ext>
            </a:extLst>
          </p:cNvPr>
          <p:cNvGrpSpPr/>
          <p:nvPr/>
        </p:nvGrpSpPr>
        <p:grpSpPr>
          <a:xfrm>
            <a:off x="4967100" y="5626448"/>
            <a:ext cx="1178640" cy="305640"/>
            <a:chOff x="4967100" y="5626448"/>
            <a:chExt cx="117864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D4C27BA-0D28-51F1-3764-FE77DD7CB793}"/>
                    </a:ext>
                  </a:extLst>
                </p14:cNvPr>
                <p14:cNvContentPartPr/>
                <p14:nvPr/>
              </p14:nvContentPartPr>
              <p14:xfrm>
                <a:off x="5070420" y="5724008"/>
                <a:ext cx="153720" cy="153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D4C27BA-0D28-51F1-3764-FE77DD7CB79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061780" y="5715368"/>
                  <a:ext cx="171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97D4A91-3B59-6CA6-8EC8-9EC707DCA91C}"/>
                    </a:ext>
                  </a:extLst>
                </p14:cNvPr>
                <p14:cNvContentPartPr/>
                <p14:nvPr/>
              </p14:nvContentPartPr>
              <p14:xfrm>
                <a:off x="5112180" y="5812928"/>
                <a:ext cx="93960" cy="11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97D4A91-3B59-6CA6-8EC8-9EC707DCA91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03180" y="5804288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B45E8C3-5703-1DE8-F22F-8B121BF6E793}"/>
                    </a:ext>
                  </a:extLst>
                </p14:cNvPr>
                <p14:cNvContentPartPr/>
                <p14:nvPr/>
              </p14:nvContentPartPr>
              <p14:xfrm>
                <a:off x="5364900" y="5739848"/>
                <a:ext cx="33480" cy="103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B45E8C3-5703-1DE8-F22F-8B121BF6E79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56260" y="5730848"/>
                  <a:ext cx="5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9829A91-9644-4046-2BA1-F1BEA1DB3A4B}"/>
                    </a:ext>
                  </a:extLst>
                </p14:cNvPr>
                <p14:cNvContentPartPr/>
                <p14:nvPr/>
              </p14:nvContentPartPr>
              <p14:xfrm>
                <a:off x="5334660" y="5797808"/>
                <a:ext cx="105120" cy="5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9829A91-9644-4046-2BA1-F1BEA1DB3A4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326020" y="5788808"/>
                  <a:ext cx="122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2509E23-C444-3133-4813-6BC5AC22585B}"/>
                    </a:ext>
                  </a:extLst>
                </p14:cNvPr>
                <p14:cNvContentPartPr/>
                <p14:nvPr/>
              </p14:nvContentPartPr>
              <p14:xfrm>
                <a:off x="5558220" y="5736968"/>
                <a:ext cx="145440" cy="113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2509E23-C444-3133-4813-6BC5AC22585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49220" y="5727968"/>
                  <a:ext cx="163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DAA3F81-6128-AEDC-A90C-75D0027527B3}"/>
                    </a:ext>
                  </a:extLst>
                </p14:cNvPr>
                <p14:cNvContentPartPr/>
                <p14:nvPr/>
              </p14:nvContentPartPr>
              <p14:xfrm>
                <a:off x="5772060" y="5850008"/>
                <a:ext cx="2520" cy="14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DAA3F81-6128-AEDC-A90C-75D0027527B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763060" y="5841008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CCB9EE4-C76F-CACA-A528-556BAFA817EF}"/>
                    </a:ext>
                  </a:extLst>
                </p14:cNvPr>
                <p14:cNvContentPartPr/>
                <p14:nvPr/>
              </p14:nvContentPartPr>
              <p14:xfrm>
                <a:off x="5803020" y="5693408"/>
                <a:ext cx="166320" cy="151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CCB9EE4-C76F-CACA-A528-556BAFA817E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94380" y="5684408"/>
                  <a:ext cx="183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893D97C-B5AF-9F4B-E655-99D878CFB89B}"/>
                    </a:ext>
                  </a:extLst>
                </p14:cNvPr>
                <p14:cNvContentPartPr/>
                <p14:nvPr/>
              </p14:nvContentPartPr>
              <p14:xfrm>
                <a:off x="6000660" y="5626448"/>
                <a:ext cx="145080" cy="267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893D97C-B5AF-9F4B-E655-99D878CFB89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91660" y="5617808"/>
                  <a:ext cx="1627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378288E-1305-C465-B598-C8F53CA4649A}"/>
                    </a:ext>
                  </a:extLst>
                </p14:cNvPr>
                <p14:cNvContentPartPr/>
                <p14:nvPr/>
              </p14:nvContentPartPr>
              <p14:xfrm>
                <a:off x="4967100" y="5634728"/>
                <a:ext cx="88200" cy="297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378288E-1305-C465-B598-C8F53CA4649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958460" y="5625728"/>
                  <a:ext cx="10584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DB3716-98CD-0D2E-A225-DE464AE08E97}"/>
              </a:ext>
            </a:extLst>
          </p:cNvPr>
          <p:cNvGrpSpPr/>
          <p:nvPr/>
        </p:nvGrpSpPr>
        <p:grpSpPr>
          <a:xfrm>
            <a:off x="4654980" y="5772248"/>
            <a:ext cx="197640" cy="151560"/>
            <a:chOff x="4654980" y="5772248"/>
            <a:chExt cx="19764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F5B62C3-0A89-98A9-4596-AAF75DDC5715}"/>
                    </a:ext>
                  </a:extLst>
                </p14:cNvPr>
                <p14:cNvContentPartPr/>
                <p14:nvPr/>
              </p14:nvContentPartPr>
              <p14:xfrm>
                <a:off x="4654980" y="5772248"/>
                <a:ext cx="184320" cy="151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F5B62C3-0A89-98A9-4596-AAF75DDC571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645980" y="5763608"/>
                  <a:ext cx="201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7136208-1BB0-E2A5-4350-1E7440C25B49}"/>
                    </a:ext>
                  </a:extLst>
                </p14:cNvPr>
                <p14:cNvContentPartPr/>
                <p14:nvPr/>
              </p14:nvContentPartPr>
              <p14:xfrm>
                <a:off x="4665420" y="5865128"/>
                <a:ext cx="105480" cy="5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7136208-1BB0-E2A5-4350-1E7440C25B4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656420" y="5856488"/>
                  <a:ext cx="123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1EC949B-9898-BC31-E053-854204A72308}"/>
                    </a:ext>
                  </a:extLst>
                </p14:cNvPr>
                <p14:cNvContentPartPr/>
                <p14:nvPr/>
              </p14:nvContentPartPr>
              <p14:xfrm>
                <a:off x="4852260" y="5844608"/>
                <a:ext cx="36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1EC949B-9898-BC31-E053-854204A7230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843620" y="58359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971CEFB-549B-0460-EE3A-179E4E03B87D}"/>
              </a:ext>
            </a:extLst>
          </p:cNvPr>
          <p:cNvGrpSpPr/>
          <p:nvPr/>
        </p:nvGrpSpPr>
        <p:grpSpPr>
          <a:xfrm>
            <a:off x="4837140" y="5346008"/>
            <a:ext cx="494640" cy="312120"/>
            <a:chOff x="4837140" y="5346008"/>
            <a:chExt cx="49464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4C1F36E-64D2-6FD2-8F96-EEE07939F8A3}"/>
                    </a:ext>
                  </a:extLst>
                </p14:cNvPr>
                <p14:cNvContentPartPr/>
                <p14:nvPr/>
              </p14:nvContentPartPr>
              <p14:xfrm>
                <a:off x="4854420" y="5346008"/>
                <a:ext cx="477360" cy="312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4C1F36E-64D2-6FD2-8F96-EEE07939F8A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845420" y="5337008"/>
                  <a:ext cx="495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10B0E37-4715-207D-A9B1-1B98C7AA2A96}"/>
                    </a:ext>
                  </a:extLst>
                </p14:cNvPr>
                <p14:cNvContentPartPr/>
                <p14:nvPr/>
              </p14:nvContentPartPr>
              <p14:xfrm>
                <a:off x="4837140" y="5521688"/>
                <a:ext cx="121680" cy="131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10B0E37-4715-207D-A9B1-1B98C7AA2A9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28140" y="5513048"/>
                  <a:ext cx="13932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E6A7E8C-3561-D972-C93F-1678C5F94810}"/>
              </a:ext>
            </a:extLst>
          </p:cNvPr>
          <p:cNvGrpSpPr/>
          <p:nvPr/>
        </p:nvGrpSpPr>
        <p:grpSpPr>
          <a:xfrm>
            <a:off x="5610780" y="5252408"/>
            <a:ext cx="648720" cy="188640"/>
            <a:chOff x="5610780" y="5252408"/>
            <a:chExt cx="64872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A23855C-035A-3E46-A77B-52524712CED3}"/>
                    </a:ext>
                  </a:extLst>
                </p14:cNvPr>
                <p14:cNvContentPartPr/>
                <p14:nvPr/>
              </p14:nvContentPartPr>
              <p14:xfrm>
                <a:off x="5610780" y="5293808"/>
                <a:ext cx="210240" cy="147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A23855C-035A-3E46-A77B-52524712CED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02140" y="5285168"/>
                  <a:ext cx="227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B137855-FB1A-A7DF-FF8D-C711395F47B9}"/>
                    </a:ext>
                  </a:extLst>
                </p14:cNvPr>
                <p14:cNvContentPartPr/>
                <p14:nvPr/>
              </p14:nvContentPartPr>
              <p14:xfrm>
                <a:off x="5647140" y="5361128"/>
                <a:ext cx="10548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B137855-FB1A-A7DF-FF8D-C711395F47B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638500" y="5352488"/>
                  <a:ext cx="123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66A8EB8-44DD-9F05-CC88-586202327A2A}"/>
                    </a:ext>
                  </a:extLst>
                </p14:cNvPr>
                <p14:cNvContentPartPr/>
                <p14:nvPr/>
              </p14:nvContentPartPr>
              <p14:xfrm>
                <a:off x="5792580" y="5262488"/>
                <a:ext cx="230760" cy="120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66A8EB8-44DD-9F05-CC88-586202327A2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783940" y="5253488"/>
                  <a:ext cx="248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5CADBD0-6DC7-6684-F97D-EC7D59307C92}"/>
                    </a:ext>
                  </a:extLst>
                </p14:cNvPr>
                <p14:cNvContentPartPr/>
                <p14:nvPr/>
              </p14:nvContentPartPr>
              <p14:xfrm>
                <a:off x="6140340" y="5252408"/>
                <a:ext cx="119160" cy="89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5CADBD0-6DC7-6684-F97D-EC7D59307C9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131700" y="5243768"/>
                  <a:ext cx="1368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27DB3EF-74CB-6D13-3746-167E4A74DEA1}"/>
              </a:ext>
            </a:extLst>
          </p:cNvPr>
          <p:cNvGrpSpPr/>
          <p:nvPr/>
        </p:nvGrpSpPr>
        <p:grpSpPr>
          <a:xfrm>
            <a:off x="6539940" y="5148368"/>
            <a:ext cx="1027800" cy="225000"/>
            <a:chOff x="6539940" y="5148368"/>
            <a:chExt cx="102780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F387BB6-A352-CAA5-4143-C77DC3D6C33F}"/>
                    </a:ext>
                  </a:extLst>
                </p14:cNvPr>
                <p14:cNvContentPartPr/>
                <p14:nvPr/>
              </p14:nvContentPartPr>
              <p14:xfrm>
                <a:off x="6539940" y="5273288"/>
                <a:ext cx="93960" cy="72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F387BB6-A352-CAA5-4143-C77DC3D6C33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531300" y="5264288"/>
                  <a:ext cx="111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7C43E13-4A68-52CF-4398-033FCCF10971}"/>
                    </a:ext>
                  </a:extLst>
                </p14:cNvPr>
                <p14:cNvContentPartPr/>
                <p14:nvPr/>
              </p14:nvContentPartPr>
              <p14:xfrm>
                <a:off x="6655140" y="5148368"/>
                <a:ext cx="110160" cy="171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7C43E13-4A68-52CF-4398-033FCCF1097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646500" y="5139728"/>
                  <a:ext cx="127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BBD2A9-F08C-601C-9AA1-906E1FB2BEA6}"/>
                    </a:ext>
                  </a:extLst>
                </p14:cNvPr>
                <p14:cNvContentPartPr/>
                <p14:nvPr/>
              </p14:nvContentPartPr>
              <p14:xfrm>
                <a:off x="6676380" y="5274368"/>
                <a:ext cx="83160" cy="5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BBD2A9-F08C-601C-9AA1-906E1FB2BEA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667740" y="5265368"/>
                  <a:ext cx="100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F20DD0A-FD17-F701-00E5-E7AE2D838D04}"/>
                    </a:ext>
                  </a:extLst>
                </p14:cNvPr>
                <p14:cNvContentPartPr/>
                <p14:nvPr/>
              </p14:nvContentPartPr>
              <p14:xfrm>
                <a:off x="6935580" y="5196968"/>
                <a:ext cx="220320" cy="176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F20DD0A-FD17-F701-00E5-E7AE2D838D0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926940" y="5187968"/>
                  <a:ext cx="237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E53285F-476A-DF9F-F3C0-1F7DCD7D1D90}"/>
                    </a:ext>
                  </a:extLst>
                </p14:cNvPr>
                <p14:cNvContentPartPr/>
                <p14:nvPr/>
              </p14:nvContentPartPr>
              <p14:xfrm>
                <a:off x="6977340" y="5288408"/>
                <a:ext cx="114480" cy="11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E53285F-476A-DF9F-F3C0-1F7DCD7D1D9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968700" y="527976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86732D8-73F7-CA75-3304-18131AF006A8}"/>
                    </a:ext>
                  </a:extLst>
                </p14:cNvPr>
                <p14:cNvContentPartPr/>
                <p14:nvPr/>
              </p14:nvContentPartPr>
              <p14:xfrm>
                <a:off x="7252380" y="5298848"/>
                <a:ext cx="130680" cy="11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86732D8-73F7-CA75-3304-18131AF006A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243380" y="5290208"/>
                  <a:ext cx="148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C9ACBED-4096-A23E-03C4-AC8E0C8CB356}"/>
                    </a:ext>
                  </a:extLst>
                </p14:cNvPr>
                <p14:cNvContentPartPr/>
                <p14:nvPr/>
              </p14:nvContentPartPr>
              <p14:xfrm>
                <a:off x="7226460" y="5237648"/>
                <a:ext cx="109800" cy="9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C9ACBED-4096-A23E-03C4-AC8E0C8CB35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217460" y="5229008"/>
                  <a:ext cx="127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39799C6-FBC5-2968-9777-562466597743}"/>
                    </a:ext>
                  </a:extLst>
                </p14:cNvPr>
                <p14:cNvContentPartPr/>
                <p14:nvPr/>
              </p14:nvContentPartPr>
              <p14:xfrm>
                <a:off x="7440300" y="5189768"/>
                <a:ext cx="127440" cy="135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39799C6-FBC5-2968-9777-56246659774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431660" y="5181128"/>
                  <a:ext cx="1450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683F573-522C-C5F4-6E75-1D17AEA73641}"/>
              </a:ext>
            </a:extLst>
          </p:cNvPr>
          <p:cNvGrpSpPr/>
          <p:nvPr/>
        </p:nvGrpSpPr>
        <p:grpSpPr>
          <a:xfrm>
            <a:off x="3241260" y="3142808"/>
            <a:ext cx="356760" cy="267840"/>
            <a:chOff x="3241260" y="3142808"/>
            <a:chExt cx="3567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32D2DA5-C198-3F3B-D70A-1DBB07F2BE02}"/>
                    </a:ext>
                  </a:extLst>
                </p14:cNvPr>
                <p14:cNvContentPartPr/>
                <p14:nvPr/>
              </p14:nvContentPartPr>
              <p14:xfrm>
                <a:off x="3389580" y="3142808"/>
                <a:ext cx="208440" cy="136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32D2DA5-C198-3F3B-D70A-1DBB07F2BE0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380940" y="3134168"/>
                  <a:ext cx="226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02C0505-004E-DEEF-7A8E-DBFF4153DB0C}"/>
                    </a:ext>
                  </a:extLst>
                </p14:cNvPr>
                <p14:cNvContentPartPr/>
                <p14:nvPr/>
              </p14:nvContentPartPr>
              <p14:xfrm>
                <a:off x="3241260" y="3314528"/>
                <a:ext cx="177480" cy="96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02C0505-004E-DEEF-7A8E-DBFF4153DB0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232260" y="3305528"/>
                  <a:ext cx="1951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A94E9B4-9D59-F7B5-9A0E-9875F66A191B}"/>
              </a:ext>
            </a:extLst>
          </p:cNvPr>
          <p:cNvGrpSpPr/>
          <p:nvPr/>
        </p:nvGrpSpPr>
        <p:grpSpPr>
          <a:xfrm>
            <a:off x="2908620" y="3533768"/>
            <a:ext cx="495720" cy="175680"/>
            <a:chOff x="2908620" y="3533768"/>
            <a:chExt cx="49572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75C3C99-ADDC-9D58-AC10-41B469B3C65C}"/>
                    </a:ext>
                  </a:extLst>
                </p14:cNvPr>
                <p14:cNvContentPartPr/>
                <p14:nvPr/>
              </p14:nvContentPartPr>
              <p14:xfrm>
                <a:off x="2908620" y="3557528"/>
                <a:ext cx="135720" cy="151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75C3C99-ADDC-9D58-AC10-41B469B3C65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899620" y="3548528"/>
                  <a:ext cx="153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FA670F7-D28E-08E1-5618-7D67DA7438E7}"/>
                    </a:ext>
                  </a:extLst>
                </p14:cNvPr>
                <p14:cNvContentPartPr/>
                <p14:nvPr/>
              </p14:nvContentPartPr>
              <p14:xfrm>
                <a:off x="2945700" y="3647168"/>
                <a:ext cx="72720" cy="21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FA670F7-D28E-08E1-5618-7D67DA7438E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937060" y="3638168"/>
                  <a:ext cx="90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B715FB8-007F-27CF-4FF0-6A363B8F6A8F}"/>
                    </a:ext>
                  </a:extLst>
                </p14:cNvPr>
                <p14:cNvContentPartPr/>
                <p14:nvPr/>
              </p14:nvContentPartPr>
              <p14:xfrm>
                <a:off x="3095820" y="3625208"/>
                <a:ext cx="104760" cy="162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B715FB8-007F-27CF-4FF0-6A363B8F6A8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087180" y="3616208"/>
                  <a:ext cx="122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5CD0DA6-B06B-46B3-FFA9-DA9E7F08A974}"/>
                    </a:ext>
                  </a:extLst>
                </p14:cNvPr>
                <p14:cNvContentPartPr/>
                <p14:nvPr/>
              </p14:nvContentPartPr>
              <p14:xfrm>
                <a:off x="3117780" y="3577328"/>
                <a:ext cx="72360" cy="46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5CD0DA6-B06B-46B3-FFA9-DA9E7F08A97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109140" y="3568328"/>
                  <a:ext cx="90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B145A08-74C1-6E54-B7CD-4407890AD871}"/>
                    </a:ext>
                  </a:extLst>
                </p14:cNvPr>
                <p14:cNvContentPartPr/>
                <p14:nvPr/>
              </p14:nvContentPartPr>
              <p14:xfrm>
                <a:off x="3277260" y="3533768"/>
                <a:ext cx="127080" cy="98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B145A08-74C1-6E54-B7CD-4407890AD87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268260" y="3524768"/>
                  <a:ext cx="1447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AD18CE49-D34C-4941-A03E-AB292C27FE86}"/>
              </a:ext>
            </a:extLst>
          </p:cNvPr>
          <p:cNvGrpSpPr/>
          <p:nvPr/>
        </p:nvGrpSpPr>
        <p:grpSpPr>
          <a:xfrm>
            <a:off x="8365500" y="5273288"/>
            <a:ext cx="2371680" cy="366840"/>
            <a:chOff x="8365500" y="5273288"/>
            <a:chExt cx="237168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740BA9A-34A3-E2A0-1566-300440E13B36}"/>
                    </a:ext>
                  </a:extLst>
                </p14:cNvPr>
                <p14:cNvContentPartPr/>
                <p14:nvPr/>
              </p14:nvContentPartPr>
              <p14:xfrm>
                <a:off x="8365500" y="5377328"/>
                <a:ext cx="153000" cy="131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740BA9A-34A3-E2A0-1566-300440E13B3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356500" y="5368688"/>
                  <a:ext cx="170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21B3FC6-422B-D65F-F7C6-24CC852848E1}"/>
                    </a:ext>
                  </a:extLst>
                </p14:cNvPr>
                <p14:cNvContentPartPr/>
                <p14:nvPr/>
              </p14:nvContentPartPr>
              <p14:xfrm>
                <a:off x="8568540" y="5413328"/>
                <a:ext cx="180360" cy="209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21B3FC6-422B-D65F-F7C6-24CC852848E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559900" y="5404688"/>
                  <a:ext cx="198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6BFF93-E529-E0E3-6984-764D38704753}"/>
                    </a:ext>
                  </a:extLst>
                </p14:cNvPr>
                <p14:cNvContentPartPr/>
                <p14:nvPr/>
              </p14:nvContentPartPr>
              <p14:xfrm>
                <a:off x="8751780" y="5379848"/>
                <a:ext cx="122400" cy="133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6BFF93-E529-E0E3-6984-764D3870475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742780" y="5370848"/>
                  <a:ext cx="140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329D0FF-8C1B-4952-A61F-CEDEAE7BB5E1}"/>
                    </a:ext>
                  </a:extLst>
                </p14:cNvPr>
                <p14:cNvContentPartPr/>
                <p14:nvPr/>
              </p14:nvContentPartPr>
              <p14:xfrm>
                <a:off x="8894340" y="5273288"/>
                <a:ext cx="90360" cy="234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329D0FF-8C1B-4952-A61F-CEDEAE7BB5E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885700" y="5264288"/>
                  <a:ext cx="108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89B15DD-D2F7-3A56-B130-2D736C17A2AC}"/>
                    </a:ext>
                  </a:extLst>
                </p14:cNvPr>
                <p14:cNvContentPartPr/>
                <p14:nvPr/>
              </p14:nvContentPartPr>
              <p14:xfrm>
                <a:off x="8899740" y="5371928"/>
                <a:ext cx="524520" cy="119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89B15DD-D2F7-3A56-B130-2D736C17A2A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890740" y="5362928"/>
                  <a:ext cx="542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BA20949-4FB8-A285-0BFA-BCB33FF38794}"/>
                    </a:ext>
                  </a:extLst>
                </p14:cNvPr>
                <p14:cNvContentPartPr/>
                <p14:nvPr/>
              </p14:nvContentPartPr>
              <p14:xfrm>
                <a:off x="9574740" y="5299568"/>
                <a:ext cx="164880" cy="340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BA20949-4FB8-A285-0BFA-BCB33FF3879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565740" y="5290928"/>
                  <a:ext cx="1825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A54A63C-DE5E-8EDD-5944-6C5DD6589043}"/>
                    </a:ext>
                  </a:extLst>
                </p14:cNvPr>
                <p14:cNvContentPartPr/>
                <p14:nvPr/>
              </p14:nvContentPartPr>
              <p14:xfrm>
                <a:off x="9584820" y="5495768"/>
                <a:ext cx="130680" cy="27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A54A63C-DE5E-8EDD-5944-6C5DD658904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576180" y="5487128"/>
                  <a:ext cx="14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6FC003F-EE01-8E92-5721-558C88626851}"/>
                    </a:ext>
                  </a:extLst>
                </p14:cNvPr>
                <p14:cNvContentPartPr/>
                <p14:nvPr/>
              </p14:nvContentPartPr>
              <p14:xfrm>
                <a:off x="9736020" y="5457248"/>
                <a:ext cx="135720" cy="554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6FC003F-EE01-8E92-5721-558C8862685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727380" y="5448608"/>
                  <a:ext cx="153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0C798C5-F9FD-6FED-5145-CA76BDAC0802}"/>
                    </a:ext>
                  </a:extLst>
                </p14:cNvPr>
                <p14:cNvContentPartPr/>
                <p14:nvPr/>
              </p14:nvContentPartPr>
              <p14:xfrm>
                <a:off x="9944100" y="5461208"/>
                <a:ext cx="116280" cy="525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0C798C5-F9FD-6FED-5145-CA76BDAC080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935100" y="5452568"/>
                  <a:ext cx="133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7F07890-DDDE-B65E-0A49-55378CEE637B}"/>
                    </a:ext>
                  </a:extLst>
                </p14:cNvPr>
                <p14:cNvContentPartPr/>
                <p14:nvPr/>
              </p14:nvContentPartPr>
              <p14:xfrm>
                <a:off x="10119060" y="5431328"/>
                <a:ext cx="103320" cy="77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7F07890-DDDE-B65E-0A49-55378CEE637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110060" y="5422328"/>
                  <a:ext cx="120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2241CEA-C932-1F97-1103-0A0395BDDAE8}"/>
                    </a:ext>
                  </a:extLst>
                </p14:cNvPr>
                <p14:cNvContentPartPr/>
                <p14:nvPr/>
              </p14:nvContentPartPr>
              <p14:xfrm>
                <a:off x="10251180" y="5320088"/>
                <a:ext cx="114840" cy="201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2241CEA-C932-1F97-1103-0A0395BDDAE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242180" y="5311088"/>
                  <a:ext cx="132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E1F4B87-BF88-066C-2B5F-1445F0197F88}"/>
                    </a:ext>
                  </a:extLst>
                </p14:cNvPr>
                <p14:cNvContentPartPr/>
                <p14:nvPr/>
              </p14:nvContentPartPr>
              <p14:xfrm>
                <a:off x="10311300" y="5361488"/>
                <a:ext cx="7200" cy="14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E1F4B87-BF88-066C-2B5F-1445F0197F8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302300" y="5352848"/>
                  <a:ext cx="24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65B7BD5-3ACF-7F04-D5CE-FDD012AC5711}"/>
                    </a:ext>
                  </a:extLst>
                </p14:cNvPr>
                <p14:cNvContentPartPr/>
                <p14:nvPr/>
              </p14:nvContentPartPr>
              <p14:xfrm>
                <a:off x="10452060" y="5443928"/>
                <a:ext cx="88920" cy="63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65B7BD5-3ACF-7F04-D5CE-FDD012AC571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443420" y="5434928"/>
                  <a:ext cx="106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DFBCC62-6C08-00DA-9930-747FBB737ECA}"/>
                    </a:ext>
                  </a:extLst>
                </p14:cNvPr>
                <p14:cNvContentPartPr/>
                <p14:nvPr/>
              </p14:nvContentPartPr>
              <p14:xfrm>
                <a:off x="10593180" y="5434208"/>
                <a:ext cx="144000" cy="74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DFBCC62-6C08-00DA-9930-747FBB737EC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584540" y="5425568"/>
                  <a:ext cx="16164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EA154CA-B490-8F66-3E7D-6984FDE00D54}"/>
              </a:ext>
            </a:extLst>
          </p:cNvPr>
          <p:cNvGrpSpPr/>
          <p:nvPr/>
        </p:nvGrpSpPr>
        <p:grpSpPr>
          <a:xfrm>
            <a:off x="10951740" y="5164208"/>
            <a:ext cx="568440" cy="297360"/>
            <a:chOff x="10951740" y="5164208"/>
            <a:chExt cx="5684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C0A4DCC-B569-980D-6C53-4C04AFECCA30}"/>
                    </a:ext>
                  </a:extLst>
                </p14:cNvPr>
                <p14:cNvContentPartPr/>
                <p14:nvPr/>
              </p14:nvContentPartPr>
              <p14:xfrm>
                <a:off x="10951740" y="5241968"/>
                <a:ext cx="67680" cy="193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C0A4DCC-B569-980D-6C53-4C04AFECCA3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943100" y="5233328"/>
                  <a:ext cx="85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812DCAA-BEDB-BD73-D38D-B80021722C55}"/>
                    </a:ext>
                  </a:extLst>
                </p14:cNvPr>
                <p14:cNvContentPartPr/>
                <p14:nvPr/>
              </p14:nvContentPartPr>
              <p14:xfrm>
                <a:off x="10957140" y="5366888"/>
                <a:ext cx="124920" cy="381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812DCAA-BEDB-BD73-D38D-B80021722C5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948140" y="5357888"/>
                  <a:ext cx="142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C75311A-37BF-EF47-A6D6-8E488802FFAF}"/>
                    </a:ext>
                  </a:extLst>
                </p14:cNvPr>
                <p14:cNvContentPartPr/>
                <p14:nvPr/>
              </p14:nvContentPartPr>
              <p14:xfrm>
                <a:off x="11040300" y="5252408"/>
                <a:ext cx="66240" cy="182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C75311A-37BF-EF47-A6D6-8E488802FFA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031300" y="5243768"/>
                  <a:ext cx="83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9147410-93BF-2800-D2FC-E28AA528B671}"/>
                    </a:ext>
                  </a:extLst>
                </p14:cNvPr>
                <p14:cNvContentPartPr/>
                <p14:nvPr/>
              </p14:nvContentPartPr>
              <p14:xfrm>
                <a:off x="11174940" y="5179688"/>
                <a:ext cx="131040" cy="281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9147410-93BF-2800-D2FC-E28AA528B67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165940" y="5170688"/>
                  <a:ext cx="148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C560D41-F250-1F80-FF8B-6B8FAF252209}"/>
                    </a:ext>
                  </a:extLst>
                </p14:cNvPr>
                <p14:cNvContentPartPr/>
                <p14:nvPr/>
              </p14:nvContentPartPr>
              <p14:xfrm>
                <a:off x="11273940" y="5276168"/>
                <a:ext cx="113760" cy="163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C560D41-F250-1F80-FF8B-6B8FAF25220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265300" y="5267528"/>
                  <a:ext cx="131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2213278-8CE1-7A3A-2DC3-827B16F89DF4}"/>
                    </a:ext>
                  </a:extLst>
                </p14:cNvPr>
                <p14:cNvContentPartPr/>
                <p14:nvPr/>
              </p14:nvContentPartPr>
              <p14:xfrm>
                <a:off x="11268540" y="5359328"/>
                <a:ext cx="114840" cy="17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2213278-8CE1-7A3A-2DC3-827B16F89DF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59900" y="5350328"/>
                  <a:ext cx="132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A4D9B94-DC32-490C-4AD7-A25DD525923F}"/>
                    </a:ext>
                  </a:extLst>
                </p14:cNvPr>
                <p14:cNvContentPartPr/>
                <p14:nvPr/>
              </p14:nvContentPartPr>
              <p14:xfrm>
                <a:off x="11362140" y="5164208"/>
                <a:ext cx="158040" cy="270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A4D9B94-DC32-490C-4AD7-A25DD525923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53500" y="5155208"/>
                  <a:ext cx="17568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B8FA037C-7A63-990E-D257-5730A8170D45}"/>
              </a:ext>
            </a:extLst>
          </p:cNvPr>
          <p:cNvGrpSpPr/>
          <p:nvPr/>
        </p:nvGrpSpPr>
        <p:grpSpPr>
          <a:xfrm>
            <a:off x="8401140" y="5751728"/>
            <a:ext cx="293040" cy="289080"/>
            <a:chOff x="8401140" y="5751728"/>
            <a:chExt cx="29304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B825740-1B18-D7E8-8A30-7B660C0A4865}"/>
                    </a:ext>
                  </a:extLst>
                </p14:cNvPr>
                <p14:cNvContentPartPr/>
                <p14:nvPr/>
              </p14:nvContentPartPr>
              <p14:xfrm>
                <a:off x="8401140" y="5889608"/>
                <a:ext cx="127440" cy="79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B825740-1B18-D7E8-8A30-7B660C0A486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92500" y="5880968"/>
                  <a:ext cx="145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41A9E52-9C32-A1B3-DF37-963913711902}"/>
                    </a:ext>
                  </a:extLst>
                </p14:cNvPr>
                <p14:cNvContentPartPr/>
                <p14:nvPr/>
              </p14:nvContentPartPr>
              <p14:xfrm>
                <a:off x="8594820" y="5751728"/>
                <a:ext cx="99360" cy="2890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41A9E52-9C32-A1B3-DF37-96391371190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586180" y="5743088"/>
                  <a:ext cx="117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5D9234C-386A-1F46-ABFA-F6E0D3F5513B}"/>
                    </a:ext>
                  </a:extLst>
                </p14:cNvPr>
                <p14:cNvContentPartPr/>
                <p14:nvPr/>
              </p14:nvContentPartPr>
              <p14:xfrm>
                <a:off x="8584380" y="5965208"/>
                <a:ext cx="66240" cy="9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5D9234C-386A-1F46-ABFA-F6E0D3F5513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575380" y="5956208"/>
                  <a:ext cx="838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F98F1E8F-EC77-A990-9E24-5C88056A1E54}"/>
              </a:ext>
            </a:extLst>
          </p:cNvPr>
          <p:cNvGrpSpPr/>
          <p:nvPr/>
        </p:nvGrpSpPr>
        <p:grpSpPr>
          <a:xfrm>
            <a:off x="8939700" y="5742008"/>
            <a:ext cx="838440" cy="363600"/>
            <a:chOff x="8939700" y="5742008"/>
            <a:chExt cx="83844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3CED9E5-D843-7F56-D797-C2C50BAE651E}"/>
                    </a:ext>
                  </a:extLst>
                </p14:cNvPr>
                <p14:cNvContentPartPr/>
                <p14:nvPr/>
              </p14:nvContentPartPr>
              <p14:xfrm>
                <a:off x="8939700" y="5742008"/>
                <a:ext cx="284400" cy="222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3CED9E5-D843-7F56-D797-C2C50BAE651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30700" y="5733008"/>
                  <a:ext cx="302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96F1271-AD87-DEA9-3876-77BA758911CD}"/>
                    </a:ext>
                  </a:extLst>
                </p14:cNvPr>
                <p14:cNvContentPartPr/>
                <p14:nvPr/>
              </p14:nvContentPartPr>
              <p14:xfrm>
                <a:off x="9280260" y="5885648"/>
                <a:ext cx="92880" cy="219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96F1271-AD87-DEA9-3876-77BA758911C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71620" y="5877008"/>
                  <a:ext cx="110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336210B-AF95-813F-A019-8E2C4011F8AE}"/>
                    </a:ext>
                  </a:extLst>
                </p14:cNvPr>
                <p14:cNvContentPartPr/>
                <p14:nvPr/>
              </p14:nvContentPartPr>
              <p14:xfrm>
                <a:off x="9430740" y="5827688"/>
                <a:ext cx="347400" cy="106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336210B-AF95-813F-A019-8E2C4011F8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421740" y="5819048"/>
                  <a:ext cx="3650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4351C80-DD1C-EC33-DABA-267867F57CE3}"/>
                  </a:ext>
                </a:extLst>
              </p14:cNvPr>
              <p14:cNvContentPartPr/>
              <p14:nvPr/>
            </p14:nvContentPartPr>
            <p14:xfrm>
              <a:off x="9985860" y="5780168"/>
              <a:ext cx="244440" cy="1962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4351C80-DD1C-EC33-DABA-267867F57CE3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9977220" y="5771528"/>
                <a:ext cx="26208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095863F-4E0C-E245-272D-532E394F155D}"/>
              </a:ext>
            </a:extLst>
          </p:cNvPr>
          <p:cNvGrpSpPr/>
          <p:nvPr/>
        </p:nvGrpSpPr>
        <p:grpSpPr>
          <a:xfrm>
            <a:off x="10494540" y="5733728"/>
            <a:ext cx="470160" cy="185760"/>
            <a:chOff x="10494540" y="5733728"/>
            <a:chExt cx="47016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0E432CE-70BF-3CE4-0192-F3703A393C68}"/>
                    </a:ext>
                  </a:extLst>
                </p14:cNvPr>
                <p14:cNvContentPartPr/>
                <p14:nvPr/>
              </p14:nvContentPartPr>
              <p14:xfrm>
                <a:off x="10494540" y="5735528"/>
                <a:ext cx="219240" cy="183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0E432CE-70BF-3CE4-0192-F3703A393C6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485900" y="5726888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56541AC-B698-4D60-B7CF-AC1E83139098}"/>
                    </a:ext>
                  </a:extLst>
                </p14:cNvPr>
                <p14:cNvContentPartPr/>
                <p14:nvPr/>
              </p14:nvContentPartPr>
              <p14:xfrm>
                <a:off x="10689300" y="5808248"/>
                <a:ext cx="122040" cy="964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56541AC-B698-4D60-B7CF-AC1E8313909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680300" y="5799608"/>
                  <a:ext cx="139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DD9C53A-D317-54E1-7177-7DCEEEC095C6}"/>
                    </a:ext>
                  </a:extLst>
                </p14:cNvPr>
                <p14:cNvContentPartPr/>
                <p14:nvPr/>
              </p14:nvContentPartPr>
              <p14:xfrm>
                <a:off x="10881180" y="5733728"/>
                <a:ext cx="83520" cy="159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DD9C53A-D317-54E1-7177-7DCEEEC095C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872540" y="5724728"/>
                  <a:ext cx="1011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9AD3589-A77F-848F-AAD0-D496648C1EE3}"/>
              </a:ext>
            </a:extLst>
          </p:cNvPr>
          <p:cNvGrpSpPr/>
          <p:nvPr/>
        </p:nvGrpSpPr>
        <p:grpSpPr>
          <a:xfrm>
            <a:off x="8411580" y="6245648"/>
            <a:ext cx="919440" cy="191880"/>
            <a:chOff x="8411580" y="6245648"/>
            <a:chExt cx="9194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99C06DF-FBC6-E3B0-033C-A41DFE6ADADD}"/>
                    </a:ext>
                  </a:extLst>
                </p14:cNvPr>
                <p14:cNvContentPartPr/>
                <p14:nvPr/>
              </p14:nvContentPartPr>
              <p14:xfrm>
                <a:off x="8411580" y="6245648"/>
                <a:ext cx="157320" cy="136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99C06DF-FBC6-E3B0-033C-A41DFE6ADAD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402580" y="6237008"/>
                  <a:ext cx="174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388848A-F3CC-7184-B2FE-9E502C070CB1}"/>
                    </a:ext>
                  </a:extLst>
                </p14:cNvPr>
                <p14:cNvContentPartPr/>
                <p14:nvPr/>
              </p14:nvContentPartPr>
              <p14:xfrm>
                <a:off x="8691660" y="6287408"/>
                <a:ext cx="177480" cy="1501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388848A-F3CC-7184-B2FE-9E502C070CB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683020" y="6278768"/>
                  <a:ext cx="195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2315C02-95B7-53EB-25E3-A94038EA9CE3}"/>
                    </a:ext>
                  </a:extLst>
                </p14:cNvPr>
                <p14:cNvContentPartPr/>
                <p14:nvPr/>
              </p14:nvContentPartPr>
              <p14:xfrm>
                <a:off x="8733420" y="6286328"/>
                <a:ext cx="306720" cy="1155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2315C02-95B7-53EB-25E3-A94038EA9CE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24420" y="6277688"/>
                  <a:ext cx="324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3EF3F46-E974-3381-FDAC-3D0C81C60C01}"/>
                    </a:ext>
                  </a:extLst>
                </p14:cNvPr>
                <p14:cNvContentPartPr/>
                <p14:nvPr/>
              </p14:nvContentPartPr>
              <p14:xfrm>
                <a:off x="9121500" y="6290648"/>
                <a:ext cx="75240" cy="741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3EF3F46-E974-3381-FDAC-3D0C81C60C0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112860" y="6282008"/>
                  <a:ext cx="92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DBA9FB2-A34C-1E3C-E59E-232C68C225B1}"/>
                    </a:ext>
                  </a:extLst>
                </p14:cNvPr>
                <p14:cNvContentPartPr/>
                <p14:nvPr/>
              </p14:nvContentPartPr>
              <p14:xfrm>
                <a:off x="9214740" y="6270488"/>
                <a:ext cx="116280" cy="120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DBA9FB2-A34C-1E3C-E59E-232C68C225B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206100" y="6261848"/>
                  <a:ext cx="1339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E26A05E5-7679-E383-4B84-F6C1699F3878}"/>
              </a:ext>
            </a:extLst>
          </p:cNvPr>
          <p:cNvGrpSpPr/>
          <p:nvPr/>
        </p:nvGrpSpPr>
        <p:grpSpPr>
          <a:xfrm>
            <a:off x="9594540" y="6156368"/>
            <a:ext cx="515880" cy="209520"/>
            <a:chOff x="9594540" y="6156368"/>
            <a:chExt cx="51588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7D6087E-A56C-4D30-FAE3-025564611DD6}"/>
                    </a:ext>
                  </a:extLst>
                </p14:cNvPr>
                <p14:cNvContentPartPr/>
                <p14:nvPr/>
              </p14:nvContentPartPr>
              <p14:xfrm>
                <a:off x="9594540" y="6276608"/>
                <a:ext cx="312480" cy="89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7D6087E-A56C-4D30-FAE3-025564611DD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585540" y="6267608"/>
                  <a:ext cx="330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2CFB410-4162-9556-2361-F1FFFAE8E0B5}"/>
                    </a:ext>
                  </a:extLst>
                </p14:cNvPr>
                <p14:cNvContentPartPr/>
                <p14:nvPr/>
              </p14:nvContentPartPr>
              <p14:xfrm>
                <a:off x="9966060" y="6156368"/>
                <a:ext cx="144360" cy="193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2CFB410-4162-9556-2361-F1FFFAE8E0B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957060" y="6147368"/>
                  <a:ext cx="1620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336F4ED9-D516-EFB4-97A6-DBD72F684ED5}"/>
              </a:ext>
            </a:extLst>
          </p:cNvPr>
          <p:cNvGrpSpPr/>
          <p:nvPr/>
        </p:nvGrpSpPr>
        <p:grpSpPr>
          <a:xfrm>
            <a:off x="10346580" y="6041888"/>
            <a:ext cx="941400" cy="345240"/>
            <a:chOff x="10346580" y="6041888"/>
            <a:chExt cx="9414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847C6A6-685A-8416-826D-0E6B8CD9CFA2}"/>
                    </a:ext>
                  </a:extLst>
                </p14:cNvPr>
                <p14:cNvContentPartPr/>
                <p14:nvPr/>
              </p14:nvContentPartPr>
              <p14:xfrm>
                <a:off x="10346580" y="6140168"/>
                <a:ext cx="200520" cy="2062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847C6A6-685A-8416-826D-0E6B8CD9CFA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337940" y="6131168"/>
                  <a:ext cx="218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AE42935-012F-D790-0BE1-A7121AA5CA3F}"/>
                    </a:ext>
                  </a:extLst>
                </p14:cNvPr>
                <p14:cNvContentPartPr/>
                <p14:nvPr/>
              </p14:nvContentPartPr>
              <p14:xfrm>
                <a:off x="10707660" y="6207488"/>
                <a:ext cx="114120" cy="179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AE42935-012F-D790-0BE1-A7121AA5CA3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698660" y="6198488"/>
                  <a:ext cx="131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58EC17F-0171-1B99-00C4-96B482E36938}"/>
                    </a:ext>
                  </a:extLst>
                </p14:cNvPr>
                <p14:cNvContentPartPr/>
                <p14:nvPr/>
              </p14:nvContentPartPr>
              <p14:xfrm>
                <a:off x="10886940" y="6216128"/>
                <a:ext cx="65520" cy="619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58EC17F-0171-1B99-00C4-96B482E3693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877940" y="6207488"/>
                  <a:ext cx="83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2D929E1-87E3-4055-ED7A-A7533146D3CB}"/>
                    </a:ext>
                  </a:extLst>
                </p14:cNvPr>
                <p14:cNvContentPartPr/>
                <p14:nvPr/>
              </p14:nvContentPartPr>
              <p14:xfrm>
                <a:off x="10956420" y="6041888"/>
                <a:ext cx="234720" cy="2192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2D929E1-87E3-4055-ED7A-A7533146D3C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947420" y="6033248"/>
                  <a:ext cx="252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BC0F90B-B8EE-CB64-A5D5-2F42D9D3646D}"/>
                    </a:ext>
                  </a:extLst>
                </p14:cNvPr>
                <p14:cNvContentPartPr/>
                <p14:nvPr/>
              </p14:nvContentPartPr>
              <p14:xfrm>
                <a:off x="11231100" y="6098408"/>
                <a:ext cx="56880" cy="165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BC0F90B-B8EE-CB64-A5D5-2F42D9D3646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222100" y="6089408"/>
                  <a:ext cx="7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1668CDD-BD41-74D0-6844-3DAB4CC1B75A}"/>
                    </a:ext>
                  </a:extLst>
                </p14:cNvPr>
                <p14:cNvContentPartPr/>
                <p14:nvPr/>
              </p14:nvContentPartPr>
              <p14:xfrm>
                <a:off x="11107620" y="6161768"/>
                <a:ext cx="1080" cy="1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1668CDD-BD41-74D0-6844-3DAB4CC1B75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098980" y="61527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Causality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rational LTI system, a causal impulse response is right-sided.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4800600" cy="3520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Causal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343400" cy="2011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7212B"/>
                </a:solidFill>
                <a:latin typeface="Aptos"/>
              </a:rPr>
              <a:t>ROC lies outside the outermost pole.
If poles are at radii 0.4 and 0.8:
causal ROC ⇒ |z| &gt; 0.8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4800600" cy="35204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6324F"/>
                </a:solidFill>
                <a:latin typeface="Aptos"/>
              </a:rPr>
              <a:t>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160520" cy="18288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h[n] is right-sided.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Right-sided rational sequences have exterior ROCs.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 outermost pole sets the convergence boundary.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3D7221E-0454-952F-298E-22CC5FAE0768}"/>
                  </a:ext>
                </a:extLst>
              </p14:cNvPr>
              <p14:cNvContentPartPr/>
              <p14:nvPr/>
            </p14:nvContentPartPr>
            <p14:xfrm>
              <a:off x="3731580" y="3527648"/>
              <a:ext cx="263880" cy="6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3D7221E-0454-952F-298E-22CC5FAE07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2940" y="3518648"/>
                <a:ext cx="2815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E5050CC-7840-5C90-5F80-F0161AF434C3}"/>
                  </a:ext>
                </a:extLst>
              </p14:cNvPr>
              <p14:cNvContentPartPr/>
              <p14:nvPr/>
            </p14:nvContentPartPr>
            <p14:xfrm>
              <a:off x="4679460" y="3512168"/>
              <a:ext cx="245880" cy="10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E5050CC-7840-5C90-5F80-F0161AF434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820" y="3503168"/>
                <a:ext cx="2635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31C0E6C-99C9-476E-B170-560585905F72}"/>
                  </a:ext>
                </a:extLst>
              </p14:cNvPr>
              <p14:cNvContentPartPr/>
              <p14:nvPr/>
            </p14:nvContentPartPr>
            <p14:xfrm>
              <a:off x="3734820" y="4114088"/>
              <a:ext cx="779040" cy="36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31C0E6C-99C9-476E-B170-560585905F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25820" y="4105448"/>
                <a:ext cx="7966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C87F7F9-420C-4130-63AA-D62BA0F13E0E}"/>
                  </a:ext>
                </a:extLst>
              </p14:cNvPr>
              <p14:cNvContentPartPr/>
              <p14:nvPr/>
            </p14:nvContentPartPr>
            <p14:xfrm>
              <a:off x="5710500" y="1113848"/>
              <a:ext cx="50040" cy="173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C87F7F9-420C-4130-63AA-D62BA0F13E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01500" y="1104848"/>
                <a:ext cx="676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94963D1-35B0-86FB-6C6F-D5BED799750C}"/>
                  </a:ext>
                </a:extLst>
              </p14:cNvPr>
              <p14:cNvContentPartPr/>
              <p14:nvPr/>
            </p14:nvContentPartPr>
            <p14:xfrm>
              <a:off x="5751180" y="1214288"/>
              <a:ext cx="99360" cy="38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94963D1-35B0-86FB-6C6F-D5BED79975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42540" y="1205288"/>
                <a:ext cx="1170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43BE1D-9173-FDC1-49A8-800C0050234D}"/>
                  </a:ext>
                </a:extLst>
              </p14:cNvPr>
              <p14:cNvContentPartPr/>
              <p14:nvPr/>
            </p14:nvContentPartPr>
            <p14:xfrm>
              <a:off x="5821020" y="1108088"/>
              <a:ext cx="64800" cy="199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43BE1D-9173-FDC1-49A8-800C0050234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12380" y="1099088"/>
                <a:ext cx="824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8A6AF1D-CE6E-1F30-420E-040A3A234E9A}"/>
                  </a:ext>
                </a:extLst>
              </p14:cNvPr>
              <p14:cNvContentPartPr/>
              <p14:nvPr/>
            </p14:nvContentPartPr>
            <p14:xfrm>
              <a:off x="5914620" y="1029968"/>
              <a:ext cx="117360" cy="279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8A6AF1D-CE6E-1F30-420E-040A3A234E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05980" y="1020968"/>
                <a:ext cx="1350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1175F7A-5866-7722-1995-4AA3AC64FC8D}"/>
                  </a:ext>
                </a:extLst>
              </p14:cNvPr>
              <p14:cNvContentPartPr/>
              <p14:nvPr/>
            </p14:nvContentPartPr>
            <p14:xfrm>
              <a:off x="6005700" y="1119608"/>
              <a:ext cx="146880" cy="154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1175F7A-5866-7722-1995-4AA3AC64FC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97060" y="1110608"/>
                <a:ext cx="1645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42A1345-9841-7905-E9E7-BB70466719E6}"/>
                  </a:ext>
                </a:extLst>
              </p14:cNvPr>
              <p14:cNvContentPartPr/>
              <p14:nvPr/>
            </p14:nvContentPartPr>
            <p14:xfrm>
              <a:off x="6000660" y="1199888"/>
              <a:ext cx="119520" cy="5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42A1345-9841-7905-E9E7-BB70466719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92020" y="1191248"/>
                <a:ext cx="1371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6A332D0-F919-778F-10B6-781F5B9BCFF3}"/>
                  </a:ext>
                </a:extLst>
              </p14:cNvPr>
              <p14:cNvContentPartPr/>
              <p14:nvPr/>
            </p14:nvContentPartPr>
            <p14:xfrm>
              <a:off x="6083820" y="1038968"/>
              <a:ext cx="193680" cy="284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6A332D0-F919-778F-10B6-781F5B9BCFF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74820" y="1029968"/>
                <a:ext cx="2113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19D8FB7-3F67-5903-B4B7-1A1C064524B8}"/>
                  </a:ext>
                </a:extLst>
              </p14:cNvPr>
              <p14:cNvContentPartPr/>
              <p14:nvPr/>
            </p14:nvContentPartPr>
            <p14:xfrm>
              <a:off x="6432300" y="1168928"/>
              <a:ext cx="101520" cy="108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19D8FB7-3F67-5903-B4B7-1A1C064524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23660" y="1159928"/>
                <a:ext cx="119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AFFA94B-E5A2-F041-97BB-6DCB45FBFA82}"/>
                  </a:ext>
                </a:extLst>
              </p14:cNvPr>
              <p14:cNvContentPartPr/>
              <p14:nvPr/>
            </p14:nvContentPartPr>
            <p14:xfrm>
              <a:off x="6387660" y="1096208"/>
              <a:ext cx="122760" cy="15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AFFA94B-E5A2-F041-97BB-6DCB45FBFA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78660" y="1087208"/>
                <a:ext cx="1404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49CAC3B-0AD9-F472-F40B-6139CED0E838}"/>
                  </a:ext>
                </a:extLst>
              </p14:cNvPr>
              <p14:cNvContentPartPr/>
              <p14:nvPr/>
            </p14:nvContentPartPr>
            <p14:xfrm>
              <a:off x="6785100" y="856448"/>
              <a:ext cx="62640" cy="141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49CAC3B-0AD9-F472-F40B-6139CED0E8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76100" y="847448"/>
                <a:ext cx="802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9ED71E8-4CAC-B53A-712C-5769F999C79E}"/>
                  </a:ext>
                </a:extLst>
              </p14:cNvPr>
              <p14:cNvContentPartPr/>
              <p14:nvPr/>
            </p14:nvContentPartPr>
            <p14:xfrm>
              <a:off x="6964380" y="880208"/>
              <a:ext cx="39240" cy="91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9ED71E8-4CAC-B53A-712C-5769F999C7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55740" y="871208"/>
                <a:ext cx="568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81C0757-137B-6394-5202-8B7105B88192}"/>
                  </a:ext>
                </a:extLst>
              </p14:cNvPr>
              <p14:cNvContentPartPr/>
              <p14:nvPr/>
            </p14:nvContentPartPr>
            <p14:xfrm>
              <a:off x="6961860" y="934928"/>
              <a:ext cx="83160" cy="7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81C0757-137B-6394-5202-8B7105B8819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53220" y="926288"/>
                <a:ext cx="100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AADCDAF-F2EF-0A0A-A5A2-027F347FD5D4}"/>
                  </a:ext>
                </a:extLst>
              </p14:cNvPr>
              <p14:cNvContentPartPr/>
              <p14:nvPr/>
            </p14:nvContentPartPr>
            <p14:xfrm>
              <a:off x="7133940" y="840608"/>
              <a:ext cx="142920" cy="1065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AADCDAF-F2EF-0A0A-A5A2-027F347FD5D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24940" y="831608"/>
                <a:ext cx="160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51694E4-A4F3-4813-EE61-BA3B38FA7E62}"/>
                  </a:ext>
                </a:extLst>
              </p14:cNvPr>
              <p14:cNvContentPartPr/>
              <p14:nvPr/>
            </p14:nvContentPartPr>
            <p14:xfrm>
              <a:off x="7350660" y="945368"/>
              <a:ext cx="5400" cy="25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51694E4-A4F3-4813-EE61-BA3B38FA7E6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41660" y="936728"/>
                <a:ext cx="230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A9C7434-82B9-3F6A-756C-E23597CDBCD3}"/>
                  </a:ext>
                </a:extLst>
              </p14:cNvPr>
              <p14:cNvContentPartPr/>
              <p14:nvPr/>
            </p14:nvContentPartPr>
            <p14:xfrm>
              <a:off x="7372260" y="798488"/>
              <a:ext cx="150480" cy="137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A9C7434-82B9-3F6A-756C-E23597CDBCD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63260" y="789848"/>
                <a:ext cx="1681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E1D7598-580C-D951-2A45-4BB63532BBD0}"/>
                  </a:ext>
                </a:extLst>
              </p14:cNvPr>
              <p14:cNvContentPartPr/>
              <p14:nvPr/>
            </p14:nvContentPartPr>
            <p14:xfrm>
              <a:off x="7621380" y="820808"/>
              <a:ext cx="121320" cy="1526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E1D7598-580C-D951-2A45-4BB63532BBD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12740" y="812168"/>
                <a:ext cx="1389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5EE590B-750B-FED6-8DE7-16C3482D9425}"/>
                  </a:ext>
                </a:extLst>
              </p14:cNvPr>
              <p14:cNvContentPartPr/>
              <p14:nvPr/>
            </p14:nvContentPartPr>
            <p14:xfrm>
              <a:off x="7652340" y="903968"/>
              <a:ext cx="104400" cy="25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5EE590B-750B-FED6-8DE7-16C3482D942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3700" y="894968"/>
                <a:ext cx="1220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F1DCF5-7CE8-66CA-9779-5ABAAF7DCA0E}"/>
                  </a:ext>
                </a:extLst>
              </p14:cNvPr>
              <p14:cNvContentPartPr/>
              <p14:nvPr/>
            </p14:nvContentPartPr>
            <p14:xfrm>
              <a:off x="7798140" y="776888"/>
              <a:ext cx="114480" cy="12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F1DCF5-7CE8-66CA-9779-5ABAAF7DCA0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89500" y="767888"/>
                <a:ext cx="1321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5FB38FE-EFEE-F5F8-0C30-90EFA9F83D00}"/>
                  </a:ext>
                </a:extLst>
              </p14:cNvPr>
              <p14:cNvContentPartPr/>
              <p14:nvPr/>
            </p14:nvContentPartPr>
            <p14:xfrm>
              <a:off x="7902180" y="701288"/>
              <a:ext cx="67680" cy="109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5FB38FE-EFEE-F5F8-0C30-90EFA9F83D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93180" y="692288"/>
                <a:ext cx="853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A22DC6F-6BB9-0CD8-9FD5-97E2CEFBD179}"/>
                  </a:ext>
                </a:extLst>
              </p14:cNvPr>
              <p14:cNvContentPartPr/>
              <p14:nvPr/>
            </p14:nvContentPartPr>
            <p14:xfrm>
              <a:off x="6757740" y="1068848"/>
              <a:ext cx="1430640" cy="43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A22DC6F-6BB9-0CD8-9FD5-97E2CEFBD1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48740" y="1060208"/>
                <a:ext cx="14482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1F62E6E-A7A2-7D9C-46F3-A0056CA266B9}"/>
                  </a:ext>
                </a:extLst>
              </p14:cNvPr>
              <p14:cNvContentPartPr/>
              <p14:nvPr/>
            </p14:nvContentPartPr>
            <p14:xfrm>
              <a:off x="6814980" y="1293128"/>
              <a:ext cx="55080" cy="1260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1F62E6E-A7A2-7D9C-46F3-A0056CA266B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05980" y="1284488"/>
                <a:ext cx="727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068EABD-BC20-D43B-2FDE-5E0A6182F3EC}"/>
                  </a:ext>
                </a:extLst>
              </p14:cNvPr>
              <p14:cNvContentPartPr/>
              <p14:nvPr/>
            </p14:nvContentPartPr>
            <p14:xfrm>
              <a:off x="6984180" y="1340288"/>
              <a:ext cx="71280" cy="11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068EABD-BC20-D43B-2FDE-5E0A6182F3E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75540" y="1331288"/>
                <a:ext cx="889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658C3EF-6DDB-3767-22D9-43FC8946C2BF}"/>
                  </a:ext>
                </a:extLst>
              </p14:cNvPr>
              <p14:cNvContentPartPr/>
              <p14:nvPr/>
            </p14:nvContentPartPr>
            <p14:xfrm>
              <a:off x="7181820" y="1295648"/>
              <a:ext cx="117720" cy="91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658C3EF-6DDB-3767-22D9-43FC8946C2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72820" y="1286648"/>
                <a:ext cx="1353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1CACD6-A394-3834-82D7-996A3BA54CE5}"/>
                  </a:ext>
                </a:extLst>
              </p14:cNvPr>
              <p14:cNvContentPartPr/>
              <p14:nvPr/>
            </p14:nvContentPartPr>
            <p14:xfrm>
              <a:off x="7361820" y="1381688"/>
              <a:ext cx="1080" cy="9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1CACD6-A394-3834-82D7-996A3BA54CE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352820" y="1373048"/>
                <a:ext cx="187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3277616-B8C0-9281-FDA4-8B0F825CB12E}"/>
                  </a:ext>
                </a:extLst>
              </p14:cNvPr>
              <p14:cNvContentPartPr/>
              <p14:nvPr/>
            </p14:nvContentPartPr>
            <p14:xfrm>
              <a:off x="7372260" y="1257128"/>
              <a:ext cx="109080" cy="79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3277616-B8C0-9281-FDA4-8B0F825CB12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63260" y="1248128"/>
                <a:ext cx="1267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1B7248A-5468-6A68-377F-C87EDBEEE142}"/>
                  </a:ext>
                </a:extLst>
              </p14:cNvPr>
              <p14:cNvContentPartPr/>
              <p14:nvPr/>
            </p14:nvContentPartPr>
            <p14:xfrm>
              <a:off x="7450020" y="1278008"/>
              <a:ext cx="55080" cy="114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1B7248A-5468-6A68-377F-C87EDBEEE14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41380" y="1269008"/>
                <a:ext cx="727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9854B7-4F3E-4C03-4318-14241B487667}"/>
                  </a:ext>
                </a:extLst>
              </p14:cNvPr>
              <p14:cNvContentPartPr/>
              <p14:nvPr/>
            </p14:nvContentPartPr>
            <p14:xfrm>
              <a:off x="7564500" y="1275128"/>
              <a:ext cx="124920" cy="126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9854B7-4F3E-4C03-4318-14241B48766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55500" y="1266128"/>
                <a:ext cx="1425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EC067F3-ED60-DE4D-F75F-D242DBEC4636}"/>
                  </a:ext>
                </a:extLst>
              </p14:cNvPr>
              <p14:cNvContentPartPr/>
              <p14:nvPr/>
            </p14:nvContentPartPr>
            <p14:xfrm>
              <a:off x="7590420" y="1324808"/>
              <a:ext cx="93960" cy="21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EC067F3-ED60-DE4D-F75F-D242DBEC463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581780" y="1315808"/>
                <a:ext cx="111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CF556DA-D159-0006-92C7-338841EF3075}"/>
                  </a:ext>
                </a:extLst>
              </p14:cNvPr>
              <p14:cNvContentPartPr/>
              <p14:nvPr/>
            </p14:nvContentPartPr>
            <p14:xfrm>
              <a:off x="7689420" y="1231208"/>
              <a:ext cx="62280" cy="82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CF556DA-D159-0006-92C7-338841EF307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80420" y="1222208"/>
                <a:ext cx="799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43675B8-6F0E-EC02-5313-9BC00D8C5258}"/>
                  </a:ext>
                </a:extLst>
              </p14:cNvPr>
              <p14:cNvContentPartPr/>
              <p14:nvPr/>
            </p14:nvContentPartPr>
            <p14:xfrm>
              <a:off x="7782660" y="1194848"/>
              <a:ext cx="66960" cy="892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43675B8-6F0E-EC02-5313-9BC00D8C525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73660" y="1185848"/>
                <a:ext cx="846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AC28417-C3B1-6B59-6469-20514E310CEE}"/>
                  </a:ext>
                </a:extLst>
              </p14:cNvPr>
              <p14:cNvContentPartPr/>
              <p14:nvPr/>
            </p14:nvContentPartPr>
            <p14:xfrm>
              <a:off x="7870500" y="1153088"/>
              <a:ext cx="151200" cy="278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AC28417-C3B1-6B59-6469-20514E310CE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61500" y="1144448"/>
                <a:ext cx="1688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3B06A06-A9E3-3F25-DE23-E59696227F87}"/>
                  </a:ext>
                </a:extLst>
              </p14:cNvPr>
              <p14:cNvContentPartPr/>
              <p14:nvPr/>
            </p14:nvContentPartPr>
            <p14:xfrm>
              <a:off x="6681060" y="1224368"/>
              <a:ext cx="97200" cy="245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3B06A06-A9E3-3F25-DE23-E59696227F8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72060" y="1215728"/>
                <a:ext cx="1148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23FE93F-56BE-F845-FBCB-354D6E9B1851}"/>
                  </a:ext>
                </a:extLst>
              </p14:cNvPr>
              <p14:cNvContentPartPr/>
              <p14:nvPr/>
            </p14:nvContentPartPr>
            <p14:xfrm>
              <a:off x="8036100" y="1152368"/>
              <a:ext cx="146880" cy="2768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23FE93F-56BE-F845-FBCB-354D6E9B185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27460" y="1143728"/>
                <a:ext cx="1645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24EF263-3624-9F5C-DB96-23964C512B38}"/>
                  </a:ext>
                </a:extLst>
              </p14:cNvPr>
              <p14:cNvContentPartPr/>
              <p14:nvPr/>
            </p14:nvContentPartPr>
            <p14:xfrm>
              <a:off x="8189820" y="1209608"/>
              <a:ext cx="55080" cy="1537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24EF263-3624-9F5C-DB96-23964C512B3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81180" y="1200608"/>
                <a:ext cx="72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F8A265E-5B6F-C917-6E30-1D75196926A6}"/>
                  </a:ext>
                </a:extLst>
              </p14:cNvPr>
              <p14:cNvContentPartPr/>
              <p14:nvPr/>
            </p14:nvContentPartPr>
            <p14:xfrm>
              <a:off x="8351100" y="1283048"/>
              <a:ext cx="60480" cy="21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F8A265E-5B6F-C917-6E30-1D75196926A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42460" y="1274408"/>
                <a:ext cx="78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D2DF1AE-9B91-2EEE-6EBA-E0206447CE82}"/>
                  </a:ext>
                </a:extLst>
              </p14:cNvPr>
              <p14:cNvContentPartPr/>
              <p14:nvPr/>
            </p14:nvContentPartPr>
            <p14:xfrm>
              <a:off x="8499780" y="1235888"/>
              <a:ext cx="125640" cy="113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D2DF1AE-9B91-2EEE-6EBA-E0206447CE8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491140" y="1226888"/>
                <a:ext cx="1432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ED6C288-BC20-525A-3F44-7EF390095DD8}"/>
                  </a:ext>
                </a:extLst>
              </p14:cNvPr>
              <p14:cNvContentPartPr/>
              <p14:nvPr/>
            </p14:nvContentPartPr>
            <p14:xfrm>
              <a:off x="8693100" y="1355768"/>
              <a:ext cx="4320" cy="11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ED6C288-BC20-525A-3F44-7EF390095DD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684100" y="1347128"/>
                <a:ext cx="219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2E7C83B-FFBD-A453-53D4-E00C20505731}"/>
                  </a:ext>
                </a:extLst>
              </p14:cNvPr>
              <p14:cNvContentPartPr/>
              <p14:nvPr/>
            </p14:nvContentPartPr>
            <p14:xfrm>
              <a:off x="8701380" y="1178648"/>
              <a:ext cx="110880" cy="853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2E7C83B-FFBD-A453-53D4-E00C2050573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92740" y="1169648"/>
                <a:ext cx="1285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1F0F91A-8776-83FD-BB28-EFCFC95D4F06}"/>
                  </a:ext>
                </a:extLst>
              </p14:cNvPr>
              <p14:cNvContentPartPr/>
              <p14:nvPr/>
            </p14:nvContentPartPr>
            <p14:xfrm>
              <a:off x="8774100" y="1270808"/>
              <a:ext cx="84600" cy="918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1F0F91A-8776-83FD-BB28-EFCFC95D4F0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765460" y="1262168"/>
                <a:ext cx="1022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30537A7-4319-1B02-38F3-DD5A38287F76}"/>
                  </a:ext>
                </a:extLst>
              </p14:cNvPr>
              <p14:cNvContentPartPr/>
              <p14:nvPr/>
            </p14:nvContentPartPr>
            <p14:xfrm>
              <a:off x="8925660" y="1227248"/>
              <a:ext cx="124920" cy="144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30537A7-4319-1B02-38F3-DD5A38287F7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916660" y="1218608"/>
                <a:ext cx="142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D44BCCB-4E3C-FF9B-B45C-558FE0E124A5}"/>
                  </a:ext>
                </a:extLst>
              </p14:cNvPr>
              <p14:cNvContentPartPr/>
              <p14:nvPr/>
            </p14:nvContentPartPr>
            <p14:xfrm>
              <a:off x="8932500" y="1284848"/>
              <a:ext cx="118080" cy="104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D44BCCB-4E3C-FF9B-B45C-558FE0E124A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923860" y="1276208"/>
                <a:ext cx="1357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03FC325-3316-42C5-CEF5-5DFDD65DFAC6}"/>
                  </a:ext>
                </a:extLst>
              </p14:cNvPr>
              <p14:cNvContentPartPr/>
              <p14:nvPr/>
            </p14:nvContentPartPr>
            <p14:xfrm>
              <a:off x="9003420" y="1167128"/>
              <a:ext cx="88560" cy="12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03FC325-3316-42C5-CEF5-5DFDD65DFAC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94780" y="1158128"/>
                <a:ext cx="1062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CAB7344-D36A-0823-56C7-1E121608864A}"/>
                  </a:ext>
                </a:extLst>
              </p14:cNvPr>
              <p14:cNvContentPartPr/>
              <p14:nvPr/>
            </p14:nvContentPartPr>
            <p14:xfrm>
              <a:off x="9164700" y="1132568"/>
              <a:ext cx="15120" cy="72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CAB7344-D36A-0823-56C7-1E121608864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155700" y="1123568"/>
                <a:ext cx="327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CEAF7E4-2A6D-DA57-DB61-5C9D6E7CB301}"/>
                  </a:ext>
                </a:extLst>
              </p14:cNvPr>
              <p14:cNvContentPartPr/>
              <p14:nvPr/>
            </p14:nvContentPartPr>
            <p14:xfrm>
              <a:off x="9216540" y="1080368"/>
              <a:ext cx="172800" cy="3355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CEAF7E4-2A6D-DA57-DB61-5C9D6E7CB30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207900" y="1071728"/>
                <a:ext cx="1904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85E6860-3EAE-F8B1-7FBA-19180DE7308C}"/>
                  </a:ext>
                </a:extLst>
              </p14:cNvPr>
              <p14:cNvContentPartPr/>
              <p14:nvPr/>
            </p14:nvContentPartPr>
            <p14:xfrm>
              <a:off x="8115300" y="1017728"/>
              <a:ext cx="1253160" cy="57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85E6860-3EAE-F8B1-7FBA-19180DE7308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06300" y="1008728"/>
                <a:ext cx="12708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89D97D9-907D-5D85-E989-568EF7F27C96}"/>
                  </a:ext>
                </a:extLst>
              </p14:cNvPr>
              <p14:cNvContentPartPr/>
              <p14:nvPr/>
            </p14:nvContentPartPr>
            <p14:xfrm>
              <a:off x="9655380" y="1100528"/>
              <a:ext cx="96480" cy="165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89D97D9-907D-5D85-E989-568EF7F27C9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646740" y="1091528"/>
                <a:ext cx="1141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9754180-ECE1-73E4-EA16-9EEAD736075A}"/>
                  </a:ext>
                </a:extLst>
              </p14:cNvPr>
              <p14:cNvContentPartPr/>
              <p14:nvPr/>
            </p14:nvContentPartPr>
            <p14:xfrm>
              <a:off x="9653580" y="1038608"/>
              <a:ext cx="88200" cy="162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9754180-ECE1-73E4-EA16-9EEAD736075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44580" y="1029968"/>
                <a:ext cx="1058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C644370-17EA-7D06-085A-7585B8CCAE71}"/>
                  </a:ext>
                </a:extLst>
              </p14:cNvPr>
              <p14:cNvContentPartPr/>
              <p14:nvPr/>
            </p14:nvContentPartPr>
            <p14:xfrm>
              <a:off x="10198260" y="767168"/>
              <a:ext cx="162360" cy="2048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C644370-17EA-7D06-085A-7585B8CCAE7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189620" y="758168"/>
                <a:ext cx="180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A9F4BD5-D3BB-EC56-71C1-694D59294B14}"/>
                  </a:ext>
                </a:extLst>
              </p14:cNvPr>
              <p14:cNvContentPartPr/>
              <p14:nvPr/>
            </p14:nvContentPartPr>
            <p14:xfrm>
              <a:off x="9972540" y="1039688"/>
              <a:ext cx="574560" cy="205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A9F4BD5-D3BB-EC56-71C1-694D59294B1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63540" y="1030688"/>
                <a:ext cx="5922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6CBED0A-365F-C463-86B5-1D4E6E01B643}"/>
                  </a:ext>
                </a:extLst>
              </p14:cNvPr>
              <p14:cNvContentPartPr/>
              <p14:nvPr/>
            </p14:nvContentPartPr>
            <p14:xfrm>
              <a:off x="10026900" y="1199888"/>
              <a:ext cx="39240" cy="1400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6CBED0A-365F-C463-86B5-1D4E6E01B64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018260" y="1191248"/>
                <a:ext cx="568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631C4F0-444E-C945-597C-92A7DF067E5D}"/>
                  </a:ext>
                </a:extLst>
              </p14:cNvPr>
              <p14:cNvContentPartPr/>
              <p14:nvPr/>
            </p14:nvContentPartPr>
            <p14:xfrm>
              <a:off x="10147140" y="1230848"/>
              <a:ext cx="51480" cy="5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631C4F0-444E-C945-597C-92A7DF067E5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138140" y="1222208"/>
                <a:ext cx="69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E15EAB8-9FCA-EEE4-AD9E-B4F6EE62BD73}"/>
                  </a:ext>
                </a:extLst>
              </p14:cNvPr>
              <p14:cNvContentPartPr/>
              <p14:nvPr/>
            </p14:nvContentPartPr>
            <p14:xfrm>
              <a:off x="10296540" y="1204208"/>
              <a:ext cx="97920" cy="856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E15EAB8-9FCA-EEE4-AD9E-B4F6EE62BD7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87900" y="1195208"/>
                <a:ext cx="1155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C1D1FFB-0042-96D1-120E-045FB75FD10C}"/>
                  </a:ext>
                </a:extLst>
              </p14:cNvPr>
              <p14:cNvContentPartPr/>
              <p14:nvPr/>
            </p14:nvContentPartPr>
            <p14:xfrm>
              <a:off x="10478340" y="1314368"/>
              <a:ext cx="1080" cy="3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C1D1FFB-0042-96D1-120E-045FB75FD10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469340" y="1305368"/>
                <a:ext cx="1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EFCE145-F28D-13F9-B37E-3AD682FF5E6E}"/>
                  </a:ext>
                </a:extLst>
              </p14:cNvPr>
              <p14:cNvContentPartPr/>
              <p14:nvPr/>
            </p14:nvContentPartPr>
            <p14:xfrm>
              <a:off x="10489500" y="1163528"/>
              <a:ext cx="93240" cy="709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EFCE145-F28D-13F9-B37E-3AD682FF5E6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80500" y="1154888"/>
                <a:ext cx="1108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6E4FA4B-CADE-6498-71DA-896D508279FF}"/>
                  </a:ext>
                </a:extLst>
              </p14:cNvPr>
              <p14:cNvContentPartPr/>
              <p14:nvPr/>
            </p14:nvContentPartPr>
            <p14:xfrm>
              <a:off x="10583100" y="1189448"/>
              <a:ext cx="28440" cy="115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6E4FA4B-CADE-6498-71DA-896D508279F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574100" y="1180808"/>
                <a:ext cx="460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77EA5F9-7173-4910-2899-C4E75D833E61}"/>
                  </a:ext>
                </a:extLst>
              </p14:cNvPr>
              <p14:cNvContentPartPr/>
              <p14:nvPr/>
            </p14:nvContentPartPr>
            <p14:xfrm>
              <a:off x="10645380" y="1191248"/>
              <a:ext cx="92520" cy="1501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77EA5F9-7173-4910-2899-C4E75D833E6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636380" y="1182248"/>
                <a:ext cx="1101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AB803D2-D628-3A70-8E9D-69D960C39F16}"/>
                  </a:ext>
                </a:extLst>
              </p14:cNvPr>
              <p14:cNvContentPartPr/>
              <p14:nvPr/>
            </p14:nvContentPartPr>
            <p14:xfrm>
              <a:off x="10687140" y="1283048"/>
              <a:ext cx="72720" cy="43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AB803D2-D628-3A70-8E9D-69D960C39F1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678140" y="1274408"/>
                <a:ext cx="903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75790AC-C959-2B9F-4210-E9EC566ED388}"/>
                  </a:ext>
                </a:extLst>
              </p14:cNvPr>
              <p14:cNvContentPartPr/>
              <p14:nvPr/>
            </p14:nvContentPartPr>
            <p14:xfrm>
              <a:off x="10776780" y="1194848"/>
              <a:ext cx="55800" cy="5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75790AC-C959-2B9F-4210-E9EC566ED38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768140" y="1185848"/>
                <a:ext cx="7344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A155AC0-DD66-BD45-6907-75E2FB1A75C2}"/>
                  </a:ext>
                </a:extLst>
              </p14:cNvPr>
              <p14:cNvContentPartPr/>
              <p14:nvPr/>
            </p14:nvContentPartPr>
            <p14:xfrm>
              <a:off x="10863540" y="1132568"/>
              <a:ext cx="28800" cy="87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A155AC0-DD66-BD45-6907-75E2FB1A75C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854540" y="1123568"/>
                <a:ext cx="464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A07996E-9CF1-9B23-1E50-5E9A5AAA0288}"/>
                  </a:ext>
                </a:extLst>
              </p14:cNvPr>
              <p14:cNvContentPartPr/>
              <p14:nvPr/>
            </p14:nvContentPartPr>
            <p14:xfrm>
              <a:off x="10536300" y="1038608"/>
              <a:ext cx="143640" cy="111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A07996E-9CF1-9B23-1E50-5E9A5AAA028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527300" y="1029608"/>
                <a:ext cx="1612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8566DEE-EA08-E8D3-4D3B-F2CD991BE35B}"/>
                  </a:ext>
                </a:extLst>
              </p14:cNvPr>
              <p14:cNvContentPartPr/>
              <p14:nvPr/>
            </p14:nvContentPartPr>
            <p14:xfrm>
              <a:off x="11041740" y="1007648"/>
              <a:ext cx="18360" cy="1206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8566DEE-EA08-E8D3-4D3B-F2CD991BE35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032740" y="999008"/>
                <a:ext cx="360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3FD658C-4BDC-D542-5DF4-F62477FAFCF2}"/>
                  </a:ext>
                </a:extLst>
              </p14:cNvPr>
              <p14:cNvContentPartPr/>
              <p14:nvPr/>
            </p14:nvContentPartPr>
            <p14:xfrm>
              <a:off x="11000340" y="1069568"/>
              <a:ext cx="118080" cy="111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3FD658C-4BDC-D542-5DF4-F62477FAFCF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991340" y="1060928"/>
                <a:ext cx="135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2092B56-FD58-58C9-F0EC-E68A48215CAF}"/>
                  </a:ext>
                </a:extLst>
              </p14:cNvPr>
              <p14:cNvContentPartPr/>
              <p14:nvPr/>
            </p14:nvContentPartPr>
            <p14:xfrm>
              <a:off x="11434860" y="821528"/>
              <a:ext cx="26280" cy="1062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2092B56-FD58-58C9-F0EC-E68A48215CA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426220" y="812528"/>
                <a:ext cx="439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E0FAFAFC-547A-760D-FDF3-D30654503DE0}"/>
                  </a:ext>
                </a:extLst>
              </p14:cNvPr>
              <p14:cNvContentPartPr/>
              <p14:nvPr/>
            </p14:nvContentPartPr>
            <p14:xfrm>
              <a:off x="11362140" y="774008"/>
              <a:ext cx="203040" cy="1627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E0FAFAFC-547A-760D-FDF3-D30654503DE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353500" y="765368"/>
                <a:ext cx="22068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6F46B5C2-4C30-4A3A-BF3F-A9B41CEB8075}"/>
              </a:ext>
            </a:extLst>
          </p:cNvPr>
          <p:cNvGrpSpPr/>
          <p:nvPr/>
        </p:nvGrpSpPr>
        <p:grpSpPr>
          <a:xfrm>
            <a:off x="11294820" y="1054448"/>
            <a:ext cx="735120" cy="297720"/>
            <a:chOff x="11294820" y="1054448"/>
            <a:chExt cx="73512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CA8DD5-FE4F-7F35-CBFB-6AD7DCC9C559}"/>
                    </a:ext>
                  </a:extLst>
                </p14:cNvPr>
                <p14:cNvContentPartPr/>
                <p14:nvPr/>
              </p14:nvContentPartPr>
              <p14:xfrm>
                <a:off x="11294820" y="1054448"/>
                <a:ext cx="545760" cy="5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CA8DD5-FE4F-7F35-CBFB-6AD7DCC9C55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86180" y="1045808"/>
                  <a:ext cx="5634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EC7464-C635-BEC9-3D9D-40AA14D8093B}"/>
                    </a:ext>
                  </a:extLst>
                </p14:cNvPr>
                <p14:cNvContentPartPr/>
                <p14:nvPr/>
              </p14:nvContentPartPr>
              <p14:xfrm>
                <a:off x="11331180" y="1215728"/>
                <a:ext cx="36720" cy="109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EC7464-C635-BEC9-3D9D-40AA14D8093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322180" y="1206728"/>
                  <a:ext cx="54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8B5F1E7-332E-D399-F6C3-B6659ED7A75F}"/>
                    </a:ext>
                  </a:extLst>
                </p14:cNvPr>
                <p14:cNvContentPartPr/>
                <p14:nvPr/>
              </p14:nvContentPartPr>
              <p14:xfrm>
                <a:off x="11427300" y="1272608"/>
                <a:ext cx="44280" cy="8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8B5F1E7-332E-D399-F6C3-B6659ED7A75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18660" y="1263968"/>
                  <a:ext cx="61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DA32163-DE2C-CB34-3CC5-0E62427B90E5}"/>
                    </a:ext>
                  </a:extLst>
                </p14:cNvPr>
                <p14:cNvContentPartPr/>
                <p14:nvPr/>
              </p14:nvContentPartPr>
              <p14:xfrm>
                <a:off x="11564460" y="1215728"/>
                <a:ext cx="67680" cy="95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DA32163-DE2C-CB34-3CC5-0E62427B90E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55460" y="1206728"/>
                  <a:ext cx="85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BD9696-F06F-D0D4-48BA-C9FDE2B201B1}"/>
                    </a:ext>
                  </a:extLst>
                </p14:cNvPr>
                <p14:cNvContentPartPr/>
                <p14:nvPr/>
              </p14:nvContentPartPr>
              <p14:xfrm>
                <a:off x="11685420" y="1319408"/>
                <a:ext cx="4320" cy="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BD9696-F06F-D0D4-48BA-C9FDE2B201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676780" y="131076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2784C2-C3D6-B6B9-4765-FC10D3D216B9}"/>
                    </a:ext>
                  </a:extLst>
                </p14:cNvPr>
                <p14:cNvContentPartPr/>
                <p14:nvPr/>
              </p14:nvContentPartPr>
              <p14:xfrm>
                <a:off x="11678940" y="1168928"/>
                <a:ext cx="89280" cy="62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2784C2-C3D6-B6B9-4765-FC10D3D216B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670300" y="1159928"/>
                  <a:ext cx="106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71038D-8CCF-9735-8504-57F5DA42825C}"/>
                    </a:ext>
                  </a:extLst>
                </p14:cNvPr>
                <p14:cNvContentPartPr/>
                <p14:nvPr/>
              </p14:nvContentPartPr>
              <p14:xfrm>
                <a:off x="11709900" y="1248128"/>
                <a:ext cx="80280" cy="79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71038D-8CCF-9735-8504-57F5DA4282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00900" y="1239128"/>
                  <a:ext cx="97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F12DCC-263D-9291-3898-0C037F0E83FB}"/>
                    </a:ext>
                  </a:extLst>
                </p14:cNvPr>
                <p14:cNvContentPartPr/>
                <p14:nvPr/>
              </p14:nvContentPartPr>
              <p14:xfrm>
                <a:off x="11840220" y="1228688"/>
                <a:ext cx="66240" cy="123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F12DCC-263D-9291-3898-0C037F0E83F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831580" y="1219688"/>
                  <a:ext cx="83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4BC01F6-CACB-4A2A-4118-0388E2B6536F}"/>
                    </a:ext>
                  </a:extLst>
                </p14:cNvPr>
                <p14:cNvContentPartPr/>
                <p14:nvPr/>
              </p14:nvContentPartPr>
              <p14:xfrm>
                <a:off x="11881260" y="1290248"/>
                <a:ext cx="37440" cy="3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4BC01F6-CACB-4A2A-4118-0388E2B653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872260" y="1281608"/>
                  <a:ext cx="55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74FEA68-9A5E-D2AD-8DEF-A0EDA0D25586}"/>
                    </a:ext>
                  </a:extLst>
                </p14:cNvPr>
                <p14:cNvContentPartPr/>
                <p14:nvPr/>
              </p14:nvContentPartPr>
              <p14:xfrm>
                <a:off x="11892780" y="1184408"/>
                <a:ext cx="88200" cy="9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74FEA68-9A5E-D2AD-8DEF-A0EDA0D255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883780" y="1175408"/>
                  <a:ext cx="105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2C04921-8EE0-2CE3-C708-68EBBAEC02F4}"/>
                    </a:ext>
                  </a:extLst>
                </p14:cNvPr>
                <p14:cNvContentPartPr/>
                <p14:nvPr/>
              </p14:nvContentPartPr>
              <p14:xfrm>
                <a:off x="12001500" y="1116728"/>
                <a:ext cx="28440" cy="85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2C04921-8EE0-2CE3-C708-68EBBAEC02F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92500" y="1108088"/>
                  <a:ext cx="4608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8E7DD76-9FA3-BBF5-8F6A-D3C649CB2562}"/>
                  </a:ext>
                </a:extLst>
              </p14:cNvPr>
              <p14:cNvContentPartPr/>
              <p14:nvPr/>
            </p14:nvContentPartPr>
            <p14:xfrm>
              <a:off x="794700" y="5426648"/>
              <a:ext cx="178560" cy="2372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8E7DD76-9FA3-BBF5-8F6A-D3C649CB256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86060" y="5418008"/>
                <a:ext cx="1962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4265AAA-936E-1F85-98BF-0EEC039DAF4F}"/>
                  </a:ext>
                </a:extLst>
              </p14:cNvPr>
              <p14:cNvContentPartPr/>
              <p14:nvPr/>
            </p14:nvContentPartPr>
            <p14:xfrm>
              <a:off x="991260" y="5445008"/>
              <a:ext cx="162720" cy="2563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4265AAA-936E-1F85-98BF-0EEC039DAF4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82260" y="5436008"/>
                <a:ext cx="1803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326984F-0F32-EAC0-A991-DAC0523215EF}"/>
                  </a:ext>
                </a:extLst>
              </p14:cNvPr>
              <p14:cNvContentPartPr/>
              <p14:nvPr/>
            </p14:nvContentPartPr>
            <p14:xfrm>
              <a:off x="1168740" y="5590448"/>
              <a:ext cx="178560" cy="554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326984F-0F32-EAC0-A991-DAC0523215E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60100" y="5581448"/>
                <a:ext cx="1962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D4CDB52-00FF-A9A6-2285-9F7C5BF97F17}"/>
                  </a:ext>
                </a:extLst>
              </p14:cNvPr>
              <p14:cNvContentPartPr/>
              <p14:nvPr/>
            </p14:nvContentPartPr>
            <p14:xfrm>
              <a:off x="1350540" y="5444288"/>
              <a:ext cx="167040" cy="2721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D4CDB52-00FF-A9A6-2285-9F7C5BF97F1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341900" y="5435288"/>
                <a:ext cx="18468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6290822-A76E-7D34-3EDB-BC3FACF4A02A}"/>
              </a:ext>
            </a:extLst>
          </p:cNvPr>
          <p:cNvGrpSpPr/>
          <p:nvPr/>
        </p:nvGrpSpPr>
        <p:grpSpPr>
          <a:xfrm>
            <a:off x="1707660" y="5353208"/>
            <a:ext cx="1518840" cy="390240"/>
            <a:chOff x="1707660" y="5353208"/>
            <a:chExt cx="151884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36DCC45-259D-3C8E-6D17-641B9730E1A4}"/>
                    </a:ext>
                  </a:extLst>
                </p14:cNvPr>
                <p14:cNvContentPartPr/>
                <p14:nvPr/>
              </p14:nvContentPartPr>
              <p14:xfrm>
                <a:off x="1725660" y="5645168"/>
                <a:ext cx="124200" cy="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36DCC45-259D-3C8E-6D17-641B9730E1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16660" y="5636528"/>
                  <a:ext cx="1418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BAE5B95-64AA-62BE-B883-25CA87A3990B}"/>
                    </a:ext>
                  </a:extLst>
                </p14:cNvPr>
                <p14:cNvContentPartPr/>
                <p14:nvPr/>
              </p14:nvContentPartPr>
              <p14:xfrm>
                <a:off x="1707660" y="5578928"/>
                <a:ext cx="100440" cy="21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BAE5B95-64AA-62BE-B883-25CA87A399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99020" y="5569928"/>
                  <a:ext cx="11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64F4BD-5B47-499E-F922-498F07DAAF78}"/>
                    </a:ext>
                  </a:extLst>
                </p14:cNvPr>
                <p14:cNvContentPartPr/>
                <p14:nvPr/>
              </p14:nvContentPartPr>
              <p14:xfrm>
                <a:off x="2129940" y="5476328"/>
                <a:ext cx="42840" cy="221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64F4BD-5B47-499E-F922-498F07DAAF7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21300" y="5467688"/>
                  <a:ext cx="60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D88DF4D-2CBB-5186-A0A4-B5A5131BF124}"/>
                    </a:ext>
                  </a:extLst>
                </p14:cNvPr>
                <p14:cNvContentPartPr/>
                <p14:nvPr/>
              </p14:nvContentPartPr>
              <p14:xfrm>
                <a:off x="2166300" y="5481008"/>
                <a:ext cx="172800" cy="172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D88DF4D-2CBB-5186-A0A4-B5A5131BF12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57660" y="5472368"/>
                  <a:ext cx="190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50918-8DE9-0487-9BEC-5FDC5DF00188}"/>
                    </a:ext>
                  </a:extLst>
                </p14:cNvPr>
                <p14:cNvContentPartPr/>
                <p14:nvPr/>
              </p14:nvContentPartPr>
              <p14:xfrm>
                <a:off x="2438460" y="5579648"/>
                <a:ext cx="3600" cy="3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50918-8DE9-0487-9BEC-5FDC5DF0018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29820" y="557100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B50CEAE-C5BB-FB03-B5B7-820BE75C7BF8}"/>
                    </a:ext>
                  </a:extLst>
                </p14:cNvPr>
                <p14:cNvContentPartPr/>
                <p14:nvPr/>
              </p14:nvContentPartPr>
              <p14:xfrm>
                <a:off x="2571660" y="5500808"/>
                <a:ext cx="135720" cy="117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B50CEAE-C5BB-FB03-B5B7-820BE75C7BF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62660" y="5491808"/>
                  <a:ext cx="15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EFE93B-3F87-621E-E42C-151E691EFC9E}"/>
                    </a:ext>
                  </a:extLst>
                </p14:cNvPr>
                <p14:cNvContentPartPr/>
                <p14:nvPr/>
              </p14:nvContentPartPr>
              <p14:xfrm>
                <a:off x="2805300" y="5641928"/>
                <a:ext cx="360" cy="1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EFE93B-3F87-621E-E42C-151E691EFC9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96660" y="563328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66E070-1845-C170-3AD9-FBF95134599F}"/>
                    </a:ext>
                  </a:extLst>
                </p14:cNvPr>
                <p14:cNvContentPartPr/>
                <p14:nvPr/>
              </p14:nvContentPartPr>
              <p14:xfrm>
                <a:off x="2826180" y="5491088"/>
                <a:ext cx="159120" cy="78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66E070-1845-C170-3AD9-FBF9513459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17180" y="5482088"/>
                  <a:ext cx="176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1131D0-7A5A-01D5-BDB2-8B29B007FD8F}"/>
                    </a:ext>
                  </a:extLst>
                </p14:cNvPr>
                <p14:cNvContentPartPr/>
                <p14:nvPr/>
              </p14:nvContentPartPr>
              <p14:xfrm>
                <a:off x="2919780" y="5517368"/>
                <a:ext cx="33480" cy="108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1131D0-7A5A-01D5-BDB2-8B29B007FD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10780" y="5508728"/>
                  <a:ext cx="51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53E00CA-3B4A-AEA4-8B9A-E33D86B61BBF}"/>
                    </a:ext>
                  </a:extLst>
                </p14:cNvPr>
                <p14:cNvContentPartPr/>
                <p14:nvPr/>
              </p14:nvContentPartPr>
              <p14:xfrm>
                <a:off x="2966580" y="5408288"/>
                <a:ext cx="172080" cy="286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53E00CA-3B4A-AEA4-8B9A-E33D86B61BB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57580" y="5399288"/>
                  <a:ext cx="189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0821CF2-8B40-8169-3BB5-F6EEBD82F624}"/>
                    </a:ext>
                  </a:extLst>
                </p14:cNvPr>
                <p14:cNvContentPartPr/>
                <p14:nvPr/>
              </p14:nvContentPartPr>
              <p14:xfrm>
                <a:off x="2503980" y="5441768"/>
                <a:ext cx="79560" cy="233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0821CF2-8B40-8169-3BB5-F6EEBD82F6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494980" y="5433128"/>
                  <a:ext cx="97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C7B5EE-ACAB-80F2-D2F8-044F5F56A3FF}"/>
                    </a:ext>
                  </a:extLst>
                </p14:cNvPr>
                <p14:cNvContentPartPr/>
                <p14:nvPr/>
              </p14:nvContentPartPr>
              <p14:xfrm>
                <a:off x="3075660" y="5353208"/>
                <a:ext cx="150840" cy="61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C7B5EE-ACAB-80F2-D2F8-044F5F56A3F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66660" y="5344568"/>
                  <a:ext cx="168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C41F6D-81D3-F034-5E8D-A55E08E5D3CE}"/>
                    </a:ext>
                  </a:extLst>
                </p14:cNvPr>
                <p14:cNvContentPartPr/>
                <p14:nvPr/>
              </p14:nvContentPartPr>
              <p14:xfrm>
                <a:off x="1976220" y="5397128"/>
                <a:ext cx="107280" cy="346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C41F6D-81D3-F034-5E8D-A55E08E5D3C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67580" y="5388488"/>
                  <a:ext cx="124920" cy="3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BA6AE14-169E-B1B1-538C-612CDDEB43EA}"/>
              </a:ext>
            </a:extLst>
          </p:cNvPr>
          <p:cNvGrpSpPr/>
          <p:nvPr/>
        </p:nvGrpSpPr>
        <p:grpSpPr>
          <a:xfrm>
            <a:off x="3411900" y="5283728"/>
            <a:ext cx="2399400" cy="369720"/>
            <a:chOff x="3411900" y="5283728"/>
            <a:chExt cx="239940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E468386-B5AF-4233-3873-A670FB3C4097}"/>
                    </a:ext>
                  </a:extLst>
                </p14:cNvPr>
                <p14:cNvContentPartPr/>
                <p14:nvPr/>
              </p14:nvContentPartPr>
              <p14:xfrm>
                <a:off x="3423780" y="5506928"/>
                <a:ext cx="32040" cy="114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E468386-B5AF-4233-3873-A670FB3C40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14780" y="5498288"/>
                  <a:ext cx="49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A9FB55F-AC72-23FE-4D90-4BAFF239BC6B}"/>
                    </a:ext>
                  </a:extLst>
                </p14:cNvPr>
                <p14:cNvContentPartPr/>
                <p14:nvPr/>
              </p14:nvContentPartPr>
              <p14:xfrm>
                <a:off x="3411900" y="5574608"/>
                <a:ext cx="95400" cy="2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A9FB55F-AC72-23FE-4D90-4BAFF239BC6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02900" y="5565608"/>
                  <a:ext cx="11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B300E5-FFA3-E69E-E245-4B03FB341441}"/>
                    </a:ext>
                  </a:extLst>
                </p14:cNvPr>
                <p14:cNvContentPartPr/>
                <p14:nvPr/>
              </p14:nvContentPartPr>
              <p14:xfrm>
                <a:off x="3543300" y="5488928"/>
                <a:ext cx="61560" cy="135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B300E5-FFA3-E69E-E245-4B03FB3414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34300" y="5479928"/>
                  <a:ext cx="79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35B2262-7565-2D85-69A2-41D72C83F47D}"/>
                    </a:ext>
                  </a:extLst>
                </p14:cNvPr>
                <p14:cNvContentPartPr/>
                <p14:nvPr/>
              </p14:nvContentPartPr>
              <p14:xfrm>
                <a:off x="3553380" y="5423768"/>
                <a:ext cx="150480" cy="199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35B2262-7565-2D85-69A2-41D72C83F47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44740" y="5415128"/>
                  <a:ext cx="168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840B18D-8FA4-2BB2-5337-5E42674DB62E}"/>
                    </a:ext>
                  </a:extLst>
                </p14:cNvPr>
                <p14:cNvContentPartPr/>
                <p14:nvPr/>
              </p14:nvContentPartPr>
              <p14:xfrm>
                <a:off x="3839580" y="5369768"/>
                <a:ext cx="114120" cy="266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840B18D-8FA4-2BB2-5337-5E42674DB62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30580" y="5360768"/>
                  <a:ext cx="131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1EC3C4E-6E06-B2E2-126B-EDB3FC0BD9DF}"/>
                    </a:ext>
                  </a:extLst>
                </p14:cNvPr>
                <p14:cNvContentPartPr/>
                <p14:nvPr/>
              </p14:nvContentPartPr>
              <p14:xfrm>
                <a:off x="3948660" y="5458328"/>
                <a:ext cx="115920" cy="116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1EC3C4E-6E06-B2E2-126B-EDB3FC0BD9D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39660" y="5449328"/>
                  <a:ext cx="133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53B5571-D8C0-3C77-C0A0-76E0492FDC51}"/>
                    </a:ext>
                  </a:extLst>
                </p14:cNvPr>
                <p14:cNvContentPartPr/>
                <p14:nvPr/>
              </p14:nvContentPartPr>
              <p14:xfrm>
                <a:off x="4192740" y="5590088"/>
                <a:ext cx="5400" cy="19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53B5571-D8C0-3C77-C0A0-76E0492FDC5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83740" y="5581448"/>
                  <a:ext cx="23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37C72C8-32E4-581E-8745-0FED7C975D97}"/>
                    </a:ext>
                  </a:extLst>
                </p14:cNvPr>
                <p14:cNvContentPartPr/>
                <p14:nvPr/>
              </p14:nvContentPartPr>
              <p14:xfrm>
                <a:off x="4221540" y="5427368"/>
                <a:ext cx="106200" cy="75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37C72C8-32E4-581E-8745-0FED7C975D9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12540" y="5418728"/>
                  <a:ext cx="123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8ED622D-F754-D081-4080-FEC776504420}"/>
                    </a:ext>
                  </a:extLst>
                </p14:cNvPr>
                <p14:cNvContentPartPr/>
                <p14:nvPr/>
              </p14:nvContentPartPr>
              <p14:xfrm>
                <a:off x="4281660" y="5491088"/>
                <a:ext cx="83160" cy="79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8ED622D-F754-D081-4080-FEC7765044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72660" y="5482088"/>
                  <a:ext cx="100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52BA1D7-0948-CD3C-1226-DED0476ECF66}"/>
                    </a:ext>
                  </a:extLst>
                </p14:cNvPr>
                <p14:cNvContentPartPr/>
                <p14:nvPr/>
              </p14:nvContentPartPr>
              <p14:xfrm>
                <a:off x="4415940" y="5366888"/>
                <a:ext cx="178560" cy="249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52BA1D7-0948-CD3C-1226-DED0476ECF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407300" y="5357888"/>
                  <a:ext cx="1962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B4D051-BFEF-3856-FE61-746DAE7774AA}"/>
                    </a:ext>
                  </a:extLst>
                </p14:cNvPr>
                <p14:cNvContentPartPr/>
                <p14:nvPr/>
              </p14:nvContentPartPr>
              <p14:xfrm>
                <a:off x="4564260" y="5295248"/>
                <a:ext cx="125280" cy="74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B4D051-BFEF-3856-FE61-746DAE7774A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55620" y="5286608"/>
                  <a:ext cx="142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8ECDA93-2462-0E7F-66D1-404CEB03D6ED}"/>
                    </a:ext>
                  </a:extLst>
                </p14:cNvPr>
                <p14:cNvContentPartPr/>
                <p14:nvPr/>
              </p14:nvContentPartPr>
              <p14:xfrm>
                <a:off x="4841820" y="5283728"/>
                <a:ext cx="165600" cy="369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8ECDA93-2462-0E7F-66D1-404CEB03D6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33180" y="5274728"/>
                  <a:ext cx="1832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504DAE8-A903-F105-53AA-B21BF6163505}"/>
                    </a:ext>
                  </a:extLst>
                </p14:cNvPr>
                <p14:cNvContentPartPr/>
                <p14:nvPr/>
              </p14:nvContentPartPr>
              <p14:xfrm>
                <a:off x="5136300" y="5485688"/>
                <a:ext cx="171000" cy="94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504DAE8-A903-F105-53AA-B21BF616350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27660" y="5477048"/>
                  <a:ext cx="188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DD7309E-7B1B-79B2-4068-639034707EF9}"/>
                    </a:ext>
                  </a:extLst>
                </p14:cNvPr>
                <p14:cNvContentPartPr/>
                <p14:nvPr/>
              </p14:nvContentPartPr>
              <p14:xfrm>
                <a:off x="5333580" y="5293088"/>
                <a:ext cx="151560" cy="308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DD7309E-7B1B-79B2-4068-639034707EF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24940" y="5284448"/>
                  <a:ext cx="1692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5427BDC-D57D-F0DE-E237-CA945D72877A}"/>
                    </a:ext>
                  </a:extLst>
                </p14:cNvPr>
                <p14:cNvContentPartPr/>
                <p14:nvPr/>
              </p14:nvContentPartPr>
              <p14:xfrm>
                <a:off x="5502420" y="5482808"/>
                <a:ext cx="138600" cy="68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5427BDC-D57D-F0DE-E237-CA945D72877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93780" y="5473808"/>
                  <a:ext cx="156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E06BFF7-A3F6-09B7-8D56-30108192B05D}"/>
                    </a:ext>
                  </a:extLst>
                </p14:cNvPr>
                <p14:cNvContentPartPr/>
                <p14:nvPr/>
              </p14:nvContentPartPr>
              <p14:xfrm>
                <a:off x="5631660" y="5347448"/>
                <a:ext cx="179640" cy="258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E06BFF7-A3F6-09B7-8D56-30108192B05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23020" y="5338448"/>
                  <a:ext cx="1972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17EA22F-E490-DEE8-F45C-B8D299CEC082}"/>
              </a:ext>
            </a:extLst>
          </p:cNvPr>
          <p:cNvGrpSpPr/>
          <p:nvPr/>
        </p:nvGrpSpPr>
        <p:grpSpPr>
          <a:xfrm>
            <a:off x="1132380" y="5959808"/>
            <a:ext cx="262440" cy="296640"/>
            <a:chOff x="1132380" y="5959808"/>
            <a:chExt cx="26244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B68A731-B6B0-EFCD-4900-A92C75FA1E9F}"/>
                    </a:ext>
                  </a:extLst>
                </p14:cNvPr>
                <p14:cNvContentPartPr/>
                <p14:nvPr/>
              </p14:nvContentPartPr>
              <p14:xfrm>
                <a:off x="1176300" y="6089048"/>
                <a:ext cx="30240" cy="57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B68A731-B6B0-EFCD-4900-A92C75FA1E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67300" y="6080048"/>
                  <a:ext cx="47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9102414-7121-4332-23E0-8ECC98D1352B}"/>
                    </a:ext>
                  </a:extLst>
                </p14:cNvPr>
                <p14:cNvContentPartPr/>
                <p14:nvPr/>
              </p14:nvContentPartPr>
              <p14:xfrm>
                <a:off x="1132380" y="5985008"/>
                <a:ext cx="360" cy="1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9102414-7121-4332-23E0-8ECC98D135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3740" y="59760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128B612-602B-E88C-AEB8-17C497D57235}"/>
                    </a:ext>
                  </a:extLst>
                </p14:cNvPr>
                <p14:cNvContentPartPr/>
                <p14:nvPr/>
              </p14:nvContentPartPr>
              <p14:xfrm>
                <a:off x="1254060" y="5959808"/>
                <a:ext cx="140760" cy="296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128B612-602B-E88C-AEB8-17C497D572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45420" y="5950808"/>
                  <a:ext cx="158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C45FF2D-1661-303C-11EB-52994554C235}"/>
                    </a:ext>
                  </a:extLst>
                </p14:cNvPr>
                <p14:cNvContentPartPr/>
                <p14:nvPr/>
              </p14:nvContentPartPr>
              <p14:xfrm>
                <a:off x="1259820" y="6145568"/>
                <a:ext cx="117000" cy="11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C45FF2D-1661-303C-11EB-52994554C23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51180" y="6136928"/>
                  <a:ext cx="1346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F8ACEE2-E9F6-6C5B-243C-635B690C7E93}"/>
              </a:ext>
            </a:extLst>
          </p:cNvPr>
          <p:cNvGrpSpPr/>
          <p:nvPr/>
        </p:nvGrpSpPr>
        <p:grpSpPr>
          <a:xfrm>
            <a:off x="1641060" y="5973128"/>
            <a:ext cx="593280" cy="198720"/>
            <a:chOff x="1641060" y="5973128"/>
            <a:chExt cx="59328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0D7B35B-D323-CE02-B0F3-7C0E4274DF5C}"/>
                    </a:ext>
                  </a:extLst>
                </p14:cNvPr>
                <p14:cNvContentPartPr/>
                <p14:nvPr/>
              </p14:nvContentPartPr>
              <p14:xfrm>
                <a:off x="1641060" y="5973128"/>
                <a:ext cx="224280" cy="198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0D7B35B-D323-CE02-B0F3-7C0E4274DF5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32060" y="5964128"/>
                  <a:ext cx="241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547120D-188C-6240-1507-2BB7545F6795}"/>
                    </a:ext>
                  </a:extLst>
                </p14:cNvPr>
                <p14:cNvContentPartPr/>
                <p14:nvPr/>
              </p14:nvContentPartPr>
              <p14:xfrm>
                <a:off x="1870380" y="6072848"/>
                <a:ext cx="129600" cy="68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547120D-188C-6240-1507-2BB7545F67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861740" y="6064208"/>
                  <a:ext cx="147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AF4548F-CA6B-4EF0-BC6B-E2109CDF7CDE}"/>
                    </a:ext>
                  </a:extLst>
                </p14:cNvPr>
                <p14:cNvContentPartPr/>
                <p14:nvPr/>
              </p14:nvContentPartPr>
              <p14:xfrm>
                <a:off x="2076300" y="6022448"/>
                <a:ext cx="158040" cy="140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AF4548F-CA6B-4EF0-BC6B-E2109CDF7C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67300" y="6013448"/>
                  <a:ext cx="17568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B741535-3CF6-2031-A023-3A5752FE31EE}"/>
                  </a:ext>
                </a:extLst>
              </p14:cNvPr>
              <p14:cNvContentPartPr/>
              <p14:nvPr/>
            </p14:nvContentPartPr>
            <p14:xfrm>
              <a:off x="2485980" y="6077528"/>
              <a:ext cx="26640" cy="392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B741535-3CF6-2031-A023-3A5752FE31E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476980" y="6068528"/>
                <a:ext cx="44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C096328-1BF5-A5E3-3CB6-27A7D013750C}"/>
                  </a:ext>
                </a:extLst>
              </p14:cNvPr>
              <p14:cNvContentPartPr/>
              <p14:nvPr/>
            </p14:nvContentPartPr>
            <p14:xfrm>
              <a:off x="2444940" y="5994368"/>
              <a:ext cx="7560" cy="14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C096328-1BF5-A5E3-3CB6-27A7D013750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436300" y="5985368"/>
                <a:ext cx="252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2542FEF-2938-E37B-9CC3-9D1CFD0077E5}"/>
                  </a:ext>
                </a:extLst>
              </p14:cNvPr>
              <p14:cNvContentPartPr/>
              <p14:nvPr/>
            </p14:nvContentPartPr>
            <p14:xfrm>
              <a:off x="2628540" y="5964128"/>
              <a:ext cx="109800" cy="1501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2542FEF-2938-E37B-9CC3-9D1CFD0077E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619540" y="5955488"/>
                <a:ext cx="12744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BCF2AC6-EF5A-065A-9C1D-F44838C935FF}"/>
              </a:ext>
            </a:extLst>
          </p:cNvPr>
          <p:cNvGrpSpPr/>
          <p:nvPr/>
        </p:nvGrpSpPr>
        <p:grpSpPr>
          <a:xfrm>
            <a:off x="3023460" y="5935688"/>
            <a:ext cx="1234440" cy="226080"/>
            <a:chOff x="3023460" y="5935688"/>
            <a:chExt cx="123444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FEA3698-202A-9B7B-AF2A-D94BF81BBE34}"/>
                    </a:ext>
                  </a:extLst>
                </p14:cNvPr>
                <p14:cNvContentPartPr/>
                <p14:nvPr/>
              </p14:nvContentPartPr>
              <p14:xfrm>
                <a:off x="3148380" y="6015968"/>
                <a:ext cx="171000" cy="145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FEA3698-202A-9B7B-AF2A-D94BF81BBE3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139380" y="6006968"/>
                  <a:ext cx="188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BB8AAC-B88B-2C34-016B-E566F0D84EFE}"/>
                    </a:ext>
                  </a:extLst>
                </p14:cNvPr>
                <p14:cNvContentPartPr/>
                <p14:nvPr/>
              </p14:nvContentPartPr>
              <p14:xfrm>
                <a:off x="3197700" y="6099128"/>
                <a:ext cx="65160" cy="5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BB8AAC-B88B-2C34-016B-E566F0D84EF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88700" y="6090488"/>
                  <a:ext cx="82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F489C53-328D-72FD-D53B-5B263B727AFE}"/>
                    </a:ext>
                  </a:extLst>
                </p14:cNvPr>
                <p14:cNvContentPartPr/>
                <p14:nvPr/>
              </p14:nvContentPartPr>
              <p14:xfrm>
                <a:off x="3376980" y="5953688"/>
                <a:ext cx="89280" cy="192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F489C53-328D-72FD-D53B-5B263B727AF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67980" y="5945048"/>
                  <a:ext cx="106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53B891D-C101-2FD8-0662-FFF1159FDFAB}"/>
                    </a:ext>
                  </a:extLst>
                </p14:cNvPr>
                <p14:cNvContentPartPr/>
                <p14:nvPr/>
              </p14:nvContentPartPr>
              <p14:xfrm>
                <a:off x="3023460" y="5974568"/>
                <a:ext cx="48960" cy="172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53B891D-C101-2FD8-0662-FFF1159FDFA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14820" y="5965928"/>
                  <a:ext cx="66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CF3540F-A9D0-EFE1-8433-5CA797A42664}"/>
                    </a:ext>
                  </a:extLst>
                </p14:cNvPr>
                <p14:cNvContentPartPr/>
                <p14:nvPr/>
              </p14:nvContentPartPr>
              <p14:xfrm>
                <a:off x="3594780" y="6021008"/>
                <a:ext cx="139680" cy="109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CF3540F-A9D0-EFE1-8433-5CA797A4266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85780" y="6012368"/>
                  <a:ext cx="157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17FFE20-AC36-979C-7CFF-043992D9443B}"/>
                    </a:ext>
                  </a:extLst>
                </p14:cNvPr>
                <p14:cNvContentPartPr/>
                <p14:nvPr/>
              </p14:nvContentPartPr>
              <p14:xfrm>
                <a:off x="3823020" y="6008768"/>
                <a:ext cx="152280" cy="107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17FFE20-AC36-979C-7CFF-043992D944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14020" y="6000128"/>
                  <a:ext cx="169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0A9F911-E2E3-6A8B-6CF0-37EC78A58487}"/>
                    </a:ext>
                  </a:extLst>
                </p14:cNvPr>
                <p14:cNvContentPartPr/>
                <p14:nvPr/>
              </p14:nvContentPartPr>
              <p14:xfrm>
                <a:off x="4046940" y="6130448"/>
                <a:ext cx="360" cy="1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0A9F911-E2E3-6A8B-6CF0-37EC78A584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38300" y="61218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1EB420C-AE7B-003B-9E01-98F19C144341}"/>
                    </a:ext>
                  </a:extLst>
                </p14:cNvPr>
                <p14:cNvContentPartPr/>
                <p14:nvPr/>
              </p14:nvContentPartPr>
              <p14:xfrm>
                <a:off x="4104540" y="5935688"/>
                <a:ext cx="136080" cy="76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1EB420C-AE7B-003B-9E01-98F19C14434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095900" y="5927048"/>
                  <a:ext cx="153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A993CC5-1083-EAA8-1C0A-5204A0AE245A}"/>
                    </a:ext>
                  </a:extLst>
                </p14:cNvPr>
                <p14:cNvContentPartPr/>
                <p14:nvPr/>
              </p14:nvContentPartPr>
              <p14:xfrm>
                <a:off x="4159620" y="6020648"/>
                <a:ext cx="98280" cy="95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A993CC5-1083-EAA8-1C0A-5204A0AE245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150980" y="6011648"/>
                  <a:ext cx="11592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741EA9F-EC31-432C-F66C-92832BA82264}"/>
              </a:ext>
            </a:extLst>
          </p:cNvPr>
          <p:cNvGrpSpPr/>
          <p:nvPr/>
        </p:nvGrpSpPr>
        <p:grpSpPr>
          <a:xfrm>
            <a:off x="5315580" y="5837408"/>
            <a:ext cx="996840" cy="310320"/>
            <a:chOff x="5315580" y="5837408"/>
            <a:chExt cx="99684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19BF339-12B2-7E9F-C69F-AEB8BA9DF982}"/>
                    </a:ext>
                  </a:extLst>
                </p14:cNvPr>
                <p14:cNvContentPartPr/>
                <p14:nvPr/>
              </p14:nvContentPartPr>
              <p14:xfrm>
                <a:off x="5315580" y="6057368"/>
                <a:ext cx="140040" cy="84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19BF339-12B2-7E9F-C69F-AEB8BA9DF98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306580" y="6048368"/>
                  <a:ext cx="157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F09412-E62B-6215-8090-A7A797829DB5}"/>
                    </a:ext>
                  </a:extLst>
                </p14:cNvPr>
                <p14:cNvContentPartPr/>
                <p14:nvPr/>
              </p14:nvContentPartPr>
              <p14:xfrm>
                <a:off x="5457420" y="6059888"/>
                <a:ext cx="410040" cy="87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F09412-E62B-6215-8090-A7A797829DB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48780" y="6051248"/>
                  <a:ext cx="427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092A678-1FB1-3883-C754-D145DFACBCA4}"/>
                    </a:ext>
                  </a:extLst>
                </p14:cNvPr>
                <p14:cNvContentPartPr/>
                <p14:nvPr/>
              </p14:nvContentPartPr>
              <p14:xfrm>
                <a:off x="5865300" y="6005888"/>
                <a:ext cx="123480" cy="1310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092A678-1FB1-3883-C754-D145DFACBCA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56660" y="5996888"/>
                  <a:ext cx="141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EDF8227-6824-328A-BA97-1E581A0862D0}"/>
                    </a:ext>
                  </a:extLst>
                </p14:cNvPr>
                <p14:cNvContentPartPr/>
                <p14:nvPr/>
              </p14:nvContentPartPr>
              <p14:xfrm>
                <a:off x="6066900" y="5837408"/>
                <a:ext cx="245520" cy="288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EDF8227-6824-328A-BA97-1E581A0862D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058260" y="5828408"/>
                  <a:ext cx="26316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A3ACC75-C317-4DF0-5FD2-CFE71A3CC333}"/>
              </a:ext>
            </a:extLst>
          </p:cNvPr>
          <p:cNvGrpSpPr/>
          <p:nvPr/>
        </p:nvGrpSpPr>
        <p:grpSpPr>
          <a:xfrm>
            <a:off x="5264100" y="6301808"/>
            <a:ext cx="814320" cy="312120"/>
            <a:chOff x="5264100" y="6301808"/>
            <a:chExt cx="81432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0A9E138-C9E4-C150-74FE-DA1DA70CA953}"/>
                    </a:ext>
                  </a:extLst>
                </p14:cNvPr>
                <p14:cNvContentPartPr/>
                <p14:nvPr/>
              </p14:nvContentPartPr>
              <p14:xfrm>
                <a:off x="5264100" y="6327728"/>
                <a:ext cx="123840" cy="224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0A9E138-C9E4-C150-74FE-DA1DA70CA95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55100" y="6319088"/>
                  <a:ext cx="141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F6782E4-C2A9-261E-E7AA-DE80907AF1B0}"/>
                    </a:ext>
                  </a:extLst>
                </p14:cNvPr>
                <p14:cNvContentPartPr/>
                <p14:nvPr/>
              </p14:nvContentPartPr>
              <p14:xfrm>
                <a:off x="5418180" y="6428168"/>
                <a:ext cx="241200" cy="99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F6782E4-C2A9-261E-E7AA-DE80907AF1B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409540" y="6419168"/>
                  <a:ext cx="258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0B1DC92-5699-F95A-E608-F5A48B6EEF91}"/>
                    </a:ext>
                  </a:extLst>
                </p14:cNvPr>
                <p14:cNvContentPartPr/>
                <p14:nvPr/>
              </p14:nvContentPartPr>
              <p14:xfrm>
                <a:off x="5574420" y="6342128"/>
                <a:ext cx="4320" cy="3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0B1DC92-5699-F95A-E608-F5A48B6EEF9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565780" y="633348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38CD9F2-2C06-7EB1-BC62-3DF529DAA60A}"/>
                    </a:ext>
                  </a:extLst>
                </p14:cNvPr>
                <p14:cNvContentPartPr/>
                <p14:nvPr/>
              </p14:nvContentPartPr>
              <p14:xfrm>
                <a:off x="5741820" y="6472448"/>
                <a:ext cx="102960" cy="141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38CD9F2-2C06-7EB1-BC62-3DF529DAA60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733180" y="6463448"/>
                  <a:ext cx="120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95AA125-C051-BE58-C018-2D528821EFA0}"/>
                    </a:ext>
                  </a:extLst>
                </p14:cNvPr>
                <p14:cNvContentPartPr/>
                <p14:nvPr/>
              </p14:nvContentPartPr>
              <p14:xfrm>
                <a:off x="5829300" y="6322688"/>
                <a:ext cx="144720" cy="156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95AA125-C051-BE58-C018-2D528821EFA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820300" y="6313688"/>
                  <a:ext cx="162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AB00134-D6B4-3BA4-061A-075B81F4D5A3}"/>
                    </a:ext>
                  </a:extLst>
                </p14:cNvPr>
                <p14:cNvContentPartPr/>
                <p14:nvPr/>
              </p14:nvContentPartPr>
              <p14:xfrm>
                <a:off x="5966100" y="6301808"/>
                <a:ext cx="112320" cy="195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AB00134-D6B4-3BA4-061A-075B81F4D5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957100" y="6293168"/>
                  <a:ext cx="129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8FDB0B6-3CF0-0810-3BCC-FDA3B068272A}"/>
                    </a:ext>
                  </a:extLst>
                </p14:cNvPr>
                <p14:cNvContentPartPr/>
                <p14:nvPr/>
              </p14:nvContentPartPr>
              <p14:xfrm>
                <a:off x="5454900" y="6499448"/>
                <a:ext cx="14760" cy="41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8FDB0B6-3CF0-0810-3BCC-FDA3B068272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446260" y="6490448"/>
                  <a:ext cx="324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9424210-3A07-8858-C6FA-100F88E1B82F}"/>
              </a:ext>
            </a:extLst>
          </p:cNvPr>
          <p:cNvGrpSpPr/>
          <p:nvPr/>
        </p:nvGrpSpPr>
        <p:grpSpPr>
          <a:xfrm>
            <a:off x="6331500" y="6265448"/>
            <a:ext cx="829080" cy="259920"/>
            <a:chOff x="6331500" y="6265448"/>
            <a:chExt cx="82908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4D38B41-FE90-E5E6-98B8-B634FB96C846}"/>
                    </a:ext>
                  </a:extLst>
                </p14:cNvPr>
                <p14:cNvContentPartPr/>
                <p14:nvPr/>
              </p14:nvContentPartPr>
              <p14:xfrm>
                <a:off x="6331500" y="6355448"/>
                <a:ext cx="116280" cy="123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4D38B41-FE90-E5E6-98B8-B634FB96C84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322860" y="6346808"/>
                  <a:ext cx="133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8903E3F-EA9B-DCB3-4F0A-2CEC5279FED9}"/>
                    </a:ext>
                  </a:extLst>
                </p14:cNvPr>
                <p14:cNvContentPartPr/>
                <p14:nvPr/>
              </p14:nvContentPartPr>
              <p14:xfrm>
                <a:off x="6473340" y="6421328"/>
                <a:ext cx="14760" cy="50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8903E3F-EA9B-DCB3-4F0A-2CEC5279FED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464700" y="6412688"/>
                  <a:ext cx="32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3347835-0A31-8CC5-D802-EE9A612CC2C1}"/>
                    </a:ext>
                  </a:extLst>
                </p14:cNvPr>
                <p14:cNvContentPartPr/>
                <p14:nvPr/>
              </p14:nvContentPartPr>
              <p14:xfrm>
                <a:off x="6478380" y="6333128"/>
                <a:ext cx="12960" cy="34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3347835-0A31-8CC5-D802-EE9A612CC2C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469740" y="6324128"/>
                  <a:ext cx="30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E02922A-68AA-C03F-9609-CCC50409BF59}"/>
                    </a:ext>
                  </a:extLst>
                </p14:cNvPr>
                <p14:cNvContentPartPr/>
                <p14:nvPr/>
              </p14:nvContentPartPr>
              <p14:xfrm>
                <a:off x="6594300" y="6273008"/>
                <a:ext cx="190080" cy="209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E02922A-68AA-C03F-9609-CCC50409BF5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585300" y="6264008"/>
                  <a:ext cx="207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462C1D-097B-06C9-C9C7-ED2BA0B6FA7C}"/>
                    </a:ext>
                  </a:extLst>
                </p14:cNvPr>
                <p14:cNvContentPartPr/>
                <p14:nvPr/>
              </p14:nvContentPartPr>
              <p14:xfrm>
                <a:off x="6886980" y="6278768"/>
                <a:ext cx="59760" cy="192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462C1D-097B-06C9-C9C7-ED2BA0B6FA7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878340" y="6270128"/>
                  <a:ext cx="77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28C2A87-2B79-6595-4B67-BBA2DB80BE26}"/>
                    </a:ext>
                  </a:extLst>
                </p14:cNvPr>
                <p14:cNvContentPartPr/>
                <p14:nvPr/>
              </p14:nvContentPartPr>
              <p14:xfrm>
                <a:off x="7003260" y="6265448"/>
                <a:ext cx="157320" cy="259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28C2A87-2B79-6595-4B67-BBA2DB80BE2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994620" y="6256808"/>
                  <a:ext cx="17496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D238D34-7FC5-5179-D3CA-C2DB38336F12}"/>
              </a:ext>
            </a:extLst>
          </p:cNvPr>
          <p:cNvGrpSpPr/>
          <p:nvPr/>
        </p:nvGrpSpPr>
        <p:grpSpPr>
          <a:xfrm>
            <a:off x="4267980" y="4981688"/>
            <a:ext cx="1401840" cy="203400"/>
            <a:chOff x="4267980" y="4981688"/>
            <a:chExt cx="14018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9D7BBD5-7157-C0F7-81E7-C254AE18CE6E}"/>
                    </a:ext>
                  </a:extLst>
                </p14:cNvPr>
                <p14:cNvContentPartPr/>
                <p14:nvPr/>
              </p14:nvContentPartPr>
              <p14:xfrm>
                <a:off x="4270500" y="4981688"/>
                <a:ext cx="1399320" cy="203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9D7BBD5-7157-C0F7-81E7-C254AE18CE6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261500" y="4972688"/>
                  <a:ext cx="1416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50E8C-C6D1-9F75-A726-B2DFBD7F31FF}"/>
                    </a:ext>
                  </a:extLst>
                </p14:cNvPr>
                <p14:cNvContentPartPr/>
                <p14:nvPr/>
              </p14:nvContentPartPr>
              <p14:xfrm>
                <a:off x="4267980" y="5038208"/>
                <a:ext cx="167400" cy="131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50E8C-C6D1-9F75-A726-B2DFBD7F31F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259340" y="5029208"/>
                  <a:ext cx="18504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648504B-3A3D-5015-463A-7545C4B7BB2B}"/>
              </a:ext>
            </a:extLst>
          </p:cNvPr>
          <p:cNvGrpSpPr/>
          <p:nvPr/>
        </p:nvGrpSpPr>
        <p:grpSpPr>
          <a:xfrm>
            <a:off x="5988780" y="4904288"/>
            <a:ext cx="688320" cy="185760"/>
            <a:chOff x="5988780" y="4904288"/>
            <a:chExt cx="68832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D9F9BE7-22CA-5A6E-007E-09D9B53CB035}"/>
                    </a:ext>
                  </a:extLst>
                </p14:cNvPr>
                <p14:cNvContentPartPr/>
                <p14:nvPr/>
              </p14:nvContentPartPr>
              <p14:xfrm>
                <a:off x="6000660" y="4904288"/>
                <a:ext cx="43560" cy="185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D9F9BE7-22CA-5A6E-007E-09D9B53CB03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91660" y="4895648"/>
                  <a:ext cx="61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7CEA007-2502-7C32-AC3D-AB3F85613805}"/>
                    </a:ext>
                  </a:extLst>
                </p14:cNvPr>
                <p14:cNvContentPartPr/>
                <p14:nvPr/>
              </p14:nvContentPartPr>
              <p14:xfrm>
                <a:off x="5988780" y="5028848"/>
                <a:ext cx="126360" cy="11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7CEA007-2502-7C32-AC3D-AB3F8561380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979780" y="5020208"/>
                  <a:ext cx="144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780360F-87D0-9DF7-DE54-7250570CD992}"/>
                    </a:ext>
                  </a:extLst>
                </p14:cNvPr>
                <p14:cNvContentPartPr/>
                <p14:nvPr/>
              </p14:nvContentPartPr>
              <p14:xfrm>
                <a:off x="6147900" y="5036768"/>
                <a:ext cx="127800" cy="34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780360F-87D0-9DF7-DE54-7250570CD99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138900" y="5027768"/>
                  <a:ext cx="145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1850970-D071-4667-4D12-DFCCEB2AFB8C}"/>
                    </a:ext>
                  </a:extLst>
                </p14:cNvPr>
                <p14:cNvContentPartPr/>
                <p14:nvPr/>
              </p14:nvContentPartPr>
              <p14:xfrm>
                <a:off x="6281100" y="4909688"/>
                <a:ext cx="57240" cy="159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1850970-D071-4667-4D12-DFCCEB2AFB8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272460" y="4900688"/>
                  <a:ext cx="74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E83FD16-4FA9-BFA2-F88C-5E0882B1CD3C}"/>
                    </a:ext>
                  </a:extLst>
                </p14:cNvPr>
                <p14:cNvContentPartPr/>
                <p14:nvPr/>
              </p14:nvContentPartPr>
              <p14:xfrm>
                <a:off x="6352740" y="4986368"/>
                <a:ext cx="225720" cy="80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E83FD16-4FA9-BFA2-F88C-5E0882B1CD3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343740" y="4977368"/>
                  <a:ext cx="243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92474F9-E6C7-61DC-EB4F-83FC1F07CA0A}"/>
                    </a:ext>
                  </a:extLst>
                </p14:cNvPr>
                <p14:cNvContentPartPr/>
                <p14:nvPr/>
              </p14:nvContentPartPr>
              <p14:xfrm>
                <a:off x="6534540" y="4970888"/>
                <a:ext cx="142560" cy="106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92474F9-E6C7-61DC-EB4F-83FC1F07CA0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525900" y="4961888"/>
                  <a:ext cx="1602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79C1F5A-45D5-F0E8-98EB-98DA3FA5A609}"/>
              </a:ext>
            </a:extLst>
          </p:cNvPr>
          <p:cNvGrpSpPr/>
          <p:nvPr/>
        </p:nvGrpSpPr>
        <p:grpSpPr>
          <a:xfrm>
            <a:off x="6986700" y="4907528"/>
            <a:ext cx="894240" cy="284040"/>
            <a:chOff x="6986700" y="4907528"/>
            <a:chExt cx="8942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C031470-3F94-734E-9753-A7FBE8873F07}"/>
                    </a:ext>
                  </a:extLst>
                </p14:cNvPr>
                <p14:cNvContentPartPr/>
                <p14:nvPr/>
              </p14:nvContentPartPr>
              <p14:xfrm>
                <a:off x="6986700" y="4907528"/>
                <a:ext cx="170280" cy="189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C031470-3F94-734E-9753-A7FBE8873F0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977700" y="4898888"/>
                  <a:ext cx="187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40D2FA3-DB86-7D01-CE8E-AC388AE310DB}"/>
                    </a:ext>
                  </a:extLst>
                </p14:cNvPr>
                <p14:cNvContentPartPr/>
                <p14:nvPr/>
              </p14:nvContentPartPr>
              <p14:xfrm>
                <a:off x="7170300" y="4993208"/>
                <a:ext cx="88560" cy="72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40D2FA3-DB86-7D01-CE8E-AC388AE310D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161660" y="4984208"/>
                  <a:ext cx="106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A55B098-B884-2170-CFB2-46F20812DB95}"/>
                    </a:ext>
                  </a:extLst>
                </p14:cNvPr>
                <p14:cNvContentPartPr/>
                <p14:nvPr/>
              </p14:nvContentPartPr>
              <p14:xfrm>
                <a:off x="7315020" y="5003288"/>
                <a:ext cx="171360" cy="514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A55B098-B884-2170-CFB2-46F20812DB9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306020" y="4994288"/>
                  <a:ext cx="189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97E9074-113B-F378-EA3C-35CA77A127CD}"/>
                    </a:ext>
                  </a:extLst>
                </p14:cNvPr>
                <p14:cNvContentPartPr/>
                <p14:nvPr/>
              </p14:nvContentPartPr>
              <p14:xfrm>
                <a:off x="7548300" y="4985288"/>
                <a:ext cx="332640" cy="206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97E9074-113B-F378-EA3C-35CA77A127C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539660" y="4976648"/>
                  <a:ext cx="35028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54A551B-8FBA-629C-F397-46A2E2E3056B}"/>
              </a:ext>
            </a:extLst>
          </p:cNvPr>
          <p:cNvGrpSpPr/>
          <p:nvPr/>
        </p:nvGrpSpPr>
        <p:grpSpPr>
          <a:xfrm>
            <a:off x="8114580" y="4904288"/>
            <a:ext cx="261360" cy="217080"/>
            <a:chOff x="8114580" y="4904288"/>
            <a:chExt cx="26136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A8B3305-1B8E-682A-F633-811025B79A5D}"/>
                    </a:ext>
                  </a:extLst>
                </p14:cNvPr>
                <p14:cNvContentPartPr/>
                <p14:nvPr/>
              </p14:nvContentPartPr>
              <p14:xfrm>
                <a:off x="8115300" y="4904288"/>
                <a:ext cx="99360" cy="217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A8B3305-1B8E-682A-F633-811025B79A5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106300" y="4895648"/>
                  <a:ext cx="117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EC4D8C-B20D-34DB-F569-E9A4C130FD13}"/>
                    </a:ext>
                  </a:extLst>
                </p14:cNvPr>
                <p14:cNvContentPartPr/>
                <p14:nvPr/>
              </p14:nvContentPartPr>
              <p14:xfrm>
                <a:off x="8114580" y="5014808"/>
                <a:ext cx="104760" cy="30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EC4D8C-B20D-34DB-F569-E9A4C130FD1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105940" y="5005808"/>
                  <a:ext cx="122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C92E280-91D8-1038-974D-DDDF7ED94E50}"/>
                    </a:ext>
                  </a:extLst>
                </p14:cNvPr>
                <p14:cNvContentPartPr/>
                <p14:nvPr/>
              </p14:nvContentPartPr>
              <p14:xfrm>
                <a:off x="8220060" y="5017688"/>
                <a:ext cx="155880" cy="59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C92E280-91D8-1038-974D-DDDF7ED94E5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211060" y="5009048"/>
                  <a:ext cx="173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703E12B-685C-2B0A-A30B-35F5A329FDD4}"/>
                    </a:ext>
                  </a:extLst>
                </p14:cNvPr>
                <p14:cNvContentPartPr/>
                <p14:nvPr/>
              </p14:nvContentPartPr>
              <p14:xfrm>
                <a:off x="8270820" y="5025968"/>
                <a:ext cx="104760" cy="70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703E12B-685C-2B0A-A30B-35F5A329FDD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262180" y="5017328"/>
                  <a:ext cx="1224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1F1F400-4C13-C654-B8E0-461B5D4FCC28}"/>
              </a:ext>
            </a:extLst>
          </p:cNvPr>
          <p:cNvGrpSpPr/>
          <p:nvPr/>
        </p:nvGrpSpPr>
        <p:grpSpPr>
          <a:xfrm>
            <a:off x="8676540" y="4915088"/>
            <a:ext cx="826560" cy="331920"/>
            <a:chOff x="8676540" y="4915088"/>
            <a:chExt cx="82656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3B4B7AB-D346-A29E-EDC1-D8F0D4D29957}"/>
                    </a:ext>
                  </a:extLst>
                </p14:cNvPr>
                <p14:cNvContentPartPr/>
                <p14:nvPr/>
              </p14:nvContentPartPr>
              <p14:xfrm>
                <a:off x="8676540" y="4915088"/>
                <a:ext cx="124920" cy="182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3B4B7AB-D346-A29E-EDC1-D8F0D4D2995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667900" y="4906448"/>
                  <a:ext cx="142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7064145-887D-CE20-83AD-DFA790EB6F79}"/>
                    </a:ext>
                  </a:extLst>
                </p14:cNvPr>
                <p14:cNvContentPartPr/>
                <p14:nvPr/>
              </p14:nvContentPartPr>
              <p14:xfrm>
                <a:off x="8820900" y="4978088"/>
                <a:ext cx="120600" cy="135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7064145-887D-CE20-83AD-DFA790EB6F7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811900" y="4969088"/>
                  <a:ext cx="138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47E2DAE-6496-93F3-708A-740775FD95D4}"/>
                    </a:ext>
                  </a:extLst>
                </p14:cNvPr>
                <p14:cNvContentPartPr/>
                <p14:nvPr/>
              </p14:nvContentPartPr>
              <p14:xfrm>
                <a:off x="9025380" y="5032088"/>
                <a:ext cx="124560" cy="107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47E2DAE-6496-93F3-708A-740775FD95D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016740" y="5023448"/>
                  <a:ext cx="142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959722-9F51-E14F-058A-258584FA8560}"/>
                    </a:ext>
                  </a:extLst>
                </p14:cNvPr>
                <p14:cNvContentPartPr/>
                <p14:nvPr/>
              </p14:nvContentPartPr>
              <p14:xfrm>
                <a:off x="9197100" y="5019488"/>
                <a:ext cx="306000" cy="227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959722-9F51-E14F-058A-258584FA856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188460" y="5010848"/>
                  <a:ext cx="32364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197929B-2C1E-145C-D2C4-47C20877D5BB}"/>
                  </a:ext>
                </a:extLst>
              </p14:cNvPr>
              <p14:cNvContentPartPr/>
              <p14:nvPr/>
            </p14:nvContentPartPr>
            <p14:xfrm>
              <a:off x="8153820" y="5352848"/>
              <a:ext cx="138240" cy="2070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197929B-2C1E-145C-D2C4-47C20877D5BB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145180" y="5344208"/>
                <a:ext cx="155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5C40ADB-D6AE-62E6-A046-0F10AA734DF1}"/>
                  </a:ext>
                </a:extLst>
              </p14:cNvPr>
              <p14:cNvContentPartPr/>
              <p14:nvPr/>
            </p14:nvContentPartPr>
            <p14:xfrm>
              <a:off x="8342460" y="5443928"/>
              <a:ext cx="91080" cy="691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5C40ADB-D6AE-62E6-A046-0F10AA734DF1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8333460" y="5435288"/>
                <a:ext cx="108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DBA00142-D8DD-8383-2394-4292D6A68E46}"/>
                  </a:ext>
                </a:extLst>
              </p14:cNvPr>
              <p14:cNvContentPartPr/>
              <p14:nvPr/>
            </p14:nvContentPartPr>
            <p14:xfrm>
              <a:off x="8504820" y="5459048"/>
              <a:ext cx="228240" cy="637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DBA00142-D8DD-8383-2394-4292D6A68E4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495820" y="5450048"/>
                <a:ext cx="2458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59601993-9E82-D7BA-F668-85E3A166312D}"/>
                  </a:ext>
                </a:extLst>
              </p14:cNvPr>
              <p14:cNvContentPartPr/>
              <p14:nvPr/>
            </p14:nvContentPartPr>
            <p14:xfrm>
              <a:off x="8790660" y="5475968"/>
              <a:ext cx="67680" cy="450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59601993-9E82-D7BA-F668-85E3A166312D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8781660" y="5466968"/>
                <a:ext cx="853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B84F8DE1-BB0D-40CE-9DB0-6ED43E6E8DD0}"/>
                  </a:ext>
                </a:extLst>
              </p14:cNvPr>
              <p14:cNvContentPartPr/>
              <p14:nvPr/>
            </p14:nvContentPartPr>
            <p14:xfrm>
              <a:off x="8754300" y="5366888"/>
              <a:ext cx="4320" cy="64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B84F8DE1-BB0D-40CE-9DB0-6ED43E6E8DD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8745300" y="5357888"/>
                <a:ext cx="219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8AEB281D-BEFF-2C9A-D20B-CB01EC581309}"/>
                  </a:ext>
                </a:extLst>
              </p14:cNvPr>
              <p14:cNvContentPartPr/>
              <p14:nvPr/>
            </p14:nvContentPartPr>
            <p14:xfrm>
              <a:off x="8899740" y="5455088"/>
              <a:ext cx="150840" cy="572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8AEB281D-BEFF-2C9A-D20B-CB01EC581309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8890740" y="5446088"/>
                <a:ext cx="1684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E6E70B9-8D64-83EB-BE09-E7C070BC3AF3}"/>
                  </a:ext>
                </a:extLst>
              </p14:cNvPr>
              <p14:cNvContentPartPr/>
              <p14:nvPr/>
            </p14:nvContentPartPr>
            <p14:xfrm>
              <a:off x="9063900" y="5439608"/>
              <a:ext cx="87840" cy="900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E6E70B9-8D64-83EB-BE09-E7C070BC3AF3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055260" y="5430608"/>
                <a:ext cx="105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49BDA5D-5B7B-DE45-6361-937323D33B20}"/>
                  </a:ext>
                </a:extLst>
              </p14:cNvPr>
              <p14:cNvContentPartPr/>
              <p14:nvPr/>
            </p14:nvContentPartPr>
            <p14:xfrm>
              <a:off x="9201060" y="5472008"/>
              <a:ext cx="119160" cy="450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49BDA5D-5B7B-DE45-6361-937323D33B20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9192060" y="5463008"/>
                <a:ext cx="1368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1526D6DC-A2A9-8641-8682-E367BC8FB6D3}"/>
                  </a:ext>
                </a:extLst>
              </p14:cNvPr>
              <p14:cNvContentPartPr/>
              <p14:nvPr/>
            </p14:nvContentPartPr>
            <p14:xfrm>
              <a:off x="9331020" y="5335568"/>
              <a:ext cx="61200" cy="1648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1526D6DC-A2A9-8641-8682-E367BC8FB6D3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9322020" y="5326568"/>
                <a:ext cx="788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72F4FC8-EB0E-A67D-7A40-6804942E9EBA}"/>
                  </a:ext>
                </a:extLst>
              </p14:cNvPr>
              <p14:cNvContentPartPr/>
              <p14:nvPr/>
            </p14:nvContentPartPr>
            <p14:xfrm>
              <a:off x="9291060" y="5452208"/>
              <a:ext cx="123120" cy="237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72F4FC8-EB0E-A67D-7A40-6804942E9EBA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9282420" y="5443568"/>
                <a:ext cx="1407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F2818EF-704A-B984-2557-46B105835292}"/>
              </a:ext>
            </a:extLst>
          </p:cNvPr>
          <p:cNvGrpSpPr/>
          <p:nvPr/>
        </p:nvGrpSpPr>
        <p:grpSpPr>
          <a:xfrm>
            <a:off x="9615780" y="5243048"/>
            <a:ext cx="630360" cy="367920"/>
            <a:chOff x="9615780" y="5243048"/>
            <a:chExt cx="6303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F85C626-3CD3-EC81-FEFF-D728326FB9AB}"/>
                    </a:ext>
                  </a:extLst>
                </p14:cNvPr>
                <p14:cNvContentPartPr/>
                <p14:nvPr/>
              </p14:nvContentPartPr>
              <p14:xfrm>
                <a:off x="9615780" y="5411888"/>
                <a:ext cx="120240" cy="1990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F85C626-3CD3-EC81-FEFF-D728326FB9A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06780" y="5403248"/>
                  <a:ext cx="137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38726A0-6513-F39D-9CED-3ECE488AD32F}"/>
                    </a:ext>
                  </a:extLst>
                </p14:cNvPr>
                <p14:cNvContentPartPr/>
                <p14:nvPr/>
              </p14:nvContentPartPr>
              <p14:xfrm>
                <a:off x="9802980" y="5433488"/>
                <a:ext cx="115560" cy="69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38726A0-6513-F39D-9CED-3ECE488AD32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794340" y="5424848"/>
                  <a:ext cx="133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F2EC482-235E-8990-FC18-56AD176C7FA1}"/>
                    </a:ext>
                  </a:extLst>
                </p14:cNvPr>
                <p14:cNvContentPartPr/>
                <p14:nvPr/>
              </p14:nvContentPartPr>
              <p14:xfrm>
                <a:off x="9944820" y="5243048"/>
                <a:ext cx="301320" cy="264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F2EC482-235E-8990-FC18-56AD176C7FA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936180" y="5234048"/>
                  <a:ext cx="31896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7C44F2A-7D8D-1654-862A-68BA6F3855CA}"/>
              </a:ext>
            </a:extLst>
          </p:cNvPr>
          <p:cNvGrpSpPr/>
          <p:nvPr/>
        </p:nvGrpSpPr>
        <p:grpSpPr>
          <a:xfrm>
            <a:off x="10510380" y="5314688"/>
            <a:ext cx="235440" cy="180360"/>
            <a:chOff x="10510380" y="5314688"/>
            <a:chExt cx="23544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2B15779-E6FF-69BF-0FF1-515B733338D0}"/>
                    </a:ext>
                  </a:extLst>
                </p14:cNvPr>
                <p14:cNvContentPartPr/>
                <p14:nvPr/>
              </p14:nvContentPartPr>
              <p14:xfrm>
                <a:off x="10525860" y="5408288"/>
                <a:ext cx="47880" cy="78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2B15779-E6FF-69BF-0FF1-515B733338D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516860" y="5399288"/>
                  <a:ext cx="65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08CD8B2-2518-0894-8BD2-34831E429C7A}"/>
                    </a:ext>
                  </a:extLst>
                </p14:cNvPr>
                <p14:cNvContentPartPr/>
                <p14:nvPr/>
              </p14:nvContentPartPr>
              <p14:xfrm>
                <a:off x="10510380" y="5314688"/>
                <a:ext cx="39240" cy="50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08CD8B2-2518-0894-8BD2-34831E429C7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501380" y="5306048"/>
                  <a:ext cx="56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A92182B-1EFA-3BC4-E626-0AAC933CE927}"/>
                    </a:ext>
                  </a:extLst>
                </p14:cNvPr>
                <p14:cNvContentPartPr/>
                <p14:nvPr/>
              </p14:nvContentPartPr>
              <p14:xfrm>
                <a:off x="10639260" y="5386688"/>
                <a:ext cx="106560" cy="108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A92182B-1EFA-3BC4-E626-0AAC933CE92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630620" y="5378048"/>
                  <a:ext cx="1242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4D536E89-9DEA-78F6-A3C4-D9B127BB3DF6}"/>
              </a:ext>
            </a:extLst>
          </p:cNvPr>
          <p:cNvGrpSpPr/>
          <p:nvPr/>
        </p:nvGrpSpPr>
        <p:grpSpPr>
          <a:xfrm>
            <a:off x="8586540" y="5709608"/>
            <a:ext cx="244440" cy="208800"/>
            <a:chOff x="8586540" y="5709608"/>
            <a:chExt cx="2444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DF2AAE1-F4D4-C848-49EE-56A06A6E7E4C}"/>
                    </a:ext>
                  </a:extLst>
                </p14:cNvPr>
                <p14:cNvContentPartPr/>
                <p14:nvPr/>
              </p14:nvContentPartPr>
              <p14:xfrm>
                <a:off x="8586540" y="5844608"/>
                <a:ext cx="115920" cy="73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DF2AAE1-F4D4-C848-49EE-56A06A6E7E4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577540" y="5835608"/>
                  <a:ext cx="133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551090-26A9-96D6-6777-9710DE2826E4}"/>
                    </a:ext>
                  </a:extLst>
                </p14:cNvPr>
                <p14:cNvContentPartPr/>
                <p14:nvPr/>
              </p14:nvContentPartPr>
              <p14:xfrm>
                <a:off x="8712540" y="5709608"/>
                <a:ext cx="118440" cy="192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551090-26A9-96D6-6777-9710DE2826E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703900" y="5700968"/>
                  <a:ext cx="136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9F7014E-DCEE-E03F-2085-B235A4FAEABD}"/>
                    </a:ext>
                  </a:extLst>
                </p14:cNvPr>
                <p14:cNvContentPartPr/>
                <p14:nvPr/>
              </p14:nvContentPartPr>
              <p14:xfrm>
                <a:off x="8715060" y="5818688"/>
                <a:ext cx="111960" cy="10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9F7014E-DCEE-E03F-2085-B235A4FAEAB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706420" y="5810048"/>
                  <a:ext cx="12960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D6B89F0-99D6-C09E-393B-B09F6A6941ED}"/>
              </a:ext>
            </a:extLst>
          </p:cNvPr>
          <p:cNvGrpSpPr/>
          <p:nvPr/>
        </p:nvGrpSpPr>
        <p:grpSpPr>
          <a:xfrm>
            <a:off x="9107460" y="5767208"/>
            <a:ext cx="962640" cy="212040"/>
            <a:chOff x="9107460" y="5767208"/>
            <a:chExt cx="96264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67F9875-DBC7-EC19-89A2-697D2848A0F8}"/>
                    </a:ext>
                  </a:extLst>
                </p14:cNvPr>
                <p14:cNvContentPartPr/>
                <p14:nvPr/>
              </p14:nvContentPartPr>
              <p14:xfrm>
                <a:off x="9107460" y="5767208"/>
                <a:ext cx="213120" cy="2120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67F9875-DBC7-EC19-89A2-697D2848A0F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098460" y="5758568"/>
                  <a:ext cx="230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F9D55F9-2590-512C-9CD7-0329354A7C0C}"/>
                    </a:ext>
                  </a:extLst>
                </p14:cNvPr>
                <p14:cNvContentPartPr/>
                <p14:nvPr/>
              </p14:nvContentPartPr>
              <p14:xfrm>
                <a:off x="9162180" y="5901488"/>
                <a:ext cx="111960" cy="5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F9D55F9-2590-512C-9CD7-0329354A7C0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153540" y="5892848"/>
                  <a:ext cx="129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CE3680E-2F48-091B-FC2D-52E580BBA20A}"/>
                    </a:ext>
                  </a:extLst>
                </p14:cNvPr>
                <p14:cNvContentPartPr/>
                <p14:nvPr/>
              </p14:nvContentPartPr>
              <p14:xfrm>
                <a:off x="9466020" y="5901848"/>
                <a:ext cx="7272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CE3680E-2F48-091B-FC2D-52E580BBA20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457380" y="5893208"/>
                  <a:ext cx="90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D9C3B39-2B3B-5316-FB3B-2316796E00A0}"/>
                    </a:ext>
                  </a:extLst>
                </p14:cNvPr>
                <p14:cNvContentPartPr/>
                <p14:nvPr/>
              </p14:nvContentPartPr>
              <p14:xfrm>
                <a:off x="9424260" y="5835248"/>
                <a:ext cx="104400" cy="9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D9C3B39-2B3B-5316-FB3B-2316796E00A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415260" y="5826608"/>
                  <a:ext cx="122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0B39815-3768-2685-06F2-F12B5279AF8D}"/>
                    </a:ext>
                  </a:extLst>
                </p14:cNvPr>
                <p14:cNvContentPartPr/>
                <p14:nvPr/>
              </p14:nvContentPartPr>
              <p14:xfrm>
                <a:off x="9646740" y="5803568"/>
                <a:ext cx="136800" cy="1155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0B39815-3768-2685-06F2-F12B5279AF8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638100" y="5794568"/>
                  <a:ext cx="154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88AD7B1-CB68-5C62-4AC5-9E47B54BB1E3}"/>
                    </a:ext>
                  </a:extLst>
                </p14:cNvPr>
                <p14:cNvContentPartPr/>
                <p14:nvPr/>
              </p14:nvContentPartPr>
              <p14:xfrm>
                <a:off x="9860940" y="5948648"/>
                <a:ext cx="5400" cy="144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88AD7B1-CB68-5C62-4AC5-9E47B54BB1E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851940" y="5939648"/>
                  <a:ext cx="23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3DB3FE7-F211-8A08-D37A-99007BDA4922}"/>
                    </a:ext>
                  </a:extLst>
                </p14:cNvPr>
                <p14:cNvContentPartPr/>
                <p14:nvPr/>
              </p14:nvContentPartPr>
              <p14:xfrm>
                <a:off x="9939420" y="5771528"/>
                <a:ext cx="100080" cy="74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3DB3FE7-F211-8A08-D37A-99007BDA492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930780" y="5762888"/>
                  <a:ext cx="117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35F70C0-2755-9471-B9E1-A7BF4929BCF8}"/>
                    </a:ext>
                  </a:extLst>
                </p14:cNvPr>
                <p14:cNvContentPartPr/>
                <p14:nvPr/>
              </p14:nvContentPartPr>
              <p14:xfrm>
                <a:off x="9979740" y="5858288"/>
                <a:ext cx="90360" cy="73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35F70C0-2755-9471-B9E1-A7BF4929BCF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970740" y="5849288"/>
                  <a:ext cx="108000" cy="90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BIBO stability in the z-domain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LTI systems, stability means the unit circle is in the ROC.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4937760" cy="42062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Time-domain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600" b="1">
                <a:solidFill>
                  <a:srgbClr val="17212B"/>
                </a:solidFill>
                <a:latin typeface="Aptos"/>
              </a:rPr>
              <a:t>Σ |h[n]| &lt; 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sz="1700" b="0" i="1" dirty="0" err="1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ar-AE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700" b="0" i="1" dirty="0" smtClean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l-GR" sz="1700" i="1" dirty="0">
                            <a:solidFill>
                              <a:srgbClr val="53616E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l-GR" sz="1700" i="1" dirty="0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l-GR" sz="1700" i="1" dirty="0" err="1">
                                <a:solidFill>
                                  <a:srgbClr val="53616E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l-GR" sz="1700" b="0" i="1" dirty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dirty="0">
                    <a:solidFill>
                      <a:srgbClr val="53616E"/>
                    </a:solidFill>
                    <a:latin typeface="Aptos"/>
                  </a:rPr>
                  <a:t>converges for every </a:t>
                </a:r>
                <a14:m>
                  <m:oMath xmlns:m="http://schemas.openxmlformats.org/officeDocument/2006/math">
                    <m:r>
                      <a:rPr lang="el-GR" sz="1700" b="0" i="1" dirty="0" smtClean="0">
                        <a:solidFill>
                          <a:srgbClr val="53616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l-GR" sz="1700" b="0" dirty="0">
                    <a:solidFill>
                      <a:srgbClr val="53616E"/>
                    </a:solidFill>
                    <a:latin typeface="Aptos"/>
                  </a:rPr>
                  <a:t>.</a:t>
                </a:r>
                <a:endParaRPr sz="1700" b="0" dirty="0">
                  <a:solidFill>
                    <a:srgbClr val="53616E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56780"/>
                <a:ext cx="4297680" cy="635880"/>
              </a:xfrm>
              <a:prstGeom prst="rect">
                <a:avLst/>
              </a:prstGeom>
              <a:blipFill>
                <a:blip r:embed="rId2"/>
                <a:stretch>
                  <a:fillRect l="-709" t="-61538" r="-1560" b="-5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26480" y="1234440"/>
            <a:ext cx="4937760" cy="42062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z-plane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17212B"/>
                </a:solidFill>
                <a:latin typeface="Aptos"/>
              </a:rPr>
              <a:t>unit circle ⊂ 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42976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0">
                <a:solidFill>
                  <a:srgbClr val="53616E"/>
                </a:solidFill>
                <a:latin typeface="Aptos"/>
              </a:rPr>
              <a:t>The frequency response is finite all the way around |z|=1.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DB5B4F-695C-9EA2-3888-A538B2CF20A7}"/>
              </a:ext>
            </a:extLst>
          </p:cNvPr>
          <p:cNvGrpSpPr/>
          <p:nvPr/>
        </p:nvGrpSpPr>
        <p:grpSpPr>
          <a:xfrm>
            <a:off x="2514420" y="2555288"/>
            <a:ext cx="1099080" cy="189000"/>
            <a:chOff x="2514420" y="2555288"/>
            <a:chExt cx="109908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621EEA-32ED-6DF9-29A6-DB61810FD4BF}"/>
                    </a:ext>
                  </a:extLst>
                </p14:cNvPr>
                <p14:cNvContentPartPr/>
                <p14:nvPr/>
              </p14:nvContentPartPr>
              <p14:xfrm>
                <a:off x="2523420" y="2651408"/>
                <a:ext cx="1090080" cy="92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621EEA-32ED-6DF9-29A6-DB61810FD4B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14420" y="2642768"/>
                  <a:ext cx="1107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75607F-C7E8-90AB-2934-047332758649}"/>
                    </a:ext>
                  </a:extLst>
                </p14:cNvPr>
                <p14:cNvContentPartPr/>
                <p14:nvPr/>
              </p14:nvContentPartPr>
              <p14:xfrm>
                <a:off x="2514420" y="2555288"/>
                <a:ext cx="117360" cy="57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75607F-C7E8-90AB-2934-0473327586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05420" y="2546288"/>
                  <a:ext cx="13500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735DB37-04B3-B242-068E-090878146F4A}"/>
                  </a:ext>
                </a:extLst>
              </p14:cNvPr>
              <p14:cNvContentPartPr/>
              <p14:nvPr/>
            </p14:nvContentPartPr>
            <p14:xfrm>
              <a:off x="1478340" y="4245848"/>
              <a:ext cx="101160" cy="226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735DB37-04B3-B242-068E-090878146F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9340" y="4237208"/>
                <a:ext cx="1188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07B259C-AC93-DCAB-8744-545BFA3846E4}"/>
                  </a:ext>
                </a:extLst>
              </p14:cNvPr>
              <p14:cNvContentPartPr/>
              <p14:nvPr/>
            </p14:nvContentPartPr>
            <p14:xfrm>
              <a:off x="1558620" y="4359968"/>
              <a:ext cx="80640" cy="14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07B259C-AC93-DCAB-8744-545BFA3846E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49620" y="4350968"/>
                <a:ext cx="982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1F354B-E600-71D9-F8EA-0A2F14251BA9}"/>
                  </a:ext>
                </a:extLst>
              </p14:cNvPr>
              <p14:cNvContentPartPr/>
              <p14:nvPr/>
            </p14:nvContentPartPr>
            <p14:xfrm>
              <a:off x="1605060" y="4275728"/>
              <a:ext cx="75240" cy="160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1F354B-E600-71D9-F8EA-0A2F14251B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96420" y="4266728"/>
                <a:ext cx="928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65ECD8A-29C0-E2A7-220E-60930466E4AD}"/>
                  </a:ext>
                </a:extLst>
              </p14:cNvPr>
              <p14:cNvContentPartPr/>
              <p14:nvPr/>
            </p14:nvContentPartPr>
            <p14:xfrm>
              <a:off x="1705140" y="4187528"/>
              <a:ext cx="139320" cy="261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65ECD8A-29C0-E2A7-220E-60930466E4A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6500" y="4178528"/>
                <a:ext cx="1569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73232D-C9D8-B189-061A-0262FA37E62E}"/>
                  </a:ext>
                </a:extLst>
              </p14:cNvPr>
              <p14:cNvContentPartPr/>
              <p14:nvPr/>
            </p14:nvContentPartPr>
            <p14:xfrm>
              <a:off x="1839060" y="4312448"/>
              <a:ext cx="174240" cy="12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73232D-C9D8-B189-061A-0262FA37E62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30060" y="4303808"/>
                <a:ext cx="1918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B120AD3-8D4C-6DA3-C2C6-E037F64B3978}"/>
                  </a:ext>
                </a:extLst>
              </p14:cNvPr>
              <p14:cNvContentPartPr/>
              <p14:nvPr/>
            </p14:nvContentPartPr>
            <p14:xfrm>
              <a:off x="1927260" y="4140728"/>
              <a:ext cx="72720" cy="154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B120AD3-8D4C-6DA3-C2C6-E037F64B39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18620" y="4131728"/>
                <a:ext cx="903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C6B2C0B-243B-C399-3468-02F40DC77436}"/>
                  </a:ext>
                </a:extLst>
              </p14:cNvPr>
              <p14:cNvContentPartPr/>
              <p14:nvPr/>
            </p14:nvContentPartPr>
            <p14:xfrm>
              <a:off x="1867140" y="3984848"/>
              <a:ext cx="3600" cy="28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C6B2C0B-243B-C399-3468-02F40DC774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58140" y="3975848"/>
                <a:ext cx="212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B8EFEC7-5EFE-F4BB-3475-57C23CA367DA}"/>
                  </a:ext>
                </a:extLst>
              </p14:cNvPr>
              <p14:cNvContentPartPr/>
              <p14:nvPr/>
            </p14:nvContentPartPr>
            <p14:xfrm>
              <a:off x="2044980" y="4096448"/>
              <a:ext cx="153000" cy="96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B8EFEC7-5EFE-F4BB-3475-57C23CA367D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6340" y="4087808"/>
                <a:ext cx="1706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5194648-4B74-2963-4C4C-DD2F24D514BE}"/>
                  </a:ext>
                </a:extLst>
              </p14:cNvPr>
              <p14:cNvContentPartPr/>
              <p14:nvPr/>
            </p14:nvContentPartPr>
            <p14:xfrm>
              <a:off x="2290860" y="4057568"/>
              <a:ext cx="111600" cy="3301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5194648-4B74-2963-4C4C-DD2F24D514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82220" y="4048568"/>
                <a:ext cx="1292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945C008-8CB9-120D-D98E-0E0C1D642EF4}"/>
                  </a:ext>
                </a:extLst>
              </p14:cNvPr>
              <p14:cNvContentPartPr/>
              <p14:nvPr/>
            </p14:nvContentPartPr>
            <p14:xfrm>
              <a:off x="2946420" y="4511168"/>
              <a:ext cx="110520" cy="586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945C008-8CB9-120D-D98E-0E0C1D642EF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37420" y="4502168"/>
                <a:ext cx="128160" cy="7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0BD51E46-1C32-A56C-EEE0-ABAF9A5A903B}"/>
              </a:ext>
            </a:extLst>
          </p:cNvPr>
          <p:cNvGrpSpPr/>
          <p:nvPr/>
        </p:nvGrpSpPr>
        <p:grpSpPr>
          <a:xfrm>
            <a:off x="2607660" y="3938048"/>
            <a:ext cx="2198520" cy="442080"/>
            <a:chOff x="2607660" y="3938048"/>
            <a:chExt cx="21985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85EE9A4-174F-3D53-9BC6-3F750F8DE95A}"/>
                    </a:ext>
                  </a:extLst>
                </p14:cNvPr>
                <p14:cNvContentPartPr/>
                <p14:nvPr/>
              </p14:nvContentPartPr>
              <p14:xfrm>
                <a:off x="2622420" y="4320008"/>
                <a:ext cx="126000" cy="1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85EE9A4-174F-3D53-9BC6-3F750F8DE9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13780" y="4311008"/>
                  <a:ext cx="143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55031A-187C-E789-3F3A-368903917C63}"/>
                    </a:ext>
                  </a:extLst>
                </p14:cNvPr>
                <p14:cNvContentPartPr/>
                <p14:nvPr/>
              </p14:nvContentPartPr>
              <p14:xfrm>
                <a:off x="2607660" y="4264208"/>
                <a:ext cx="135720" cy="2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55031A-187C-E789-3F3A-368903917C6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8660" y="4255568"/>
                  <a:ext cx="153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0C9EDC-F64B-A91F-2D65-5EC6798F0D41}"/>
                    </a:ext>
                  </a:extLst>
                </p14:cNvPr>
                <p14:cNvContentPartPr/>
                <p14:nvPr/>
              </p14:nvContentPartPr>
              <p14:xfrm>
                <a:off x="2844540" y="4156568"/>
                <a:ext cx="319680" cy="223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0C9EDC-F64B-A91F-2D65-5EC6798F0D4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35900" y="4147928"/>
                  <a:ext cx="337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24F029-5EDF-9A0A-0804-580C9827C759}"/>
                    </a:ext>
                  </a:extLst>
                </p14:cNvPr>
                <p14:cNvContentPartPr/>
                <p14:nvPr/>
              </p14:nvContentPartPr>
              <p14:xfrm>
                <a:off x="3293100" y="4124888"/>
                <a:ext cx="152640" cy="221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24F029-5EDF-9A0A-0804-580C9827C7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84100" y="4116248"/>
                  <a:ext cx="170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D055AB-B058-AA72-9DE9-14486AB4A49B}"/>
                    </a:ext>
                  </a:extLst>
                </p14:cNvPr>
                <p14:cNvContentPartPr/>
                <p14:nvPr/>
              </p14:nvContentPartPr>
              <p14:xfrm>
                <a:off x="3492180" y="4088888"/>
                <a:ext cx="113400" cy="265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D055AB-B058-AA72-9DE9-14486AB4A49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83540" y="4080248"/>
                  <a:ext cx="1310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A74332-4CCF-5778-5228-3D0597E83A05}"/>
                    </a:ext>
                  </a:extLst>
                </p14:cNvPr>
                <p14:cNvContentPartPr/>
                <p14:nvPr/>
              </p14:nvContentPartPr>
              <p14:xfrm>
                <a:off x="3622860" y="4248728"/>
                <a:ext cx="114120" cy="47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A74332-4CCF-5778-5228-3D0597E83A0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14220" y="4239728"/>
                  <a:ext cx="131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FED14A-7068-84CF-D052-C61DE0E77668}"/>
                    </a:ext>
                  </a:extLst>
                </p14:cNvPr>
                <p14:cNvContentPartPr/>
                <p14:nvPr/>
              </p14:nvContentPartPr>
              <p14:xfrm>
                <a:off x="3714660" y="4095368"/>
                <a:ext cx="158400" cy="27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FED14A-7068-84CF-D052-C61DE0E776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05660" y="4086728"/>
                  <a:ext cx="176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E11C8B-D50F-4A88-2CDC-248CEBC08CED}"/>
                    </a:ext>
                  </a:extLst>
                </p14:cNvPr>
                <p14:cNvContentPartPr/>
                <p14:nvPr/>
              </p14:nvContentPartPr>
              <p14:xfrm>
                <a:off x="4014540" y="4223168"/>
                <a:ext cx="150120" cy="119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E11C8B-D50F-4A88-2CDC-248CEBC08CE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05900" y="4214168"/>
                  <a:ext cx="167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B57D5D-47F2-EEAA-9F3E-FF0455B0C1C7}"/>
                    </a:ext>
                  </a:extLst>
                </p14:cNvPr>
                <p14:cNvContentPartPr/>
                <p14:nvPr/>
              </p14:nvContentPartPr>
              <p14:xfrm>
                <a:off x="4129380" y="4093208"/>
                <a:ext cx="115200" cy="1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B57D5D-47F2-EEAA-9F3E-FF0455B0C1C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20740" y="4084208"/>
                  <a:ext cx="132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87AC67-2278-854E-2176-94F29021225C}"/>
                    </a:ext>
                  </a:extLst>
                </p14:cNvPr>
                <p14:cNvContentPartPr/>
                <p14:nvPr/>
              </p14:nvContentPartPr>
              <p14:xfrm>
                <a:off x="4300740" y="4052168"/>
                <a:ext cx="69480" cy="196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87AC67-2278-854E-2176-94F2902122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91740" y="4043528"/>
                  <a:ext cx="87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1FDEE4-46EF-4BC8-CA6A-28B7E4BC675E}"/>
                    </a:ext>
                  </a:extLst>
                </p14:cNvPr>
                <p14:cNvContentPartPr/>
                <p14:nvPr/>
              </p14:nvContentPartPr>
              <p14:xfrm>
                <a:off x="4255020" y="3938048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1FDEE4-46EF-4BC8-CA6A-28B7E4BC67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46020" y="3929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7EE5BE5-5CF1-A27A-948F-9348069A5F05}"/>
                    </a:ext>
                  </a:extLst>
                </p14:cNvPr>
                <p14:cNvContentPartPr/>
                <p14:nvPr/>
              </p14:nvContentPartPr>
              <p14:xfrm>
                <a:off x="4383900" y="3989528"/>
                <a:ext cx="192600" cy="105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7EE5BE5-5CF1-A27A-948F-9348069A5F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74900" y="3980528"/>
                  <a:ext cx="210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29F049A-226D-2823-32AB-552E1430BFCA}"/>
                    </a:ext>
                  </a:extLst>
                </p14:cNvPr>
                <p14:cNvContentPartPr/>
                <p14:nvPr/>
              </p14:nvContentPartPr>
              <p14:xfrm>
                <a:off x="4642020" y="3983768"/>
                <a:ext cx="164160" cy="56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29F049A-226D-2823-32AB-552E1430BF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33020" y="3975128"/>
                  <a:ext cx="18180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6EE74AD-26D7-0B37-6FCA-8C8C001790CB}"/>
              </a:ext>
            </a:extLst>
          </p:cNvPr>
          <p:cNvGrpSpPr/>
          <p:nvPr/>
        </p:nvGrpSpPr>
        <p:grpSpPr>
          <a:xfrm>
            <a:off x="5147820" y="4066568"/>
            <a:ext cx="754560" cy="257400"/>
            <a:chOff x="5147820" y="4066568"/>
            <a:chExt cx="7545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ACDF26D-8594-D468-92F6-6D6EDEBD6099}"/>
                    </a:ext>
                  </a:extLst>
                </p14:cNvPr>
                <p14:cNvContentPartPr/>
                <p14:nvPr/>
              </p14:nvContentPartPr>
              <p14:xfrm>
                <a:off x="5147820" y="4104368"/>
                <a:ext cx="184320" cy="219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ACDF26D-8594-D468-92F6-6D6EDEBD609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39180" y="4095728"/>
                  <a:ext cx="201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FD039F-3003-59A3-6295-9E8357AC4C0E}"/>
                    </a:ext>
                  </a:extLst>
                </p14:cNvPr>
                <p14:cNvContentPartPr/>
                <p14:nvPr/>
              </p14:nvContentPartPr>
              <p14:xfrm>
                <a:off x="5405220" y="4182128"/>
                <a:ext cx="19080" cy="115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FD039F-3003-59A3-6295-9E8357AC4C0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96220" y="4173488"/>
                  <a:ext cx="36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0EF86DC-01AA-12D6-E2C0-88B9E41E024E}"/>
                    </a:ext>
                  </a:extLst>
                </p14:cNvPr>
                <p14:cNvContentPartPr/>
                <p14:nvPr/>
              </p14:nvContentPartPr>
              <p14:xfrm>
                <a:off x="5279220" y="4095008"/>
                <a:ext cx="171000" cy="2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0EF86DC-01AA-12D6-E2C0-88B9E41E024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270220" y="4086368"/>
                  <a:ext cx="18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C26A98-95E9-C5C8-398F-4C1748394942}"/>
                    </a:ext>
                  </a:extLst>
                </p14:cNvPr>
                <p14:cNvContentPartPr/>
                <p14:nvPr/>
              </p14:nvContentPartPr>
              <p14:xfrm>
                <a:off x="5567220" y="4166648"/>
                <a:ext cx="17640" cy="115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C26A98-95E9-C5C8-398F-4C174839494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58220" y="4157648"/>
                  <a:ext cx="35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751937-BCE1-FE1B-3FC8-716A945AED3E}"/>
                    </a:ext>
                  </a:extLst>
                </p14:cNvPr>
                <p14:cNvContentPartPr/>
                <p14:nvPr/>
              </p14:nvContentPartPr>
              <p14:xfrm>
                <a:off x="5507100" y="4103648"/>
                <a:ext cx="119880" cy="16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751937-BCE1-FE1B-3FC8-716A945AED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498100" y="4094648"/>
                  <a:ext cx="137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64AF983-222A-0F63-0B69-92155C9790EB}"/>
                    </a:ext>
                  </a:extLst>
                </p14:cNvPr>
                <p14:cNvContentPartPr/>
                <p14:nvPr/>
              </p14:nvContentPartPr>
              <p14:xfrm>
                <a:off x="5533020" y="4197608"/>
                <a:ext cx="119520" cy="9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64AF983-222A-0F63-0B69-92155C9790E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24020" y="4188608"/>
                  <a:ext cx="137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28871A-02F5-AE09-2B4D-101D73379B6F}"/>
                    </a:ext>
                  </a:extLst>
                </p14:cNvPr>
                <p14:cNvContentPartPr/>
                <p14:nvPr/>
              </p14:nvContentPartPr>
              <p14:xfrm>
                <a:off x="5803020" y="4151168"/>
                <a:ext cx="34920" cy="161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28871A-02F5-AE09-2B4D-101D73379B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94380" y="4142168"/>
                  <a:ext cx="52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D4644C-4F52-6AE4-F8DC-512937AB43CC}"/>
                    </a:ext>
                  </a:extLst>
                </p14:cNvPr>
                <p14:cNvContentPartPr/>
                <p14:nvPr/>
              </p14:nvContentPartPr>
              <p14:xfrm>
                <a:off x="5647860" y="4066568"/>
                <a:ext cx="254520" cy="48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D4644C-4F52-6AE4-F8DC-512937AB43C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638860" y="4057568"/>
                  <a:ext cx="27216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455E787-592C-0C9E-97D7-20218002AD38}"/>
              </a:ext>
            </a:extLst>
          </p:cNvPr>
          <p:cNvGrpSpPr/>
          <p:nvPr/>
        </p:nvGrpSpPr>
        <p:grpSpPr>
          <a:xfrm>
            <a:off x="1402020" y="4940648"/>
            <a:ext cx="764640" cy="246240"/>
            <a:chOff x="1402020" y="4940648"/>
            <a:chExt cx="7646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7F88F9-AD17-608A-6727-42F227A8AC47}"/>
                    </a:ext>
                  </a:extLst>
                </p14:cNvPr>
                <p14:cNvContentPartPr/>
                <p14:nvPr/>
              </p14:nvContentPartPr>
              <p14:xfrm>
                <a:off x="1402020" y="5048648"/>
                <a:ext cx="170280" cy="136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7F88F9-AD17-608A-6727-42F227A8AC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93020" y="5039648"/>
                  <a:ext cx="187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167812-AD95-8B59-4EEF-46A3456C8151}"/>
                    </a:ext>
                  </a:extLst>
                </p14:cNvPr>
                <p14:cNvContentPartPr/>
                <p14:nvPr/>
              </p14:nvContentPartPr>
              <p14:xfrm>
                <a:off x="1579140" y="5096528"/>
                <a:ext cx="105840" cy="88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167812-AD95-8B59-4EEF-46A3456C81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70500" y="5087888"/>
                  <a:ext cx="123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8DAFBB-8512-7EC4-3844-39D7E81AB817}"/>
                    </a:ext>
                  </a:extLst>
                </p14:cNvPr>
                <p14:cNvContentPartPr/>
                <p14:nvPr/>
              </p14:nvContentPartPr>
              <p14:xfrm>
                <a:off x="1582020" y="5091488"/>
                <a:ext cx="91080" cy="91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8DAFBB-8512-7EC4-3844-39D7E81AB81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73020" y="5082488"/>
                  <a:ext cx="108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D7C7CA-0C1D-307A-2A2D-B3D87EE6ECC6}"/>
                    </a:ext>
                  </a:extLst>
                </p14:cNvPr>
                <p14:cNvContentPartPr/>
                <p14:nvPr/>
              </p14:nvContentPartPr>
              <p14:xfrm>
                <a:off x="1766340" y="5143328"/>
                <a:ext cx="13680" cy="43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D7C7CA-0C1D-307A-2A2D-B3D87EE6ECC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57340" y="5134328"/>
                  <a:ext cx="31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F48DE36-9AE5-DE07-8045-AE11CE6C45F2}"/>
                    </a:ext>
                  </a:extLst>
                </p14:cNvPr>
                <p14:cNvContentPartPr/>
                <p14:nvPr/>
              </p14:nvContentPartPr>
              <p14:xfrm>
                <a:off x="1683180" y="5002928"/>
                <a:ext cx="8640" cy="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48DE36-9AE5-DE07-8045-AE11CE6C45F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74180" y="4994288"/>
                  <a:ext cx="26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8FEB76-F6B2-D158-235D-14A0B197F27B}"/>
                    </a:ext>
                  </a:extLst>
                </p14:cNvPr>
                <p14:cNvContentPartPr/>
                <p14:nvPr/>
              </p14:nvContentPartPr>
              <p14:xfrm>
                <a:off x="1796580" y="5056568"/>
                <a:ext cx="141480" cy="129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8FEB76-F6B2-D158-235D-14A0B197F27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87580" y="5047928"/>
                  <a:ext cx="159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C604DF-2DA4-ACA6-E47E-AC7400682CB8}"/>
                    </a:ext>
                  </a:extLst>
                </p14:cNvPr>
                <p14:cNvContentPartPr/>
                <p14:nvPr/>
              </p14:nvContentPartPr>
              <p14:xfrm>
                <a:off x="1922220" y="4940648"/>
                <a:ext cx="78480" cy="230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C604DF-2DA4-ACA6-E47E-AC7400682CB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913220" y="4932008"/>
                  <a:ext cx="96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536459-12C9-5452-8907-E29EF34810F0}"/>
                    </a:ext>
                  </a:extLst>
                </p14:cNvPr>
                <p14:cNvContentPartPr/>
                <p14:nvPr/>
              </p14:nvContentPartPr>
              <p14:xfrm>
                <a:off x="1890540" y="5069528"/>
                <a:ext cx="130680" cy="2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536459-12C9-5452-8907-E29EF34810F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881540" y="5060888"/>
                  <a:ext cx="148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3CDFCDA-B623-B88A-705F-A935B6771514}"/>
                    </a:ext>
                  </a:extLst>
                </p14:cNvPr>
                <p14:cNvContentPartPr/>
                <p14:nvPr/>
              </p14:nvContentPartPr>
              <p14:xfrm>
                <a:off x="2080620" y="5036048"/>
                <a:ext cx="86040" cy="139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3CDFCDA-B623-B88A-705F-A935B67715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071620" y="5027408"/>
                  <a:ext cx="1036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56D12E-CC22-9AD4-F938-4F37F2110019}"/>
              </a:ext>
            </a:extLst>
          </p:cNvPr>
          <p:cNvGrpSpPr/>
          <p:nvPr/>
        </p:nvGrpSpPr>
        <p:grpSpPr>
          <a:xfrm>
            <a:off x="2448900" y="4907528"/>
            <a:ext cx="341280" cy="314640"/>
            <a:chOff x="2448900" y="4907528"/>
            <a:chExt cx="34128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91C5DA5-B716-51BF-E67C-7E62D46A1A1E}"/>
                    </a:ext>
                  </a:extLst>
                </p14:cNvPr>
                <p14:cNvContentPartPr/>
                <p14:nvPr/>
              </p14:nvContentPartPr>
              <p14:xfrm>
                <a:off x="2509380" y="5065568"/>
                <a:ext cx="25560" cy="61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91C5DA5-B716-51BF-E67C-7E62D46A1A1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00380" y="5056568"/>
                  <a:ext cx="43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5842EC-FC98-C95A-83BF-F56B1A2456E3}"/>
                    </a:ext>
                  </a:extLst>
                </p14:cNvPr>
                <p14:cNvContentPartPr/>
                <p14:nvPr/>
              </p14:nvContentPartPr>
              <p14:xfrm>
                <a:off x="2448900" y="4978808"/>
                <a:ext cx="3600" cy="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5842EC-FC98-C95A-83BF-F56B1A2456E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39900" y="497016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6A27385-FF48-D794-3527-A66925BC85B9}"/>
                    </a:ext>
                  </a:extLst>
                </p14:cNvPr>
                <p14:cNvContentPartPr/>
                <p14:nvPr/>
              </p14:nvContentPartPr>
              <p14:xfrm>
                <a:off x="2553660" y="4907528"/>
                <a:ext cx="145440" cy="314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6A27385-FF48-D794-3527-A66925BC85B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45020" y="4898528"/>
                  <a:ext cx="163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800355-1198-3C05-7E2C-9DA3F4E272AC}"/>
                    </a:ext>
                  </a:extLst>
                </p14:cNvPr>
                <p14:cNvContentPartPr/>
                <p14:nvPr/>
              </p14:nvContentPartPr>
              <p14:xfrm>
                <a:off x="2577060" y="5112008"/>
                <a:ext cx="88560" cy="5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800355-1198-3C05-7E2C-9DA3F4E272A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568060" y="5103008"/>
                  <a:ext cx="106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3495D5-191F-8EAC-6DD5-D89ED9C128C0}"/>
                    </a:ext>
                  </a:extLst>
                </p14:cNvPr>
                <p14:cNvContentPartPr/>
                <p14:nvPr/>
              </p14:nvContentPartPr>
              <p14:xfrm>
                <a:off x="2686500" y="4954328"/>
                <a:ext cx="102960" cy="249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3495D5-191F-8EAC-6DD5-D89ED9C128C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677500" y="4945328"/>
                  <a:ext cx="120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8192EB1-22FB-195A-BC32-4854BFEC3C6C}"/>
                    </a:ext>
                  </a:extLst>
                </p14:cNvPr>
                <p14:cNvContentPartPr/>
                <p14:nvPr/>
              </p14:nvContentPartPr>
              <p14:xfrm>
                <a:off x="2689740" y="5083568"/>
                <a:ext cx="100440" cy="23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8192EB1-22FB-195A-BC32-4854BFEC3C6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681100" y="5074568"/>
                  <a:ext cx="1180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397201E-5426-B1B5-D6DC-C8F34804F2CE}"/>
                  </a:ext>
                </a:extLst>
              </p14:cNvPr>
              <p14:cNvContentPartPr/>
              <p14:nvPr/>
            </p14:nvContentPartPr>
            <p14:xfrm>
              <a:off x="3167460" y="5181128"/>
              <a:ext cx="122040" cy="482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397201E-5426-B1B5-D6DC-C8F34804F2C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158820" y="5172128"/>
                <a:ext cx="13968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32954FEC-CAEC-7611-524F-2CC886DE57B2}"/>
              </a:ext>
            </a:extLst>
          </p:cNvPr>
          <p:cNvGrpSpPr/>
          <p:nvPr/>
        </p:nvGrpSpPr>
        <p:grpSpPr>
          <a:xfrm>
            <a:off x="3076740" y="4785848"/>
            <a:ext cx="1122120" cy="301680"/>
            <a:chOff x="3076740" y="4785848"/>
            <a:chExt cx="11221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FD47C9-A7DF-A60E-F984-9B1A77B373CB}"/>
                    </a:ext>
                  </a:extLst>
                </p14:cNvPr>
                <p14:cNvContentPartPr/>
                <p14:nvPr/>
              </p14:nvContentPartPr>
              <p14:xfrm>
                <a:off x="3076740" y="4901408"/>
                <a:ext cx="253080" cy="18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FD47C9-A7DF-A60E-F984-9B1A77B373C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067740" y="4892408"/>
                  <a:ext cx="270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08DB20-CD52-AB54-A8B9-2A3C0F548F4A}"/>
                    </a:ext>
                  </a:extLst>
                </p14:cNvPr>
                <p14:cNvContentPartPr/>
                <p14:nvPr/>
              </p14:nvContentPartPr>
              <p14:xfrm>
                <a:off x="3532860" y="4867208"/>
                <a:ext cx="182160" cy="200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08DB20-CD52-AB54-A8B9-2A3C0F548F4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23860" y="4858208"/>
                  <a:ext cx="199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38DC52-BE3F-FBE4-0C69-E1EB6C49356F}"/>
                    </a:ext>
                  </a:extLst>
                </p14:cNvPr>
                <p14:cNvContentPartPr/>
                <p14:nvPr/>
              </p14:nvContentPartPr>
              <p14:xfrm>
                <a:off x="3682980" y="4813568"/>
                <a:ext cx="159120" cy="241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38DC52-BE3F-FBE4-0C69-E1EB6C4935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74340" y="4804568"/>
                  <a:ext cx="176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0ABB9D2-D231-DD3D-FCFA-587CFECC9669}"/>
                    </a:ext>
                  </a:extLst>
                </p14:cNvPr>
                <p14:cNvContentPartPr/>
                <p14:nvPr/>
              </p14:nvContentPartPr>
              <p14:xfrm>
                <a:off x="3834180" y="4935608"/>
                <a:ext cx="150120" cy="81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0ABB9D2-D231-DD3D-FCFA-587CFECC966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25180" y="4926608"/>
                  <a:ext cx="167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702CD7-05EF-1557-05DF-6D510E9FCF27}"/>
                    </a:ext>
                  </a:extLst>
                </p14:cNvPr>
                <p14:cNvContentPartPr/>
                <p14:nvPr/>
              </p14:nvContentPartPr>
              <p14:xfrm>
                <a:off x="3937860" y="4800248"/>
                <a:ext cx="154440" cy="228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702CD7-05EF-1557-05DF-6D510E9FCF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929220" y="4791248"/>
                  <a:ext cx="172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27E69A6-199B-3B45-978B-89E3453E15C8}"/>
                    </a:ext>
                  </a:extLst>
                </p14:cNvPr>
                <p14:cNvContentPartPr/>
                <p14:nvPr/>
              </p14:nvContentPartPr>
              <p14:xfrm>
                <a:off x="4121820" y="4785848"/>
                <a:ext cx="77040" cy="215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27E69A6-199B-3B45-978B-89E3453E15C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13180" y="4776848"/>
                  <a:ext cx="94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857449F-078A-6D60-C64B-A4369D56937A}"/>
                    </a:ext>
                  </a:extLst>
                </p14:cNvPr>
                <p14:cNvContentPartPr/>
                <p14:nvPr/>
              </p14:nvContentPartPr>
              <p14:xfrm>
                <a:off x="3454740" y="4862888"/>
                <a:ext cx="76680" cy="189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857449F-078A-6D60-C64B-A4369D56937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446100" y="4853888"/>
                  <a:ext cx="943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96D38A-C437-5EDE-EFC7-32339B786D11}"/>
              </a:ext>
            </a:extLst>
          </p:cNvPr>
          <p:cNvGrpSpPr/>
          <p:nvPr/>
        </p:nvGrpSpPr>
        <p:grpSpPr>
          <a:xfrm>
            <a:off x="4366260" y="4850648"/>
            <a:ext cx="496800" cy="133200"/>
            <a:chOff x="4366260" y="4850648"/>
            <a:chExt cx="49680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C12EF1-7309-C37E-1AC4-6E1162D1A9BB}"/>
                    </a:ext>
                  </a:extLst>
                </p14:cNvPr>
                <p14:cNvContentPartPr/>
                <p14:nvPr/>
              </p14:nvContentPartPr>
              <p14:xfrm>
                <a:off x="4366260" y="4853528"/>
                <a:ext cx="172080" cy="126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C12EF1-7309-C37E-1AC4-6E1162D1A9B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357260" y="4844888"/>
                  <a:ext cx="189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DBCE74-9D1E-3AD9-A0A1-B601BA28EE46}"/>
                    </a:ext>
                  </a:extLst>
                </p14:cNvPr>
                <p14:cNvContentPartPr/>
                <p14:nvPr/>
              </p14:nvContentPartPr>
              <p14:xfrm>
                <a:off x="4622580" y="4850648"/>
                <a:ext cx="240480" cy="133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DBCE74-9D1E-3AD9-A0A1-B601BA28EE4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13940" y="4842008"/>
                  <a:ext cx="2581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2D3B77D-D61B-353C-6117-D1C60187EB32}"/>
              </a:ext>
            </a:extLst>
          </p:cNvPr>
          <p:cNvGrpSpPr/>
          <p:nvPr/>
        </p:nvGrpSpPr>
        <p:grpSpPr>
          <a:xfrm>
            <a:off x="1009620" y="5403248"/>
            <a:ext cx="1625400" cy="550800"/>
            <a:chOff x="1009620" y="5403248"/>
            <a:chExt cx="1625400" cy="55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558E37A-BBA0-5496-3D92-EF44E89B59E4}"/>
                    </a:ext>
                  </a:extLst>
                </p14:cNvPr>
                <p14:cNvContentPartPr/>
                <p14:nvPr/>
              </p14:nvContentPartPr>
              <p14:xfrm>
                <a:off x="1090980" y="5543288"/>
                <a:ext cx="25560" cy="69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558E37A-BBA0-5496-3D92-EF44E89B59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1980" y="5534648"/>
                  <a:ext cx="43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7CEB53-B2FE-691F-13E1-1F8A031E799C}"/>
                    </a:ext>
                  </a:extLst>
                </p14:cNvPr>
                <p14:cNvContentPartPr/>
                <p14:nvPr/>
              </p14:nvContentPartPr>
              <p14:xfrm>
                <a:off x="1055700" y="5446448"/>
                <a:ext cx="4320" cy="3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7CEB53-B2FE-691F-13E1-1F8A031E799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6700" y="543744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F0859D-A32B-5892-2A0A-96302E6BE375}"/>
                    </a:ext>
                  </a:extLst>
                </p14:cNvPr>
                <p14:cNvContentPartPr/>
                <p14:nvPr/>
              </p14:nvContentPartPr>
              <p14:xfrm>
                <a:off x="1142820" y="5522768"/>
                <a:ext cx="162360" cy="78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F0859D-A32B-5892-2A0A-96302E6BE37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33820" y="5513768"/>
                  <a:ext cx="180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6BA1503-EAD7-6D13-771B-961CA799F550}"/>
                    </a:ext>
                  </a:extLst>
                </p14:cNvPr>
                <p14:cNvContentPartPr/>
                <p14:nvPr/>
              </p14:nvContentPartPr>
              <p14:xfrm>
                <a:off x="1381860" y="5418728"/>
                <a:ext cx="104400" cy="156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6BA1503-EAD7-6D13-771B-961CA799F55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72860" y="5409728"/>
                  <a:ext cx="122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7483B3-D110-2B6C-6E27-653DC8A81A0A}"/>
                    </a:ext>
                  </a:extLst>
                </p14:cNvPr>
                <p14:cNvContentPartPr/>
                <p14:nvPr/>
              </p14:nvContentPartPr>
              <p14:xfrm>
                <a:off x="1383660" y="5506568"/>
                <a:ext cx="128520" cy="11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7483B3-D110-2B6C-6E27-653DC8A81A0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75020" y="5497928"/>
                  <a:ext cx="146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3A7829-E597-4B34-D269-974BBCA8D82A}"/>
                    </a:ext>
                  </a:extLst>
                </p14:cNvPr>
                <p14:cNvContentPartPr/>
                <p14:nvPr/>
              </p14:nvContentPartPr>
              <p14:xfrm>
                <a:off x="1480500" y="5403248"/>
                <a:ext cx="384840" cy="163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3A7829-E597-4B34-D269-974BBCA8D82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471860" y="5394248"/>
                  <a:ext cx="402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BD5C41D-81A7-F27D-D26F-DBB95B92E6DB}"/>
                    </a:ext>
                  </a:extLst>
                </p14:cNvPr>
                <p14:cNvContentPartPr/>
                <p14:nvPr/>
              </p14:nvContentPartPr>
              <p14:xfrm>
                <a:off x="1009620" y="5845688"/>
                <a:ext cx="126000" cy="108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BD5C41D-81A7-F27D-D26F-DBB95B92E6D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00980" y="5836688"/>
                  <a:ext cx="143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A7EA974-64FE-E233-2921-9B15312F895B}"/>
                    </a:ext>
                  </a:extLst>
                </p14:cNvPr>
                <p14:cNvContentPartPr/>
                <p14:nvPr/>
              </p14:nvContentPartPr>
              <p14:xfrm>
                <a:off x="1168740" y="5855408"/>
                <a:ext cx="104400" cy="68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A7EA974-64FE-E233-2921-9B15312F895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60100" y="5846408"/>
                  <a:ext cx="1220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54D5CFE-F387-CFFF-CF74-20D752BD9BD6}"/>
                    </a:ext>
                  </a:extLst>
                </p14:cNvPr>
                <p14:cNvContentPartPr/>
                <p14:nvPr/>
              </p14:nvContentPartPr>
              <p14:xfrm>
                <a:off x="1288260" y="5870168"/>
                <a:ext cx="158040" cy="57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54D5CFE-F387-CFFF-CF74-20D752BD9BD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279620" y="5861168"/>
                  <a:ext cx="175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6DC012-ECB1-4914-20C1-901B9646E67F}"/>
                    </a:ext>
                  </a:extLst>
                </p14:cNvPr>
                <p14:cNvContentPartPr/>
                <p14:nvPr/>
              </p14:nvContentPartPr>
              <p14:xfrm>
                <a:off x="1495980" y="5832728"/>
                <a:ext cx="79560" cy="8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6DC012-ECB1-4914-20C1-901B9646E67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87340" y="5823728"/>
                  <a:ext cx="97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485C2F-1B15-D73C-E572-F997F83AEF86}"/>
                    </a:ext>
                  </a:extLst>
                </p14:cNvPr>
                <p14:cNvContentPartPr/>
                <p14:nvPr/>
              </p14:nvContentPartPr>
              <p14:xfrm>
                <a:off x="1615860" y="5837048"/>
                <a:ext cx="249120" cy="106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485C2F-1B15-D73C-E572-F997F83AEF8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07220" y="5828048"/>
                  <a:ext cx="266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E68B0B1-CCDD-DEDA-51CA-73F684D7C379}"/>
                    </a:ext>
                  </a:extLst>
                </p14:cNvPr>
                <p14:cNvContentPartPr/>
                <p14:nvPr/>
              </p14:nvContentPartPr>
              <p14:xfrm>
                <a:off x="1849500" y="5714648"/>
                <a:ext cx="223200" cy="178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E68B0B1-CCDD-DEDA-51CA-73F684D7C37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40500" y="5706008"/>
                  <a:ext cx="240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491A2E0-F7C1-7E77-A598-F25FB98972E3}"/>
                    </a:ext>
                  </a:extLst>
                </p14:cNvPr>
                <p14:cNvContentPartPr/>
                <p14:nvPr/>
              </p14:nvContentPartPr>
              <p14:xfrm>
                <a:off x="1984500" y="5714648"/>
                <a:ext cx="27720" cy="34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491A2E0-F7C1-7E77-A598-F25FB98972E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975500" y="5706008"/>
                  <a:ext cx="4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044303-D8FC-EC7F-B9A6-DDBF12E6EAA7}"/>
                    </a:ext>
                  </a:extLst>
                </p14:cNvPr>
                <p14:cNvContentPartPr/>
                <p14:nvPr/>
              </p14:nvContentPartPr>
              <p14:xfrm>
                <a:off x="2119860" y="5808248"/>
                <a:ext cx="93600" cy="88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044303-D8FC-EC7F-B9A6-DDBF12E6EAA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10860" y="5799608"/>
                  <a:ext cx="111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A89F294-A212-8F4C-84F9-7C94881B71CF}"/>
                    </a:ext>
                  </a:extLst>
                </p14:cNvPr>
                <p14:cNvContentPartPr/>
                <p14:nvPr/>
              </p14:nvContentPartPr>
              <p14:xfrm>
                <a:off x="2166300" y="5803928"/>
                <a:ext cx="235800" cy="60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A89F294-A212-8F4C-84F9-7C94881B71C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157660" y="5794928"/>
                  <a:ext cx="253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49A6FC0-2E62-C4D2-C559-9664B0A5A9F4}"/>
                    </a:ext>
                  </a:extLst>
                </p14:cNvPr>
                <p14:cNvContentPartPr/>
                <p14:nvPr/>
              </p14:nvContentPartPr>
              <p14:xfrm>
                <a:off x="2454300" y="5628968"/>
                <a:ext cx="180720" cy="242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49A6FC0-2E62-C4D2-C559-9664B0A5A9F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45300" y="5619968"/>
                  <a:ext cx="19836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17C6EF4-DD7E-E2F2-1D26-24491F3C5EE6}"/>
              </a:ext>
            </a:extLst>
          </p:cNvPr>
          <p:cNvGrpSpPr/>
          <p:nvPr/>
        </p:nvGrpSpPr>
        <p:grpSpPr>
          <a:xfrm>
            <a:off x="1502460" y="6125408"/>
            <a:ext cx="766080" cy="166320"/>
            <a:chOff x="1502460" y="6125408"/>
            <a:chExt cx="76608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74275D-8B90-8238-7563-CEFAF7DFC17C}"/>
                    </a:ext>
                  </a:extLst>
                </p14:cNvPr>
                <p14:cNvContentPartPr/>
                <p14:nvPr/>
              </p14:nvContentPartPr>
              <p14:xfrm>
                <a:off x="1502460" y="6152048"/>
                <a:ext cx="456120" cy="139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74275D-8B90-8238-7563-CEFAF7DFC17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493460" y="6143408"/>
                  <a:ext cx="473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7FD1E11-E82B-A050-D3BB-567CB5DDA28F}"/>
                    </a:ext>
                  </a:extLst>
                </p14:cNvPr>
                <p14:cNvContentPartPr/>
                <p14:nvPr/>
              </p14:nvContentPartPr>
              <p14:xfrm>
                <a:off x="2035260" y="6125408"/>
                <a:ext cx="233280" cy="124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7FD1E11-E82B-A050-D3BB-567CB5DDA2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26620" y="6116408"/>
                  <a:ext cx="2509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1EDFEBD-4076-0DD7-D93E-72794E30AFF3}"/>
              </a:ext>
            </a:extLst>
          </p:cNvPr>
          <p:cNvGrpSpPr/>
          <p:nvPr/>
        </p:nvGrpSpPr>
        <p:grpSpPr>
          <a:xfrm>
            <a:off x="7340220" y="4083488"/>
            <a:ext cx="989640" cy="338760"/>
            <a:chOff x="7340220" y="4083488"/>
            <a:chExt cx="98964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5BB780-B5AA-1CBE-BB11-AEA7CD716E10}"/>
                    </a:ext>
                  </a:extLst>
                </p14:cNvPr>
                <p14:cNvContentPartPr/>
                <p14:nvPr/>
              </p14:nvContentPartPr>
              <p14:xfrm>
                <a:off x="7340220" y="4135328"/>
                <a:ext cx="134280" cy="152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5BB780-B5AA-1CBE-BB11-AEA7CD716E1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31220" y="4126328"/>
                  <a:ext cx="151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E3B3F7-DD74-3E26-CB3D-1BCE9C62CE69}"/>
                    </a:ext>
                  </a:extLst>
                </p14:cNvPr>
                <p14:cNvContentPartPr/>
                <p14:nvPr/>
              </p14:nvContentPartPr>
              <p14:xfrm>
                <a:off x="7500420" y="4228208"/>
                <a:ext cx="151200" cy="194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E3B3F7-DD74-3E26-CB3D-1BCE9C62CE6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91420" y="4219208"/>
                  <a:ext cx="168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3F615C7-4DBC-58DD-E4C3-64B2566C9CB0}"/>
                    </a:ext>
                  </a:extLst>
                </p14:cNvPr>
                <p14:cNvContentPartPr/>
                <p14:nvPr/>
              </p14:nvContentPartPr>
              <p14:xfrm>
                <a:off x="7619220" y="4187528"/>
                <a:ext cx="192240" cy="136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3F615C7-4DBC-58DD-E4C3-64B2566C9CB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10580" y="4178888"/>
                  <a:ext cx="209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2984DBC-7648-583A-9742-7221979FC3EF}"/>
                    </a:ext>
                  </a:extLst>
                </p14:cNvPr>
                <p14:cNvContentPartPr/>
                <p14:nvPr/>
              </p14:nvContentPartPr>
              <p14:xfrm>
                <a:off x="7860420" y="4083488"/>
                <a:ext cx="76320" cy="239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2984DBC-7648-583A-9742-7221979FC3E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51780" y="4074488"/>
                  <a:ext cx="93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A77F433-F569-0C75-797E-78421A47CB6A}"/>
                    </a:ext>
                  </a:extLst>
                </p14:cNvPr>
                <p14:cNvContentPartPr/>
                <p14:nvPr/>
              </p14:nvContentPartPr>
              <p14:xfrm>
                <a:off x="7855380" y="4197608"/>
                <a:ext cx="474480" cy="99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A77F433-F569-0C75-797E-78421A47CB6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6380" y="4188608"/>
                  <a:ext cx="49212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931885E-0C87-69D7-27E2-0EFF78E2C268}"/>
              </a:ext>
            </a:extLst>
          </p:cNvPr>
          <p:cNvGrpSpPr/>
          <p:nvPr/>
        </p:nvGrpSpPr>
        <p:grpSpPr>
          <a:xfrm>
            <a:off x="8567100" y="4088528"/>
            <a:ext cx="249840" cy="217440"/>
            <a:chOff x="8567100" y="4088528"/>
            <a:chExt cx="24984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F159E8-9F54-ECC1-AACA-1EAD093A7573}"/>
                    </a:ext>
                  </a:extLst>
                </p14:cNvPr>
                <p14:cNvContentPartPr/>
                <p14:nvPr/>
              </p14:nvContentPartPr>
              <p14:xfrm>
                <a:off x="8618940" y="4249808"/>
                <a:ext cx="43560" cy="56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F159E8-9F54-ECC1-AACA-1EAD093A757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10300" y="4240808"/>
                  <a:ext cx="61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BC9CEF1-18BA-34F8-25E3-28DDAE48E7A4}"/>
                    </a:ext>
                  </a:extLst>
                </p14:cNvPr>
                <p14:cNvContentPartPr/>
                <p14:nvPr/>
              </p14:nvContentPartPr>
              <p14:xfrm>
                <a:off x="8567100" y="4088528"/>
                <a:ext cx="50040" cy="49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BC9CEF1-18BA-34F8-25E3-28DDAE48E7A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58460" y="4079888"/>
                  <a:ext cx="676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588C4D-AE4A-5959-A54B-2C70B7482F96}"/>
                    </a:ext>
                  </a:extLst>
                </p14:cNvPr>
                <p14:cNvContentPartPr/>
                <p14:nvPr/>
              </p14:nvContentPartPr>
              <p14:xfrm>
                <a:off x="8656740" y="4178528"/>
                <a:ext cx="160200" cy="123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588C4D-AE4A-5959-A54B-2C70B7482F9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648100" y="4169528"/>
                  <a:ext cx="1778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BAAD908-A4C1-9272-7D17-3496F4174827}"/>
              </a:ext>
            </a:extLst>
          </p:cNvPr>
          <p:cNvGrpSpPr/>
          <p:nvPr/>
        </p:nvGrpSpPr>
        <p:grpSpPr>
          <a:xfrm>
            <a:off x="9091620" y="4067288"/>
            <a:ext cx="718920" cy="209160"/>
            <a:chOff x="9091620" y="4067288"/>
            <a:chExt cx="71892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C3BAF0-524F-50C1-21C0-19708AAF84C5}"/>
                    </a:ext>
                  </a:extLst>
                </p14:cNvPr>
                <p14:cNvContentPartPr/>
                <p14:nvPr/>
              </p14:nvContentPartPr>
              <p14:xfrm>
                <a:off x="9091620" y="4087088"/>
                <a:ext cx="217800" cy="189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C3BAF0-524F-50C1-21C0-19708AAF84C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082620" y="4078448"/>
                  <a:ext cx="235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407373-CEF6-0778-F674-DEA3D82FF941}"/>
                    </a:ext>
                  </a:extLst>
                </p14:cNvPr>
                <p14:cNvContentPartPr/>
                <p14:nvPr/>
              </p14:nvContentPartPr>
              <p14:xfrm>
                <a:off x="9367380" y="4145768"/>
                <a:ext cx="44280" cy="125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407373-CEF6-0778-F674-DEA3D82FF94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58380" y="4137128"/>
                  <a:ext cx="61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227D85A-9930-4F50-064C-3571D6881D3B}"/>
                    </a:ext>
                  </a:extLst>
                </p14:cNvPr>
                <p14:cNvContentPartPr/>
                <p14:nvPr/>
              </p14:nvContentPartPr>
              <p14:xfrm>
                <a:off x="9449460" y="4067288"/>
                <a:ext cx="199080" cy="20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227D85A-9930-4F50-064C-3571D6881D3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40820" y="4058288"/>
                  <a:ext cx="216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3A82218-0862-4DF1-978D-615D0BD5618C}"/>
                    </a:ext>
                  </a:extLst>
                </p14:cNvPr>
                <p14:cNvContentPartPr/>
                <p14:nvPr/>
              </p14:nvContentPartPr>
              <p14:xfrm>
                <a:off x="9676620" y="4097888"/>
                <a:ext cx="133920" cy="132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3A82218-0862-4DF1-978D-615D0BD5618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667620" y="4089248"/>
                  <a:ext cx="1515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A1C2257-F855-02CC-0F14-8C7B7EE80343}"/>
              </a:ext>
            </a:extLst>
          </p:cNvPr>
          <p:cNvGrpSpPr/>
          <p:nvPr/>
        </p:nvGrpSpPr>
        <p:grpSpPr>
          <a:xfrm>
            <a:off x="10027980" y="4015808"/>
            <a:ext cx="830520" cy="224280"/>
            <a:chOff x="10027980" y="4015808"/>
            <a:chExt cx="83052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A25EA7-2202-6A32-EDFD-6049937A4410}"/>
                    </a:ext>
                  </a:extLst>
                </p14:cNvPr>
                <p14:cNvContentPartPr/>
                <p14:nvPr/>
              </p14:nvContentPartPr>
              <p14:xfrm>
                <a:off x="10027980" y="4114448"/>
                <a:ext cx="165600" cy="125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A25EA7-2202-6A32-EDFD-6049937A441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019340" y="4105808"/>
                  <a:ext cx="183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9FEFB92-0520-D32E-10C4-32B7412E9FFC}"/>
                    </a:ext>
                  </a:extLst>
                </p14:cNvPr>
                <p14:cNvContentPartPr/>
                <p14:nvPr/>
              </p14:nvContentPartPr>
              <p14:xfrm>
                <a:off x="10219140" y="4031648"/>
                <a:ext cx="72720" cy="195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9FEFB92-0520-D32E-10C4-32B7412E9FF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10500" y="4022648"/>
                  <a:ext cx="90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D57B274-144D-AEE1-F619-02CDBEB182C6}"/>
                    </a:ext>
                  </a:extLst>
                </p14:cNvPr>
                <p14:cNvContentPartPr/>
                <p14:nvPr/>
              </p14:nvContentPartPr>
              <p14:xfrm>
                <a:off x="10193940" y="4150088"/>
                <a:ext cx="119160" cy="42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D57B274-144D-AEE1-F619-02CDBEB182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184940" y="4141088"/>
                  <a:ext cx="136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0EE83D4-DF45-0751-F1AD-FC175322BA87}"/>
                    </a:ext>
                  </a:extLst>
                </p14:cNvPr>
                <p14:cNvContentPartPr/>
                <p14:nvPr/>
              </p14:nvContentPartPr>
              <p14:xfrm>
                <a:off x="10366740" y="4163048"/>
                <a:ext cx="74880" cy="51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0EE83D4-DF45-0751-F1AD-FC175322BA8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357740" y="4154048"/>
                  <a:ext cx="92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EE2A219-4FA1-DB0E-1A3E-7C8B9A0CF6CC}"/>
                    </a:ext>
                  </a:extLst>
                </p14:cNvPr>
                <p14:cNvContentPartPr/>
                <p14:nvPr/>
              </p14:nvContentPartPr>
              <p14:xfrm>
                <a:off x="10453140" y="4015808"/>
                <a:ext cx="104400" cy="198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EE2A219-4FA1-DB0E-1A3E-7C8B9A0CF6C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444140" y="4007168"/>
                  <a:ext cx="122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564B4EB-ABAC-6CAE-BBAF-425AA9464D94}"/>
                    </a:ext>
                  </a:extLst>
                </p14:cNvPr>
                <p14:cNvContentPartPr/>
                <p14:nvPr/>
              </p14:nvContentPartPr>
              <p14:xfrm>
                <a:off x="10625220" y="4015808"/>
                <a:ext cx="233280" cy="198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564B4EB-ABAC-6CAE-BBAF-425AA9464D9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616220" y="4007168"/>
                  <a:ext cx="25092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F91AA3-BD20-A215-1F36-AB2EFF405B66}"/>
              </a:ext>
            </a:extLst>
          </p:cNvPr>
          <p:cNvGrpSpPr/>
          <p:nvPr/>
        </p:nvGrpSpPr>
        <p:grpSpPr>
          <a:xfrm>
            <a:off x="7142580" y="4600088"/>
            <a:ext cx="390960" cy="347040"/>
            <a:chOff x="7142580" y="4600088"/>
            <a:chExt cx="39096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D4A57D9-CF62-620C-726A-27656533BFEE}"/>
                    </a:ext>
                  </a:extLst>
                </p14:cNvPr>
                <p14:cNvContentPartPr/>
                <p14:nvPr/>
              </p14:nvContentPartPr>
              <p14:xfrm>
                <a:off x="7195500" y="4774328"/>
                <a:ext cx="37800" cy="82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D4A57D9-CF62-620C-726A-27656533BFE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86860" y="4765688"/>
                  <a:ext cx="55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9B25EC7-BFB3-CBE9-9E52-4A3ED823EFF8}"/>
                    </a:ext>
                  </a:extLst>
                </p14:cNvPr>
                <p14:cNvContentPartPr/>
                <p14:nvPr/>
              </p14:nvContentPartPr>
              <p14:xfrm>
                <a:off x="7142580" y="4627808"/>
                <a:ext cx="1080" cy="1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9B25EC7-BFB3-CBE9-9E52-4A3ED823EF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33940" y="4618808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3015C00-BE21-37DD-CADA-D275F0675DE4}"/>
                    </a:ext>
                  </a:extLst>
                </p14:cNvPr>
                <p14:cNvContentPartPr/>
                <p14:nvPr/>
              </p14:nvContentPartPr>
              <p14:xfrm>
                <a:off x="7272180" y="4600088"/>
                <a:ext cx="120960" cy="325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3015C00-BE21-37DD-CADA-D275F0675DE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263540" y="4591448"/>
                  <a:ext cx="138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F2BF1AD-B510-059B-6959-9735DD0FBD35}"/>
                    </a:ext>
                  </a:extLst>
                </p14:cNvPr>
                <p14:cNvContentPartPr/>
                <p14:nvPr/>
              </p14:nvContentPartPr>
              <p14:xfrm>
                <a:off x="7249500" y="4828328"/>
                <a:ext cx="86760" cy="6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F2BF1AD-B510-059B-6959-9735DD0FBD3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40500" y="4819688"/>
                  <a:ext cx="104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817336-ADFF-7C2B-3F63-47FFE07AB8EC}"/>
                    </a:ext>
                  </a:extLst>
                </p14:cNvPr>
                <p14:cNvContentPartPr/>
                <p14:nvPr/>
              </p14:nvContentPartPr>
              <p14:xfrm>
                <a:off x="7424100" y="4619888"/>
                <a:ext cx="109440" cy="327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817336-ADFF-7C2B-3F63-47FFE07AB8E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415460" y="4611248"/>
                  <a:ext cx="1270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1B411EF-91A0-6608-F808-B23734C6EE71}"/>
                    </a:ext>
                  </a:extLst>
                </p14:cNvPr>
                <p14:cNvContentPartPr/>
                <p14:nvPr/>
              </p14:nvContentPartPr>
              <p14:xfrm>
                <a:off x="7409700" y="4847768"/>
                <a:ext cx="92520" cy="15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1B411EF-91A0-6608-F808-B23734C6EE7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401060" y="4839128"/>
                  <a:ext cx="1101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26C2172-7295-E674-ED90-5201B9532B57}"/>
              </a:ext>
            </a:extLst>
          </p:cNvPr>
          <p:cNvGrpSpPr/>
          <p:nvPr/>
        </p:nvGrpSpPr>
        <p:grpSpPr>
          <a:xfrm>
            <a:off x="7865460" y="4571648"/>
            <a:ext cx="537120" cy="239040"/>
            <a:chOff x="7865460" y="4571648"/>
            <a:chExt cx="53712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A605E7F-9316-D157-5646-4B9AEE3A4F94}"/>
                    </a:ext>
                  </a:extLst>
                </p14:cNvPr>
                <p14:cNvContentPartPr/>
                <p14:nvPr/>
              </p14:nvContentPartPr>
              <p14:xfrm>
                <a:off x="7865460" y="4740488"/>
                <a:ext cx="158040" cy="70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A605E7F-9316-D157-5646-4B9AEE3A4F9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856820" y="4731488"/>
                  <a:ext cx="175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C098DAA-1699-BC8D-28FD-B0EEB680CF1C}"/>
                    </a:ext>
                  </a:extLst>
                </p14:cNvPr>
                <p14:cNvContentPartPr/>
                <p14:nvPr/>
              </p14:nvContentPartPr>
              <p14:xfrm>
                <a:off x="8014140" y="4738328"/>
                <a:ext cx="125280" cy="52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C098DAA-1699-BC8D-28FD-B0EEB680CF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005140" y="4729688"/>
                  <a:ext cx="14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2794B67-2C01-6B60-5AA8-2B5B73D44556}"/>
                    </a:ext>
                  </a:extLst>
                </p14:cNvPr>
                <p14:cNvContentPartPr/>
                <p14:nvPr/>
              </p14:nvContentPartPr>
              <p14:xfrm>
                <a:off x="8193060" y="4732928"/>
                <a:ext cx="61560" cy="52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2794B67-2C01-6B60-5AA8-2B5B73D4455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84060" y="4723928"/>
                  <a:ext cx="79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E058EFB-1957-CFE4-D749-E6D13FB4F612}"/>
                    </a:ext>
                  </a:extLst>
                </p14:cNvPr>
                <p14:cNvContentPartPr/>
                <p14:nvPr/>
              </p14:nvContentPartPr>
              <p14:xfrm>
                <a:off x="8177580" y="4618448"/>
                <a:ext cx="7200" cy="19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E058EFB-1957-CFE4-D749-E6D13FB4F61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168580" y="4609808"/>
                  <a:ext cx="24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4C38ACD-2254-1E06-3F5F-4EDDC9A0DB60}"/>
                    </a:ext>
                  </a:extLst>
                </p14:cNvPr>
                <p14:cNvContentPartPr/>
                <p14:nvPr/>
              </p14:nvContentPartPr>
              <p14:xfrm>
                <a:off x="8243100" y="4571648"/>
                <a:ext cx="159480" cy="213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4C38ACD-2254-1E06-3F5F-4EDDC9A0DB6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234100" y="4563008"/>
                  <a:ext cx="17712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4909862-95E0-C22E-E258-5D9409512DDC}"/>
              </a:ext>
            </a:extLst>
          </p:cNvPr>
          <p:cNvGrpSpPr/>
          <p:nvPr/>
        </p:nvGrpSpPr>
        <p:grpSpPr>
          <a:xfrm>
            <a:off x="8600940" y="4506848"/>
            <a:ext cx="1211040" cy="294480"/>
            <a:chOff x="8600940" y="4506848"/>
            <a:chExt cx="12110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E753E86-BF6C-FDBD-38B1-B6DFB19CA285}"/>
                    </a:ext>
                  </a:extLst>
                </p14:cNvPr>
                <p14:cNvContentPartPr/>
                <p14:nvPr/>
              </p14:nvContentPartPr>
              <p14:xfrm>
                <a:off x="8600940" y="4672088"/>
                <a:ext cx="126360" cy="108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E753E86-BF6C-FDBD-38B1-B6DFB19CA28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92300" y="4663088"/>
                  <a:ext cx="144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45AB935-6793-AFD6-7EB7-17FD22C5071C}"/>
                    </a:ext>
                  </a:extLst>
                </p14:cNvPr>
                <p14:cNvContentPartPr/>
                <p14:nvPr/>
              </p14:nvContentPartPr>
              <p14:xfrm>
                <a:off x="8759340" y="4701608"/>
                <a:ext cx="42840" cy="40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45AB935-6793-AFD6-7EB7-17FD22C5071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750700" y="4692968"/>
                  <a:ext cx="60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2EB8C6E-C058-2CEC-58CF-362206A46302}"/>
                    </a:ext>
                  </a:extLst>
                </p14:cNvPr>
                <p14:cNvContentPartPr/>
                <p14:nvPr/>
              </p14:nvContentPartPr>
              <p14:xfrm>
                <a:off x="8743860" y="4592528"/>
                <a:ext cx="42120" cy="74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2EB8C6E-C058-2CEC-58CF-362206A4630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734860" y="4583888"/>
                  <a:ext cx="59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480ABE2-92EE-EA72-7D39-F8A1347CD44C}"/>
                    </a:ext>
                  </a:extLst>
                </p14:cNvPr>
                <p14:cNvContentPartPr/>
                <p14:nvPr/>
              </p14:nvContentPartPr>
              <p14:xfrm>
                <a:off x="8852580" y="4664888"/>
                <a:ext cx="51840" cy="89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480ABE2-92EE-EA72-7D39-F8A1347CD44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843580" y="4656248"/>
                  <a:ext cx="69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0F9CD66-0CF7-B2A2-5852-CEBE847DC6BB}"/>
                    </a:ext>
                  </a:extLst>
                </p14:cNvPr>
                <p14:cNvContentPartPr/>
                <p14:nvPr/>
              </p14:nvContentPartPr>
              <p14:xfrm>
                <a:off x="9024300" y="4506848"/>
                <a:ext cx="401040" cy="263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0F9CD66-0CF7-B2A2-5852-CEBE847DC6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015300" y="4497848"/>
                  <a:ext cx="4186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F0CCBCE-07C6-F29E-EBAD-032C00E560C2}"/>
                    </a:ext>
                  </a:extLst>
                </p14:cNvPr>
                <p14:cNvContentPartPr/>
                <p14:nvPr/>
              </p14:nvContentPartPr>
              <p14:xfrm>
                <a:off x="9611460" y="4707008"/>
                <a:ext cx="41040" cy="80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F0CCBCE-07C6-F29E-EBAD-032C00E560C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602460" y="4698008"/>
                  <a:ext cx="58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0CD8600-4001-0133-6603-75A3BF740A05}"/>
                    </a:ext>
                  </a:extLst>
                </p14:cNvPr>
                <p14:cNvContentPartPr/>
                <p14:nvPr/>
              </p14:nvContentPartPr>
              <p14:xfrm>
                <a:off x="9575100" y="4597928"/>
                <a:ext cx="12600" cy="50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0CD8600-4001-0133-6603-75A3BF740A0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66100" y="4588928"/>
                  <a:ext cx="30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39D6988-2C5B-B575-0DB1-69A3E67CCEA5}"/>
                    </a:ext>
                  </a:extLst>
                </p14:cNvPr>
                <p14:cNvContentPartPr/>
                <p14:nvPr/>
              </p14:nvContentPartPr>
              <p14:xfrm>
                <a:off x="9701100" y="4676048"/>
                <a:ext cx="110880" cy="125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39D6988-2C5B-B575-0DB1-69A3E67CCEA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692100" y="4667408"/>
                  <a:ext cx="1285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C743C78-8247-D9AF-A2D9-AA33E82AE192}"/>
              </a:ext>
            </a:extLst>
          </p:cNvPr>
          <p:cNvGrpSpPr/>
          <p:nvPr/>
        </p:nvGrpSpPr>
        <p:grpSpPr>
          <a:xfrm>
            <a:off x="9995940" y="4589288"/>
            <a:ext cx="260640" cy="166320"/>
            <a:chOff x="9995940" y="4589288"/>
            <a:chExt cx="26064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BCF144A-EB6A-94D9-A575-DCA57559801E}"/>
                    </a:ext>
                  </a:extLst>
                </p14:cNvPr>
                <p14:cNvContentPartPr/>
                <p14:nvPr/>
              </p14:nvContentPartPr>
              <p14:xfrm>
                <a:off x="10021860" y="4696568"/>
                <a:ext cx="29520" cy="57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BCF144A-EB6A-94D9-A575-DCA57559801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012860" y="4687568"/>
                  <a:ext cx="47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D23A1CD-C7B8-CB21-FD58-4EF0DE3DE5B1}"/>
                    </a:ext>
                  </a:extLst>
                </p14:cNvPr>
                <p14:cNvContentPartPr/>
                <p14:nvPr/>
              </p14:nvContentPartPr>
              <p14:xfrm>
                <a:off x="9995940" y="4589288"/>
                <a:ext cx="360" cy="12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D23A1CD-C7B8-CB21-FD58-4EF0DE3DE5B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986940" y="4580288"/>
                  <a:ext cx="1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E109EC-FEFD-EE9A-9894-E0912813E763}"/>
                    </a:ext>
                  </a:extLst>
                </p14:cNvPr>
                <p14:cNvContentPartPr/>
                <p14:nvPr/>
              </p14:nvContentPartPr>
              <p14:xfrm>
                <a:off x="10073700" y="4670648"/>
                <a:ext cx="182880" cy="84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E109EC-FEFD-EE9A-9894-E0912813E76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65060" y="4661648"/>
                  <a:ext cx="200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19EF8BD-9A08-C3F9-6317-03200E702D43}"/>
              </a:ext>
            </a:extLst>
          </p:cNvPr>
          <p:cNvGrpSpPr/>
          <p:nvPr/>
        </p:nvGrpSpPr>
        <p:grpSpPr>
          <a:xfrm>
            <a:off x="10457820" y="4535288"/>
            <a:ext cx="665280" cy="231120"/>
            <a:chOff x="10457820" y="4535288"/>
            <a:chExt cx="66528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375A689-1BFC-912D-37EF-B9948E1E4746}"/>
                    </a:ext>
                  </a:extLst>
                </p14:cNvPr>
                <p14:cNvContentPartPr/>
                <p14:nvPr/>
              </p14:nvContentPartPr>
              <p14:xfrm>
                <a:off x="10457820" y="4535288"/>
                <a:ext cx="235080" cy="231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375A689-1BFC-912D-37EF-B9948E1E474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448820" y="4526648"/>
                  <a:ext cx="252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8D80B80-6AE7-11AC-966E-F46261386CCF}"/>
                    </a:ext>
                  </a:extLst>
                </p14:cNvPr>
                <p14:cNvContentPartPr/>
                <p14:nvPr/>
              </p14:nvContentPartPr>
              <p14:xfrm>
                <a:off x="10722420" y="4631048"/>
                <a:ext cx="120240" cy="108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8D80B80-6AE7-11AC-966E-F46261386CC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713420" y="4622408"/>
                  <a:ext cx="137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27B117E-CB40-0EF9-29EF-E8A393B5ECDE}"/>
                    </a:ext>
                  </a:extLst>
                </p14:cNvPr>
                <p14:cNvContentPartPr/>
                <p14:nvPr/>
              </p14:nvContentPartPr>
              <p14:xfrm>
                <a:off x="10884780" y="4593248"/>
                <a:ext cx="238320" cy="161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27B117E-CB40-0EF9-29EF-E8A393B5ECD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876140" y="4584248"/>
                  <a:ext cx="255960" cy="178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golden combination: causal + stable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a causal rational system, every pole must lie strictly inside the unit circle.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2976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5486400" cy="374903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6324F"/>
                </a:solidFill>
                <a:latin typeface="Aptos"/>
              </a:rPr>
              <a:t>Reasoning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4709160" cy="246888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Causal ⇒ ROC is outside the outermost pole.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Stable ⇒ ROC must include |z|=1.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Therefore outermost pole radius must be &lt; 1.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 exactly on |z|=1 is not BIBO stable for the causal rational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13248"/>
            <a:ext cx="10012680" cy="5943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504688"/>
            <a:ext cx="9646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6324F"/>
                </a:solidFill>
                <a:latin typeface="Aptos"/>
              </a:rPr>
              <a:t>Important nuance: “all poles inside unit circle” is the causal + stable rule—not a stability rule without an ROC/support assumption.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7448E65-59E4-9437-7F97-D755804956F6}"/>
                  </a:ext>
                </a:extLst>
              </p14:cNvPr>
              <p14:cNvContentPartPr/>
              <p14:nvPr/>
            </p14:nvContentPartPr>
            <p14:xfrm>
              <a:off x="4106340" y="700568"/>
              <a:ext cx="1990800" cy="47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7448E65-59E4-9437-7F97-D755804956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7340" y="691928"/>
                <a:ext cx="20084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A03F168-1C6C-260F-31BF-92C73EAE9B3C}"/>
                  </a:ext>
                </a:extLst>
              </p14:cNvPr>
              <p14:cNvContentPartPr/>
              <p14:nvPr/>
            </p14:nvContentPartPr>
            <p14:xfrm>
              <a:off x="6608340" y="704168"/>
              <a:ext cx="57600" cy="153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A03F168-1C6C-260F-31BF-92C73EAE9B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9340" y="695528"/>
                <a:ext cx="752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808A9D-56DF-1B93-6BEF-2B726173B8A4}"/>
                  </a:ext>
                </a:extLst>
              </p14:cNvPr>
              <p14:cNvContentPartPr/>
              <p14:nvPr/>
            </p14:nvContentPartPr>
            <p14:xfrm>
              <a:off x="6577380" y="685808"/>
              <a:ext cx="131040" cy="31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808A9D-56DF-1B93-6BEF-2B726173B8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8380" y="676808"/>
                <a:ext cx="148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A54896-CDC9-E110-B85A-A0E4C419D73C}"/>
                  </a:ext>
                </a:extLst>
              </p14:cNvPr>
              <p14:cNvContentPartPr/>
              <p14:nvPr/>
            </p14:nvContentPartPr>
            <p14:xfrm>
              <a:off x="6634260" y="768608"/>
              <a:ext cx="9360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A54896-CDC9-E110-B85A-A0E4C419D7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5620" y="759608"/>
                <a:ext cx="111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E01A72C-C9CD-5143-1C4C-8485678D88E7}"/>
                  </a:ext>
                </a:extLst>
              </p14:cNvPr>
              <p14:cNvContentPartPr/>
              <p14:nvPr/>
            </p14:nvContentPartPr>
            <p14:xfrm>
              <a:off x="6779340" y="763208"/>
              <a:ext cx="104760" cy="84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E01A72C-C9CD-5143-1C4C-8485678D88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70700" y="754208"/>
                <a:ext cx="1224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745F4D3-0214-3492-1B88-F2FAE18C7D56}"/>
                  </a:ext>
                </a:extLst>
              </p14:cNvPr>
              <p14:cNvContentPartPr/>
              <p14:nvPr/>
            </p14:nvContentPartPr>
            <p14:xfrm>
              <a:off x="6946020" y="731528"/>
              <a:ext cx="95760" cy="84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745F4D3-0214-3492-1B88-F2FAE18C7D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37380" y="722888"/>
                <a:ext cx="11340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8E06C52-2256-D445-7185-A7A343296E8F}"/>
              </a:ext>
            </a:extLst>
          </p:cNvPr>
          <p:cNvGrpSpPr/>
          <p:nvPr/>
        </p:nvGrpSpPr>
        <p:grpSpPr>
          <a:xfrm>
            <a:off x="7288740" y="554768"/>
            <a:ext cx="1974240" cy="333000"/>
            <a:chOff x="7288740" y="554768"/>
            <a:chExt cx="197424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D8DC89-03C9-E95C-F863-E169EAB673BB}"/>
                    </a:ext>
                  </a:extLst>
                </p14:cNvPr>
                <p14:cNvContentPartPr/>
                <p14:nvPr/>
              </p14:nvContentPartPr>
              <p14:xfrm>
                <a:off x="7288740" y="758528"/>
                <a:ext cx="140400" cy="94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D8DC89-03C9-E95C-F863-E169EAB673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79740" y="749528"/>
                  <a:ext cx="1580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3C711A-31F9-BAAB-3137-E490C8CF02EC}"/>
                    </a:ext>
                  </a:extLst>
                </p14:cNvPr>
                <p14:cNvContentPartPr/>
                <p14:nvPr/>
              </p14:nvContentPartPr>
              <p14:xfrm>
                <a:off x="7453260" y="758168"/>
                <a:ext cx="396360" cy="89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3C711A-31F9-BAAB-3137-E490C8CF02E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44620" y="749528"/>
                  <a:ext cx="414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6E2CD1-0F3D-9F22-B817-D446E73F21B0}"/>
                    </a:ext>
                  </a:extLst>
                </p14:cNvPr>
                <p14:cNvContentPartPr/>
                <p14:nvPr/>
              </p14:nvContentPartPr>
              <p14:xfrm>
                <a:off x="7841340" y="736568"/>
                <a:ext cx="121320" cy="142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6E2CD1-0F3D-9F22-B817-D446E73F21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32700" y="727928"/>
                  <a:ext cx="138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02757B-5DA6-90DC-F567-84D3F5E28759}"/>
                    </a:ext>
                  </a:extLst>
                </p14:cNvPr>
                <p14:cNvContentPartPr/>
                <p14:nvPr/>
              </p14:nvContentPartPr>
              <p14:xfrm>
                <a:off x="8006220" y="577808"/>
                <a:ext cx="260280" cy="281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02757B-5DA6-90DC-F567-84D3F5E287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97580" y="568808"/>
                  <a:ext cx="277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0FA69E-14FA-D8CF-7E95-8E59EEF31098}"/>
                    </a:ext>
                  </a:extLst>
                </p14:cNvPr>
                <p14:cNvContentPartPr/>
                <p14:nvPr/>
              </p14:nvContentPartPr>
              <p14:xfrm>
                <a:off x="8444340" y="754568"/>
                <a:ext cx="136440" cy="13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0FA69E-14FA-D8CF-7E95-8E59EEF310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35340" y="745928"/>
                  <a:ext cx="154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DD508B-0DD3-DBFE-FD86-620BE1BF20A6}"/>
                    </a:ext>
                  </a:extLst>
                </p14:cNvPr>
                <p14:cNvContentPartPr/>
                <p14:nvPr/>
              </p14:nvContentPartPr>
              <p14:xfrm>
                <a:off x="8535780" y="612728"/>
                <a:ext cx="134280" cy="23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DD508B-0DD3-DBFE-FD86-620BE1BF20A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27140" y="604088"/>
                  <a:ext cx="151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53162B-2A4B-D412-4D5A-222AB8CF50A3}"/>
                    </a:ext>
                  </a:extLst>
                </p14:cNvPr>
                <p14:cNvContentPartPr/>
                <p14:nvPr/>
              </p14:nvContentPartPr>
              <p14:xfrm>
                <a:off x="8572140" y="746648"/>
                <a:ext cx="114840" cy="3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53162B-2A4B-D412-4D5A-222AB8CF50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63140" y="738008"/>
                  <a:ext cx="132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EBF0FA-A22C-D180-5914-43FB5CDCAF7A}"/>
                    </a:ext>
                  </a:extLst>
                </p14:cNvPr>
                <p14:cNvContentPartPr/>
                <p14:nvPr/>
              </p14:nvContentPartPr>
              <p14:xfrm>
                <a:off x="8722620" y="761768"/>
                <a:ext cx="127800" cy="75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EBF0FA-A22C-D180-5914-43FB5CDCAF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13980" y="752768"/>
                  <a:ext cx="145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BEA1A3-99FD-AA67-0824-55FEC415FFDA}"/>
                    </a:ext>
                  </a:extLst>
                </p14:cNvPr>
                <p14:cNvContentPartPr/>
                <p14:nvPr/>
              </p14:nvContentPartPr>
              <p14:xfrm>
                <a:off x="8842500" y="612728"/>
                <a:ext cx="162000" cy="219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BEA1A3-99FD-AA67-0824-55FEC415FF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33500" y="604088"/>
                  <a:ext cx="179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BDB170D-F3ED-796C-ECF7-A6F546A5ED96}"/>
                    </a:ext>
                  </a:extLst>
                </p14:cNvPr>
                <p14:cNvContentPartPr/>
                <p14:nvPr/>
              </p14:nvContentPartPr>
              <p14:xfrm>
                <a:off x="9012780" y="554768"/>
                <a:ext cx="250200" cy="28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BDB170D-F3ED-796C-ECF7-A6F546A5ED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03780" y="546128"/>
                  <a:ext cx="26784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FD1A76-774C-CD07-4C7C-02142A0B545F}"/>
              </a:ext>
            </a:extLst>
          </p:cNvPr>
          <p:cNvGrpSpPr/>
          <p:nvPr/>
        </p:nvGrpSpPr>
        <p:grpSpPr>
          <a:xfrm>
            <a:off x="6580980" y="1033568"/>
            <a:ext cx="1019160" cy="339120"/>
            <a:chOff x="6580980" y="1033568"/>
            <a:chExt cx="101916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D1015C1-D793-96F4-AA1E-626FF9E11D89}"/>
                    </a:ext>
                  </a:extLst>
                </p14:cNvPr>
                <p14:cNvContentPartPr/>
                <p14:nvPr/>
              </p14:nvContentPartPr>
              <p14:xfrm>
                <a:off x="6580980" y="1121408"/>
                <a:ext cx="165240" cy="15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D1015C1-D793-96F4-AA1E-626FF9E11D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71980" y="1112768"/>
                  <a:ext cx="182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E714D3-E56A-F2CE-E0FB-96886B0CD122}"/>
                    </a:ext>
                  </a:extLst>
                </p14:cNvPr>
                <p14:cNvContentPartPr/>
                <p14:nvPr/>
              </p14:nvContentPartPr>
              <p14:xfrm>
                <a:off x="6748740" y="1194848"/>
                <a:ext cx="171360" cy="177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E714D3-E56A-F2CE-E0FB-96886B0CD12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39740" y="1185848"/>
                  <a:ext cx="189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5AB40C-DED8-CE98-83BA-C4201E7EDC2B}"/>
                    </a:ext>
                  </a:extLst>
                </p14:cNvPr>
                <p14:cNvContentPartPr/>
                <p14:nvPr/>
              </p14:nvContentPartPr>
              <p14:xfrm>
                <a:off x="6917940" y="1124288"/>
                <a:ext cx="181800" cy="140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5AB40C-DED8-CE98-83BA-C4201E7EDC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08940" y="1115288"/>
                  <a:ext cx="199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E459DA-74C1-EDFC-BF45-989FE9DC1EBE}"/>
                    </a:ext>
                  </a:extLst>
                </p14:cNvPr>
                <p14:cNvContentPartPr/>
                <p14:nvPr/>
              </p14:nvContentPartPr>
              <p14:xfrm>
                <a:off x="7106220" y="1033568"/>
                <a:ext cx="77760" cy="236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E459DA-74C1-EDFC-BF45-989FE9DC1E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97580" y="1024928"/>
                  <a:ext cx="95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66EB30F-0513-0C66-20D9-A8AB818D59C0}"/>
                    </a:ext>
                  </a:extLst>
                </p14:cNvPr>
                <p14:cNvContentPartPr/>
                <p14:nvPr/>
              </p14:nvContentPartPr>
              <p14:xfrm>
                <a:off x="7065540" y="1139048"/>
                <a:ext cx="534600" cy="10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66EB30F-0513-0C66-20D9-A8AB818D59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56900" y="1130048"/>
                  <a:ext cx="5522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7FFCF10-EDDA-18A2-197A-996DEBE51A4B}"/>
              </a:ext>
            </a:extLst>
          </p:cNvPr>
          <p:cNvGrpSpPr/>
          <p:nvPr/>
        </p:nvGrpSpPr>
        <p:grpSpPr>
          <a:xfrm>
            <a:off x="7854660" y="984968"/>
            <a:ext cx="375120" cy="272520"/>
            <a:chOff x="7854660" y="984968"/>
            <a:chExt cx="37512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484106-E672-DFD7-AFD6-D54DBB23EEF8}"/>
                    </a:ext>
                  </a:extLst>
                </p14:cNvPr>
                <p14:cNvContentPartPr/>
                <p14:nvPr/>
              </p14:nvContentPartPr>
              <p14:xfrm>
                <a:off x="7854660" y="992168"/>
                <a:ext cx="249840" cy="26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484106-E672-DFD7-AFD6-D54DBB23EE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45660" y="983528"/>
                  <a:ext cx="267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CA759D-774B-1010-01C9-5EC7242BD5CC}"/>
                    </a:ext>
                  </a:extLst>
                </p14:cNvPr>
                <p14:cNvContentPartPr/>
                <p14:nvPr/>
              </p14:nvContentPartPr>
              <p14:xfrm>
                <a:off x="8115660" y="984968"/>
                <a:ext cx="114120" cy="262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CA759D-774B-1010-01C9-5EC7242BD5C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07020" y="975968"/>
                  <a:ext cx="131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7C0BD35-5DFA-DB7C-B86C-B5F7014E45D7}"/>
              </a:ext>
            </a:extLst>
          </p:cNvPr>
          <p:cNvGrpSpPr/>
          <p:nvPr/>
        </p:nvGrpSpPr>
        <p:grpSpPr>
          <a:xfrm>
            <a:off x="8442540" y="967688"/>
            <a:ext cx="654840" cy="379440"/>
            <a:chOff x="8442540" y="967688"/>
            <a:chExt cx="65484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59980BE-433A-ABFD-0E1B-6095585BCCA7}"/>
                    </a:ext>
                  </a:extLst>
                </p14:cNvPr>
                <p14:cNvContentPartPr/>
                <p14:nvPr/>
              </p14:nvContentPartPr>
              <p14:xfrm>
                <a:off x="8442540" y="1132928"/>
                <a:ext cx="86760" cy="214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59980BE-433A-ABFD-0E1B-6095585BCCA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33900" y="1124288"/>
                  <a:ext cx="104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F0D81B-443E-0D15-E43F-B3FBFDF7DFD0}"/>
                    </a:ext>
                  </a:extLst>
                </p14:cNvPr>
                <p14:cNvContentPartPr/>
                <p14:nvPr/>
              </p14:nvContentPartPr>
              <p14:xfrm>
                <a:off x="8561340" y="1134728"/>
                <a:ext cx="99360" cy="9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F0D81B-443E-0D15-E43F-B3FBFDF7DFD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52340" y="1126088"/>
                  <a:ext cx="117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2B6EDA-78FE-3E0A-A80A-7F4F86AC9D3D}"/>
                    </a:ext>
                  </a:extLst>
                </p14:cNvPr>
                <p14:cNvContentPartPr/>
                <p14:nvPr/>
              </p14:nvContentPartPr>
              <p14:xfrm>
                <a:off x="8712540" y="967688"/>
                <a:ext cx="280080" cy="274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2B6EDA-78FE-3E0A-A80A-7F4F86AC9D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03540" y="958688"/>
                  <a:ext cx="297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CF3110-979D-CE0E-FC4A-C527265C2BE2}"/>
                    </a:ext>
                  </a:extLst>
                </p14:cNvPr>
                <p14:cNvContentPartPr/>
                <p14:nvPr/>
              </p14:nvContentPartPr>
              <p14:xfrm>
                <a:off x="8938260" y="1090088"/>
                <a:ext cx="159120" cy="13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CF3110-979D-CE0E-FC4A-C527265C2BE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29260" y="1081448"/>
                  <a:ext cx="17676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EA2E030-08A0-50EA-D110-1D7086B3DBB1}"/>
              </a:ext>
            </a:extLst>
          </p:cNvPr>
          <p:cNvGrpSpPr/>
          <p:nvPr/>
        </p:nvGrpSpPr>
        <p:grpSpPr>
          <a:xfrm>
            <a:off x="9318420" y="971288"/>
            <a:ext cx="708840" cy="245160"/>
            <a:chOff x="9318420" y="971288"/>
            <a:chExt cx="70884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5E840A-F5BA-656C-BF82-E83637814500}"/>
                    </a:ext>
                  </a:extLst>
                </p14:cNvPr>
                <p14:cNvContentPartPr/>
                <p14:nvPr/>
              </p14:nvContentPartPr>
              <p14:xfrm>
                <a:off x="9318420" y="1106648"/>
                <a:ext cx="316080" cy="82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5E840A-F5BA-656C-BF82-E8363781450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09420" y="1097648"/>
                  <a:ext cx="333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436574C-D4FF-A111-7F36-AE9CC473D0D6}"/>
                    </a:ext>
                  </a:extLst>
                </p14:cNvPr>
                <p14:cNvContentPartPr/>
                <p14:nvPr/>
              </p14:nvContentPartPr>
              <p14:xfrm>
                <a:off x="9596700" y="1111688"/>
                <a:ext cx="183960" cy="104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436574C-D4FF-A111-7F36-AE9CC473D0D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88060" y="1102688"/>
                  <a:ext cx="201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FA7925-2874-8D02-BC79-31A91BD6C861}"/>
                    </a:ext>
                  </a:extLst>
                </p14:cNvPr>
                <p14:cNvContentPartPr/>
                <p14:nvPr/>
              </p14:nvContentPartPr>
              <p14:xfrm>
                <a:off x="9762300" y="1104488"/>
                <a:ext cx="137160" cy="107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FA7925-2874-8D02-BC79-31A91BD6C8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53300" y="1095848"/>
                  <a:ext cx="154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C93C631-D6E2-773E-60AD-75FC73EB1E0F}"/>
                    </a:ext>
                  </a:extLst>
                </p14:cNvPr>
                <p14:cNvContentPartPr/>
                <p14:nvPr/>
              </p14:nvContentPartPr>
              <p14:xfrm>
                <a:off x="9933660" y="971288"/>
                <a:ext cx="86400" cy="214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C93C631-D6E2-773E-60AD-75FC73EB1E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24660" y="962648"/>
                  <a:ext cx="104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452F5F-75BB-7066-72B5-F254BF51A136}"/>
                    </a:ext>
                  </a:extLst>
                </p14:cNvPr>
                <p14:cNvContentPartPr/>
                <p14:nvPr/>
              </p14:nvContentPartPr>
              <p14:xfrm>
                <a:off x="9927900" y="1102328"/>
                <a:ext cx="99360" cy="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452F5F-75BB-7066-72B5-F254BF51A13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19260" y="1093688"/>
                  <a:ext cx="117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826279D-D9FF-66A0-C5F1-291DD6667057}"/>
              </a:ext>
            </a:extLst>
          </p:cNvPr>
          <p:cNvGrpSpPr/>
          <p:nvPr/>
        </p:nvGrpSpPr>
        <p:grpSpPr>
          <a:xfrm>
            <a:off x="10218420" y="943928"/>
            <a:ext cx="1399320" cy="266040"/>
            <a:chOff x="10218420" y="943928"/>
            <a:chExt cx="139932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B18D04-3E29-FE01-6B04-EDDD4CB7B84C}"/>
                    </a:ext>
                  </a:extLst>
                </p14:cNvPr>
                <p14:cNvContentPartPr/>
                <p14:nvPr/>
              </p14:nvContentPartPr>
              <p14:xfrm>
                <a:off x="10218420" y="943928"/>
                <a:ext cx="176760" cy="256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B18D04-3E29-FE01-6B04-EDDD4CB7B84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09780" y="935288"/>
                  <a:ext cx="194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76BA4C-294B-E79F-C1D3-EDC60556FF06}"/>
                    </a:ext>
                  </a:extLst>
                </p14:cNvPr>
                <p14:cNvContentPartPr/>
                <p14:nvPr/>
              </p14:nvContentPartPr>
              <p14:xfrm>
                <a:off x="10318140" y="971288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76BA4C-294B-E79F-C1D3-EDC60556FF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09140" y="9626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8FF7B47-F150-11F2-19B7-8FAC8C6FF3AD}"/>
                    </a:ext>
                  </a:extLst>
                </p14:cNvPr>
                <p14:cNvContentPartPr/>
                <p14:nvPr/>
              </p14:nvContentPartPr>
              <p14:xfrm>
                <a:off x="10475820" y="1082888"/>
                <a:ext cx="117720" cy="12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8FF7B47-F150-11F2-19B7-8FAC8C6FF3A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466820" y="1073888"/>
                  <a:ext cx="135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452F74-275F-1D7B-7D2D-A336E1C9BC87}"/>
                    </a:ext>
                  </a:extLst>
                </p14:cNvPr>
                <p14:cNvContentPartPr/>
                <p14:nvPr/>
              </p14:nvContentPartPr>
              <p14:xfrm>
                <a:off x="10775340" y="1116728"/>
                <a:ext cx="43200" cy="9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452F74-275F-1D7B-7D2D-A336E1C9BC8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66340" y="1108088"/>
                  <a:ext cx="60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5B14A5-C0B5-7DDA-508D-E2073CC1BE67}"/>
                    </a:ext>
                  </a:extLst>
                </p14:cNvPr>
                <p14:cNvContentPartPr/>
                <p14:nvPr/>
              </p14:nvContentPartPr>
              <p14:xfrm>
                <a:off x="10754460" y="1013048"/>
                <a:ext cx="16560" cy="41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5B14A5-C0B5-7DDA-508D-E2073CC1BE6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45460" y="1004048"/>
                  <a:ext cx="34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2DC5B5B-68E4-99FC-2DED-F7AE3D173B35}"/>
                    </a:ext>
                  </a:extLst>
                </p14:cNvPr>
                <p14:cNvContentPartPr/>
                <p14:nvPr/>
              </p14:nvContentPartPr>
              <p14:xfrm>
                <a:off x="10842660" y="1122128"/>
                <a:ext cx="190440" cy="77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2DC5B5B-68E4-99FC-2DED-F7AE3D173B3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834020" y="1113128"/>
                  <a:ext cx="208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D0D38B-BF6F-F916-BE7A-F2E8F7B6721B}"/>
                    </a:ext>
                  </a:extLst>
                </p14:cNvPr>
                <p14:cNvContentPartPr/>
                <p14:nvPr/>
              </p14:nvContentPartPr>
              <p14:xfrm>
                <a:off x="11077020" y="1060928"/>
                <a:ext cx="76680" cy="11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D0D38B-BF6F-F916-BE7A-F2E8F7B6721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68020" y="1052288"/>
                  <a:ext cx="94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ED067D-0E42-A8BA-CE84-10E64DD76B95}"/>
                    </a:ext>
                  </a:extLst>
                </p14:cNvPr>
                <p14:cNvContentPartPr/>
                <p14:nvPr/>
              </p14:nvContentPartPr>
              <p14:xfrm>
                <a:off x="11190780" y="1127168"/>
                <a:ext cx="11520" cy="41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ED067D-0E42-A8BA-CE84-10E64DD76B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182140" y="1118528"/>
                  <a:ext cx="29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0B06BE-D6B7-8BDA-4A1C-9BEC47D59F90}"/>
                    </a:ext>
                  </a:extLst>
                </p14:cNvPr>
                <p14:cNvContentPartPr/>
                <p14:nvPr/>
              </p14:nvContentPartPr>
              <p14:xfrm>
                <a:off x="11180340" y="1011608"/>
                <a:ext cx="11880" cy="21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0B06BE-D6B7-8BDA-4A1C-9BEC47D59F9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71700" y="1002968"/>
                  <a:ext cx="29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BDDF62-1E15-5656-72C2-829D20CEF6D7}"/>
                    </a:ext>
                  </a:extLst>
                </p14:cNvPr>
                <p14:cNvContentPartPr/>
                <p14:nvPr/>
              </p14:nvContentPartPr>
              <p14:xfrm>
                <a:off x="11286900" y="953288"/>
                <a:ext cx="330840" cy="247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BDDF62-1E15-5656-72C2-829D20CEF6D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78260" y="944288"/>
                  <a:ext cx="3484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D3BF642-5E53-4E70-1C52-9B91DD846518}"/>
              </a:ext>
            </a:extLst>
          </p:cNvPr>
          <p:cNvGrpSpPr/>
          <p:nvPr/>
        </p:nvGrpSpPr>
        <p:grpSpPr>
          <a:xfrm>
            <a:off x="10738980" y="1381688"/>
            <a:ext cx="535320" cy="223920"/>
            <a:chOff x="10738980" y="1381688"/>
            <a:chExt cx="5353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DA81121-2578-48F2-9342-DC7D9B463D2E}"/>
                    </a:ext>
                  </a:extLst>
                </p14:cNvPr>
                <p14:cNvContentPartPr/>
                <p14:nvPr/>
              </p14:nvContentPartPr>
              <p14:xfrm>
                <a:off x="10738980" y="1487168"/>
                <a:ext cx="174240" cy="88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DA81121-2578-48F2-9342-DC7D9B463D2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29980" y="1478168"/>
                  <a:ext cx="191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A07E55-EAF0-D817-FBF9-B5183B213772}"/>
                    </a:ext>
                  </a:extLst>
                </p14:cNvPr>
                <p14:cNvContentPartPr/>
                <p14:nvPr/>
              </p14:nvContentPartPr>
              <p14:xfrm>
                <a:off x="10931220" y="1518488"/>
                <a:ext cx="114840" cy="50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A07E55-EAF0-D817-FBF9-B5183B21377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22220" y="1509848"/>
                  <a:ext cx="132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B0E944-CFF1-E919-5C77-4C90A001AB12}"/>
                    </a:ext>
                  </a:extLst>
                </p14:cNvPr>
                <p14:cNvContentPartPr/>
                <p14:nvPr/>
              </p14:nvContentPartPr>
              <p14:xfrm>
                <a:off x="11138940" y="1537568"/>
                <a:ext cx="31680" cy="68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B0E944-CFF1-E919-5C77-4C90A001AB1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29940" y="1528928"/>
                  <a:ext cx="49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C97698B-9D61-EC01-82CB-01E52B001C56}"/>
                    </a:ext>
                  </a:extLst>
                </p14:cNvPr>
                <p14:cNvContentPartPr/>
                <p14:nvPr/>
              </p14:nvContentPartPr>
              <p14:xfrm>
                <a:off x="11076660" y="1414808"/>
                <a:ext cx="19080" cy="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C97698B-9D61-EC01-82CB-01E52B001C5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67660" y="1405808"/>
                  <a:ext cx="36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5DA559E-DD59-7ED1-2923-E03193581979}"/>
                    </a:ext>
                  </a:extLst>
                </p14:cNvPr>
                <p14:cNvContentPartPr/>
                <p14:nvPr/>
              </p14:nvContentPartPr>
              <p14:xfrm>
                <a:off x="11185740" y="1381688"/>
                <a:ext cx="48240" cy="18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5DA559E-DD59-7ED1-2923-E0319358197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76740" y="1373048"/>
                  <a:ext cx="65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9030650-801A-EC1D-72BA-58A699030FB6}"/>
                    </a:ext>
                  </a:extLst>
                </p14:cNvPr>
                <p14:cNvContentPartPr/>
                <p14:nvPr/>
              </p14:nvContentPartPr>
              <p14:xfrm>
                <a:off x="11162700" y="1503368"/>
                <a:ext cx="111600" cy="8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9030650-801A-EC1D-72BA-58A699030FB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53700" y="1494728"/>
                  <a:ext cx="1292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35F404C-3A6F-A7E4-9BF9-0A7C984FE09A}"/>
              </a:ext>
            </a:extLst>
          </p:cNvPr>
          <p:cNvGrpSpPr/>
          <p:nvPr/>
        </p:nvGrpSpPr>
        <p:grpSpPr>
          <a:xfrm>
            <a:off x="10879740" y="1699568"/>
            <a:ext cx="768960" cy="284760"/>
            <a:chOff x="10879740" y="1699568"/>
            <a:chExt cx="76896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32D01D-E07D-0315-84D3-A082B170D190}"/>
                    </a:ext>
                  </a:extLst>
                </p14:cNvPr>
                <p14:cNvContentPartPr/>
                <p14:nvPr/>
              </p14:nvContentPartPr>
              <p14:xfrm>
                <a:off x="10879740" y="1858688"/>
                <a:ext cx="145080" cy="111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32D01D-E07D-0315-84D3-A082B170D19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71100" y="1850048"/>
                  <a:ext cx="162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D142A6-7D46-D97C-0DE1-FC883EC1600E}"/>
                    </a:ext>
                  </a:extLst>
                </p14:cNvPr>
                <p14:cNvContentPartPr/>
                <p14:nvPr/>
              </p14:nvContentPartPr>
              <p14:xfrm>
                <a:off x="11040300" y="1911608"/>
                <a:ext cx="32040" cy="51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D142A6-7D46-D97C-0DE1-FC883EC1600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031300" y="1902968"/>
                  <a:ext cx="4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A375E1-3BD9-1402-1D50-E7220A3EDE2E}"/>
                    </a:ext>
                  </a:extLst>
                </p14:cNvPr>
                <p14:cNvContentPartPr/>
                <p14:nvPr/>
              </p14:nvContentPartPr>
              <p14:xfrm>
                <a:off x="11024460" y="1807928"/>
                <a:ext cx="360" cy="13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A375E1-3BD9-1402-1D50-E7220A3EDE2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015820" y="1798928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7E8D5B-9E15-D9EF-1938-F6554AE4EFA5}"/>
                    </a:ext>
                  </a:extLst>
                </p14:cNvPr>
                <p14:cNvContentPartPr/>
                <p14:nvPr/>
              </p14:nvContentPartPr>
              <p14:xfrm>
                <a:off x="11092500" y="1840688"/>
                <a:ext cx="62640" cy="109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7E8D5B-9E15-D9EF-1938-F6554AE4EFA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83500" y="1832048"/>
                  <a:ext cx="80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D1D605-AEA8-8AEC-7902-DB01F29EC822}"/>
                    </a:ext>
                  </a:extLst>
                </p14:cNvPr>
                <p14:cNvContentPartPr/>
                <p14:nvPr/>
              </p14:nvContentPartPr>
              <p14:xfrm>
                <a:off x="11246220" y="1699568"/>
                <a:ext cx="402480" cy="284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D1D605-AEA8-8AEC-7902-DB01F29EC8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237220" y="1690928"/>
                  <a:ext cx="42012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D3F5943-785B-4C2B-E8E0-E9C19D866E97}"/>
              </a:ext>
            </a:extLst>
          </p:cNvPr>
          <p:cNvGrpSpPr/>
          <p:nvPr/>
        </p:nvGrpSpPr>
        <p:grpSpPr>
          <a:xfrm>
            <a:off x="4266900" y="6083648"/>
            <a:ext cx="964440" cy="352440"/>
            <a:chOff x="4266900" y="6083648"/>
            <a:chExt cx="96444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F82B24-7F96-EADF-4E73-E1924162B38A}"/>
                    </a:ext>
                  </a:extLst>
                </p14:cNvPr>
                <p14:cNvContentPartPr/>
                <p14:nvPr/>
              </p14:nvContentPartPr>
              <p14:xfrm>
                <a:off x="4266900" y="6151328"/>
                <a:ext cx="114840" cy="146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F82B24-7F96-EADF-4E73-E1924162B38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258260" y="6142328"/>
                  <a:ext cx="132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1BBBB26-A3C2-417E-A6E7-4EA637957BE0}"/>
                    </a:ext>
                  </a:extLst>
                </p14:cNvPr>
                <p14:cNvContentPartPr/>
                <p14:nvPr/>
              </p14:nvContentPartPr>
              <p14:xfrm>
                <a:off x="4408020" y="6208568"/>
                <a:ext cx="114840" cy="227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1BBBB26-A3C2-417E-A6E7-4EA637957BE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99380" y="6199568"/>
                  <a:ext cx="132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CE709A-0365-7072-AD21-335BCF51055F}"/>
                    </a:ext>
                  </a:extLst>
                </p14:cNvPr>
                <p14:cNvContentPartPr/>
                <p14:nvPr/>
              </p14:nvContentPartPr>
              <p14:xfrm>
                <a:off x="4507020" y="6208568"/>
                <a:ext cx="148320" cy="109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CE709A-0365-7072-AD21-335BCF51055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98380" y="6199568"/>
                  <a:ext cx="1659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8C05E5-79EC-2D83-F9D7-9E8635997A1C}"/>
                    </a:ext>
                  </a:extLst>
                </p14:cNvPr>
                <p14:cNvContentPartPr/>
                <p14:nvPr/>
              </p14:nvContentPartPr>
              <p14:xfrm>
                <a:off x="4712220" y="6083648"/>
                <a:ext cx="58320" cy="229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8C05E5-79EC-2D83-F9D7-9E8635997A1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03220" y="6075008"/>
                  <a:ext cx="75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B2D8DE-1F4C-5257-E7FD-5E883BB482F6}"/>
                    </a:ext>
                  </a:extLst>
                </p14:cNvPr>
                <p14:cNvContentPartPr/>
                <p14:nvPr/>
              </p14:nvContentPartPr>
              <p14:xfrm>
                <a:off x="4727700" y="6169328"/>
                <a:ext cx="503640" cy="144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B2D8DE-1F4C-5257-E7FD-5E883BB482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718700" y="6160328"/>
                  <a:ext cx="5212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C736FE8-D850-1F2A-0CBB-6D69362F7983}"/>
              </a:ext>
            </a:extLst>
          </p:cNvPr>
          <p:cNvGrpSpPr/>
          <p:nvPr/>
        </p:nvGrpSpPr>
        <p:grpSpPr>
          <a:xfrm>
            <a:off x="5585940" y="6040808"/>
            <a:ext cx="1291680" cy="370800"/>
            <a:chOff x="5585940" y="6040808"/>
            <a:chExt cx="129168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6F689C9-D456-9EB1-CF90-0ECC08204DD2}"/>
                    </a:ext>
                  </a:extLst>
                </p14:cNvPr>
                <p14:cNvContentPartPr/>
                <p14:nvPr/>
              </p14:nvContentPartPr>
              <p14:xfrm>
                <a:off x="5585940" y="6106328"/>
                <a:ext cx="158040" cy="199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6F689C9-D456-9EB1-CF90-0ECC08204DD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76940" y="6097328"/>
                  <a:ext cx="175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E6B5AE9-05BB-4BBA-7553-F9170F3531FA}"/>
                    </a:ext>
                  </a:extLst>
                </p14:cNvPr>
                <p14:cNvContentPartPr/>
                <p14:nvPr/>
              </p14:nvContentPartPr>
              <p14:xfrm>
                <a:off x="5782140" y="6045128"/>
                <a:ext cx="276120" cy="277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E6B5AE9-05BB-4BBA-7553-F9170F3531F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73140" y="6036128"/>
                  <a:ext cx="2937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C2CA61-D837-20CE-DD47-814D83A66B77}"/>
                    </a:ext>
                  </a:extLst>
                </p14:cNvPr>
                <p14:cNvContentPartPr/>
                <p14:nvPr/>
              </p14:nvContentPartPr>
              <p14:xfrm>
                <a:off x="6228540" y="6197768"/>
                <a:ext cx="120240" cy="21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C2CA61-D837-20CE-DD47-814D83A66B7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19540" y="6188768"/>
                  <a:ext cx="13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CFB43FE-3A95-4731-9E95-7720871AFA2D}"/>
                    </a:ext>
                  </a:extLst>
                </p14:cNvPr>
                <p14:cNvContentPartPr/>
                <p14:nvPr/>
              </p14:nvContentPartPr>
              <p14:xfrm>
                <a:off x="6403860" y="6206408"/>
                <a:ext cx="95400" cy="80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CFB43FE-3A95-4731-9E95-7720871AFA2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94860" y="6197768"/>
                  <a:ext cx="113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125887-DD30-AFCB-87C3-C9BFEFDCFCE0}"/>
                    </a:ext>
                  </a:extLst>
                </p14:cNvPr>
                <p14:cNvContentPartPr/>
                <p14:nvPr/>
              </p14:nvContentPartPr>
              <p14:xfrm>
                <a:off x="6529500" y="6040808"/>
                <a:ext cx="279000" cy="267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125887-DD30-AFCB-87C3-C9BFEFDCFCE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520500" y="6031808"/>
                  <a:ext cx="296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9191C3-CCFE-7D20-9584-ACB518DEE119}"/>
                    </a:ext>
                  </a:extLst>
                </p14:cNvPr>
                <p14:cNvContentPartPr/>
                <p14:nvPr/>
              </p14:nvContentPartPr>
              <p14:xfrm>
                <a:off x="6767100" y="6140888"/>
                <a:ext cx="110520" cy="182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9191C3-CCFE-7D20-9584-ACB518DEE11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758460" y="6131888"/>
                  <a:ext cx="128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378A07-FAC9-C66B-12E3-1F8BFF50E57D}"/>
              </a:ext>
            </a:extLst>
          </p:cNvPr>
          <p:cNvGrpSpPr/>
          <p:nvPr/>
        </p:nvGrpSpPr>
        <p:grpSpPr>
          <a:xfrm>
            <a:off x="7143300" y="6109568"/>
            <a:ext cx="769680" cy="230760"/>
            <a:chOff x="7143300" y="6109568"/>
            <a:chExt cx="76968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E0BA955-F3BF-57BD-5A47-C65C8037B065}"/>
                    </a:ext>
                  </a:extLst>
                </p14:cNvPr>
                <p14:cNvContentPartPr/>
                <p14:nvPr/>
              </p14:nvContentPartPr>
              <p14:xfrm>
                <a:off x="7143300" y="6214688"/>
                <a:ext cx="273960" cy="103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E0BA955-F3BF-57BD-5A47-C65C8037B06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34660" y="6206048"/>
                  <a:ext cx="291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CEF83B-5224-B062-CBEC-8F6A7362523C}"/>
                    </a:ext>
                  </a:extLst>
                </p14:cNvPr>
                <p14:cNvContentPartPr/>
                <p14:nvPr/>
              </p14:nvContentPartPr>
              <p14:xfrm>
                <a:off x="7491780" y="6255008"/>
                <a:ext cx="171720" cy="85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CEF83B-5224-B062-CBEC-8F6A7362523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82780" y="6246368"/>
                  <a:ext cx="189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055094A-5C9A-DC2A-9892-F1FC148CEB69}"/>
                    </a:ext>
                  </a:extLst>
                </p14:cNvPr>
                <p14:cNvContentPartPr/>
                <p14:nvPr/>
              </p14:nvContentPartPr>
              <p14:xfrm>
                <a:off x="7603020" y="6183728"/>
                <a:ext cx="120960" cy="125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055094A-5C9A-DC2A-9892-F1FC148CEB6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94020" y="6174728"/>
                  <a:ext cx="138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F469838-B453-202D-87D5-9CE1AD9E65D8}"/>
                    </a:ext>
                  </a:extLst>
                </p14:cNvPr>
                <p14:cNvContentPartPr/>
                <p14:nvPr/>
              </p14:nvContentPartPr>
              <p14:xfrm>
                <a:off x="7849980" y="6109568"/>
                <a:ext cx="51840" cy="214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F469838-B453-202D-87D5-9CE1AD9E65D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841340" y="6100928"/>
                  <a:ext cx="69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F6C1AB-7F92-164E-96F5-A9CF08C94750}"/>
                    </a:ext>
                  </a:extLst>
                </p14:cNvPr>
                <p14:cNvContentPartPr/>
                <p14:nvPr/>
              </p14:nvContentPartPr>
              <p14:xfrm>
                <a:off x="7821540" y="6218648"/>
                <a:ext cx="91440" cy="10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F6C1AB-7F92-164E-96F5-A9CF08C9475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812540" y="6210008"/>
                  <a:ext cx="1090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6B83F88-301F-5D9B-9C5F-9AB23C291B85}"/>
              </a:ext>
            </a:extLst>
          </p:cNvPr>
          <p:cNvGrpSpPr/>
          <p:nvPr/>
        </p:nvGrpSpPr>
        <p:grpSpPr>
          <a:xfrm>
            <a:off x="8126820" y="6094088"/>
            <a:ext cx="358200" cy="234720"/>
            <a:chOff x="8126820" y="6094088"/>
            <a:chExt cx="35820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E28470B-4B8C-0B2D-C025-4CD1D89E8D80}"/>
                    </a:ext>
                  </a:extLst>
                </p14:cNvPr>
                <p14:cNvContentPartPr/>
                <p14:nvPr/>
              </p14:nvContentPartPr>
              <p14:xfrm>
                <a:off x="8126820" y="6109568"/>
                <a:ext cx="130320" cy="213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E28470B-4B8C-0B2D-C025-4CD1D89E8D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18180" y="6100928"/>
                  <a:ext cx="147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AA46911-ADF0-D947-4C9B-1DDFBDDBA723}"/>
                    </a:ext>
                  </a:extLst>
                </p14:cNvPr>
                <p14:cNvContentPartPr/>
                <p14:nvPr/>
              </p14:nvContentPartPr>
              <p14:xfrm>
                <a:off x="8218980" y="6094088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AA46911-ADF0-D947-4C9B-1DDFBDDBA72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10340" y="6085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56EDBD-174F-72AE-CAA7-762A648E4E11}"/>
                    </a:ext>
                  </a:extLst>
                </p14:cNvPr>
                <p14:cNvContentPartPr/>
                <p14:nvPr/>
              </p14:nvContentPartPr>
              <p14:xfrm>
                <a:off x="8311500" y="6153128"/>
                <a:ext cx="173520" cy="175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56EDBD-174F-72AE-CAA7-762A648E4E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02500" y="6144488"/>
                  <a:ext cx="19116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442D71C-5827-FA0C-E8A3-1C27284FB330}"/>
              </a:ext>
            </a:extLst>
          </p:cNvPr>
          <p:cNvGrpSpPr/>
          <p:nvPr/>
        </p:nvGrpSpPr>
        <p:grpSpPr>
          <a:xfrm>
            <a:off x="8667180" y="6050528"/>
            <a:ext cx="916560" cy="268200"/>
            <a:chOff x="8667180" y="6050528"/>
            <a:chExt cx="9165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5B1DA24-B8B1-608E-A829-0069F1142579}"/>
                    </a:ext>
                  </a:extLst>
                </p14:cNvPr>
                <p14:cNvContentPartPr/>
                <p14:nvPr/>
              </p14:nvContentPartPr>
              <p14:xfrm>
                <a:off x="8667180" y="6174728"/>
                <a:ext cx="102960" cy="128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5B1DA24-B8B1-608E-A829-0069F11425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58540" y="6165728"/>
                  <a:ext cx="1206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38A5904-D9E7-B679-B351-A1960DFDADAC}"/>
                    </a:ext>
                  </a:extLst>
                </p14:cNvPr>
                <p14:cNvContentPartPr/>
                <p14:nvPr/>
              </p14:nvContentPartPr>
              <p14:xfrm>
                <a:off x="8811180" y="6224048"/>
                <a:ext cx="140040" cy="89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38A5904-D9E7-B679-B351-A1960DFDAD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02540" y="6215048"/>
                  <a:ext cx="157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A7ECC0B-8025-57CB-E7A9-503ED5817CEF}"/>
                    </a:ext>
                  </a:extLst>
                </p14:cNvPr>
                <p14:cNvContentPartPr/>
                <p14:nvPr/>
              </p14:nvContentPartPr>
              <p14:xfrm>
                <a:off x="8925660" y="6083648"/>
                <a:ext cx="117720" cy="227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A7ECC0B-8025-57CB-E7A9-503ED5817CE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16660" y="6075008"/>
                  <a:ext cx="135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65E5DF4-6907-3A76-D0C8-22B18C560DE4}"/>
                    </a:ext>
                  </a:extLst>
                </p14:cNvPr>
                <p14:cNvContentPartPr/>
                <p14:nvPr/>
              </p14:nvContentPartPr>
              <p14:xfrm>
                <a:off x="8944020" y="6203168"/>
                <a:ext cx="101160" cy="20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65E5DF4-6907-3A76-D0C8-22B18C560DE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35380" y="6194528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EF714A1-6EE3-99F8-A43B-82D3BF8656B9}"/>
                    </a:ext>
                  </a:extLst>
                </p14:cNvPr>
                <p14:cNvContentPartPr/>
                <p14:nvPr/>
              </p14:nvContentPartPr>
              <p14:xfrm>
                <a:off x="9102420" y="6154928"/>
                <a:ext cx="73080" cy="120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EF714A1-6EE3-99F8-A43B-82D3BF8656B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93420" y="6145928"/>
                  <a:ext cx="90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CF0725-9CCA-520C-DC5E-B3DD786C6C99}"/>
                    </a:ext>
                  </a:extLst>
                </p14:cNvPr>
                <p14:cNvContentPartPr/>
                <p14:nvPr/>
              </p14:nvContentPartPr>
              <p14:xfrm>
                <a:off x="9216540" y="6208568"/>
                <a:ext cx="25920" cy="84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CF0725-9CCA-520C-DC5E-B3DD786C6C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07900" y="6199568"/>
                  <a:ext cx="43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F7A9906-D214-D24E-FBED-F9A594C6F233}"/>
                    </a:ext>
                  </a:extLst>
                </p14:cNvPr>
                <p14:cNvContentPartPr/>
                <p14:nvPr/>
              </p14:nvContentPartPr>
              <p14:xfrm>
                <a:off x="9201060" y="6104528"/>
                <a:ext cx="3600" cy="21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F7A9906-D214-D24E-FBED-F9A594C6F2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92060" y="6095528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4A4FA8-3538-B654-07DA-21F8C0FD5E55}"/>
                    </a:ext>
                  </a:extLst>
                </p14:cNvPr>
                <p14:cNvContentPartPr/>
                <p14:nvPr/>
              </p14:nvContentPartPr>
              <p14:xfrm>
                <a:off x="9320580" y="6050528"/>
                <a:ext cx="263160" cy="268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4A4FA8-3538-B654-07DA-21F8C0FD5E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11580" y="6041528"/>
                  <a:ext cx="28080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DE1DEF5-D09D-27B1-4743-8A18AB19702A}"/>
              </a:ext>
            </a:extLst>
          </p:cNvPr>
          <p:cNvGrpSpPr/>
          <p:nvPr/>
        </p:nvGrpSpPr>
        <p:grpSpPr>
          <a:xfrm>
            <a:off x="9772380" y="6068168"/>
            <a:ext cx="525240" cy="244080"/>
            <a:chOff x="9772380" y="6068168"/>
            <a:chExt cx="52524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6AF4E3-0395-3CD4-6C75-4E531910995B}"/>
                    </a:ext>
                  </a:extLst>
                </p14:cNvPr>
                <p14:cNvContentPartPr/>
                <p14:nvPr/>
              </p14:nvContentPartPr>
              <p14:xfrm>
                <a:off x="9772380" y="6190208"/>
                <a:ext cx="369720" cy="117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6AF4E3-0395-3CD4-6C75-4E531910995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63740" y="6181208"/>
                  <a:ext cx="387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8BA2B3-6E43-0009-E99E-B4A11E1701B2}"/>
                    </a:ext>
                  </a:extLst>
                </p14:cNvPr>
                <p14:cNvContentPartPr/>
                <p14:nvPr/>
              </p14:nvContentPartPr>
              <p14:xfrm>
                <a:off x="10141380" y="6208568"/>
                <a:ext cx="36720" cy="103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8BA2B3-6E43-0009-E99E-B4A11E1701B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132380" y="6199568"/>
                  <a:ext cx="54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2294F56-A99D-7224-B7C6-60AB858CEF09}"/>
                    </a:ext>
                  </a:extLst>
                </p14:cNvPr>
                <p14:cNvContentPartPr/>
                <p14:nvPr/>
              </p14:nvContentPartPr>
              <p14:xfrm>
                <a:off x="10085220" y="6073208"/>
                <a:ext cx="9720" cy="19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2294F56-A99D-7224-B7C6-60AB858CEF0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076580" y="6064568"/>
                  <a:ext cx="27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5C43073-A2DA-2851-A1B7-552F2AF2D4FE}"/>
                    </a:ext>
                  </a:extLst>
                </p14:cNvPr>
                <p14:cNvContentPartPr/>
                <p14:nvPr/>
              </p14:nvContentPartPr>
              <p14:xfrm>
                <a:off x="10209060" y="6068168"/>
                <a:ext cx="87120" cy="236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5C43073-A2DA-2851-A1B7-552F2AF2D4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00060" y="6059168"/>
                  <a:ext cx="104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3D25C68-B721-3F14-A34A-234E1F7B207C}"/>
                    </a:ext>
                  </a:extLst>
                </p14:cNvPr>
                <p14:cNvContentPartPr/>
                <p14:nvPr/>
              </p14:nvContentPartPr>
              <p14:xfrm>
                <a:off x="10193220" y="6226928"/>
                <a:ext cx="104400" cy="7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3D25C68-B721-3F14-A34A-234E1F7B207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84220" y="6218288"/>
                  <a:ext cx="1220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BC4495B-6855-76EE-DD60-C3BF05F96841}"/>
              </a:ext>
            </a:extLst>
          </p:cNvPr>
          <p:cNvGrpSpPr/>
          <p:nvPr/>
        </p:nvGrpSpPr>
        <p:grpSpPr>
          <a:xfrm>
            <a:off x="10489140" y="6028568"/>
            <a:ext cx="800280" cy="294480"/>
            <a:chOff x="10489140" y="6028568"/>
            <a:chExt cx="80028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7FB5D4-0C83-0E07-3AFC-A1E27A2AA272}"/>
                    </a:ext>
                  </a:extLst>
                </p14:cNvPr>
                <p14:cNvContentPartPr/>
                <p14:nvPr/>
              </p14:nvContentPartPr>
              <p14:xfrm>
                <a:off x="10489140" y="6182288"/>
                <a:ext cx="114480" cy="125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7FB5D4-0C83-0E07-3AFC-A1E27A2AA27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480140" y="6173648"/>
                  <a:ext cx="132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EE33969-8626-C043-7927-F0BAD7DDC706}"/>
                    </a:ext>
                  </a:extLst>
                </p14:cNvPr>
                <p14:cNvContentPartPr/>
                <p14:nvPr/>
              </p14:nvContentPartPr>
              <p14:xfrm>
                <a:off x="10634940" y="6244928"/>
                <a:ext cx="16920" cy="78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EE33969-8626-C043-7927-F0BAD7DDC7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25940" y="6235928"/>
                  <a:ext cx="34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74E99F0-C9AE-D1AC-B855-E023EF7678A8}"/>
                    </a:ext>
                  </a:extLst>
                </p14:cNvPr>
                <p14:cNvContentPartPr/>
                <p14:nvPr/>
              </p14:nvContentPartPr>
              <p14:xfrm>
                <a:off x="10629900" y="6145928"/>
                <a:ext cx="9000" cy="18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74E99F0-C9AE-D1AC-B855-E023EF7678A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620900" y="6137288"/>
                  <a:ext cx="26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51B6180-2D03-667A-1E3A-B4F5E7656EA2}"/>
                    </a:ext>
                  </a:extLst>
                </p14:cNvPr>
                <p14:cNvContentPartPr/>
                <p14:nvPr/>
              </p14:nvContentPartPr>
              <p14:xfrm>
                <a:off x="10722780" y="6188408"/>
                <a:ext cx="41760" cy="119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51B6180-2D03-667A-1E3A-B4F5E7656E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14140" y="6179408"/>
                  <a:ext cx="59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E7FCFDC-16CC-6316-E846-67ACEC4A026A}"/>
                    </a:ext>
                  </a:extLst>
                </p14:cNvPr>
                <p14:cNvContentPartPr/>
                <p14:nvPr/>
              </p14:nvContentPartPr>
              <p14:xfrm>
                <a:off x="10868220" y="6185888"/>
                <a:ext cx="68400" cy="74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E7FCFDC-16CC-6316-E846-67ACEC4A026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59580" y="6177248"/>
                  <a:ext cx="86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EDED70-EFC8-B095-6934-DB1A8C0F0C7E}"/>
                    </a:ext>
                  </a:extLst>
                </p14:cNvPr>
                <p14:cNvContentPartPr/>
                <p14:nvPr/>
              </p14:nvContentPartPr>
              <p14:xfrm>
                <a:off x="10962180" y="6028568"/>
                <a:ext cx="327240" cy="273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EDED70-EFC8-B095-6934-DB1A8C0F0C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53540" y="6019568"/>
                  <a:ext cx="3448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4BEAF84-ED8B-6B43-A8B4-E570F892A492}"/>
              </a:ext>
            </a:extLst>
          </p:cNvPr>
          <p:cNvGrpSpPr/>
          <p:nvPr/>
        </p:nvGrpSpPr>
        <p:grpSpPr>
          <a:xfrm>
            <a:off x="1330020" y="5818688"/>
            <a:ext cx="2710800" cy="531720"/>
            <a:chOff x="1330020" y="5818688"/>
            <a:chExt cx="271080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C71F85-E58D-3E05-1FFC-721CA95C1FF7}"/>
                    </a:ext>
                  </a:extLst>
                </p14:cNvPr>
                <p14:cNvContentPartPr/>
                <p14:nvPr/>
              </p14:nvContentPartPr>
              <p14:xfrm>
                <a:off x="1407780" y="6233408"/>
                <a:ext cx="43560" cy="10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DC71F85-E58D-3E05-1FFC-721CA95C1FF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99140" y="6224768"/>
                  <a:ext cx="61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4955F9-D5E9-929E-E143-65F8DFE760F8}"/>
                    </a:ext>
                  </a:extLst>
                </p14:cNvPr>
                <p14:cNvContentPartPr/>
                <p14:nvPr/>
              </p14:nvContentPartPr>
              <p14:xfrm>
                <a:off x="1330020" y="6121088"/>
                <a:ext cx="143280" cy="51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4955F9-D5E9-929E-E143-65F8DFE760F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21020" y="6112088"/>
                  <a:ext cx="160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515FF9-C385-C9CF-AC82-572864530324}"/>
                    </a:ext>
                  </a:extLst>
                </p14:cNvPr>
                <p14:cNvContentPartPr/>
                <p14:nvPr/>
              </p14:nvContentPartPr>
              <p14:xfrm>
                <a:off x="1371420" y="6238448"/>
                <a:ext cx="110160" cy="17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515FF9-C385-C9CF-AC82-57286453032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362780" y="6229448"/>
                  <a:ext cx="127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359CDA9-A906-63B7-A21D-A1BDF3006744}"/>
                    </a:ext>
                  </a:extLst>
                </p14:cNvPr>
                <p14:cNvContentPartPr/>
                <p14:nvPr/>
              </p14:nvContentPartPr>
              <p14:xfrm>
                <a:off x="1559700" y="6256448"/>
                <a:ext cx="106200" cy="8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359CDA9-A906-63B7-A21D-A1BDF30067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51060" y="6247448"/>
                  <a:ext cx="123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D20490A-3E80-1E67-4B6A-29E05B03EED3}"/>
                    </a:ext>
                  </a:extLst>
                </p14:cNvPr>
                <p14:cNvContentPartPr/>
                <p14:nvPr/>
              </p14:nvContentPartPr>
              <p14:xfrm>
                <a:off x="1733580" y="6233408"/>
                <a:ext cx="99360" cy="105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D20490A-3E80-1E67-4B6A-29E05B03EED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24940" y="6224768"/>
                  <a:ext cx="117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52CB59C-01DB-C156-0B30-41A4B9059854}"/>
                    </a:ext>
                  </a:extLst>
                </p14:cNvPr>
                <p14:cNvContentPartPr/>
                <p14:nvPr/>
              </p14:nvContentPartPr>
              <p14:xfrm>
                <a:off x="2103300" y="6255008"/>
                <a:ext cx="513360" cy="9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52CB59C-01DB-C156-0B30-41A4B905985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94300" y="6246008"/>
                  <a:ext cx="531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BCA48B3-0CC1-3001-C3B7-18C045E9A4E2}"/>
                    </a:ext>
                  </a:extLst>
                </p14:cNvPr>
                <p14:cNvContentPartPr/>
                <p14:nvPr/>
              </p14:nvContentPartPr>
              <p14:xfrm>
                <a:off x="2624220" y="6140888"/>
                <a:ext cx="193320" cy="197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BCA48B3-0CC1-3001-C3B7-18C045E9A4E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15220" y="6131888"/>
                  <a:ext cx="210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8859B1E-5F2F-8EA8-59A1-A079353E68F1}"/>
                    </a:ext>
                  </a:extLst>
                </p14:cNvPr>
                <p14:cNvContentPartPr/>
                <p14:nvPr/>
              </p14:nvContentPartPr>
              <p14:xfrm>
                <a:off x="2711700" y="6142688"/>
                <a:ext cx="14400" cy="4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8859B1E-5F2F-8EA8-59A1-A079353E68F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03060" y="6133688"/>
                  <a:ext cx="32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735CE5F-BD45-E934-DFD9-C682D50D2772}"/>
                    </a:ext>
                  </a:extLst>
                </p14:cNvPr>
                <p14:cNvContentPartPr/>
                <p14:nvPr/>
              </p14:nvContentPartPr>
              <p14:xfrm>
                <a:off x="2934180" y="6270128"/>
                <a:ext cx="105480" cy="16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735CE5F-BD45-E934-DFD9-C682D50D27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25180" y="6261128"/>
                  <a:ext cx="12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6316327-48E0-FE2D-1B4D-B336324B254A}"/>
                    </a:ext>
                  </a:extLst>
                </p14:cNvPr>
                <p14:cNvContentPartPr/>
                <p14:nvPr/>
              </p14:nvContentPartPr>
              <p14:xfrm>
                <a:off x="3134340" y="6234488"/>
                <a:ext cx="76680" cy="111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6316327-48E0-FE2D-1B4D-B336324B254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25700" y="6225848"/>
                  <a:ext cx="94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AE5DE4-0EFD-7690-1EFB-A82FB332A35E}"/>
                    </a:ext>
                  </a:extLst>
                </p14:cNvPr>
                <p14:cNvContentPartPr/>
                <p14:nvPr/>
              </p14:nvContentPartPr>
              <p14:xfrm>
                <a:off x="3277980" y="6218648"/>
                <a:ext cx="324000" cy="100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AE5DE4-0EFD-7690-1EFB-A82FB332A35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68980" y="6210008"/>
                  <a:ext cx="341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D96902-E698-9CEE-18C0-C790E8C98264}"/>
                    </a:ext>
                  </a:extLst>
                </p14:cNvPr>
                <p14:cNvContentPartPr/>
                <p14:nvPr/>
              </p14:nvContentPartPr>
              <p14:xfrm>
                <a:off x="3620700" y="6212888"/>
                <a:ext cx="122040" cy="127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D96902-E698-9CEE-18C0-C790E8C982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12060" y="6203888"/>
                  <a:ext cx="139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C7DC1A0-4F29-53A6-6EB6-370EF14A460A}"/>
                    </a:ext>
                  </a:extLst>
                </p14:cNvPr>
                <p14:cNvContentPartPr/>
                <p14:nvPr/>
              </p14:nvContentPartPr>
              <p14:xfrm>
                <a:off x="3831300" y="6055208"/>
                <a:ext cx="209520" cy="252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C7DC1A0-4F29-53A6-6EB6-370EF14A460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22300" y="6046208"/>
                  <a:ext cx="2271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CF3A845-6D82-FD7A-800C-110A7BBE5E56}"/>
                    </a:ext>
                  </a:extLst>
                </p14:cNvPr>
                <p14:cNvContentPartPr/>
                <p14:nvPr/>
              </p14:nvContentPartPr>
              <p14:xfrm>
                <a:off x="1808100" y="5922728"/>
                <a:ext cx="129240" cy="152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CF3A845-6D82-FD7A-800C-110A7BBE5E5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799460" y="5913728"/>
                  <a:ext cx="146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EAAF58-5BAD-2FB3-DD57-EB88D4F329B9}"/>
                    </a:ext>
                  </a:extLst>
                </p14:cNvPr>
                <p14:cNvContentPartPr/>
                <p14:nvPr/>
              </p14:nvContentPartPr>
              <p14:xfrm>
                <a:off x="1958580" y="5891408"/>
                <a:ext cx="73080" cy="173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EAAF58-5BAD-2FB3-DD57-EB88D4F329B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49580" y="5882768"/>
                  <a:ext cx="90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DD0FD4A-C7E5-068F-912E-B47965E19B81}"/>
                    </a:ext>
                  </a:extLst>
                </p14:cNvPr>
                <p14:cNvContentPartPr/>
                <p14:nvPr/>
              </p14:nvContentPartPr>
              <p14:xfrm>
                <a:off x="1935180" y="5995088"/>
                <a:ext cx="127800" cy="11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DD0FD4A-C7E5-068F-912E-B47965E19B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26180" y="5986088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F405AAB-0430-89B0-7AC5-DAC117845058}"/>
                    </a:ext>
                  </a:extLst>
                </p14:cNvPr>
                <p14:cNvContentPartPr/>
                <p14:nvPr/>
              </p14:nvContentPartPr>
              <p14:xfrm>
                <a:off x="2082060" y="5982488"/>
                <a:ext cx="104400" cy="73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F405AAB-0430-89B0-7AC5-DAC11784505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73420" y="5973488"/>
                  <a:ext cx="122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233864F-46AD-D921-A756-AF4D88BE2F10}"/>
                    </a:ext>
                  </a:extLst>
                </p14:cNvPr>
                <p14:cNvContentPartPr/>
                <p14:nvPr/>
              </p14:nvContentPartPr>
              <p14:xfrm>
                <a:off x="2203380" y="5855048"/>
                <a:ext cx="156600" cy="173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233864F-46AD-D921-A756-AF4D88BE2F1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94380" y="5846408"/>
                  <a:ext cx="174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D3E18E6-E795-669B-C466-6D083F7CCDF7}"/>
                    </a:ext>
                  </a:extLst>
                </p14:cNvPr>
                <p14:cNvContentPartPr/>
                <p14:nvPr/>
              </p14:nvContentPartPr>
              <p14:xfrm>
                <a:off x="2332620" y="5818688"/>
                <a:ext cx="90720" cy="190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D3E18E6-E795-669B-C466-6D083F7CCDF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23620" y="5810048"/>
                  <a:ext cx="108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4C6602-411A-6BBF-A453-7CB6ADC3AC10}"/>
                    </a:ext>
                  </a:extLst>
                </p14:cNvPr>
                <p14:cNvContentPartPr/>
                <p14:nvPr/>
              </p14:nvContentPartPr>
              <p14:xfrm>
                <a:off x="2452140" y="5881688"/>
                <a:ext cx="177120" cy="110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4C6602-411A-6BBF-A453-7CB6ADC3AC1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43140" y="5872688"/>
                  <a:ext cx="194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519B157-CE45-9B5B-6EC7-3ECC6FE5E221}"/>
                    </a:ext>
                  </a:extLst>
                </p14:cNvPr>
                <p14:cNvContentPartPr/>
                <p14:nvPr/>
              </p14:nvContentPartPr>
              <p14:xfrm>
                <a:off x="1714500" y="6094088"/>
                <a:ext cx="811080" cy="201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519B157-CE45-9B5B-6EC7-3ECC6FE5E22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05500" y="6085448"/>
                  <a:ext cx="828720" cy="219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AD6FF5-7562-52CE-137C-DA08A6E1AFA1}"/>
              </a:ext>
            </a:extLst>
          </p:cNvPr>
          <p:cNvGrpSpPr/>
          <p:nvPr/>
        </p:nvGrpSpPr>
        <p:grpSpPr>
          <a:xfrm>
            <a:off x="5293980" y="1610288"/>
            <a:ext cx="695520" cy="355320"/>
            <a:chOff x="5293980" y="1610288"/>
            <a:chExt cx="6955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37D8BF-1708-DF29-F4F4-1DA5C77769A8}"/>
                    </a:ext>
                  </a:extLst>
                </p14:cNvPr>
                <p14:cNvContentPartPr/>
                <p14:nvPr/>
              </p14:nvContentPartPr>
              <p14:xfrm>
                <a:off x="5293980" y="1731608"/>
                <a:ext cx="60480" cy="12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37D8BF-1708-DF29-F4F4-1DA5C77769A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85340" y="1722968"/>
                  <a:ext cx="78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9BA320F-350B-7D68-C89B-91B83859EFA6}"/>
                    </a:ext>
                  </a:extLst>
                </p14:cNvPr>
                <p14:cNvContentPartPr/>
                <p14:nvPr/>
              </p14:nvContentPartPr>
              <p14:xfrm>
                <a:off x="5444820" y="1782008"/>
                <a:ext cx="40320" cy="5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9BA320F-350B-7D68-C89B-91B83859EFA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35820" y="1773008"/>
                  <a:ext cx="57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9B23BE-6AFF-F2A7-95C4-FB303C907E25}"/>
                    </a:ext>
                  </a:extLst>
                </p14:cNvPr>
                <p14:cNvContentPartPr/>
                <p14:nvPr/>
              </p14:nvContentPartPr>
              <p14:xfrm>
                <a:off x="5439420" y="1667528"/>
                <a:ext cx="13680" cy="34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9B23BE-6AFF-F2A7-95C4-FB303C907E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30780" y="1658888"/>
                  <a:ext cx="31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3236D3-CEDC-405A-98CD-E54CC1E15288}"/>
                    </a:ext>
                  </a:extLst>
                </p14:cNvPr>
                <p14:cNvContentPartPr/>
                <p14:nvPr/>
              </p14:nvContentPartPr>
              <p14:xfrm>
                <a:off x="5603940" y="1756808"/>
                <a:ext cx="111960" cy="20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3236D3-CEDC-405A-98CD-E54CC1E152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95300" y="1747808"/>
                  <a:ext cx="129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307B04-EBF5-3FFF-B8E7-B49A3CECF886}"/>
                    </a:ext>
                  </a:extLst>
                </p14:cNvPr>
                <p14:cNvContentPartPr/>
                <p14:nvPr/>
              </p14:nvContentPartPr>
              <p14:xfrm>
                <a:off x="5695740" y="1610288"/>
                <a:ext cx="183600" cy="247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307B04-EBF5-3FFF-B8E7-B49A3CECF8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87100" y="1601648"/>
                  <a:ext cx="2012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ED9290-EC42-A03D-FFD0-445C96F3FBCA}"/>
                    </a:ext>
                  </a:extLst>
                </p14:cNvPr>
                <p14:cNvContentPartPr/>
                <p14:nvPr/>
              </p14:nvContentPartPr>
              <p14:xfrm>
                <a:off x="5842980" y="1610288"/>
                <a:ext cx="146520" cy="182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ED9290-EC42-A03D-FFD0-445C96F3FB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33980" y="1601648"/>
                  <a:ext cx="1641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A37421-A950-A0F4-F426-7FFAE759C6D8}"/>
              </a:ext>
            </a:extLst>
          </p:cNvPr>
          <p:cNvGrpSpPr/>
          <p:nvPr/>
        </p:nvGrpSpPr>
        <p:grpSpPr>
          <a:xfrm>
            <a:off x="6238620" y="1554488"/>
            <a:ext cx="742320" cy="275040"/>
            <a:chOff x="6238620" y="1554488"/>
            <a:chExt cx="74232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A8679E-70CB-68A5-51D8-CDD900B7C6B3}"/>
                    </a:ext>
                  </a:extLst>
                </p14:cNvPr>
                <p14:cNvContentPartPr/>
                <p14:nvPr/>
              </p14:nvContentPartPr>
              <p14:xfrm>
                <a:off x="6238620" y="1689488"/>
                <a:ext cx="135360" cy="140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A8679E-70CB-68A5-51D8-CDD900B7C6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29980" y="1680488"/>
                  <a:ext cx="15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299CA3-0430-F22B-B7E9-7AD5BA9D1544}"/>
                    </a:ext>
                  </a:extLst>
                </p14:cNvPr>
                <p14:cNvContentPartPr/>
                <p14:nvPr/>
              </p14:nvContentPartPr>
              <p14:xfrm>
                <a:off x="6421500" y="1787048"/>
                <a:ext cx="8640" cy="1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299CA3-0430-F22B-B7E9-7AD5BA9D15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12500" y="1778408"/>
                  <a:ext cx="26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B44EB5-5578-3433-2C93-C896C2D93F9E}"/>
                    </a:ext>
                  </a:extLst>
                </p14:cNvPr>
                <p14:cNvContentPartPr/>
                <p14:nvPr/>
              </p14:nvContentPartPr>
              <p14:xfrm>
                <a:off x="6379740" y="1652048"/>
                <a:ext cx="46800" cy="62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B44EB5-5578-3433-2C93-C896C2D93F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71100" y="1643048"/>
                  <a:ext cx="64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C74243-7395-8FBA-46E7-CFBA7389C4F3}"/>
                    </a:ext>
                  </a:extLst>
                </p14:cNvPr>
                <p14:cNvContentPartPr/>
                <p14:nvPr/>
              </p14:nvContentPartPr>
              <p14:xfrm>
                <a:off x="6513660" y="1610648"/>
                <a:ext cx="279720" cy="208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C74243-7395-8FBA-46E7-CFBA7389C4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04660" y="1601648"/>
                  <a:ext cx="29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3D8B66F-9115-20EA-0697-BB274C40E97F}"/>
                    </a:ext>
                  </a:extLst>
                </p14:cNvPr>
                <p14:cNvContentPartPr/>
                <p14:nvPr/>
              </p14:nvContentPartPr>
              <p14:xfrm>
                <a:off x="6874740" y="1554488"/>
                <a:ext cx="106200" cy="23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3D8B66F-9115-20EA-0697-BB274C40E9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65740" y="1545848"/>
                  <a:ext cx="1238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D7D608E-195F-CB13-4DDC-5403FA065280}"/>
              </a:ext>
            </a:extLst>
          </p:cNvPr>
          <p:cNvGrpSpPr/>
          <p:nvPr/>
        </p:nvGrpSpPr>
        <p:grpSpPr>
          <a:xfrm>
            <a:off x="7538940" y="1469888"/>
            <a:ext cx="933480" cy="338760"/>
            <a:chOff x="7538940" y="1469888"/>
            <a:chExt cx="9334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D4478-4E13-386F-4177-30412A544E17}"/>
                    </a:ext>
                  </a:extLst>
                </p14:cNvPr>
                <p14:cNvContentPartPr/>
                <p14:nvPr/>
              </p14:nvContentPartPr>
              <p14:xfrm>
                <a:off x="7538940" y="1696688"/>
                <a:ext cx="126720" cy="9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D4478-4E13-386F-4177-30412A544E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29940" y="1687688"/>
                  <a:ext cx="144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D3A30C-7318-04E7-9DA3-C14B001853C3}"/>
                    </a:ext>
                  </a:extLst>
                </p14:cNvPr>
                <p14:cNvContentPartPr/>
                <p14:nvPr/>
              </p14:nvContentPartPr>
              <p14:xfrm>
                <a:off x="7671060" y="1703888"/>
                <a:ext cx="316800" cy="94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D3A30C-7318-04E7-9DA3-C14B001853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62060" y="1695248"/>
                  <a:ext cx="334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EF3782-1C75-708A-7A14-24191492165D}"/>
                    </a:ext>
                  </a:extLst>
                </p14:cNvPr>
                <p14:cNvContentPartPr/>
                <p14:nvPr/>
              </p14:nvContentPartPr>
              <p14:xfrm>
                <a:off x="8063100" y="1652048"/>
                <a:ext cx="118800" cy="156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EF3782-1C75-708A-7A14-2419149216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54460" y="1643048"/>
                  <a:ext cx="136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23AAEA-3B7A-D126-3C12-2BF3B7D255A7}"/>
                    </a:ext>
                  </a:extLst>
                </p14:cNvPr>
                <p14:cNvContentPartPr/>
                <p14:nvPr/>
              </p14:nvContentPartPr>
              <p14:xfrm>
                <a:off x="8202060" y="1469888"/>
                <a:ext cx="270360" cy="282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23AAEA-3B7A-D126-3C12-2BF3B7D255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93060" y="1461248"/>
                  <a:ext cx="28800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0576BE-616B-BD5E-1FBD-500CF23061C6}"/>
              </a:ext>
            </a:extLst>
          </p:cNvPr>
          <p:cNvGrpSpPr/>
          <p:nvPr/>
        </p:nvGrpSpPr>
        <p:grpSpPr>
          <a:xfrm>
            <a:off x="5423940" y="2083328"/>
            <a:ext cx="903240" cy="250200"/>
            <a:chOff x="5423940" y="2083328"/>
            <a:chExt cx="90324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E3986E-8C65-A681-8983-2EF4F369D158}"/>
                    </a:ext>
                  </a:extLst>
                </p14:cNvPr>
                <p14:cNvContentPartPr/>
                <p14:nvPr/>
              </p14:nvContentPartPr>
              <p14:xfrm>
                <a:off x="5423940" y="2191688"/>
                <a:ext cx="150120" cy="141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E3986E-8C65-A681-8983-2EF4F369D1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14940" y="2182688"/>
                  <a:ext cx="167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AF741B-89EF-9BAB-165A-FE55B36948A6}"/>
                    </a:ext>
                  </a:extLst>
                </p14:cNvPr>
                <p14:cNvContentPartPr/>
                <p14:nvPr/>
              </p14:nvContentPartPr>
              <p14:xfrm>
                <a:off x="5603580" y="2098808"/>
                <a:ext cx="72360" cy="19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AF741B-89EF-9BAB-165A-FE55B36948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94580" y="2089808"/>
                  <a:ext cx="90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7B38D0-859C-864B-848B-B97D81E61EB3}"/>
                    </a:ext>
                  </a:extLst>
                </p14:cNvPr>
                <p14:cNvContentPartPr/>
                <p14:nvPr/>
              </p14:nvContentPartPr>
              <p14:xfrm>
                <a:off x="5574420" y="2219408"/>
                <a:ext cx="286560" cy="69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7B38D0-859C-864B-848B-B97D81E61E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65780" y="2210408"/>
                  <a:ext cx="304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ABE23E-8684-7DDF-6DE3-7242B49FEAD4}"/>
                    </a:ext>
                  </a:extLst>
                </p14:cNvPr>
                <p14:cNvContentPartPr/>
                <p14:nvPr/>
              </p14:nvContentPartPr>
              <p14:xfrm>
                <a:off x="5891580" y="2103848"/>
                <a:ext cx="124920" cy="18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ABE23E-8684-7DDF-6DE3-7242B49FEA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82580" y="2095208"/>
                  <a:ext cx="142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104BC1B-058C-DAF5-E1AD-7E0BC12F4230}"/>
                    </a:ext>
                  </a:extLst>
                </p14:cNvPr>
                <p14:cNvContentPartPr/>
                <p14:nvPr/>
              </p14:nvContentPartPr>
              <p14:xfrm>
                <a:off x="6067620" y="2083328"/>
                <a:ext cx="259560" cy="19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104BC1B-058C-DAF5-E1AD-7E0BC12F42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58620" y="2074328"/>
                  <a:ext cx="2772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B73F60-0B68-9962-A243-2810CBF56F10}"/>
              </a:ext>
            </a:extLst>
          </p:cNvPr>
          <p:cNvGrpSpPr/>
          <p:nvPr/>
        </p:nvGrpSpPr>
        <p:grpSpPr>
          <a:xfrm>
            <a:off x="6844140" y="2042288"/>
            <a:ext cx="741240" cy="255960"/>
            <a:chOff x="6844140" y="2042288"/>
            <a:chExt cx="74124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085009-2769-39B8-35A3-F2708C585E7E}"/>
                    </a:ext>
                  </a:extLst>
                </p14:cNvPr>
                <p14:cNvContentPartPr/>
                <p14:nvPr/>
              </p14:nvContentPartPr>
              <p14:xfrm>
                <a:off x="6844140" y="2057048"/>
                <a:ext cx="120240" cy="241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085009-2769-39B8-35A3-F2708C585E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35140" y="2048408"/>
                  <a:ext cx="1378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9EDC98-5628-CA47-C662-F8425FE683E6}"/>
                    </a:ext>
                  </a:extLst>
                </p14:cNvPr>
                <p14:cNvContentPartPr/>
                <p14:nvPr/>
              </p14:nvContentPartPr>
              <p14:xfrm>
                <a:off x="7028100" y="2208968"/>
                <a:ext cx="384840" cy="57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9EDC98-5628-CA47-C662-F8425FE683E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19460" y="2200328"/>
                  <a:ext cx="402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619604-3A82-15D1-52C5-940E19546566}"/>
                    </a:ext>
                  </a:extLst>
                </p14:cNvPr>
                <p14:cNvContentPartPr/>
                <p14:nvPr/>
              </p14:nvContentPartPr>
              <p14:xfrm>
                <a:off x="7357860" y="2042288"/>
                <a:ext cx="30240" cy="36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619604-3A82-15D1-52C5-940E195465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49220" y="2033288"/>
                  <a:ext cx="478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FCF5B9-96C4-450A-87B3-E705AD5B478E}"/>
                    </a:ext>
                  </a:extLst>
                </p14:cNvPr>
                <p14:cNvContentPartPr/>
                <p14:nvPr/>
              </p14:nvContentPartPr>
              <p14:xfrm>
                <a:off x="7434540" y="2062448"/>
                <a:ext cx="93960" cy="19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FCF5B9-96C4-450A-87B3-E705AD5B47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25540" y="2053448"/>
                  <a:ext cx="111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9B2F87-EE4A-C76F-1040-43995E95A711}"/>
                    </a:ext>
                  </a:extLst>
                </p14:cNvPr>
                <p14:cNvContentPartPr/>
                <p14:nvPr/>
              </p14:nvContentPartPr>
              <p14:xfrm>
                <a:off x="7478460" y="2187728"/>
                <a:ext cx="106920" cy="15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9B2F87-EE4A-C76F-1040-43995E95A7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69820" y="2179088"/>
                  <a:ext cx="1245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E4AD8BC-23BE-6C7C-B415-39D57B2E42D5}"/>
              </a:ext>
            </a:extLst>
          </p:cNvPr>
          <p:cNvGrpSpPr/>
          <p:nvPr/>
        </p:nvGrpSpPr>
        <p:grpSpPr>
          <a:xfrm>
            <a:off x="7775460" y="2011328"/>
            <a:ext cx="1964880" cy="259920"/>
            <a:chOff x="7775460" y="2011328"/>
            <a:chExt cx="196488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FCC950-6C82-5317-1F6D-E6A3C828CFBF}"/>
                    </a:ext>
                  </a:extLst>
                </p14:cNvPr>
                <p14:cNvContentPartPr/>
                <p14:nvPr/>
              </p14:nvContentPartPr>
              <p14:xfrm>
                <a:off x="7775460" y="2144888"/>
                <a:ext cx="116280" cy="88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FCC950-6C82-5317-1F6D-E6A3C828CF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66460" y="2135888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BE0271-79C5-3058-A44B-CFC64B8B3797}"/>
                    </a:ext>
                  </a:extLst>
                </p14:cNvPr>
                <p14:cNvContentPartPr/>
                <p14:nvPr/>
              </p14:nvContentPartPr>
              <p14:xfrm>
                <a:off x="7923060" y="2166488"/>
                <a:ext cx="55440" cy="83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BE0271-79C5-3058-A44B-CFC64B8B379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14060" y="2157488"/>
                  <a:ext cx="73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6664BD-605B-24B6-E79A-BBC0D5B9B358}"/>
                    </a:ext>
                  </a:extLst>
                </p14:cNvPr>
                <p14:cNvContentPartPr/>
                <p14:nvPr/>
              </p14:nvContentPartPr>
              <p14:xfrm>
                <a:off x="7865820" y="2026088"/>
                <a:ext cx="34200" cy="68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6664BD-605B-24B6-E79A-BBC0D5B9B35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6820" y="2017088"/>
                  <a:ext cx="51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603D94-8017-B4FF-60E4-DAE54820E3C4}"/>
                    </a:ext>
                  </a:extLst>
                </p14:cNvPr>
                <p14:cNvContentPartPr/>
                <p14:nvPr/>
              </p14:nvContentPartPr>
              <p14:xfrm>
                <a:off x="8005140" y="2138768"/>
                <a:ext cx="77760" cy="108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603D94-8017-B4FF-60E4-DAE54820E3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96140" y="2130128"/>
                  <a:ext cx="95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645CAA-35B4-0BF5-773E-53484D26747E}"/>
                    </a:ext>
                  </a:extLst>
                </p14:cNvPr>
                <p14:cNvContentPartPr/>
                <p14:nvPr/>
              </p14:nvContentPartPr>
              <p14:xfrm>
                <a:off x="8176860" y="2011328"/>
                <a:ext cx="422280" cy="259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645CAA-35B4-0BF5-773E-53484D2674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67860" y="2002328"/>
                  <a:ext cx="439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9BB305-423A-1295-A6A6-949E7C048DE4}"/>
                    </a:ext>
                  </a:extLst>
                </p14:cNvPr>
                <p14:cNvContentPartPr/>
                <p14:nvPr/>
              </p14:nvContentPartPr>
              <p14:xfrm>
                <a:off x="8733420" y="2135168"/>
                <a:ext cx="28440" cy="72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9BB305-423A-1295-A6A6-949E7C048D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4420" y="2126168"/>
                  <a:ext cx="46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DF33EA-0D27-9A97-E8D5-2C72EBF2C983}"/>
                    </a:ext>
                  </a:extLst>
                </p14:cNvPr>
                <p14:cNvContentPartPr/>
                <p14:nvPr/>
              </p14:nvContentPartPr>
              <p14:xfrm>
                <a:off x="8681580" y="2015648"/>
                <a:ext cx="18720" cy="42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DF33EA-0D27-9A97-E8D5-2C72EBF2C9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72580" y="2007008"/>
                  <a:ext cx="36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1E4001E-2161-9028-038E-4339B26D635A}"/>
                    </a:ext>
                  </a:extLst>
                </p14:cNvPr>
                <p14:cNvContentPartPr/>
                <p14:nvPr/>
              </p14:nvContentPartPr>
              <p14:xfrm>
                <a:off x="8827020" y="2156048"/>
                <a:ext cx="169560" cy="88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1E4001E-2161-9028-038E-4339B26D63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18020" y="2147048"/>
                  <a:ext cx="187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096568-4FEA-831E-E73A-7E4962B0756A}"/>
                    </a:ext>
                  </a:extLst>
                </p14:cNvPr>
                <p14:cNvContentPartPr/>
                <p14:nvPr/>
              </p14:nvContentPartPr>
              <p14:xfrm>
                <a:off x="9091260" y="2014568"/>
                <a:ext cx="236160" cy="217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096568-4FEA-831E-E73A-7E4962B075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82620" y="2005928"/>
                  <a:ext cx="2538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1E8A4B-F215-CDC2-96FB-B1EF24642D5D}"/>
                    </a:ext>
                  </a:extLst>
                </p14:cNvPr>
                <p14:cNvContentPartPr/>
                <p14:nvPr/>
              </p14:nvContentPartPr>
              <p14:xfrm>
                <a:off x="9372780" y="2111408"/>
                <a:ext cx="123840" cy="13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1E8A4B-F215-CDC2-96FB-B1EF24642D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64140" y="2102768"/>
                  <a:ext cx="141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02A9D8-6C24-5FFC-2D88-B2DCCA2918B7}"/>
                    </a:ext>
                  </a:extLst>
                </p14:cNvPr>
                <p14:cNvContentPartPr/>
                <p14:nvPr/>
              </p14:nvContentPartPr>
              <p14:xfrm>
                <a:off x="9586980" y="2057048"/>
                <a:ext cx="153360" cy="183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02A9D8-6C24-5FFC-2D88-B2DCCA2918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78340" y="2048408"/>
                  <a:ext cx="17100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2AACDCD-DD16-71B8-223F-6BF929E29202}"/>
                  </a:ext>
                </a:extLst>
              </p14:cNvPr>
              <p14:cNvContentPartPr/>
              <p14:nvPr/>
            </p14:nvContentPartPr>
            <p14:xfrm>
              <a:off x="2213100" y="3479768"/>
              <a:ext cx="469800" cy="615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2AACDCD-DD16-71B8-223F-6BF929E2920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04460" y="3471128"/>
                <a:ext cx="4874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AEEB993-7558-D42B-B0A8-34FF3E31B066}"/>
                  </a:ext>
                </a:extLst>
              </p14:cNvPr>
              <p14:cNvContentPartPr/>
              <p14:nvPr/>
            </p14:nvContentPartPr>
            <p14:xfrm>
              <a:off x="3374460" y="3476888"/>
              <a:ext cx="564480" cy="36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AEEB993-7558-D42B-B0A8-34FF3E31B06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365460" y="3467888"/>
                <a:ext cx="58212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33361FD-635F-BC45-C1E4-A06D47EC6325}"/>
              </a:ext>
            </a:extLst>
          </p:cNvPr>
          <p:cNvGrpSpPr/>
          <p:nvPr/>
        </p:nvGrpSpPr>
        <p:grpSpPr>
          <a:xfrm>
            <a:off x="5392980" y="2906648"/>
            <a:ext cx="1117440" cy="304560"/>
            <a:chOff x="5392980" y="2906648"/>
            <a:chExt cx="111744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D90208-17F6-92DE-08EE-33309D67A222}"/>
                    </a:ext>
                  </a:extLst>
                </p14:cNvPr>
                <p14:cNvContentPartPr/>
                <p14:nvPr/>
              </p14:nvContentPartPr>
              <p14:xfrm>
                <a:off x="5392980" y="3132368"/>
                <a:ext cx="110880" cy="73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D90208-17F6-92DE-08EE-33309D67A22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83980" y="3123368"/>
                  <a:ext cx="128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7C534D-67B8-8091-835B-41594C4BBA1B}"/>
                    </a:ext>
                  </a:extLst>
                </p14:cNvPr>
                <p14:cNvContentPartPr/>
                <p14:nvPr/>
              </p14:nvContentPartPr>
              <p14:xfrm>
                <a:off x="5585940" y="3137768"/>
                <a:ext cx="395280" cy="73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7C534D-67B8-8091-835B-41594C4BBA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77300" y="3129128"/>
                  <a:ext cx="412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11702E-839C-2FD6-6DA8-7E77C6B9A518}"/>
                    </a:ext>
                  </a:extLst>
                </p14:cNvPr>
                <p14:cNvContentPartPr/>
                <p14:nvPr/>
              </p14:nvContentPartPr>
              <p14:xfrm>
                <a:off x="6026580" y="3105368"/>
                <a:ext cx="142560" cy="89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11702E-839C-2FD6-6DA8-7E77C6B9A51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17580" y="3096728"/>
                  <a:ext cx="160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AC9C64-FE7D-9C67-66E9-B174414F482F}"/>
                    </a:ext>
                  </a:extLst>
                </p14:cNvPr>
                <p14:cNvContentPartPr/>
                <p14:nvPr/>
              </p14:nvContentPartPr>
              <p14:xfrm>
                <a:off x="6231060" y="2906648"/>
                <a:ext cx="279360" cy="27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AC9C64-FE7D-9C67-66E9-B174414F48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2420" y="2897648"/>
                  <a:ext cx="297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D5E06D3-04EA-6F62-5BF7-AAE38EBE2AF8}"/>
              </a:ext>
            </a:extLst>
          </p:cNvPr>
          <p:cNvGrpSpPr/>
          <p:nvPr/>
        </p:nvGrpSpPr>
        <p:grpSpPr>
          <a:xfrm>
            <a:off x="5497380" y="3330008"/>
            <a:ext cx="1613520" cy="245160"/>
            <a:chOff x="5497380" y="3330008"/>
            <a:chExt cx="16135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8FC116B-C249-81C4-9626-EF05A4CA186E}"/>
                    </a:ext>
                  </a:extLst>
                </p14:cNvPr>
                <p14:cNvContentPartPr/>
                <p14:nvPr/>
              </p14:nvContentPartPr>
              <p14:xfrm>
                <a:off x="5497380" y="3503888"/>
                <a:ext cx="159840" cy="71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8FC116B-C249-81C4-9626-EF05A4CA186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88740" y="3495248"/>
                  <a:ext cx="177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3CE740E-182D-093B-E9B9-BF7176CF5576}"/>
                    </a:ext>
                  </a:extLst>
                </p14:cNvPr>
                <p14:cNvContentPartPr/>
                <p14:nvPr/>
              </p14:nvContentPartPr>
              <p14:xfrm>
                <a:off x="5688900" y="3511808"/>
                <a:ext cx="97560" cy="48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3CE740E-182D-093B-E9B9-BF7176CF55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80260" y="3503168"/>
                  <a:ext cx="115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433ABF-4F31-55EA-FCBB-C21F74403EBC}"/>
                    </a:ext>
                  </a:extLst>
                </p14:cNvPr>
                <p14:cNvContentPartPr/>
                <p14:nvPr/>
              </p14:nvContentPartPr>
              <p14:xfrm>
                <a:off x="5829300" y="3355928"/>
                <a:ext cx="56160" cy="189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433ABF-4F31-55EA-FCBB-C21F74403E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20300" y="3347288"/>
                  <a:ext cx="73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A2DD2AD-1B93-68C9-1080-EC3609FB0513}"/>
                    </a:ext>
                  </a:extLst>
                </p14:cNvPr>
                <p14:cNvContentPartPr/>
                <p14:nvPr/>
              </p14:nvContentPartPr>
              <p14:xfrm>
                <a:off x="5783220" y="3476888"/>
                <a:ext cx="134640" cy="19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A2DD2AD-1B93-68C9-1080-EC3609FB05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74580" y="3467888"/>
                  <a:ext cx="15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74A4669-8FB9-2356-1310-3348D01A8EDB}"/>
                    </a:ext>
                  </a:extLst>
                </p14:cNvPr>
                <p14:cNvContentPartPr/>
                <p14:nvPr/>
              </p14:nvContentPartPr>
              <p14:xfrm>
                <a:off x="6058980" y="3417128"/>
                <a:ext cx="159120" cy="12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74A4669-8FB9-2356-1310-3348D01A8E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50340" y="3408488"/>
                  <a:ext cx="176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C598F16-4AC1-C7CE-1851-EEF228460F07}"/>
                    </a:ext>
                  </a:extLst>
                </p14:cNvPr>
                <p14:cNvContentPartPr/>
                <p14:nvPr/>
              </p14:nvContentPartPr>
              <p14:xfrm>
                <a:off x="6234300" y="3330008"/>
                <a:ext cx="90360" cy="198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C598F16-4AC1-C7CE-1851-EEF228460F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25660" y="3321368"/>
                  <a:ext cx="1080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5CD345-64D3-9C8D-0489-668E5E6F0894}"/>
                    </a:ext>
                  </a:extLst>
                </p14:cNvPr>
                <p14:cNvContentPartPr/>
                <p14:nvPr/>
              </p14:nvContentPartPr>
              <p14:xfrm>
                <a:off x="6218820" y="3423968"/>
                <a:ext cx="324720" cy="87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5CD345-64D3-9C8D-0489-668E5E6F08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09820" y="3414968"/>
                  <a:ext cx="342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C1F8FE-680F-36A7-BDB1-22736BB999B4}"/>
                    </a:ext>
                  </a:extLst>
                </p14:cNvPr>
                <p14:cNvContentPartPr/>
                <p14:nvPr/>
              </p14:nvContentPartPr>
              <p14:xfrm>
                <a:off x="6577380" y="3342608"/>
                <a:ext cx="207000" cy="179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C1F8FE-680F-36A7-BDB1-22736BB999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568380" y="3333608"/>
                  <a:ext cx="224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0B1FAF-9686-D346-D145-074EFA7E745D}"/>
                    </a:ext>
                  </a:extLst>
                </p14:cNvPr>
                <p14:cNvContentPartPr/>
                <p14:nvPr/>
              </p14:nvContentPartPr>
              <p14:xfrm>
                <a:off x="6743700" y="3330008"/>
                <a:ext cx="119880" cy="177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0B1FAF-9686-D346-D145-074EFA7E74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34700" y="3321368"/>
                  <a:ext cx="137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FA3F189-E440-C0DA-89FC-CEBB7BF5E84D}"/>
                    </a:ext>
                  </a:extLst>
                </p14:cNvPr>
                <p14:cNvContentPartPr/>
                <p14:nvPr/>
              </p14:nvContentPartPr>
              <p14:xfrm>
                <a:off x="6889140" y="3371768"/>
                <a:ext cx="221760" cy="145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FA3F189-E440-C0DA-89FC-CEBB7BF5E84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80140" y="3363128"/>
                  <a:ext cx="23940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D34CB3E-56EE-C683-6F92-E112C648DCEC}"/>
                  </a:ext>
                </a:extLst>
              </p14:cNvPr>
              <p14:cNvContentPartPr/>
              <p14:nvPr/>
            </p14:nvContentPartPr>
            <p14:xfrm>
              <a:off x="9730980" y="1996568"/>
              <a:ext cx="131400" cy="2998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D34CB3E-56EE-C683-6F92-E112C648DCE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21980" y="1987928"/>
                <a:ext cx="149040" cy="31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4F1B06DF-834C-220F-95D8-69EE42FF3346}"/>
              </a:ext>
            </a:extLst>
          </p:cNvPr>
          <p:cNvGrpSpPr/>
          <p:nvPr/>
        </p:nvGrpSpPr>
        <p:grpSpPr>
          <a:xfrm>
            <a:off x="5537700" y="4355288"/>
            <a:ext cx="1726200" cy="258480"/>
            <a:chOff x="5537700" y="4355288"/>
            <a:chExt cx="17262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4DF3EFF-B4FE-7171-323A-96AB7EE598B3}"/>
                    </a:ext>
                  </a:extLst>
                </p14:cNvPr>
                <p14:cNvContentPartPr/>
                <p14:nvPr/>
              </p14:nvContentPartPr>
              <p14:xfrm>
                <a:off x="5537700" y="4487768"/>
                <a:ext cx="161280" cy="110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4DF3EFF-B4FE-7171-323A-96AB7EE598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29060" y="4478768"/>
                  <a:ext cx="178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D989C6D-CFF3-4BCA-8072-9F3A3333CE0B}"/>
                    </a:ext>
                  </a:extLst>
                </p14:cNvPr>
                <p14:cNvContentPartPr/>
                <p14:nvPr/>
              </p14:nvContentPartPr>
              <p14:xfrm>
                <a:off x="5735700" y="4551128"/>
                <a:ext cx="181440" cy="62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D989C6D-CFF3-4BCA-8072-9F3A3333CE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6700" y="4542128"/>
                  <a:ext cx="199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9C61634-4F0B-8C70-FCC8-CCF4089C9962}"/>
                    </a:ext>
                  </a:extLst>
                </p14:cNvPr>
                <p14:cNvContentPartPr/>
                <p14:nvPr/>
              </p14:nvContentPartPr>
              <p14:xfrm>
                <a:off x="5927940" y="4363928"/>
                <a:ext cx="95400" cy="221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9C61634-4F0B-8C70-FCC8-CCF4089C99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18940" y="4355288"/>
                  <a:ext cx="113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CCCCE81-F263-2682-784B-B63A99B3CB72}"/>
                    </a:ext>
                  </a:extLst>
                </p14:cNvPr>
                <p14:cNvContentPartPr/>
                <p14:nvPr/>
              </p14:nvContentPartPr>
              <p14:xfrm>
                <a:off x="5911740" y="4509368"/>
                <a:ext cx="151560" cy="5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CCCCE81-F263-2682-784B-B63A99B3CB7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03100" y="4500368"/>
                  <a:ext cx="169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9104EF-8F52-10BE-91FF-A98271821D74}"/>
                    </a:ext>
                  </a:extLst>
                </p14:cNvPr>
                <p14:cNvContentPartPr/>
                <p14:nvPr/>
              </p14:nvContentPartPr>
              <p14:xfrm>
                <a:off x="6125220" y="4509368"/>
                <a:ext cx="14400" cy="62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9104EF-8F52-10BE-91FF-A98271821D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16580" y="4500728"/>
                  <a:ext cx="32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D8B291-6E39-1F01-D2B1-82748C9DC2BE}"/>
                    </a:ext>
                  </a:extLst>
                </p14:cNvPr>
                <p14:cNvContentPartPr/>
                <p14:nvPr/>
              </p14:nvContentPartPr>
              <p14:xfrm>
                <a:off x="6057900" y="4374368"/>
                <a:ext cx="18720" cy="18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D8B291-6E39-1F01-D2B1-82748C9DC2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48900" y="4365728"/>
                  <a:ext cx="36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7749B5-2568-1E51-9824-AFFA1B147183}"/>
                    </a:ext>
                  </a:extLst>
                </p14:cNvPr>
                <p14:cNvContentPartPr/>
                <p14:nvPr/>
              </p14:nvContentPartPr>
              <p14:xfrm>
                <a:off x="6322500" y="4464368"/>
                <a:ext cx="135360" cy="123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7749B5-2568-1E51-9824-AFFA1B1471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13860" y="4455368"/>
                  <a:ext cx="153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9EE77C4-C079-0D51-8654-C8141DAF4125}"/>
                    </a:ext>
                  </a:extLst>
                </p14:cNvPr>
                <p14:cNvContentPartPr/>
                <p14:nvPr/>
              </p14:nvContentPartPr>
              <p14:xfrm>
                <a:off x="6483060" y="4478768"/>
                <a:ext cx="324720" cy="88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9EE77C4-C079-0D51-8654-C8141DAF41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74060" y="4470128"/>
                  <a:ext cx="342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A90BA51-3722-619E-2324-F40F47FF81BF}"/>
                    </a:ext>
                  </a:extLst>
                </p14:cNvPr>
                <p14:cNvContentPartPr/>
                <p14:nvPr/>
              </p14:nvContentPartPr>
              <p14:xfrm>
                <a:off x="6847380" y="4421168"/>
                <a:ext cx="117720" cy="151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A90BA51-3722-619E-2324-F40F47FF81B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38380" y="4412168"/>
                  <a:ext cx="135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9796535-0D66-2A71-3649-C1C86C74D029}"/>
                    </a:ext>
                  </a:extLst>
                </p14:cNvPr>
                <p14:cNvContentPartPr/>
                <p14:nvPr/>
              </p14:nvContentPartPr>
              <p14:xfrm>
                <a:off x="7008660" y="4355288"/>
                <a:ext cx="255240" cy="231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9796535-0D66-2A71-3649-C1C86C74D02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99660" y="4346288"/>
                  <a:ext cx="272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105D86-6A30-DCEA-E01E-297432EF3937}"/>
                    </a:ext>
                  </a:extLst>
                </p14:cNvPr>
                <p14:cNvContentPartPr/>
                <p14:nvPr/>
              </p14:nvContentPartPr>
              <p14:xfrm>
                <a:off x="6208740" y="4561568"/>
                <a:ext cx="72720" cy="1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105D86-6A30-DCEA-E01E-297432EF39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99740" y="4552568"/>
                  <a:ext cx="903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BC29BD4-6170-181B-C293-3882B6CB70C7}"/>
              </a:ext>
            </a:extLst>
          </p:cNvPr>
          <p:cNvGrpSpPr/>
          <p:nvPr/>
        </p:nvGrpSpPr>
        <p:grpSpPr>
          <a:xfrm>
            <a:off x="5754780" y="4800248"/>
            <a:ext cx="968760" cy="267120"/>
            <a:chOff x="5754780" y="4800248"/>
            <a:chExt cx="96876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507B499-4A05-5A10-5726-D769BF0B946A}"/>
                    </a:ext>
                  </a:extLst>
                </p14:cNvPr>
                <p14:cNvContentPartPr/>
                <p14:nvPr/>
              </p14:nvContentPartPr>
              <p14:xfrm>
                <a:off x="5754780" y="4925168"/>
                <a:ext cx="170280" cy="142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507B499-4A05-5A10-5726-D769BF0B94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45780" y="4916168"/>
                  <a:ext cx="187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092FD69-3B10-3F3C-F5E5-F28D67D43157}"/>
                    </a:ext>
                  </a:extLst>
                </p14:cNvPr>
                <p14:cNvContentPartPr/>
                <p14:nvPr/>
              </p14:nvContentPartPr>
              <p14:xfrm>
                <a:off x="5935860" y="4800248"/>
                <a:ext cx="87120" cy="229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092FD69-3B10-3F3C-F5E5-F28D67D431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27220" y="4791608"/>
                  <a:ext cx="1047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1575000-85B9-A390-E111-6C95FBEE42D7}"/>
                    </a:ext>
                  </a:extLst>
                </p14:cNvPr>
                <p14:cNvContentPartPr/>
                <p14:nvPr/>
              </p14:nvContentPartPr>
              <p14:xfrm>
                <a:off x="5943420" y="4914368"/>
                <a:ext cx="248760" cy="115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1575000-85B9-A390-E111-6C95FBEE42D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34420" y="4905368"/>
                  <a:ext cx="266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76D823-9FE9-2DBC-E48D-F9B5B450BE82}"/>
                    </a:ext>
                  </a:extLst>
                </p14:cNvPr>
                <p14:cNvContentPartPr/>
                <p14:nvPr/>
              </p14:nvContentPartPr>
              <p14:xfrm>
                <a:off x="6209460" y="4816088"/>
                <a:ext cx="150840" cy="199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576D823-9FE9-2DBC-E48D-F9B5B450BE8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00460" y="4807088"/>
                  <a:ext cx="168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A4843E3-6F1A-F683-435C-32D57508E8BE}"/>
                    </a:ext>
                  </a:extLst>
                </p14:cNvPr>
                <p14:cNvContentPartPr/>
                <p14:nvPr/>
              </p14:nvContentPartPr>
              <p14:xfrm>
                <a:off x="6390180" y="4816088"/>
                <a:ext cx="333360" cy="213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A4843E3-6F1A-F683-435C-32D57508E8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81540" y="4807088"/>
                  <a:ext cx="351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A411043-458A-E552-8C6E-1DEE6D534E5C}"/>
                    </a:ext>
                  </a:extLst>
                </p14:cNvPr>
                <p14:cNvContentPartPr/>
                <p14:nvPr/>
              </p14:nvContentPartPr>
              <p14:xfrm>
                <a:off x="6541020" y="4919408"/>
                <a:ext cx="74880" cy="66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A411043-458A-E552-8C6E-1DEE6D534E5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2020" y="4910768"/>
                  <a:ext cx="92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1580C5E-3ABF-F51E-E67D-025C766CB1EA}"/>
                    </a:ext>
                  </a:extLst>
                </p14:cNvPr>
                <p14:cNvContentPartPr/>
                <p14:nvPr/>
              </p14:nvContentPartPr>
              <p14:xfrm>
                <a:off x="6379020" y="4820048"/>
                <a:ext cx="59400" cy="183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1580C5E-3ABF-F51E-E67D-025C766CB1E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70020" y="4811048"/>
                  <a:ext cx="77040" cy="201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C72-A16E-63EC-12E1-A15A19DD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607189-E643-7FD9-9BA1-8B6F42FAF55E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Classify three systems from poles +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B96000-7872-D46D-DED1-3233DC4A5526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0703C-120E-929A-C80A-28F1ADD84D1C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20–40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47A31-795F-AC5A-FFD4-E2ABDC51F196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Require one sentence of justification.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40F12-F8DE-3369-151F-8242D9D3A5BE}"/>
              </a:ext>
            </a:extLst>
          </p:cNvPr>
          <p:cNvSpPr/>
          <p:nvPr/>
        </p:nvSpPr>
        <p:spPr>
          <a:xfrm>
            <a:off x="914400" y="137160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9D63B-5A7E-9725-9FF3-E874672773C7}"/>
              </a:ext>
            </a:extLst>
          </p:cNvPr>
          <p:cNvSpPr txBox="1"/>
          <p:nvPr/>
        </p:nvSpPr>
        <p:spPr>
          <a:xfrm>
            <a:off x="1143000" y="159105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1DDD9-161F-6FAE-8D12-F0D39FD360BF}"/>
              </a:ext>
            </a:extLst>
          </p:cNvPr>
          <p:cNvSpPr txBox="1"/>
          <p:nvPr/>
        </p:nvSpPr>
        <p:spPr>
          <a:xfrm>
            <a:off x="1828800" y="153619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poles 0.3, 0.8; ROC |z|&gt;0.8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5E0BE-FF4F-5EF5-3E7C-0A7B64D95ACB}"/>
              </a:ext>
            </a:extLst>
          </p:cNvPr>
          <p:cNvSpPr txBox="1"/>
          <p:nvPr/>
        </p:nvSpPr>
        <p:spPr>
          <a:xfrm>
            <a:off x="6949440" y="155448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 &amp; stable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DC560B-C491-93CF-2D14-8FCBB36DA1EE}"/>
              </a:ext>
            </a:extLst>
          </p:cNvPr>
          <p:cNvSpPr/>
          <p:nvPr/>
        </p:nvSpPr>
        <p:spPr>
          <a:xfrm>
            <a:off x="914400" y="278892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10D1CD-4D4C-1282-0A35-08236095B88A}"/>
              </a:ext>
            </a:extLst>
          </p:cNvPr>
          <p:cNvSpPr txBox="1"/>
          <p:nvPr/>
        </p:nvSpPr>
        <p:spPr>
          <a:xfrm>
            <a:off x="1143000" y="300837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C21B-2029-F07A-072D-B727AD0F6BCB}"/>
              </a:ext>
            </a:extLst>
          </p:cNvPr>
          <p:cNvSpPr txBox="1"/>
          <p:nvPr/>
        </p:nvSpPr>
        <p:spPr>
          <a:xfrm>
            <a:off x="1828800" y="2953512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|z|&gt;1.1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2C957-8E1F-E214-ACB9-28A6A3EE30AD}"/>
              </a:ext>
            </a:extLst>
          </p:cNvPr>
          <p:cNvSpPr txBox="1"/>
          <p:nvPr/>
        </p:nvSpPr>
        <p:spPr>
          <a:xfrm>
            <a:off x="6949440" y="297180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causal, unstable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34A148-5BFA-505F-58B8-8D5B78DC2E27}"/>
              </a:ext>
            </a:extLst>
          </p:cNvPr>
          <p:cNvSpPr/>
          <p:nvPr/>
        </p:nvSpPr>
        <p:spPr>
          <a:xfrm>
            <a:off x="914400" y="4206240"/>
            <a:ext cx="10287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9E6C57-F0DC-56DB-F467-BABD9071381F}"/>
              </a:ext>
            </a:extLst>
          </p:cNvPr>
          <p:cNvSpPr txBox="1"/>
          <p:nvPr/>
        </p:nvSpPr>
        <p:spPr>
          <a:xfrm>
            <a:off x="1143000" y="4425696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B1EE5-62E7-FA65-330C-FC8F8A2CD330}"/>
              </a:ext>
            </a:extLst>
          </p:cNvPr>
          <p:cNvSpPr txBox="1"/>
          <p:nvPr/>
        </p:nvSpPr>
        <p:spPr>
          <a:xfrm>
            <a:off x="1828800" y="4370831"/>
            <a:ext cx="5029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pole 1.1; ROC |z|&lt;1.1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9AB0F-271A-4E24-8439-EDF58612448C}"/>
              </a:ext>
            </a:extLst>
          </p:cNvPr>
          <p:cNvSpPr txBox="1"/>
          <p:nvPr/>
        </p:nvSpPr>
        <p:spPr>
          <a:xfrm>
            <a:off x="6949440" y="4389120"/>
            <a:ext cx="3840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53616E"/>
                </a:solidFill>
                <a:latin typeface="Aptos"/>
              </a:rPr>
              <a:t>Good answer: anti-causal, stable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9C8C4-DE6C-DD86-5B66-D71C1347A658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ACB99-90E2-9E0E-EE06-0767680048D8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1403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Evaluate H(z) at a point moving around the unit circle.</a:t>
            </a:r>
          </a:p>
        </p:txBody>
      </p:sp>
      <p:pic>
        <p:nvPicPr>
          <p:cNvPr id="6" name="Picture 5" descr="eq_ge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51560"/>
            <a:ext cx="9418320" cy="1221584"/>
          </a:xfrm>
          <a:prstGeom prst="rect">
            <a:avLst/>
          </a:prstGeom>
        </p:spPr>
      </p:pic>
      <p:pic>
        <p:nvPicPr>
          <p:cNvPr id="7" name="Picture 6" descr="geom_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84632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428603"/>
            <a:ext cx="5257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748643"/>
            <a:ext cx="461772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Numerator: multiply distances from the unit-circle point to each zero.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Denominator: multiply distances to each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zero → a short numerator vector → small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rPr dirty="0"/>
              <a:t>• Near a pole → a short denominator vector → large magnitude.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8EA450-E3D2-5EE0-B6D0-C198C8E76C35}"/>
                  </a:ext>
                </a:extLst>
              </p14:cNvPr>
              <p14:cNvContentPartPr/>
              <p14:nvPr/>
            </p14:nvContentPartPr>
            <p14:xfrm>
              <a:off x="6033780" y="2306168"/>
              <a:ext cx="1941480" cy="47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8EA450-E3D2-5EE0-B6D0-C198C8E76C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4780" y="2297528"/>
                <a:ext cx="19591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710A14C-833E-9B1A-84C8-398BF45D0EAF}"/>
                  </a:ext>
                </a:extLst>
              </p14:cNvPr>
              <p14:cNvContentPartPr/>
              <p14:nvPr/>
            </p14:nvContentPartPr>
            <p14:xfrm>
              <a:off x="6877260" y="1458728"/>
              <a:ext cx="870840" cy="53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710A14C-833E-9B1A-84C8-398BF45D0E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68260" y="1450088"/>
                <a:ext cx="8884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3B7310-B26F-7B8A-1B44-41A07652B841}"/>
                  </a:ext>
                </a:extLst>
              </p14:cNvPr>
              <p14:cNvContentPartPr/>
              <p14:nvPr/>
            </p14:nvContentPartPr>
            <p14:xfrm>
              <a:off x="1821420" y="3043808"/>
              <a:ext cx="414720" cy="301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3B7310-B26F-7B8A-1B44-41A07652B8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12420" y="3035168"/>
                <a:ext cx="432360" cy="3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8B040BD-3C95-853B-2805-3CFC2D4CB291}"/>
              </a:ext>
            </a:extLst>
          </p:cNvPr>
          <p:cNvGrpSpPr/>
          <p:nvPr/>
        </p:nvGrpSpPr>
        <p:grpSpPr>
          <a:xfrm>
            <a:off x="1641420" y="2212928"/>
            <a:ext cx="2384640" cy="661320"/>
            <a:chOff x="1641420" y="2212928"/>
            <a:chExt cx="238464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3FB8AB-CBB8-2134-C21D-A9E6436EBF55}"/>
                    </a:ext>
                  </a:extLst>
                </p14:cNvPr>
                <p14:cNvContentPartPr/>
                <p14:nvPr/>
              </p14:nvContentPartPr>
              <p14:xfrm>
                <a:off x="1641420" y="2646008"/>
                <a:ext cx="145080" cy="227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3FB8AB-CBB8-2134-C21D-A9E6436EBF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2780" y="2637368"/>
                  <a:ext cx="162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D88FCE-4F5A-3D78-B9CE-831405026C1A}"/>
                    </a:ext>
                  </a:extLst>
                </p14:cNvPr>
                <p14:cNvContentPartPr/>
                <p14:nvPr/>
              </p14:nvContentPartPr>
              <p14:xfrm>
                <a:off x="1786140" y="2729168"/>
                <a:ext cx="118080" cy="102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D88FCE-4F5A-3D78-B9CE-831405026C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7500" y="2720528"/>
                  <a:ext cx="135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F6AF7C-23E6-80A5-743C-50ECE3BEE551}"/>
                    </a:ext>
                  </a:extLst>
                </p14:cNvPr>
                <p14:cNvContentPartPr/>
                <p14:nvPr/>
              </p14:nvContentPartPr>
              <p14:xfrm>
                <a:off x="1948140" y="2751488"/>
                <a:ext cx="121680" cy="4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F6AF7C-23E6-80A5-743C-50ECE3BEE5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9140" y="2742488"/>
                  <a:ext cx="139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7AF5A7-4F01-0CBC-C5E0-EC1E75F504F7}"/>
                    </a:ext>
                  </a:extLst>
                </p14:cNvPr>
                <p14:cNvContentPartPr/>
                <p14:nvPr/>
              </p14:nvContentPartPr>
              <p14:xfrm>
                <a:off x="2128500" y="2713328"/>
                <a:ext cx="80280" cy="160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7AF5A7-4F01-0CBC-C5E0-EC1E75F504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19500" y="2704328"/>
                  <a:ext cx="97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8D2239-3D93-AE90-7386-069F6FCCF516}"/>
                    </a:ext>
                  </a:extLst>
                </p14:cNvPr>
                <p14:cNvContentPartPr/>
                <p14:nvPr/>
              </p14:nvContentPartPr>
              <p14:xfrm>
                <a:off x="2239020" y="2566448"/>
                <a:ext cx="83880" cy="19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8D2239-3D93-AE90-7386-069F6FCCF5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30380" y="2557448"/>
                  <a:ext cx="101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7298F0A-A642-9144-71FC-A195BC920CD6}"/>
                    </a:ext>
                  </a:extLst>
                </p14:cNvPr>
                <p14:cNvContentPartPr/>
                <p14:nvPr/>
              </p14:nvContentPartPr>
              <p14:xfrm>
                <a:off x="2285820" y="2555288"/>
                <a:ext cx="274680" cy="178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7298F0A-A642-9144-71FC-A195BC920C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6820" y="2546648"/>
                  <a:ext cx="292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817FC3-D850-DF27-82D8-647C9500784C}"/>
                    </a:ext>
                  </a:extLst>
                </p14:cNvPr>
                <p14:cNvContentPartPr/>
                <p14:nvPr/>
              </p14:nvContentPartPr>
              <p14:xfrm>
                <a:off x="2664900" y="2561768"/>
                <a:ext cx="115200" cy="69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1817FC3-D850-DF27-82D8-647C950078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6260" y="2552768"/>
                  <a:ext cx="132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C469A6E-84B0-389E-AC7F-5E133CB00055}"/>
                    </a:ext>
                  </a:extLst>
                </p14:cNvPr>
                <p14:cNvContentPartPr/>
                <p14:nvPr/>
              </p14:nvContentPartPr>
              <p14:xfrm>
                <a:off x="2820780" y="2498048"/>
                <a:ext cx="152640" cy="73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C469A6E-84B0-389E-AC7F-5E133CB000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2140" y="2489408"/>
                  <a:ext cx="170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26A33E-9865-FEDA-F50F-965F2526B862}"/>
                    </a:ext>
                  </a:extLst>
                </p14:cNvPr>
                <p14:cNvContentPartPr/>
                <p14:nvPr/>
              </p14:nvContentPartPr>
              <p14:xfrm>
                <a:off x="3007980" y="2422448"/>
                <a:ext cx="218160" cy="67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26A33E-9865-FEDA-F50F-965F2526B8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99340" y="2413448"/>
                  <a:ext cx="235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275250-A139-DB50-806A-6E1880070667}"/>
                    </a:ext>
                  </a:extLst>
                </p14:cNvPr>
                <p14:cNvContentPartPr/>
                <p14:nvPr/>
              </p14:nvContentPartPr>
              <p14:xfrm>
                <a:off x="3256740" y="2366288"/>
                <a:ext cx="170640" cy="101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275250-A139-DB50-806A-6E18800706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47740" y="2357288"/>
                  <a:ext cx="188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393A10-2AF5-7826-EA16-6622B558E709}"/>
                    </a:ext>
                  </a:extLst>
                </p14:cNvPr>
                <p14:cNvContentPartPr/>
                <p14:nvPr/>
              </p14:nvContentPartPr>
              <p14:xfrm>
                <a:off x="3519540" y="2345048"/>
                <a:ext cx="122040" cy="93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393A10-2AF5-7826-EA16-6622B558E7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10540" y="2336408"/>
                  <a:ext cx="139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ECF512-F646-6DEC-1F92-16743FBAFC7E}"/>
                    </a:ext>
                  </a:extLst>
                </p14:cNvPr>
                <p14:cNvContentPartPr/>
                <p14:nvPr/>
              </p14:nvContentPartPr>
              <p14:xfrm>
                <a:off x="3621060" y="2212928"/>
                <a:ext cx="135000" cy="198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ECF512-F646-6DEC-1F92-16743FBAFC7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12060" y="2204288"/>
                  <a:ext cx="152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03B360-3B71-99E6-77D6-B630EA8C5EDC}"/>
                    </a:ext>
                  </a:extLst>
                </p14:cNvPr>
                <p14:cNvContentPartPr/>
                <p14:nvPr/>
              </p14:nvContentPartPr>
              <p14:xfrm>
                <a:off x="3591540" y="2331728"/>
                <a:ext cx="185760" cy="27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03B360-3B71-99E6-77D6-B630EA8C5E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2900" y="2323088"/>
                  <a:ext cx="2034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917425-38C7-6EB0-E8D1-9AE94D38E7BC}"/>
                    </a:ext>
                  </a:extLst>
                </p14:cNvPr>
                <p14:cNvContentPartPr/>
                <p14:nvPr/>
              </p14:nvContentPartPr>
              <p14:xfrm>
                <a:off x="3806100" y="2248568"/>
                <a:ext cx="219960" cy="155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917425-38C7-6EB0-E8D1-9AE94D38E7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97460" y="2239568"/>
                  <a:ext cx="23760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70F7CC5-BB9A-EDEF-7EFF-E48C51031369}"/>
                  </a:ext>
                </a:extLst>
              </p14:cNvPr>
              <p14:cNvContentPartPr/>
              <p14:nvPr/>
            </p14:nvContentPartPr>
            <p14:xfrm>
              <a:off x="6900660" y="2114288"/>
              <a:ext cx="887040" cy="36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70F7CC5-BB9A-EDEF-7EFF-E48C5103136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91660" y="2105648"/>
                <a:ext cx="90468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C4F8D7D-7913-22DB-42E4-5E5148E4A026}"/>
              </a:ext>
            </a:extLst>
          </p:cNvPr>
          <p:cNvGrpSpPr/>
          <p:nvPr/>
        </p:nvGrpSpPr>
        <p:grpSpPr>
          <a:xfrm>
            <a:off x="3900780" y="2406248"/>
            <a:ext cx="2357280" cy="846360"/>
            <a:chOff x="3900780" y="2406248"/>
            <a:chExt cx="2357280" cy="84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3E60F25-AA05-B15B-B562-808DD6B32F4E}"/>
                    </a:ext>
                  </a:extLst>
                </p14:cNvPr>
                <p14:cNvContentPartPr/>
                <p14:nvPr/>
              </p14:nvContentPartPr>
              <p14:xfrm>
                <a:off x="3900780" y="3153608"/>
                <a:ext cx="219960" cy="9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3E60F25-AA05-B15B-B562-808DD6B32F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92140" y="3144608"/>
                  <a:ext cx="237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D9E542-E61C-F545-0EC7-FE839DFC9964}"/>
                    </a:ext>
                  </a:extLst>
                </p14:cNvPr>
                <p14:cNvContentPartPr/>
                <p14:nvPr/>
              </p14:nvContentPartPr>
              <p14:xfrm>
                <a:off x="4253580" y="2942288"/>
                <a:ext cx="297360" cy="169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D9E542-E61C-F545-0EC7-FE839DFC99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44940" y="2933648"/>
                  <a:ext cx="315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7EC316C-BA6B-A965-9993-B9A7405406B7}"/>
                    </a:ext>
                  </a:extLst>
                </p14:cNvPr>
                <p14:cNvContentPartPr/>
                <p14:nvPr/>
              </p14:nvContentPartPr>
              <p14:xfrm>
                <a:off x="4545900" y="2943728"/>
                <a:ext cx="122760" cy="4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7EC316C-BA6B-A965-9993-B9A7405406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36900" y="2934728"/>
                  <a:ext cx="140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781E3C-F689-D24E-CC86-D7F2FC33D479}"/>
                    </a:ext>
                  </a:extLst>
                </p14:cNvPr>
                <p14:cNvContentPartPr/>
                <p14:nvPr/>
              </p14:nvContentPartPr>
              <p14:xfrm>
                <a:off x="4723740" y="2887208"/>
                <a:ext cx="159120" cy="153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781E3C-F689-D24E-CC86-D7F2FC33D4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15100" y="2878568"/>
                  <a:ext cx="176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22C0C2B-0D21-0ACD-6658-B0B0D430FE91}"/>
                    </a:ext>
                  </a:extLst>
                </p14:cNvPr>
                <p14:cNvContentPartPr/>
                <p14:nvPr/>
              </p14:nvContentPartPr>
              <p14:xfrm>
                <a:off x="4779900" y="2677688"/>
                <a:ext cx="352080" cy="20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22C0C2B-0D21-0ACD-6658-B0B0D430FE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71260" y="2669048"/>
                  <a:ext cx="369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A81D96-F14F-00CE-B15B-739C7635991C}"/>
                    </a:ext>
                  </a:extLst>
                </p14:cNvPr>
                <p14:cNvContentPartPr/>
                <p14:nvPr/>
              </p14:nvContentPartPr>
              <p14:xfrm>
                <a:off x="4830660" y="3084488"/>
                <a:ext cx="149040" cy="15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A81D96-F14F-00CE-B15B-739C763599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21660" y="3075488"/>
                  <a:ext cx="166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0763535-2444-1F8F-B583-3BBDB939A0BB}"/>
                    </a:ext>
                  </a:extLst>
                </p14:cNvPr>
                <p14:cNvContentPartPr/>
                <p14:nvPr/>
              </p14:nvContentPartPr>
              <p14:xfrm>
                <a:off x="4997340" y="3063968"/>
                <a:ext cx="129600" cy="9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0763535-2444-1F8F-B583-3BBDB939A0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8340" y="3055328"/>
                  <a:ext cx="1472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B7525D-EF6B-50A7-7714-CF2CA8F2E5C2}"/>
                    </a:ext>
                  </a:extLst>
                </p14:cNvPr>
                <p14:cNvContentPartPr/>
                <p14:nvPr/>
              </p14:nvContentPartPr>
              <p14:xfrm>
                <a:off x="5101740" y="3038768"/>
                <a:ext cx="166680" cy="68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B7525D-EF6B-50A7-7714-CF2CA8F2E5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93100" y="3030128"/>
                  <a:ext cx="184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86A0B18-4AEC-A177-A6FC-E0FCB40E0461}"/>
                    </a:ext>
                  </a:extLst>
                </p14:cNvPr>
                <p14:cNvContentPartPr/>
                <p14:nvPr/>
              </p14:nvContentPartPr>
              <p14:xfrm>
                <a:off x="5281020" y="2956328"/>
                <a:ext cx="111600" cy="5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86A0B18-4AEC-A177-A6FC-E0FCB40E04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72380" y="2947328"/>
                  <a:ext cx="129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47694FE-3508-BF10-4BE0-517B4C4E349F}"/>
                    </a:ext>
                  </a:extLst>
                </p14:cNvPr>
                <p14:cNvContentPartPr/>
                <p14:nvPr/>
              </p14:nvContentPartPr>
              <p14:xfrm>
                <a:off x="5392620" y="2857688"/>
                <a:ext cx="202680" cy="85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47694FE-3508-BF10-4BE0-517B4C4E349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83980" y="2848688"/>
                  <a:ext cx="220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14E3DE-B6F0-1BEB-2D82-973BB9CB9420}"/>
                    </a:ext>
                  </a:extLst>
                </p14:cNvPr>
                <p14:cNvContentPartPr/>
                <p14:nvPr/>
              </p14:nvContentPartPr>
              <p14:xfrm>
                <a:off x="5600700" y="2805488"/>
                <a:ext cx="95400" cy="3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14E3DE-B6F0-1BEB-2D82-973BB9CB942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91700" y="2796488"/>
                  <a:ext cx="113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BCB1B2E-20EC-5ED2-651F-BAD283FDA815}"/>
                    </a:ext>
                  </a:extLst>
                </p14:cNvPr>
                <p14:cNvContentPartPr/>
                <p14:nvPr/>
              </p14:nvContentPartPr>
              <p14:xfrm>
                <a:off x="5517540" y="2689928"/>
                <a:ext cx="34200" cy="10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BCB1B2E-20EC-5ED2-651F-BAD283FDA81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08540" y="2680928"/>
                  <a:ext cx="51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A87D16-8A98-23CB-9889-924046E32440}"/>
                    </a:ext>
                  </a:extLst>
                </p14:cNvPr>
                <p14:cNvContentPartPr/>
                <p14:nvPr/>
              </p14:nvContentPartPr>
              <p14:xfrm>
                <a:off x="5652540" y="2680928"/>
                <a:ext cx="188640" cy="81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A87D16-8A98-23CB-9889-924046E324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43540" y="2671928"/>
                  <a:ext cx="206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8A1D04-765B-A96E-D003-513E81B88A56}"/>
                    </a:ext>
                  </a:extLst>
                </p14:cNvPr>
                <p14:cNvContentPartPr/>
                <p14:nvPr/>
              </p14:nvContentPartPr>
              <p14:xfrm>
                <a:off x="5857740" y="2572928"/>
                <a:ext cx="132480" cy="77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8A1D04-765B-A96E-D003-513E81B88A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48740" y="2563928"/>
                  <a:ext cx="150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D704DE-8A5C-270E-27CB-D5EF022991F3}"/>
                    </a:ext>
                  </a:extLst>
                </p14:cNvPr>
                <p14:cNvContentPartPr/>
                <p14:nvPr/>
              </p14:nvContentPartPr>
              <p14:xfrm>
                <a:off x="5912100" y="2431448"/>
                <a:ext cx="140760" cy="13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D704DE-8A5C-270E-27CB-D5EF022991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03460" y="2422448"/>
                  <a:ext cx="158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7CEC0D-6D7A-FFDD-82F6-728DA8C92045}"/>
                    </a:ext>
                  </a:extLst>
                </p14:cNvPr>
                <p14:cNvContentPartPr/>
                <p14:nvPr/>
              </p14:nvContentPartPr>
              <p14:xfrm>
                <a:off x="5956020" y="2493728"/>
                <a:ext cx="86400" cy="34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7CEC0D-6D7A-FFDD-82F6-728DA8C920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47020" y="2484728"/>
                  <a:ext cx="104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D082F3-CEB1-E8A8-BABE-8B6183A22C89}"/>
                    </a:ext>
                  </a:extLst>
                </p14:cNvPr>
                <p14:cNvContentPartPr/>
                <p14:nvPr/>
              </p14:nvContentPartPr>
              <p14:xfrm>
                <a:off x="6104700" y="2471048"/>
                <a:ext cx="47160" cy="50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D082F3-CEB1-E8A8-BABE-8B6183A22C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95700" y="2462408"/>
                  <a:ext cx="64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8D00FB-B9BA-958B-41B5-C9B86129E1E0}"/>
                    </a:ext>
                  </a:extLst>
                </p14:cNvPr>
                <p14:cNvContentPartPr/>
                <p14:nvPr/>
              </p14:nvContentPartPr>
              <p14:xfrm>
                <a:off x="6121260" y="2473208"/>
                <a:ext cx="62640" cy="73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8D00FB-B9BA-958B-41B5-C9B86129E1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12620" y="2464568"/>
                  <a:ext cx="80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A8F4105-8EFB-A0A4-F155-7C76C5336986}"/>
                    </a:ext>
                  </a:extLst>
                </p14:cNvPr>
                <p14:cNvContentPartPr/>
                <p14:nvPr/>
              </p14:nvContentPartPr>
              <p14:xfrm>
                <a:off x="6182100" y="2406248"/>
                <a:ext cx="75960" cy="75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A8F4105-8EFB-A0A4-F155-7C76C53369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73460" y="2397248"/>
                  <a:ext cx="9360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628A26E-C3E1-BAA6-09C0-5175321A1A1D}"/>
              </a:ext>
            </a:extLst>
          </p:cNvPr>
          <p:cNvGrpSpPr/>
          <p:nvPr/>
        </p:nvGrpSpPr>
        <p:grpSpPr>
          <a:xfrm>
            <a:off x="3840660" y="2430368"/>
            <a:ext cx="648000" cy="360000"/>
            <a:chOff x="3840660" y="2430368"/>
            <a:chExt cx="64800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893F8F-3813-35E9-9440-2C2ECD8491F3}"/>
                    </a:ext>
                  </a:extLst>
                </p14:cNvPr>
                <p14:cNvContentPartPr/>
                <p14:nvPr/>
              </p14:nvContentPartPr>
              <p14:xfrm>
                <a:off x="3840660" y="2518928"/>
                <a:ext cx="647640" cy="271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893F8F-3813-35E9-9440-2C2ECD8491F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32020" y="2509928"/>
                  <a:ext cx="665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5F71AB-54FD-103E-59E4-AC8A840F1809}"/>
                    </a:ext>
                  </a:extLst>
                </p14:cNvPr>
                <p14:cNvContentPartPr/>
                <p14:nvPr/>
              </p14:nvContentPartPr>
              <p14:xfrm>
                <a:off x="4309740" y="2430368"/>
                <a:ext cx="178920" cy="105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5F71AB-54FD-103E-59E4-AC8A840F18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0740" y="2421728"/>
                  <a:ext cx="1965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EA574DE-CDE5-8AC2-7FD9-53504B876F8C}"/>
              </a:ext>
            </a:extLst>
          </p:cNvPr>
          <p:cNvGrpSpPr/>
          <p:nvPr/>
        </p:nvGrpSpPr>
        <p:grpSpPr>
          <a:xfrm>
            <a:off x="4905180" y="3726008"/>
            <a:ext cx="990360" cy="311040"/>
            <a:chOff x="4905180" y="3726008"/>
            <a:chExt cx="99036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F68671-9A71-74F7-5E9E-B906FE6DD9FA}"/>
                    </a:ext>
                  </a:extLst>
                </p14:cNvPr>
                <p14:cNvContentPartPr/>
                <p14:nvPr/>
              </p14:nvContentPartPr>
              <p14:xfrm>
                <a:off x="4905180" y="3918248"/>
                <a:ext cx="128520" cy="118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F68671-9A71-74F7-5E9E-B906FE6DD9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96180" y="3909248"/>
                  <a:ext cx="1461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ECEC499-48B9-A23F-3F30-A362F5FCA5D4}"/>
                    </a:ext>
                  </a:extLst>
                </p14:cNvPr>
                <p14:cNvContentPartPr/>
                <p14:nvPr/>
              </p14:nvContentPartPr>
              <p14:xfrm>
                <a:off x="5045940" y="3835808"/>
                <a:ext cx="185760" cy="66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ECEC499-48B9-A23F-3F30-A362F5FCA5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36940" y="3826808"/>
                  <a:ext cx="203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E3FBEA-4C38-6FD8-470C-6A05C17B6C96}"/>
                    </a:ext>
                  </a:extLst>
                </p14:cNvPr>
                <p14:cNvContentPartPr/>
                <p14:nvPr/>
              </p14:nvContentPartPr>
              <p14:xfrm>
                <a:off x="5266260" y="3755168"/>
                <a:ext cx="245880" cy="119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E3FBEA-4C38-6FD8-470C-6A05C17B6C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57620" y="3746528"/>
                  <a:ext cx="263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F047AC9-EE07-599F-7E10-3ED5CA40B2E1}"/>
                    </a:ext>
                  </a:extLst>
                </p14:cNvPr>
                <p14:cNvContentPartPr/>
                <p14:nvPr/>
              </p14:nvContentPartPr>
              <p14:xfrm>
                <a:off x="5569740" y="3831848"/>
                <a:ext cx="124560" cy="8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F047AC9-EE07-599F-7E10-3ED5CA40B2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61100" y="3822848"/>
                  <a:ext cx="142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614360-B66C-4C62-7CF1-E8A5C728BBF2}"/>
                    </a:ext>
                  </a:extLst>
                </p14:cNvPr>
                <p14:cNvContentPartPr/>
                <p14:nvPr/>
              </p14:nvContentPartPr>
              <p14:xfrm>
                <a:off x="5569380" y="3760208"/>
                <a:ext cx="114480" cy="19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614360-B66C-4C62-7CF1-E8A5C728BBF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60380" y="3751208"/>
                  <a:ext cx="132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7F9BB75-DD42-D9E1-B2AB-DCDC9FE45D60}"/>
                    </a:ext>
                  </a:extLst>
                </p14:cNvPr>
                <p14:cNvContentPartPr/>
                <p14:nvPr/>
              </p14:nvContentPartPr>
              <p14:xfrm>
                <a:off x="5766660" y="3726008"/>
                <a:ext cx="128880" cy="12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7F9BB75-DD42-D9E1-B2AB-DCDC9FE45D6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58020" y="3717368"/>
                  <a:ext cx="1465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73E6007-753F-064F-607B-6A6A5EAC7AD0}"/>
              </a:ext>
            </a:extLst>
          </p:cNvPr>
          <p:cNvGrpSpPr/>
          <p:nvPr/>
        </p:nvGrpSpPr>
        <p:grpSpPr>
          <a:xfrm>
            <a:off x="465300" y="3414608"/>
            <a:ext cx="1145520" cy="534240"/>
            <a:chOff x="465300" y="3414608"/>
            <a:chExt cx="1145520" cy="53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39C4842-5F54-4878-4BAB-3A01B7AA4151}"/>
                    </a:ext>
                  </a:extLst>
                </p14:cNvPr>
                <p14:cNvContentPartPr/>
                <p14:nvPr/>
              </p14:nvContentPartPr>
              <p14:xfrm>
                <a:off x="1176300" y="3745808"/>
                <a:ext cx="434520" cy="203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39C4842-5F54-4878-4BAB-3A01B7AA41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67300" y="3737168"/>
                  <a:ext cx="452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4D21CB6-A385-7C8D-B340-F686799D7476}"/>
                    </a:ext>
                  </a:extLst>
                </p14:cNvPr>
                <p14:cNvContentPartPr/>
                <p14:nvPr/>
              </p14:nvContentPartPr>
              <p14:xfrm>
                <a:off x="465300" y="3599648"/>
                <a:ext cx="185400" cy="100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4D21CB6-A385-7C8D-B340-F686799D74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6660" y="3590648"/>
                  <a:ext cx="203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F10DD5-61CE-F9E1-4F5C-EEE568441E28}"/>
                    </a:ext>
                  </a:extLst>
                </p14:cNvPr>
                <p14:cNvContentPartPr/>
                <p14:nvPr/>
              </p14:nvContentPartPr>
              <p14:xfrm>
                <a:off x="698220" y="3590648"/>
                <a:ext cx="102240" cy="12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F10DD5-61CE-F9E1-4F5C-EEE568441E2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9220" y="3582008"/>
                  <a:ext cx="119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B9D84BE-CA31-5589-82F8-9334E9064FA8}"/>
                    </a:ext>
                  </a:extLst>
                </p14:cNvPr>
                <p14:cNvContentPartPr/>
                <p14:nvPr/>
              </p14:nvContentPartPr>
              <p14:xfrm>
                <a:off x="689940" y="3537368"/>
                <a:ext cx="105120" cy="16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B9D84BE-CA31-5589-82F8-9334E9064F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1300" y="3528368"/>
                  <a:ext cx="122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0196EA6-D75E-1E86-D36D-8F28C6B980AC}"/>
                    </a:ext>
                  </a:extLst>
                </p14:cNvPr>
                <p14:cNvContentPartPr/>
                <p14:nvPr/>
              </p14:nvContentPartPr>
              <p14:xfrm>
                <a:off x="844740" y="3493808"/>
                <a:ext cx="69120" cy="91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0196EA6-D75E-1E86-D36D-8F28C6B980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6100" y="3485168"/>
                  <a:ext cx="86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1CCA451-75A2-3B1E-BBE7-EFF9A3B48455}"/>
                    </a:ext>
                  </a:extLst>
                </p14:cNvPr>
                <p14:cNvContentPartPr/>
                <p14:nvPr/>
              </p14:nvContentPartPr>
              <p14:xfrm>
                <a:off x="914220" y="3506768"/>
                <a:ext cx="62280" cy="62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1CCA451-75A2-3B1E-BBE7-EFF9A3B4845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5220" y="3497768"/>
                  <a:ext cx="79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7007C8-00CF-329E-1A1C-BD9B32B53916}"/>
                    </a:ext>
                  </a:extLst>
                </p14:cNvPr>
                <p14:cNvContentPartPr/>
                <p14:nvPr/>
              </p14:nvContentPartPr>
              <p14:xfrm>
                <a:off x="777060" y="3414608"/>
                <a:ext cx="158400" cy="35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7007C8-00CF-329E-1A1C-BD9B32B539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8420" y="3405608"/>
                  <a:ext cx="1760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C6B0EDA-E955-CA5F-2997-97CF119A5841}"/>
                  </a:ext>
                </a:extLst>
              </p14:cNvPr>
              <p14:cNvContentPartPr/>
              <p14:nvPr/>
            </p14:nvContentPartPr>
            <p14:xfrm>
              <a:off x="4231980" y="1951568"/>
              <a:ext cx="1001160" cy="59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C6B0EDA-E955-CA5F-2997-97CF119A584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23340" y="1942568"/>
                <a:ext cx="101880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C1369637-1424-F1B1-0A10-4BE69F50C2C7}"/>
              </a:ext>
            </a:extLst>
          </p:cNvPr>
          <p:cNvGrpSpPr/>
          <p:nvPr/>
        </p:nvGrpSpPr>
        <p:grpSpPr>
          <a:xfrm>
            <a:off x="1277100" y="1477448"/>
            <a:ext cx="2006280" cy="1177560"/>
            <a:chOff x="1277100" y="1477448"/>
            <a:chExt cx="2006280" cy="11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AD32C1-EBC9-8208-DD47-82A557CDE86F}"/>
                    </a:ext>
                  </a:extLst>
                </p14:cNvPr>
                <p14:cNvContentPartPr/>
                <p14:nvPr/>
              </p14:nvContentPartPr>
              <p14:xfrm>
                <a:off x="2789100" y="2013128"/>
                <a:ext cx="494280" cy="61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AD32C1-EBC9-8208-DD47-82A557CDE8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80460" y="2004128"/>
                  <a:ext cx="51192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DE5184-CD12-EE79-EDCA-58DCF113F3A3}"/>
                    </a:ext>
                  </a:extLst>
                </p14:cNvPr>
                <p14:cNvContentPartPr/>
                <p14:nvPr/>
              </p14:nvContentPartPr>
              <p14:xfrm>
                <a:off x="2427660" y="1708568"/>
                <a:ext cx="180000" cy="85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DE5184-CD12-EE79-EDCA-58DCF113F3A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19020" y="1699568"/>
                  <a:ext cx="197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904A3EA-1D8F-40D1-7312-36A01C549009}"/>
                    </a:ext>
                  </a:extLst>
                </p14:cNvPr>
                <p14:cNvContentPartPr/>
                <p14:nvPr/>
              </p14:nvContentPartPr>
              <p14:xfrm>
                <a:off x="2696580" y="1716848"/>
                <a:ext cx="104040" cy="23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904A3EA-1D8F-40D1-7312-36A01C54900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87580" y="1707848"/>
                  <a:ext cx="121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0AB568-8AE0-1D79-8F3D-7D3881D468A5}"/>
                    </a:ext>
                  </a:extLst>
                </p14:cNvPr>
                <p14:cNvContentPartPr/>
                <p14:nvPr/>
              </p14:nvContentPartPr>
              <p14:xfrm>
                <a:off x="2692980" y="1664648"/>
                <a:ext cx="102600" cy="1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0AB568-8AE0-1D79-8F3D-7D3881D468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83980" y="1655648"/>
                  <a:ext cx="120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0D7E1B-F820-ABA9-FBB2-F75600B311F7}"/>
                    </a:ext>
                  </a:extLst>
                </p14:cNvPr>
                <p14:cNvContentPartPr/>
                <p14:nvPr/>
              </p14:nvContentPartPr>
              <p14:xfrm>
                <a:off x="2860740" y="1526408"/>
                <a:ext cx="82800" cy="105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0D7E1B-F820-ABA9-FBB2-F75600B311F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52100" y="1517408"/>
                  <a:ext cx="100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AF6C693-4418-99B0-296A-F564B10AB9E7}"/>
                    </a:ext>
                  </a:extLst>
                </p14:cNvPr>
                <p14:cNvContentPartPr/>
                <p14:nvPr/>
              </p14:nvContentPartPr>
              <p14:xfrm>
                <a:off x="2928780" y="1537568"/>
                <a:ext cx="77040" cy="88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AF6C693-4418-99B0-296A-F564B10AB9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20140" y="1528928"/>
                  <a:ext cx="94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3BD3EC-7BBE-A91D-97A0-F62EEDE4882A}"/>
                    </a:ext>
                  </a:extLst>
                </p14:cNvPr>
                <p14:cNvContentPartPr/>
                <p14:nvPr/>
              </p14:nvContentPartPr>
              <p14:xfrm>
                <a:off x="2747700" y="1477448"/>
                <a:ext cx="219240" cy="27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3BD3EC-7BBE-A91D-97A0-F62EEDE488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38700" y="1468808"/>
                  <a:ext cx="236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15D3D3C-1F91-32F6-7F9F-B20539B46FD1}"/>
                    </a:ext>
                  </a:extLst>
                </p14:cNvPr>
                <p14:cNvContentPartPr/>
                <p14:nvPr/>
              </p14:nvContentPartPr>
              <p14:xfrm>
                <a:off x="3045420" y="1558448"/>
                <a:ext cx="46080" cy="168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15D3D3C-1F91-32F6-7F9F-B20539B46FD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36780" y="1549808"/>
                  <a:ext cx="63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1E0273F-8308-AB2C-8347-A258CB082626}"/>
                    </a:ext>
                  </a:extLst>
                </p14:cNvPr>
                <p14:cNvContentPartPr/>
                <p14:nvPr/>
              </p14:nvContentPartPr>
              <p14:xfrm>
                <a:off x="3132540" y="1683728"/>
                <a:ext cx="123840" cy="114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1E0273F-8308-AB2C-8347-A258CB0826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23900" y="1674728"/>
                  <a:ext cx="141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FF15A6-F7E9-1CB9-ECFA-2FBB3A936731}"/>
                    </a:ext>
                  </a:extLst>
                </p14:cNvPr>
                <p14:cNvContentPartPr/>
                <p14:nvPr/>
              </p14:nvContentPartPr>
              <p14:xfrm>
                <a:off x="1277100" y="1813688"/>
                <a:ext cx="1699920" cy="841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FF15A6-F7E9-1CB9-ECFA-2FBB3A93673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68460" y="1805048"/>
                  <a:ext cx="1717560" cy="85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D574394-EF11-2A69-9A8F-083B1887E3C0}"/>
              </a:ext>
            </a:extLst>
          </p:cNvPr>
          <p:cNvGrpSpPr/>
          <p:nvPr/>
        </p:nvGrpSpPr>
        <p:grpSpPr>
          <a:xfrm>
            <a:off x="634500" y="1068128"/>
            <a:ext cx="965880" cy="473400"/>
            <a:chOff x="634500" y="1068128"/>
            <a:chExt cx="96588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3F00EC-6C13-31AF-06AB-24CDC21B4142}"/>
                    </a:ext>
                  </a:extLst>
                </p14:cNvPr>
                <p14:cNvContentPartPr/>
                <p14:nvPr/>
              </p14:nvContentPartPr>
              <p14:xfrm>
                <a:off x="634500" y="1373768"/>
                <a:ext cx="74880" cy="167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3F00EC-6C13-31AF-06AB-24CDC21B414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5860" y="1365128"/>
                  <a:ext cx="92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E6FF496-C0ED-CF61-3BE9-F4F39774237B}"/>
                    </a:ext>
                  </a:extLst>
                </p14:cNvPr>
                <p14:cNvContentPartPr/>
                <p14:nvPr/>
              </p14:nvContentPartPr>
              <p14:xfrm>
                <a:off x="654300" y="1454048"/>
                <a:ext cx="130320" cy="11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E6FF496-C0ED-CF61-3BE9-F4F39774237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5660" y="1445408"/>
                  <a:ext cx="14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BB2F31-203D-FD66-5483-5FCAF4A3469E}"/>
                    </a:ext>
                  </a:extLst>
                </p14:cNvPr>
                <p14:cNvContentPartPr/>
                <p14:nvPr/>
              </p14:nvContentPartPr>
              <p14:xfrm>
                <a:off x="742500" y="1350728"/>
                <a:ext cx="65160" cy="158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BB2F31-203D-FD66-5483-5FCAF4A3469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3860" y="1341728"/>
                  <a:ext cx="82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5329CE-F558-EBD2-056B-A063788BD413}"/>
                    </a:ext>
                  </a:extLst>
                </p14:cNvPr>
                <p14:cNvContentPartPr/>
                <p14:nvPr/>
              </p14:nvContentPartPr>
              <p14:xfrm>
                <a:off x="882900" y="1256768"/>
                <a:ext cx="88200" cy="239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5329CE-F558-EBD2-056B-A063788BD4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4260" y="1248128"/>
                  <a:ext cx="105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15BEFB4-3F5A-C6B6-A99E-0F5480FD1DFE}"/>
                    </a:ext>
                  </a:extLst>
                </p14:cNvPr>
                <p14:cNvContentPartPr/>
                <p14:nvPr/>
              </p14:nvContentPartPr>
              <p14:xfrm>
                <a:off x="1002420" y="1354328"/>
                <a:ext cx="142200" cy="106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15BEFB4-3F5A-C6B6-A99E-0F5480FD1DF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3780" y="1345328"/>
                  <a:ext cx="159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EFC068-C2DF-FF00-3E42-082E80B56714}"/>
                    </a:ext>
                  </a:extLst>
                </p14:cNvPr>
                <p14:cNvContentPartPr/>
                <p14:nvPr/>
              </p14:nvContentPartPr>
              <p14:xfrm>
                <a:off x="1137060" y="1210328"/>
                <a:ext cx="93960" cy="172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EFC068-C2DF-FF00-3E42-082E80B567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8060" y="1201688"/>
                  <a:ext cx="111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D3D321-60C5-8105-6FB3-163F1A521EBE}"/>
                    </a:ext>
                  </a:extLst>
                </p14:cNvPr>
                <p14:cNvContentPartPr/>
                <p14:nvPr/>
              </p14:nvContentPartPr>
              <p14:xfrm>
                <a:off x="1054620" y="1068128"/>
                <a:ext cx="20880" cy="23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D3D321-60C5-8105-6FB3-163F1A521E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5980" y="1059128"/>
                  <a:ext cx="38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E822FF-5975-CAE5-F395-A6B0B8F846F0}"/>
                    </a:ext>
                  </a:extLst>
                </p14:cNvPr>
                <p14:cNvContentPartPr/>
                <p14:nvPr/>
              </p14:nvContentPartPr>
              <p14:xfrm>
                <a:off x="1198620" y="1137968"/>
                <a:ext cx="159120" cy="98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E822FF-5975-CAE5-F395-A6B0B8F846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89620" y="1128968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BA0E6CB-801C-19E9-F02C-0FCDB17F5C0B}"/>
                    </a:ext>
                  </a:extLst>
                </p14:cNvPr>
                <p14:cNvContentPartPr/>
                <p14:nvPr/>
              </p14:nvContentPartPr>
              <p14:xfrm>
                <a:off x="1433700" y="1143728"/>
                <a:ext cx="166680" cy="312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BA0E6CB-801C-19E9-F02C-0FCDB17F5C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25060" y="1135088"/>
                  <a:ext cx="184320" cy="330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EF31CC0A-1A94-133A-C80A-74447D5C1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26" y="2415886"/>
            <a:ext cx="3717077" cy="2997777"/>
          </a:xfrm>
          <a:prstGeom prst="rect">
            <a:avLst/>
          </a:prstGeom>
        </p:spPr>
      </p:pic>
      <p:pic>
        <p:nvPicPr>
          <p:cNvPr id="5" name="Picture 4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DB9A0469-5299-AA49-A4AE-E5744CE9E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93" y="2415885"/>
            <a:ext cx="3717077" cy="2997777"/>
          </a:xfrm>
          <a:prstGeom prst="rect">
            <a:avLst/>
          </a:prstGeom>
        </p:spPr>
      </p:pic>
      <p:pic>
        <p:nvPicPr>
          <p:cNvPr id="7" name="Picture 6" descr="The diagram illustrates a polar coordinate system where distances from the origin (pole) are plotted, ranging from -1.0 to 1.0, showing how distance values change from positive to zero to negative.&#10;&#10;AI-generated content may be incorrect.">
            <a:extLst>
              <a:ext uri="{FF2B5EF4-FFF2-40B4-BE49-F238E27FC236}">
                <a16:creationId xmlns:a16="http://schemas.microsoft.com/office/drawing/2014/main" id="{E1806783-3755-2D0C-5BC0-F65845FD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960" y="2415884"/>
            <a:ext cx="3717077" cy="2997777"/>
          </a:xfrm>
          <a:prstGeom prst="rect">
            <a:avLst/>
          </a:prstGeom>
        </p:spPr>
      </p:pic>
      <p:pic>
        <p:nvPicPr>
          <p:cNvPr id="9" name="Picture 8" descr="eq_geom.png">
            <a:extLst>
              <a:ext uri="{FF2B5EF4-FFF2-40B4-BE49-F238E27FC236}">
                <a16:creationId xmlns:a16="http://schemas.microsoft.com/office/drawing/2014/main" id="{FE4A5687-C11D-A6F9-E81A-20148E41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944" y="651511"/>
            <a:ext cx="7174923" cy="12215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559C90-1F6D-8458-120D-A8840AF44A01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Geometric frequency response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F3571C-8804-B251-7B49-2A3AC806491D}"/>
                  </a:ext>
                </a:extLst>
              </p14:cNvPr>
              <p14:cNvContentPartPr/>
              <p14:nvPr/>
            </p14:nvContentPartPr>
            <p14:xfrm>
              <a:off x="3443220" y="3776768"/>
              <a:ext cx="101880" cy="9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F3571C-8804-B251-7B49-2A3AC80649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4580" y="3767768"/>
                <a:ext cx="11952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F9A00A11-3C93-20B7-2056-34D368309F79}"/>
              </a:ext>
            </a:extLst>
          </p:cNvPr>
          <p:cNvGrpSpPr/>
          <p:nvPr/>
        </p:nvGrpSpPr>
        <p:grpSpPr>
          <a:xfrm>
            <a:off x="742140" y="1580768"/>
            <a:ext cx="1264680" cy="331920"/>
            <a:chOff x="742140" y="1580768"/>
            <a:chExt cx="126468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9027C89-AB21-E5A9-6EFD-105C904B5DA1}"/>
                    </a:ext>
                  </a:extLst>
                </p14:cNvPr>
                <p14:cNvContentPartPr/>
                <p14:nvPr/>
              </p14:nvContentPartPr>
              <p14:xfrm>
                <a:off x="742140" y="1769768"/>
                <a:ext cx="159840" cy="142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9027C89-AB21-E5A9-6EFD-105C904B5D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3500" y="1761128"/>
                  <a:ext cx="177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92894F-D654-F1AC-985A-8F506988B020}"/>
                    </a:ext>
                  </a:extLst>
                </p14:cNvPr>
                <p14:cNvContentPartPr/>
                <p14:nvPr/>
              </p14:nvContentPartPr>
              <p14:xfrm>
                <a:off x="917820" y="1809008"/>
                <a:ext cx="208800" cy="71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92894F-D654-F1AC-985A-8F506988B0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8820" y="1800368"/>
                  <a:ext cx="226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51D9AE-A2EE-6522-0807-A27173F16F81}"/>
                    </a:ext>
                  </a:extLst>
                </p14:cNvPr>
                <p14:cNvContentPartPr/>
                <p14:nvPr/>
              </p14:nvContentPartPr>
              <p14:xfrm>
                <a:off x="1220580" y="1623968"/>
                <a:ext cx="259560" cy="273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51D9AE-A2EE-6522-0807-A27173F16F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1940" y="1615328"/>
                  <a:ext cx="277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877344-3756-65E9-1501-F9033B7C6DC0}"/>
                    </a:ext>
                  </a:extLst>
                </p14:cNvPr>
                <p14:cNvContentPartPr/>
                <p14:nvPr/>
              </p14:nvContentPartPr>
              <p14:xfrm>
                <a:off x="1434420" y="1580768"/>
                <a:ext cx="158040" cy="269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877344-3756-65E9-1501-F9033B7C6D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5780" y="1571768"/>
                  <a:ext cx="175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A56915-24D0-C5F3-961A-B9D8EF867D78}"/>
                    </a:ext>
                  </a:extLst>
                </p14:cNvPr>
                <p14:cNvContentPartPr/>
                <p14:nvPr/>
              </p14:nvContentPartPr>
              <p14:xfrm>
                <a:off x="1080540" y="1807928"/>
                <a:ext cx="34200" cy="48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A56915-24D0-C5F3-961A-B9D8EF867D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540" y="1798928"/>
                  <a:ext cx="51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2763C14-4B93-771C-52B0-C1C7862F94E5}"/>
                    </a:ext>
                  </a:extLst>
                </p14:cNvPr>
                <p14:cNvContentPartPr/>
                <p14:nvPr/>
              </p14:nvContentPartPr>
              <p14:xfrm>
                <a:off x="1772100" y="1678328"/>
                <a:ext cx="234720" cy="10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2763C14-4B93-771C-52B0-C1C7862F94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460" y="1669688"/>
                  <a:ext cx="25236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B05CA7C-F452-7A2D-2CFE-F52CBC455047}"/>
                  </a:ext>
                </a:extLst>
              </p14:cNvPr>
              <p14:cNvContentPartPr/>
              <p14:nvPr/>
            </p14:nvContentPartPr>
            <p14:xfrm>
              <a:off x="9074340" y="1075328"/>
              <a:ext cx="617760" cy="31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B05CA7C-F452-7A2D-2CFE-F52CBC4550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65340" y="1066328"/>
                <a:ext cx="6354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3118825-9A5E-913C-5CA1-B43DDF4184FB}"/>
              </a:ext>
            </a:extLst>
          </p:cNvPr>
          <p:cNvGrpSpPr/>
          <p:nvPr/>
        </p:nvGrpSpPr>
        <p:grpSpPr>
          <a:xfrm>
            <a:off x="966780" y="3488768"/>
            <a:ext cx="2482560" cy="432000"/>
            <a:chOff x="966780" y="3488768"/>
            <a:chExt cx="248256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F3B7B8-DE8E-AF85-951F-3FC4A61F8F41}"/>
                    </a:ext>
                  </a:extLst>
                </p14:cNvPr>
                <p14:cNvContentPartPr/>
                <p14:nvPr/>
              </p14:nvContentPartPr>
              <p14:xfrm>
                <a:off x="966780" y="3766328"/>
                <a:ext cx="2482560" cy="135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F3B7B8-DE8E-AF85-951F-3FC4A61F8F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7780" y="3757688"/>
                  <a:ext cx="2500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23A35D-7F4E-238B-0855-B47F78DAF240}"/>
                    </a:ext>
                  </a:extLst>
                </p14:cNvPr>
                <p14:cNvContentPartPr/>
                <p14:nvPr/>
              </p14:nvContentPartPr>
              <p14:xfrm>
                <a:off x="2653740" y="3781808"/>
                <a:ext cx="744480" cy="2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23A35D-7F4E-238B-0855-B47F78DAF2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44740" y="3773168"/>
                  <a:ext cx="76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ECC1D8-11EB-8B4F-E25A-9D453EB2A14A}"/>
                    </a:ext>
                  </a:extLst>
                </p14:cNvPr>
                <p14:cNvContentPartPr/>
                <p14:nvPr/>
              </p14:nvContentPartPr>
              <p14:xfrm>
                <a:off x="1013220" y="3797648"/>
                <a:ext cx="1330200" cy="12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ECC1D8-11EB-8B4F-E25A-9D453EB2A1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4220" y="3789008"/>
                  <a:ext cx="1347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D72599-10F6-B298-2106-7D146C6D0EBA}"/>
                    </a:ext>
                  </a:extLst>
                </p14:cNvPr>
                <p14:cNvContentPartPr/>
                <p14:nvPr/>
              </p14:nvContentPartPr>
              <p14:xfrm>
                <a:off x="1323900" y="3488768"/>
                <a:ext cx="140760" cy="241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D72599-10F6-B298-2106-7D146C6D0E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15260" y="3479768"/>
                  <a:ext cx="158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0EAE25-08A9-DDB2-9EE6-CEBB05AD8808}"/>
                    </a:ext>
                  </a:extLst>
                </p14:cNvPr>
                <p14:cNvContentPartPr/>
                <p14:nvPr/>
              </p14:nvContentPartPr>
              <p14:xfrm>
                <a:off x="1495980" y="3624848"/>
                <a:ext cx="130320" cy="82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0EAE25-08A9-DDB2-9EE6-CEBB05AD88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87340" y="3616208"/>
                  <a:ext cx="14796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5C6B74-36A2-7D78-1EF8-806CC90DD762}"/>
              </a:ext>
            </a:extLst>
          </p:cNvPr>
          <p:cNvGrpSpPr/>
          <p:nvPr/>
        </p:nvGrpSpPr>
        <p:grpSpPr>
          <a:xfrm>
            <a:off x="3002940" y="3846248"/>
            <a:ext cx="420840" cy="616680"/>
            <a:chOff x="3002940" y="3846248"/>
            <a:chExt cx="420840" cy="61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FFBB76-4C8E-FD02-CFAF-12923FE86E90}"/>
                    </a:ext>
                  </a:extLst>
                </p14:cNvPr>
                <p14:cNvContentPartPr/>
                <p14:nvPr/>
              </p14:nvContentPartPr>
              <p14:xfrm>
                <a:off x="3244860" y="3846248"/>
                <a:ext cx="178920" cy="7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FFBB76-4C8E-FD02-CFAF-12923FE86E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36220" y="3837248"/>
                  <a:ext cx="196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C2A6E1-5954-2821-DDA7-66AE96081E02}"/>
                    </a:ext>
                  </a:extLst>
                </p14:cNvPr>
                <p14:cNvContentPartPr/>
                <p14:nvPr/>
              </p14:nvContentPartPr>
              <p14:xfrm>
                <a:off x="3252780" y="3922568"/>
                <a:ext cx="93960" cy="260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C2A6E1-5954-2821-DDA7-66AE96081E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43780" y="3913568"/>
                  <a:ext cx="111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8058CF-3295-31DB-10EC-D4E0F59F5229}"/>
                    </a:ext>
                  </a:extLst>
                </p14:cNvPr>
                <p14:cNvContentPartPr/>
                <p14:nvPr/>
              </p14:nvContentPartPr>
              <p14:xfrm>
                <a:off x="3002940" y="4266728"/>
                <a:ext cx="130680" cy="196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8058CF-3295-31DB-10EC-D4E0F59F522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3940" y="4258088"/>
                  <a:ext cx="148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531668-B7F2-5C35-9D5C-11914EA590BA}"/>
                    </a:ext>
                  </a:extLst>
                </p14:cNvPr>
                <p14:cNvContentPartPr/>
                <p14:nvPr/>
              </p14:nvContentPartPr>
              <p14:xfrm>
                <a:off x="3201660" y="4283648"/>
                <a:ext cx="86760" cy="173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531668-B7F2-5C35-9D5C-11914EA590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92660" y="4275008"/>
                  <a:ext cx="1044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4A08E5-4DB8-FF80-C586-31EF4F25ABE0}"/>
              </a:ext>
            </a:extLst>
          </p:cNvPr>
          <p:cNvGrpSpPr/>
          <p:nvPr/>
        </p:nvGrpSpPr>
        <p:grpSpPr>
          <a:xfrm>
            <a:off x="4988700" y="1821248"/>
            <a:ext cx="1650240" cy="284760"/>
            <a:chOff x="4988700" y="1821248"/>
            <a:chExt cx="16502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9065B5-283D-FDB0-66ED-7B33E4F06152}"/>
                    </a:ext>
                  </a:extLst>
                </p14:cNvPr>
                <p14:cNvContentPartPr/>
                <p14:nvPr/>
              </p14:nvContentPartPr>
              <p14:xfrm>
                <a:off x="4988700" y="2026088"/>
                <a:ext cx="253800" cy="7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9065B5-283D-FDB0-66ED-7B33E4F061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79700" y="2017088"/>
                  <a:ext cx="271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75B186-AE09-BBF1-D9B7-8AD749E81539}"/>
                    </a:ext>
                  </a:extLst>
                </p14:cNvPr>
                <p14:cNvContentPartPr/>
                <p14:nvPr/>
              </p14:nvContentPartPr>
              <p14:xfrm>
                <a:off x="5287140" y="1988648"/>
                <a:ext cx="132840" cy="85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75B186-AE09-BBF1-D9B7-8AD749E815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78140" y="1980008"/>
                  <a:ext cx="150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021876C-C141-38CC-ABB9-AA2FFC357280}"/>
                    </a:ext>
                  </a:extLst>
                </p14:cNvPr>
                <p14:cNvContentPartPr/>
                <p14:nvPr/>
              </p14:nvContentPartPr>
              <p14:xfrm>
                <a:off x="5468580" y="1821248"/>
                <a:ext cx="260280" cy="239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021876C-C141-38CC-ABB9-AA2FFC3572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59580" y="1812608"/>
                  <a:ext cx="277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DEE6AB-ACBB-15BB-8201-4F0B9DA831ED}"/>
                    </a:ext>
                  </a:extLst>
                </p14:cNvPr>
                <p14:cNvContentPartPr/>
                <p14:nvPr/>
              </p14:nvContentPartPr>
              <p14:xfrm>
                <a:off x="5621220" y="1854728"/>
                <a:ext cx="360" cy="30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DEE6AB-ACBB-15BB-8201-4F0B9DA831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12580" y="1845728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73D65FC-CD13-BED3-932B-0E9A6C05E331}"/>
                    </a:ext>
                  </a:extLst>
                </p14:cNvPr>
                <p14:cNvContentPartPr/>
                <p14:nvPr/>
              </p14:nvContentPartPr>
              <p14:xfrm>
                <a:off x="5735700" y="1923128"/>
                <a:ext cx="474480" cy="93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73D65FC-CD13-BED3-932B-0E9A6C05E3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26700" y="1914488"/>
                  <a:ext cx="492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F73215-9004-393E-DFF4-0FE9F8637AAE}"/>
                    </a:ext>
                  </a:extLst>
                </p14:cNvPr>
                <p14:cNvContentPartPr/>
                <p14:nvPr/>
              </p14:nvContentPartPr>
              <p14:xfrm>
                <a:off x="6364260" y="1854368"/>
                <a:ext cx="274680" cy="12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F73215-9004-393E-DFF4-0FE9F8637A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55620" y="1845368"/>
                  <a:ext cx="2923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567132C-60AB-DF90-A1C2-6D696E5BD535}"/>
                  </a:ext>
                </a:extLst>
              </p14:cNvPr>
              <p14:cNvContentPartPr/>
              <p14:nvPr/>
            </p14:nvContentPartPr>
            <p14:xfrm>
              <a:off x="5921100" y="2819528"/>
              <a:ext cx="141840" cy="96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567132C-60AB-DF90-A1C2-6D696E5BD53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12100" y="2810888"/>
                <a:ext cx="15948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75AB6357-D1E0-15A0-3CDF-F59F3124A9C3}"/>
              </a:ext>
            </a:extLst>
          </p:cNvPr>
          <p:cNvGrpSpPr/>
          <p:nvPr/>
        </p:nvGrpSpPr>
        <p:grpSpPr>
          <a:xfrm>
            <a:off x="4649940" y="2762288"/>
            <a:ext cx="1274040" cy="1139760"/>
            <a:chOff x="4649940" y="2762288"/>
            <a:chExt cx="1274040" cy="11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69D1E8-B41E-F5EF-0219-AB9C17D82568}"/>
                    </a:ext>
                  </a:extLst>
                </p14:cNvPr>
                <p14:cNvContentPartPr/>
                <p14:nvPr/>
              </p14:nvContentPartPr>
              <p14:xfrm>
                <a:off x="4863420" y="2928248"/>
                <a:ext cx="1060560" cy="973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69D1E8-B41E-F5EF-0219-AB9C17D8256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54420" y="2919608"/>
                  <a:ext cx="107820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88DC50-BC8F-9035-8C28-360A026C08B9}"/>
                    </a:ext>
                  </a:extLst>
                </p14:cNvPr>
                <p14:cNvContentPartPr/>
                <p14:nvPr/>
              </p14:nvContentPartPr>
              <p14:xfrm>
                <a:off x="4931100" y="3074408"/>
                <a:ext cx="289440" cy="29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88DC50-BC8F-9035-8C28-360A026C08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22460" y="3065408"/>
                  <a:ext cx="307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529119-3234-DD6C-D138-7EC237CBBD8D}"/>
                    </a:ext>
                  </a:extLst>
                </p14:cNvPr>
                <p14:cNvContentPartPr/>
                <p14:nvPr/>
              </p14:nvContentPartPr>
              <p14:xfrm>
                <a:off x="4649940" y="2762288"/>
                <a:ext cx="180000" cy="240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529119-3234-DD6C-D138-7EC237CBBD8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41300" y="2753648"/>
                  <a:ext cx="197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B169BF6-CA1A-1F30-11DD-829FE551BC74}"/>
                    </a:ext>
                  </a:extLst>
                </p14:cNvPr>
                <p14:cNvContentPartPr/>
                <p14:nvPr/>
              </p14:nvContentPartPr>
              <p14:xfrm>
                <a:off x="4881420" y="2893328"/>
                <a:ext cx="147960" cy="6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B169BF6-CA1A-1F30-11DD-829FE551BC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72420" y="2884328"/>
                  <a:ext cx="1656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34E0A03-E060-E1ED-D1A1-675A9D029E2B}"/>
              </a:ext>
            </a:extLst>
          </p:cNvPr>
          <p:cNvGrpSpPr/>
          <p:nvPr/>
        </p:nvGrpSpPr>
        <p:grpSpPr>
          <a:xfrm>
            <a:off x="6052140" y="2937968"/>
            <a:ext cx="1041120" cy="936360"/>
            <a:chOff x="6052140" y="2937968"/>
            <a:chExt cx="1041120" cy="93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19C104-2C72-FBC9-0A55-8124E23FA282}"/>
                    </a:ext>
                  </a:extLst>
                </p14:cNvPr>
                <p14:cNvContentPartPr/>
                <p14:nvPr/>
              </p14:nvContentPartPr>
              <p14:xfrm>
                <a:off x="6052140" y="2937968"/>
                <a:ext cx="1041120" cy="936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19C104-2C72-FBC9-0A55-8124E23FA2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43500" y="2928968"/>
                  <a:ext cx="105876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87FE0B-1C9C-5F6E-0AE3-ED1D599D6D93}"/>
                    </a:ext>
                  </a:extLst>
                </p14:cNvPr>
                <p14:cNvContentPartPr/>
                <p14:nvPr/>
              </p14:nvContentPartPr>
              <p14:xfrm>
                <a:off x="6753780" y="3088448"/>
                <a:ext cx="122400" cy="205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87FE0B-1C9C-5F6E-0AE3-ED1D599D6D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45140" y="3079808"/>
                  <a:ext cx="140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3E4AEF-39AD-F968-EDF5-0474BA55C6AA}"/>
                    </a:ext>
                  </a:extLst>
                </p14:cNvPr>
                <p14:cNvContentPartPr/>
                <p14:nvPr/>
              </p14:nvContentPartPr>
              <p14:xfrm>
                <a:off x="6958980" y="3175208"/>
                <a:ext cx="119160" cy="181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63E4AEF-39AD-F968-EDF5-0474BA55C6A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50340" y="3166208"/>
                  <a:ext cx="1368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06F8954-A31E-8239-BF91-18202125BAAB}"/>
              </a:ext>
            </a:extLst>
          </p:cNvPr>
          <p:cNvGrpSpPr/>
          <p:nvPr/>
        </p:nvGrpSpPr>
        <p:grpSpPr>
          <a:xfrm>
            <a:off x="9180900" y="1840688"/>
            <a:ext cx="1305000" cy="340560"/>
            <a:chOff x="9180900" y="1840688"/>
            <a:chExt cx="130500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6BD40E-C988-21D9-141D-70740E0A141B}"/>
                    </a:ext>
                  </a:extLst>
                </p14:cNvPr>
                <p14:cNvContentPartPr/>
                <p14:nvPr/>
              </p14:nvContentPartPr>
              <p14:xfrm>
                <a:off x="9180900" y="1840688"/>
                <a:ext cx="155520" cy="29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6BD40E-C988-21D9-141D-70740E0A14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71900" y="1832048"/>
                  <a:ext cx="173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D7C803-7FB0-E8C6-1AFA-D13F87097072}"/>
                    </a:ext>
                  </a:extLst>
                </p14:cNvPr>
                <p14:cNvContentPartPr/>
                <p14:nvPr/>
              </p14:nvContentPartPr>
              <p14:xfrm>
                <a:off x="9370620" y="1953368"/>
                <a:ext cx="230040" cy="12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D7C803-7FB0-E8C6-1AFA-D13F8709707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61980" y="1944368"/>
                  <a:ext cx="247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FC08C5-2FEA-5410-2373-3E52DC132764}"/>
                    </a:ext>
                  </a:extLst>
                </p14:cNvPr>
                <p14:cNvContentPartPr/>
                <p14:nvPr/>
              </p14:nvContentPartPr>
              <p14:xfrm>
                <a:off x="9676620" y="1994768"/>
                <a:ext cx="282960" cy="18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FC08C5-2FEA-5410-2373-3E52DC1327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67980" y="1986128"/>
                  <a:ext cx="300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922051-FA97-FF0B-2FE2-2390686F150D}"/>
                    </a:ext>
                  </a:extLst>
                </p14:cNvPr>
                <p14:cNvContentPartPr/>
                <p14:nvPr/>
              </p14:nvContentPartPr>
              <p14:xfrm>
                <a:off x="10212660" y="1983968"/>
                <a:ext cx="273240" cy="110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922051-FA97-FF0B-2FE2-2390686F15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04020" y="1974968"/>
                  <a:ext cx="29088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2BB6B69-BEC6-BF38-0DE8-D0EDFAD6E8E9}"/>
                  </a:ext>
                </a:extLst>
              </p14:cNvPr>
              <p14:cNvContentPartPr/>
              <p14:nvPr/>
            </p14:nvContentPartPr>
            <p14:xfrm>
              <a:off x="8804340" y="3507848"/>
              <a:ext cx="141480" cy="1396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2BB6B69-BEC6-BF38-0DE8-D0EDFAD6E8E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95700" y="3499208"/>
                <a:ext cx="1591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1208607-8485-DB24-C9E1-6117D64356CE}"/>
              </a:ext>
            </a:extLst>
          </p:cNvPr>
          <p:cNvGrpSpPr/>
          <p:nvPr/>
        </p:nvGrpSpPr>
        <p:grpSpPr>
          <a:xfrm>
            <a:off x="7977780" y="3367448"/>
            <a:ext cx="896040" cy="514080"/>
            <a:chOff x="7977780" y="3367448"/>
            <a:chExt cx="89604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F9CB921-249E-E6B9-B19E-EED9AF2FEEB1}"/>
                    </a:ext>
                  </a:extLst>
                </p14:cNvPr>
                <p14:cNvContentPartPr/>
                <p14:nvPr/>
              </p14:nvContentPartPr>
              <p14:xfrm>
                <a:off x="8754660" y="3643568"/>
                <a:ext cx="119160" cy="237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F9CB921-249E-E6B9-B19E-EED9AF2FEE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46020" y="3634568"/>
                  <a:ext cx="136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96C169-1A6E-0FFD-4A76-CD8255FBE6BE}"/>
                    </a:ext>
                  </a:extLst>
                </p14:cNvPr>
                <p14:cNvContentPartPr/>
                <p14:nvPr/>
              </p14:nvContentPartPr>
              <p14:xfrm>
                <a:off x="8372340" y="3597488"/>
                <a:ext cx="345960" cy="122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96C169-1A6E-0FFD-4A76-CD8255FBE6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63340" y="3588488"/>
                  <a:ext cx="363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2CE077-E92E-E543-3AAA-3F4E5E279A5E}"/>
                    </a:ext>
                  </a:extLst>
                </p14:cNvPr>
                <p14:cNvContentPartPr/>
                <p14:nvPr/>
              </p14:nvContentPartPr>
              <p14:xfrm>
                <a:off x="7977780" y="3367448"/>
                <a:ext cx="184680" cy="285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2CE077-E92E-E543-3AAA-3F4E5E279A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68780" y="3358448"/>
                  <a:ext cx="2023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249B58-A804-D6C9-B281-DFCF0DEFFE19}"/>
                    </a:ext>
                  </a:extLst>
                </p14:cNvPr>
                <p14:cNvContentPartPr/>
                <p14:nvPr/>
              </p14:nvContentPartPr>
              <p14:xfrm>
                <a:off x="8196660" y="3512168"/>
                <a:ext cx="99720" cy="54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249B58-A804-D6C9-B281-DFCF0DEFFE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88020" y="3503168"/>
                  <a:ext cx="11736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552FF1-0A9E-10CE-5A75-1B3CF56F1131}"/>
              </a:ext>
            </a:extLst>
          </p:cNvPr>
          <p:cNvGrpSpPr/>
          <p:nvPr/>
        </p:nvGrpSpPr>
        <p:grpSpPr>
          <a:xfrm>
            <a:off x="8972460" y="3336848"/>
            <a:ext cx="2055960" cy="581040"/>
            <a:chOff x="8972460" y="3336848"/>
            <a:chExt cx="205596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6F83C5-9F5E-9E17-4E4D-44667B28A836}"/>
                    </a:ext>
                  </a:extLst>
                </p14:cNvPr>
                <p14:cNvContentPartPr/>
                <p14:nvPr/>
              </p14:nvContentPartPr>
              <p14:xfrm>
                <a:off x="8972460" y="3579488"/>
                <a:ext cx="2055960" cy="338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6F83C5-9F5E-9E17-4E4D-44667B28A8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63460" y="3570488"/>
                  <a:ext cx="20736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654C94-78D9-14E0-9D88-5DD052498B5C}"/>
                    </a:ext>
                  </a:extLst>
                </p14:cNvPr>
                <p14:cNvContentPartPr/>
                <p14:nvPr/>
              </p14:nvContentPartPr>
              <p14:xfrm>
                <a:off x="9642420" y="3336848"/>
                <a:ext cx="133200" cy="268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654C94-78D9-14E0-9D88-5DD052498B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33780" y="3327848"/>
                  <a:ext cx="150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EEA6DB-1397-4333-8FEB-CF4D16C8B9FE}"/>
                    </a:ext>
                  </a:extLst>
                </p14:cNvPr>
                <p14:cNvContentPartPr/>
                <p14:nvPr/>
              </p14:nvContentPartPr>
              <p14:xfrm>
                <a:off x="9841860" y="3418568"/>
                <a:ext cx="136080" cy="182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EEA6DB-1397-4333-8FEB-CF4D16C8B9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33220" y="3409568"/>
                  <a:ext cx="15372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2AD57AE-03A4-AE23-382E-DBE19171852B}"/>
              </a:ext>
            </a:extLst>
          </p:cNvPr>
          <p:cNvGrpSpPr/>
          <p:nvPr/>
        </p:nvGrpSpPr>
        <p:grpSpPr>
          <a:xfrm>
            <a:off x="988380" y="5614928"/>
            <a:ext cx="1344240" cy="418320"/>
            <a:chOff x="988380" y="5614928"/>
            <a:chExt cx="134424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3A2389A-F1C7-9C95-AC0C-66E4D4973093}"/>
                    </a:ext>
                  </a:extLst>
                </p14:cNvPr>
                <p14:cNvContentPartPr/>
                <p14:nvPr/>
              </p14:nvContentPartPr>
              <p14:xfrm>
                <a:off x="1121940" y="5855048"/>
                <a:ext cx="2520" cy="1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3A2389A-F1C7-9C95-AC0C-66E4D497309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3300" y="5846408"/>
                  <a:ext cx="20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01A202E-BC5B-94B0-8B7F-8C58616A1F48}"/>
                    </a:ext>
                  </a:extLst>
                </p14:cNvPr>
                <p14:cNvContentPartPr/>
                <p14:nvPr/>
              </p14:nvContentPartPr>
              <p14:xfrm>
                <a:off x="1109340" y="5766848"/>
                <a:ext cx="65160" cy="23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01A202E-BC5B-94B0-8B7F-8C58616A1F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0340" y="5757848"/>
                  <a:ext cx="82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1BCC68-E9D6-8BD7-35F6-BEB6BA2467C5}"/>
                    </a:ext>
                  </a:extLst>
                </p14:cNvPr>
                <p14:cNvContentPartPr/>
                <p14:nvPr/>
              </p14:nvContentPartPr>
              <p14:xfrm>
                <a:off x="1142820" y="5778728"/>
                <a:ext cx="138600" cy="183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1BCC68-E9D6-8BD7-35F6-BEB6BA2467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3820" y="5770088"/>
                  <a:ext cx="156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949488-A228-E7DF-824B-3F24970A2585}"/>
                    </a:ext>
                  </a:extLst>
                </p14:cNvPr>
                <p14:cNvContentPartPr/>
                <p14:nvPr/>
              </p14:nvContentPartPr>
              <p14:xfrm>
                <a:off x="1373220" y="5763968"/>
                <a:ext cx="86400" cy="25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949488-A228-E7DF-824B-3F24970A25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64580" y="5754968"/>
                  <a:ext cx="1040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9692958-9E10-96F3-B035-A19A3C0E5D70}"/>
                    </a:ext>
                  </a:extLst>
                </p14:cNvPr>
                <p14:cNvContentPartPr/>
                <p14:nvPr/>
              </p14:nvContentPartPr>
              <p14:xfrm>
                <a:off x="1494900" y="5901488"/>
                <a:ext cx="150120" cy="106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9692958-9E10-96F3-B035-A19A3C0E5D7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85900" y="5892488"/>
                  <a:ext cx="167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E2828D-E47B-BCCB-78EF-29C2DA18A0E1}"/>
                    </a:ext>
                  </a:extLst>
                </p14:cNvPr>
                <p14:cNvContentPartPr/>
                <p14:nvPr/>
              </p14:nvContentPartPr>
              <p14:xfrm>
                <a:off x="1610460" y="5745968"/>
                <a:ext cx="121320" cy="18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E2828D-E47B-BCCB-78EF-29C2DA18A0E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01460" y="5737328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644FB13-17B3-599D-1B64-3763C3018048}"/>
                    </a:ext>
                  </a:extLst>
                </p14:cNvPr>
                <p14:cNvContentPartPr/>
                <p14:nvPr/>
              </p14:nvContentPartPr>
              <p14:xfrm>
                <a:off x="1574100" y="5614928"/>
                <a:ext cx="7200" cy="1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644FB13-17B3-599D-1B64-3763C301804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65100" y="5606288"/>
                  <a:ext cx="24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183D95A-6A1E-3DDE-FDD0-48002A6BC207}"/>
                    </a:ext>
                  </a:extLst>
                </p14:cNvPr>
                <p14:cNvContentPartPr/>
                <p14:nvPr/>
              </p14:nvContentPartPr>
              <p14:xfrm>
                <a:off x="1729260" y="5664248"/>
                <a:ext cx="192600" cy="91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183D95A-6A1E-3DDE-FDD0-48002A6BC20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20620" y="5655248"/>
                  <a:ext cx="210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0CF9C3-FBA7-C453-4F92-AF7277E7D8BE}"/>
                    </a:ext>
                  </a:extLst>
                </p14:cNvPr>
                <p14:cNvContentPartPr/>
                <p14:nvPr/>
              </p14:nvContentPartPr>
              <p14:xfrm>
                <a:off x="2005380" y="5687648"/>
                <a:ext cx="156240" cy="272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0CF9C3-FBA7-C453-4F92-AF7277E7D8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96380" y="5679008"/>
                  <a:ext cx="173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53F528-15B5-0D5F-06DE-42C08C827DEB}"/>
                    </a:ext>
                  </a:extLst>
                </p14:cNvPr>
                <p14:cNvContentPartPr/>
                <p14:nvPr/>
              </p14:nvContentPartPr>
              <p14:xfrm>
                <a:off x="2275380" y="5668208"/>
                <a:ext cx="57240" cy="306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53F528-15B5-0D5F-06DE-42C08C827D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66740" y="5659208"/>
                  <a:ext cx="748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6EBF0E-3DAD-2757-0104-90A682D99237}"/>
                    </a:ext>
                  </a:extLst>
                </p14:cNvPr>
                <p14:cNvContentPartPr/>
                <p14:nvPr/>
              </p14:nvContentPartPr>
              <p14:xfrm>
                <a:off x="988380" y="5746688"/>
                <a:ext cx="46440" cy="286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6EBF0E-3DAD-2757-0104-90A682D9923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9380" y="5738048"/>
                  <a:ext cx="640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00285FE-46E8-83CF-6D33-20672B68015C}"/>
              </a:ext>
            </a:extLst>
          </p:cNvPr>
          <p:cNvGrpSpPr/>
          <p:nvPr/>
        </p:nvGrpSpPr>
        <p:grpSpPr>
          <a:xfrm>
            <a:off x="2496060" y="5660648"/>
            <a:ext cx="1039680" cy="329400"/>
            <a:chOff x="2496060" y="5660648"/>
            <a:chExt cx="103968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4037A7-1FB5-3D49-033F-491CB9FB3B96}"/>
                    </a:ext>
                  </a:extLst>
                </p14:cNvPr>
                <p14:cNvContentPartPr/>
                <p14:nvPr/>
              </p14:nvContentPartPr>
              <p14:xfrm>
                <a:off x="2496060" y="5886368"/>
                <a:ext cx="105120" cy="14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4037A7-1FB5-3D49-033F-491CB9FB3B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87420" y="5877368"/>
                  <a:ext cx="12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AC6D60-C01D-6803-DDAB-6981F0401854}"/>
                    </a:ext>
                  </a:extLst>
                </p14:cNvPr>
                <p14:cNvContentPartPr/>
                <p14:nvPr/>
              </p14:nvContentPartPr>
              <p14:xfrm>
                <a:off x="2507220" y="5830928"/>
                <a:ext cx="80280" cy="9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AC6D60-C01D-6803-DDAB-6981F04018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98220" y="5822288"/>
                  <a:ext cx="97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E8CD7B9-EA37-8FD9-EF7A-E3117AB1FC3F}"/>
                    </a:ext>
                  </a:extLst>
                </p14:cNvPr>
                <p14:cNvContentPartPr/>
                <p14:nvPr/>
              </p14:nvContentPartPr>
              <p14:xfrm>
                <a:off x="2710620" y="5660648"/>
                <a:ext cx="83880" cy="272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E8CD7B9-EA37-8FD9-EF7A-E3117AB1FC3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01980" y="5651648"/>
                  <a:ext cx="101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4E9FE8C-3360-D03A-3D1F-CFBA956E46EB}"/>
                    </a:ext>
                  </a:extLst>
                </p14:cNvPr>
                <p14:cNvContentPartPr/>
                <p14:nvPr/>
              </p14:nvContentPartPr>
              <p14:xfrm>
                <a:off x="2840940" y="5744888"/>
                <a:ext cx="300240" cy="135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4E9FE8C-3360-D03A-3D1F-CFBA956E46E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31940" y="5736248"/>
                  <a:ext cx="317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4529271-8BB6-63B9-C588-583C41C6ABA4}"/>
                    </a:ext>
                  </a:extLst>
                </p14:cNvPr>
                <p14:cNvContentPartPr/>
                <p14:nvPr/>
              </p14:nvContentPartPr>
              <p14:xfrm>
                <a:off x="3177540" y="5740568"/>
                <a:ext cx="358200" cy="249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4529271-8BB6-63B9-C588-583C41C6ABA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68540" y="5731568"/>
                  <a:ext cx="37584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E617E3A-DCBB-380F-F6F1-9548ED4E60F6}"/>
              </a:ext>
            </a:extLst>
          </p:cNvPr>
          <p:cNvGrpSpPr/>
          <p:nvPr/>
        </p:nvGrpSpPr>
        <p:grpSpPr>
          <a:xfrm>
            <a:off x="4845780" y="5486408"/>
            <a:ext cx="1942920" cy="475920"/>
            <a:chOff x="4845780" y="5486408"/>
            <a:chExt cx="194292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6358242-6F00-FB3D-2938-E23523906FD7}"/>
                    </a:ext>
                  </a:extLst>
                </p14:cNvPr>
                <p14:cNvContentPartPr/>
                <p14:nvPr/>
              </p14:nvContentPartPr>
              <p14:xfrm>
                <a:off x="5008140" y="5756408"/>
                <a:ext cx="94320" cy="182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6358242-6F00-FB3D-2938-E23523906F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99140" y="5747408"/>
                  <a:ext cx="111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F80D48-2694-0689-38FE-812123192459}"/>
                    </a:ext>
                  </a:extLst>
                </p14:cNvPr>
                <p14:cNvContentPartPr/>
                <p14:nvPr/>
              </p14:nvContentPartPr>
              <p14:xfrm>
                <a:off x="5034060" y="5684048"/>
                <a:ext cx="143280" cy="216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F80D48-2694-0689-38FE-8121231924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25420" y="5675408"/>
                  <a:ext cx="160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397C17-F204-DE80-C92A-E1B155E2E2E8}"/>
                    </a:ext>
                  </a:extLst>
                </p14:cNvPr>
                <p14:cNvContentPartPr/>
                <p14:nvPr/>
              </p14:nvContentPartPr>
              <p14:xfrm>
                <a:off x="5230260" y="5657768"/>
                <a:ext cx="117720" cy="245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397C17-F204-DE80-C92A-E1B155E2E2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21260" y="5648768"/>
                  <a:ext cx="135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9F22A5-687B-5448-EBFF-036E4EA697EE}"/>
                    </a:ext>
                  </a:extLst>
                </p14:cNvPr>
                <p14:cNvContentPartPr/>
                <p14:nvPr/>
              </p14:nvContentPartPr>
              <p14:xfrm>
                <a:off x="5344380" y="5760728"/>
                <a:ext cx="182520" cy="131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9F22A5-687B-5448-EBFF-036E4EA697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35740" y="5752088"/>
                  <a:ext cx="200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62D8FA-EC17-B8B4-6FCA-310550C308EB}"/>
                    </a:ext>
                  </a:extLst>
                </p14:cNvPr>
                <p14:cNvContentPartPr/>
                <p14:nvPr/>
              </p14:nvContentPartPr>
              <p14:xfrm>
                <a:off x="5501700" y="5621408"/>
                <a:ext cx="95040" cy="188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62D8FA-EC17-B8B4-6FCA-310550C308E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93060" y="5612408"/>
                  <a:ext cx="112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DA6122-A337-A890-69D5-C965C4370E8A}"/>
                    </a:ext>
                  </a:extLst>
                </p14:cNvPr>
                <p14:cNvContentPartPr/>
                <p14:nvPr/>
              </p14:nvContentPartPr>
              <p14:xfrm>
                <a:off x="5456340" y="5486408"/>
                <a:ext cx="14400" cy="10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DA6122-A337-A890-69D5-C965C4370E8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47700" y="5477408"/>
                  <a:ext cx="3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0D735C8-54BB-F12D-8066-7F0E0D18A98F}"/>
                    </a:ext>
                  </a:extLst>
                </p14:cNvPr>
                <p14:cNvContentPartPr/>
                <p14:nvPr/>
              </p14:nvContentPartPr>
              <p14:xfrm>
                <a:off x="5591340" y="5544728"/>
                <a:ext cx="209880" cy="83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0D735C8-54BB-F12D-8066-7F0E0D18A98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82340" y="5536088"/>
                  <a:ext cx="227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6791FB-CA75-DC82-6533-AFECAF25E8D4}"/>
                    </a:ext>
                  </a:extLst>
                </p14:cNvPr>
                <p14:cNvContentPartPr/>
                <p14:nvPr/>
              </p14:nvContentPartPr>
              <p14:xfrm>
                <a:off x="5875740" y="5527808"/>
                <a:ext cx="146880" cy="319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6791FB-CA75-DC82-6533-AFECAF25E8D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67100" y="5518808"/>
                  <a:ext cx="164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672B0E7-EE82-0512-25B6-BF32F831F4C3}"/>
                    </a:ext>
                  </a:extLst>
                </p14:cNvPr>
                <p14:cNvContentPartPr/>
                <p14:nvPr/>
              </p14:nvContentPartPr>
              <p14:xfrm>
                <a:off x="4845780" y="5735528"/>
                <a:ext cx="74520" cy="226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672B0E7-EE82-0512-25B6-BF32F831F4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7140" y="5726888"/>
                  <a:ext cx="92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BA03692-9E60-C149-8CA2-1ADC13F5BF91}"/>
                    </a:ext>
                  </a:extLst>
                </p14:cNvPr>
                <p14:cNvContentPartPr/>
                <p14:nvPr/>
              </p14:nvContentPartPr>
              <p14:xfrm>
                <a:off x="6076980" y="5600528"/>
                <a:ext cx="85320" cy="244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BA03692-9E60-C149-8CA2-1ADC13F5BF9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7980" y="5591528"/>
                  <a:ext cx="102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F5FE49-94EE-9116-F36C-AE5DD4300832}"/>
                    </a:ext>
                  </a:extLst>
                </p14:cNvPr>
                <p14:cNvContentPartPr/>
                <p14:nvPr/>
              </p14:nvContentPartPr>
              <p14:xfrm>
                <a:off x="6378300" y="5766128"/>
                <a:ext cx="240840" cy="80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F5FE49-94EE-9116-F36C-AE5DD43008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69300" y="5757128"/>
                  <a:ext cx="258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8523385-54E1-C18A-885C-D49B6DA56787}"/>
                    </a:ext>
                  </a:extLst>
                </p14:cNvPr>
                <p14:cNvContentPartPr/>
                <p14:nvPr/>
              </p14:nvContentPartPr>
              <p14:xfrm>
                <a:off x="6349860" y="5706008"/>
                <a:ext cx="201960" cy="61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8523385-54E1-C18A-885C-D49B6DA5678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40860" y="5697008"/>
                  <a:ext cx="219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E9B04B7-2AFA-709E-776D-D672256640E6}"/>
                    </a:ext>
                  </a:extLst>
                </p14:cNvPr>
                <p14:cNvContentPartPr/>
                <p14:nvPr/>
              </p14:nvContentPartPr>
              <p14:xfrm>
                <a:off x="6769620" y="5662808"/>
                <a:ext cx="19080" cy="15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E9B04B7-2AFA-709E-776D-D672256640E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60620" y="5654168"/>
                  <a:ext cx="367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2CDFE56-74AE-5C08-CC08-A1BC47481DE0}"/>
              </a:ext>
            </a:extLst>
          </p:cNvPr>
          <p:cNvGrpSpPr/>
          <p:nvPr/>
        </p:nvGrpSpPr>
        <p:grpSpPr>
          <a:xfrm>
            <a:off x="8458020" y="5609528"/>
            <a:ext cx="1374120" cy="388080"/>
            <a:chOff x="8458020" y="5609528"/>
            <a:chExt cx="1374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3253F4A-ECEB-0365-7191-B89961281DA1}"/>
                    </a:ext>
                  </a:extLst>
                </p14:cNvPr>
                <p14:cNvContentPartPr/>
                <p14:nvPr/>
              </p14:nvContentPartPr>
              <p14:xfrm>
                <a:off x="8620380" y="5761448"/>
                <a:ext cx="94680" cy="216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3253F4A-ECEB-0365-7191-B89961281D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11380" y="5752808"/>
                  <a:ext cx="1123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A08EE0-CC6B-0ADC-FC88-8B9C5B4C621B}"/>
                    </a:ext>
                  </a:extLst>
                </p14:cNvPr>
                <p14:cNvContentPartPr/>
                <p14:nvPr/>
              </p14:nvContentPartPr>
              <p14:xfrm>
                <a:off x="8655300" y="5746688"/>
                <a:ext cx="152640" cy="191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A08EE0-CC6B-0ADC-FC88-8B9C5B4C62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46660" y="5738048"/>
                  <a:ext cx="170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A0F20CB-270A-EF99-2C41-FFE686EC2367}"/>
                    </a:ext>
                  </a:extLst>
                </p14:cNvPr>
                <p14:cNvContentPartPr/>
                <p14:nvPr/>
              </p14:nvContentPartPr>
              <p14:xfrm>
                <a:off x="8862300" y="5704568"/>
                <a:ext cx="104760" cy="264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A0F20CB-270A-EF99-2C41-FFE686EC23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53660" y="5695568"/>
                  <a:ext cx="1224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0A6B4A2-EABD-7605-70E5-9E62324D3029}"/>
                    </a:ext>
                  </a:extLst>
                </p14:cNvPr>
                <p14:cNvContentPartPr/>
                <p14:nvPr/>
              </p14:nvContentPartPr>
              <p14:xfrm>
                <a:off x="9007740" y="5833088"/>
                <a:ext cx="131400" cy="111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0A6B4A2-EABD-7605-70E5-9E62324D30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98740" y="5824448"/>
                  <a:ext cx="149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A29C62B-0266-4FEB-F667-ED9DF0937867}"/>
                    </a:ext>
                  </a:extLst>
                </p14:cNvPr>
                <p14:cNvContentPartPr/>
                <p14:nvPr/>
              </p14:nvContentPartPr>
              <p14:xfrm>
                <a:off x="9185220" y="5756408"/>
                <a:ext cx="75960" cy="148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A29C62B-0266-4FEB-F667-ED9DF093786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76580" y="5747408"/>
                  <a:ext cx="93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35C8769-D0CC-1BBB-BC0C-C9DF9CE86D32}"/>
                    </a:ext>
                  </a:extLst>
                </p14:cNvPr>
                <p14:cNvContentPartPr/>
                <p14:nvPr/>
              </p14:nvContentPartPr>
              <p14:xfrm>
                <a:off x="9138780" y="5609528"/>
                <a:ext cx="7920" cy="15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35C8769-D0CC-1BBB-BC0C-C9DF9CE86D3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29780" y="5600528"/>
                  <a:ext cx="25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DED2259-D029-749A-319A-CD965ED466C1}"/>
                    </a:ext>
                  </a:extLst>
                </p14:cNvPr>
                <p14:cNvContentPartPr/>
                <p14:nvPr/>
              </p14:nvContentPartPr>
              <p14:xfrm>
                <a:off x="9282420" y="5689808"/>
                <a:ext cx="187920" cy="92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DED2259-D029-749A-319A-CD965ED466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73780" y="5680808"/>
                  <a:ext cx="205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1CF30CE-8719-FB19-A8EF-29DB60A2CF66}"/>
                    </a:ext>
                  </a:extLst>
                </p14:cNvPr>
                <p14:cNvContentPartPr/>
                <p14:nvPr/>
              </p14:nvContentPartPr>
              <p14:xfrm>
                <a:off x="9491940" y="5616008"/>
                <a:ext cx="209160" cy="349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1CF30CE-8719-FB19-A8EF-29DB60A2CF6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482940" y="5607368"/>
                  <a:ext cx="2268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9EE1167-29BB-4CA8-8055-A026A9D426C9}"/>
                    </a:ext>
                  </a:extLst>
                </p14:cNvPr>
                <p14:cNvContentPartPr/>
                <p14:nvPr/>
              </p14:nvContentPartPr>
              <p14:xfrm>
                <a:off x="9791100" y="5683688"/>
                <a:ext cx="41040" cy="212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9EE1167-29BB-4CA8-8055-A026A9D426C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2460" y="5674688"/>
                  <a:ext cx="58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19C851E-DA54-16C9-0907-125FA83D387F}"/>
                    </a:ext>
                  </a:extLst>
                </p14:cNvPr>
                <p14:cNvContentPartPr/>
                <p14:nvPr/>
              </p14:nvContentPartPr>
              <p14:xfrm>
                <a:off x="8458020" y="5720048"/>
                <a:ext cx="55080" cy="277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19C851E-DA54-16C9-0907-125FA83D387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49020" y="5711048"/>
                  <a:ext cx="7272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1C2E31B-FB96-2003-69BD-D53DC0566AE6}"/>
              </a:ext>
            </a:extLst>
          </p:cNvPr>
          <p:cNvGrpSpPr/>
          <p:nvPr/>
        </p:nvGrpSpPr>
        <p:grpSpPr>
          <a:xfrm>
            <a:off x="10151100" y="5684768"/>
            <a:ext cx="1029240" cy="239400"/>
            <a:chOff x="10151100" y="5684768"/>
            <a:chExt cx="102924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EE49FF9-5CC7-B540-5606-BA7AF0519386}"/>
                    </a:ext>
                  </a:extLst>
                </p14:cNvPr>
                <p14:cNvContentPartPr/>
                <p14:nvPr/>
              </p14:nvContentPartPr>
              <p14:xfrm>
                <a:off x="10151100" y="5777648"/>
                <a:ext cx="182880" cy="146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EE49FF9-5CC7-B540-5606-BA7AF051938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42100" y="5769008"/>
                  <a:ext cx="200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D30A7A-AE74-EF3B-BBD7-1D337F6011D7}"/>
                    </a:ext>
                  </a:extLst>
                </p14:cNvPr>
                <p14:cNvContentPartPr/>
                <p14:nvPr/>
              </p14:nvContentPartPr>
              <p14:xfrm>
                <a:off x="10362420" y="5844608"/>
                <a:ext cx="309240" cy="57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D30A7A-AE74-EF3B-BBD7-1D337F6011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53420" y="5835968"/>
                  <a:ext cx="326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8C4A3C-0113-CBC8-F1D7-D9B7D6CBC11D}"/>
                    </a:ext>
                  </a:extLst>
                </p14:cNvPr>
                <p14:cNvContentPartPr/>
                <p14:nvPr/>
              </p14:nvContentPartPr>
              <p14:xfrm>
                <a:off x="10736460" y="5684768"/>
                <a:ext cx="443880" cy="239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8C4A3C-0113-CBC8-F1D7-D9B7D6CBC1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727820" y="5675768"/>
                  <a:ext cx="4615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1C03C9A-4206-599D-E197-09BA57C3EFF2}"/>
              </a:ext>
            </a:extLst>
          </p:cNvPr>
          <p:cNvGrpSpPr/>
          <p:nvPr/>
        </p:nvGrpSpPr>
        <p:grpSpPr>
          <a:xfrm>
            <a:off x="4509540" y="6316568"/>
            <a:ext cx="623880" cy="243720"/>
            <a:chOff x="4509540" y="6316568"/>
            <a:chExt cx="62388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D6FFD25-16C6-6170-FF36-4C5999F0964C}"/>
                    </a:ext>
                  </a:extLst>
                </p14:cNvPr>
                <p14:cNvContentPartPr/>
                <p14:nvPr/>
              </p14:nvContentPartPr>
              <p14:xfrm>
                <a:off x="4509540" y="6336008"/>
                <a:ext cx="248400" cy="224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6FFD25-16C6-6170-FF36-4C5999F0964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00540" y="6327008"/>
                  <a:ext cx="266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AECBFB7-C1F2-0DFC-4B01-C03D040CAB35}"/>
                    </a:ext>
                  </a:extLst>
                </p14:cNvPr>
                <p14:cNvContentPartPr/>
                <p14:nvPr/>
              </p14:nvContentPartPr>
              <p14:xfrm>
                <a:off x="4744260" y="6316568"/>
                <a:ext cx="166320" cy="224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AECBFB7-C1F2-0DFC-4B01-C03D040CAB3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35260" y="6307928"/>
                  <a:ext cx="183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CAB6812-2CC4-BEF2-DD25-9E26F73C30A4}"/>
                    </a:ext>
                  </a:extLst>
                </p14:cNvPr>
                <p14:cNvContentPartPr/>
                <p14:nvPr/>
              </p14:nvContentPartPr>
              <p14:xfrm>
                <a:off x="5030100" y="6378848"/>
                <a:ext cx="51840" cy="156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CAB6812-2CC4-BEF2-DD25-9E26F73C30A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21460" y="6370208"/>
                  <a:ext cx="69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71CEE4D-35A5-180C-2FF1-018287186057}"/>
                    </a:ext>
                  </a:extLst>
                </p14:cNvPr>
                <p14:cNvContentPartPr/>
                <p14:nvPr/>
              </p14:nvContentPartPr>
              <p14:xfrm>
                <a:off x="5003100" y="6320888"/>
                <a:ext cx="121680" cy="4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71CEE4D-35A5-180C-2FF1-0182871860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94100" y="6311888"/>
                  <a:ext cx="139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9AB5017-464C-4F48-AB63-BCBAA02E7A0D}"/>
                    </a:ext>
                  </a:extLst>
                </p14:cNvPr>
                <p14:cNvContentPartPr/>
                <p14:nvPr/>
              </p14:nvContentPartPr>
              <p14:xfrm>
                <a:off x="5029020" y="6408008"/>
                <a:ext cx="104400" cy="18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9AB5017-464C-4F48-AB63-BCBAA02E7A0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20020" y="6399368"/>
                  <a:ext cx="1220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5814943-5040-2497-D253-D445B0FFD032}"/>
              </a:ext>
            </a:extLst>
          </p:cNvPr>
          <p:cNvGrpSpPr/>
          <p:nvPr/>
        </p:nvGrpSpPr>
        <p:grpSpPr>
          <a:xfrm>
            <a:off x="11450700" y="3585608"/>
            <a:ext cx="208440" cy="337320"/>
            <a:chOff x="11450700" y="3585608"/>
            <a:chExt cx="20844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D94A30E-44AB-9C58-B50F-6EF1C3A019D0}"/>
                    </a:ext>
                  </a:extLst>
                </p14:cNvPr>
                <p14:cNvContentPartPr/>
                <p14:nvPr/>
              </p14:nvContentPartPr>
              <p14:xfrm>
                <a:off x="11450700" y="3760208"/>
                <a:ext cx="78120" cy="162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D94A30E-44AB-9C58-B50F-6EF1C3A019D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41700" y="3751208"/>
                  <a:ext cx="95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3F2825B-5EC6-B340-D10A-DA2B37739461}"/>
                    </a:ext>
                  </a:extLst>
                </p14:cNvPr>
                <p14:cNvContentPartPr/>
                <p14:nvPr/>
              </p14:nvContentPartPr>
              <p14:xfrm>
                <a:off x="11622060" y="3585608"/>
                <a:ext cx="37080" cy="133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3F2825B-5EC6-B340-D10A-DA2B3773946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613060" y="3576968"/>
                  <a:ext cx="5472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8E4E60F-EB64-9F58-73A5-EF8A9FF14F45}"/>
              </a:ext>
            </a:extLst>
          </p:cNvPr>
          <p:cNvGrpSpPr/>
          <p:nvPr/>
        </p:nvGrpSpPr>
        <p:grpSpPr>
          <a:xfrm>
            <a:off x="8212860" y="3726368"/>
            <a:ext cx="453240" cy="154800"/>
            <a:chOff x="8212860" y="3726368"/>
            <a:chExt cx="45324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AEE340-63B7-66BF-19A4-78980608EF2F}"/>
                    </a:ext>
                  </a:extLst>
                </p14:cNvPr>
                <p14:cNvContentPartPr/>
                <p14:nvPr/>
              </p14:nvContentPartPr>
              <p14:xfrm>
                <a:off x="8542260" y="3800168"/>
                <a:ext cx="123840" cy="81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AEE340-63B7-66BF-19A4-78980608EF2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33620" y="3791168"/>
                  <a:ext cx="1414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AA37437-0BEF-182C-353C-2534A35E9FBF}"/>
                    </a:ext>
                  </a:extLst>
                </p14:cNvPr>
                <p14:cNvContentPartPr/>
                <p14:nvPr/>
              </p14:nvContentPartPr>
              <p14:xfrm>
                <a:off x="8212860" y="3808448"/>
                <a:ext cx="120960" cy="3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AA37437-0BEF-182C-353C-2534A35E9FB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03860" y="3799448"/>
                  <a:ext cx="138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CCC2C70-282B-398E-C34F-92B6D8249B4F}"/>
                    </a:ext>
                  </a:extLst>
                </p14:cNvPr>
                <p14:cNvContentPartPr/>
                <p14:nvPr/>
              </p14:nvContentPartPr>
              <p14:xfrm>
                <a:off x="8342460" y="3726368"/>
                <a:ext cx="51480" cy="97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CCC2C70-282B-398E-C34F-92B6D8249B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333460" y="3717728"/>
                  <a:ext cx="6912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00E28B0-76D9-E954-0D5E-65FFACE6766C}"/>
              </a:ext>
            </a:extLst>
          </p:cNvPr>
          <p:cNvGrpSpPr/>
          <p:nvPr/>
        </p:nvGrpSpPr>
        <p:grpSpPr>
          <a:xfrm>
            <a:off x="588780" y="3564008"/>
            <a:ext cx="206280" cy="374400"/>
            <a:chOff x="588780" y="3564008"/>
            <a:chExt cx="20628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2C2D31-999A-9EA1-3B50-DC0F35F4C30E}"/>
                    </a:ext>
                  </a:extLst>
                </p14:cNvPr>
                <p14:cNvContentPartPr/>
                <p14:nvPr/>
              </p14:nvContentPartPr>
              <p14:xfrm>
                <a:off x="658980" y="3817808"/>
                <a:ext cx="136080" cy="120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2C2D31-999A-9EA1-3B50-DC0F35F4C3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0340" y="3808808"/>
                  <a:ext cx="153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874678-7F8C-5B79-2A16-B7F5EA4F4597}"/>
                    </a:ext>
                  </a:extLst>
                </p14:cNvPr>
                <p14:cNvContentPartPr/>
                <p14:nvPr/>
              </p14:nvContentPartPr>
              <p14:xfrm>
                <a:off x="588780" y="3673808"/>
                <a:ext cx="97200" cy="4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874678-7F8C-5B79-2A16-B7F5EA4F459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9780" y="3665168"/>
                  <a:ext cx="114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CA0C56-328C-E013-A2D9-05E79A65FB46}"/>
                    </a:ext>
                  </a:extLst>
                </p14:cNvPr>
                <p14:cNvContentPartPr/>
                <p14:nvPr/>
              </p14:nvContentPartPr>
              <p14:xfrm>
                <a:off x="721980" y="3564008"/>
                <a:ext cx="48960" cy="1771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CA0C56-328C-E013-A2D9-05E79A65FB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13340" y="3555008"/>
                  <a:ext cx="666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C03F2D4-CD04-7721-13D0-9128B7A66F58}"/>
                  </a:ext>
                </a:extLst>
              </p14:cNvPr>
              <p14:cNvContentPartPr/>
              <p14:nvPr/>
            </p14:nvContentPartPr>
            <p14:xfrm>
              <a:off x="3522420" y="3921128"/>
              <a:ext cx="124920" cy="378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C03F2D4-CD04-7721-13D0-9128B7A66F5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513420" y="3912488"/>
                <a:ext cx="1425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CD77604-B57A-F2A5-3C80-5F7763503B95}"/>
                  </a:ext>
                </a:extLst>
              </p14:cNvPr>
              <p14:cNvContentPartPr/>
              <p14:nvPr/>
            </p14:nvContentPartPr>
            <p14:xfrm>
              <a:off x="3662460" y="3673088"/>
              <a:ext cx="42480" cy="1360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CD77604-B57A-F2A5-3C80-5F7763503B9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653820" y="3664088"/>
                <a:ext cx="6012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3267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Zeros pull the magnitude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zero on the unit circle creates exact cancellation at its angle.</a:t>
            </a:r>
          </a:p>
        </p:txBody>
      </p:sp>
      <p:pic>
        <p:nvPicPr>
          <p:cNvPr id="6" name="Picture 5" descr="zero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At </a:t>
                </a:r>
                <a:r>
                  <a:rPr lang="el-GR" dirty="0"/>
                  <a:t>ω </a:t>
                </a:r>
                <a:r>
                  <a:rPr lang="en-US" dirty="0"/>
                  <a:t>equal to the zero angle,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The zero distance is exactly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Product in the numerator becomes 0.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Therefore |H|=0: a perfect notch.</a:t>
                </a:r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78" y="2286000"/>
                <a:ext cx="3350031" cy="1770036"/>
              </a:xfrm>
              <a:prstGeom prst="rect">
                <a:avLst/>
              </a:prstGeom>
              <a:blipFill>
                <a:blip r:embed="rId3"/>
                <a:stretch>
                  <a:fillRect l="-1636" t="-690" r="-2000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2FA413-6684-E1E0-99DE-B4DEE672AF2F}"/>
              </a:ext>
            </a:extLst>
          </p:cNvPr>
          <p:cNvGrpSpPr/>
          <p:nvPr/>
        </p:nvGrpSpPr>
        <p:grpSpPr>
          <a:xfrm>
            <a:off x="5899140" y="124208"/>
            <a:ext cx="2049840" cy="1350360"/>
            <a:chOff x="5899140" y="124208"/>
            <a:chExt cx="2049840" cy="13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936F38-A463-ED22-715B-73A4D532BD35}"/>
                    </a:ext>
                  </a:extLst>
                </p14:cNvPr>
                <p14:cNvContentPartPr/>
                <p14:nvPr/>
              </p14:nvContentPartPr>
              <p14:xfrm>
                <a:off x="6898500" y="124208"/>
                <a:ext cx="22680" cy="1350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936F38-A463-ED22-715B-73A4D532BD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89500" y="115208"/>
                  <a:ext cx="40320" cy="13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075DF9D-32C1-60F5-4D99-DAC76F9BD430}"/>
                    </a:ext>
                  </a:extLst>
                </p14:cNvPr>
                <p14:cNvContentPartPr/>
                <p14:nvPr/>
              </p14:nvContentPartPr>
              <p14:xfrm>
                <a:off x="5899140" y="810008"/>
                <a:ext cx="2049840" cy="42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075DF9D-32C1-60F5-4D99-DAC76F9BD4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90500" y="801008"/>
                  <a:ext cx="20674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7A26B48-C930-BC4B-7272-E27C24D2E524}"/>
              </a:ext>
            </a:extLst>
          </p:cNvPr>
          <p:cNvGrpSpPr/>
          <p:nvPr/>
        </p:nvGrpSpPr>
        <p:grpSpPr>
          <a:xfrm>
            <a:off x="6249420" y="306008"/>
            <a:ext cx="1200960" cy="989640"/>
            <a:chOff x="6249420" y="306008"/>
            <a:chExt cx="1200960" cy="9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8962E9-CF96-EB1E-1BD4-AC64232BC760}"/>
                    </a:ext>
                  </a:extLst>
                </p14:cNvPr>
                <p14:cNvContentPartPr/>
                <p14:nvPr/>
              </p14:nvContentPartPr>
              <p14:xfrm>
                <a:off x="6915060" y="337328"/>
                <a:ext cx="520560" cy="504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8962E9-CF96-EB1E-1BD4-AC64232BC7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06060" y="328328"/>
                  <a:ext cx="5382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721CBF-7CAB-6E85-1AA2-2777F7FA89F2}"/>
                    </a:ext>
                  </a:extLst>
                </p14:cNvPr>
                <p14:cNvContentPartPr/>
                <p14:nvPr/>
              </p14:nvContentPartPr>
              <p14:xfrm>
                <a:off x="6431580" y="327248"/>
                <a:ext cx="494280" cy="47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721CBF-7CAB-6E85-1AA2-2777F7FA89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22580" y="318248"/>
                  <a:ext cx="5119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E3C948-E6CD-8D8B-2189-9E722E6567E0}"/>
                    </a:ext>
                  </a:extLst>
                </p14:cNvPr>
                <p14:cNvContentPartPr/>
                <p14:nvPr/>
              </p14:nvContentPartPr>
              <p14:xfrm>
                <a:off x="6843780" y="883088"/>
                <a:ext cx="606600" cy="406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E3C948-E6CD-8D8B-2189-9E722E6567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34780" y="874088"/>
                  <a:ext cx="6242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5A125F-59A8-3150-9322-2F8760B568A5}"/>
                    </a:ext>
                  </a:extLst>
                </p14:cNvPr>
                <p14:cNvContentPartPr/>
                <p14:nvPr/>
              </p14:nvContentPartPr>
              <p14:xfrm>
                <a:off x="6421500" y="871928"/>
                <a:ext cx="299880" cy="388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5A125F-59A8-3150-9322-2F8760B568A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12500" y="863288"/>
                  <a:ext cx="3175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04A9AF-AD46-6186-463D-C7B4B8CB7543}"/>
                    </a:ext>
                  </a:extLst>
                </p14:cNvPr>
                <p14:cNvContentPartPr/>
                <p14:nvPr/>
              </p14:nvContentPartPr>
              <p14:xfrm>
                <a:off x="6641460" y="1165328"/>
                <a:ext cx="244080" cy="130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04A9AF-AD46-6186-463D-C7B4B8CB75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32820" y="1156328"/>
                  <a:ext cx="261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E5B8EB-240E-4A20-BA85-9E44BE04EE76}"/>
                    </a:ext>
                  </a:extLst>
                </p14:cNvPr>
                <p14:cNvContentPartPr/>
                <p14:nvPr/>
              </p14:nvContentPartPr>
              <p14:xfrm>
                <a:off x="6655140" y="306728"/>
                <a:ext cx="135720" cy="125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E5B8EB-240E-4A20-BA85-9E44BE04EE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46500" y="297728"/>
                  <a:ext cx="153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EDD016-12FC-D3C6-967A-8EFEE123DA2F}"/>
                    </a:ext>
                  </a:extLst>
                </p14:cNvPr>
                <p14:cNvContentPartPr/>
                <p14:nvPr/>
              </p14:nvContentPartPr>
              <p14:xfrm>
                <a:off x="6649020" y="1168928"/>
                <a:ext cx="136440" cy="12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EDD016-12FC-D3C6-967A-8EFEE123DA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40020" y="1159928"/>
                  <a:ext cx="154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A8CE5A-DDEE-59F4-F180-B056CAA2F81A}"/>
                    </a:ext>
                  </a:extLst>
                </p14:cNvPr>
                <p14:cNvContentPartPr/>
                <p14:nvPr/>
              </p14:nvContentPartPr>
              <p14:xfrm>
                <a:off x="6249420" y="306008"/>
                <a:ext cx="279720" cy="42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A8CE5A-DDEE-59F4-F180-B056CAA2F8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40420" y="297008"/>
                  <a:ext cx="2973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B49F72-F101-58BF-A476-40E6BD76A05F}"/>
              </a:ext>
            </a:extLst>
          </p:cNvPr>
          <p:cNvGrpSpPr/>
          <p:nvPr/>
        </p:nvGrpSpPr>
        <p:grpSpPr>
          <a:xfrm>
            <a:off x="5096700" y="192968"/>
            <a:ext cx="583200" cy="172080"/>
            <a:chOff x="5096700" y="192968"/>
            <a:chExt cx="58320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FE8EFC-8D1E-68C2-E615-CCF52A637692}"/>
                    </a:ext>
                  </a:extLst>
                </p14:cNvPr>
                <p14:cNvContentPartPr/>
                <p14:nvPr/>
              </p14:nvContentPartPr>
              <p14:xfrm>
                <a:off x="5096700" y="227168"/>
                <a:ext cx="207000" cy="137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FE8EFC-8D1E-68C2-E615-CCF52A63769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87700" y="218168"/>
                  <a:ext cx="224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75E4E1-BFE9-0F56-BC74-568A576F4F2E}"/>
                    </a:ext>
                  </a:extLst>
                </p14:cNvPr>
                <p14:cNvContentPartPr/>
                <p14:nvPr/>
              </p14:nvContentPartPr>
              <p14:xfrm>
                <a:off x="5179860" y="207368"/>
                <a:ext cx="297000" cy="11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75E4E1-BFE9-0F56-BC74-568A576F4F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70860" y="198368"/>
                  <a:ext cx="314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2B69A6-D480-059A-83A2-A65B5486CA9E}"/>
                    </a:ext>
                  </a:extLst>
                </p14:cNvPr>
                <p14:cNvContentPartPr/>
                <p14:nvPr/>
              </p14:nvContentPartPr>
              <p14:xfrm>
                <a:off x="5578740" y="192968"/>
                <a:ext cx="101160" cy="10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2B69A6-D480-059A-83A2-A65B5486CA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69740" y="183968"/>
                  <a:ext cx="11880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2CEF205-8281-57E6-72AB-0051C790C1F7}"/>
              </a:ext>
            </a:extLst>
          </p:cNvPr>
          <p:cNvGrpSpPr/>
          <p:nvPr/>
        </p:nvGrpSpPr>
        <p:grpSpPr>
          <a:xfrm>
            <a:off x="4951260" y="545768"/>
            <a:ext cx="966240" cy="712440"/>
            <a:chOff x="4951260" y="545768"/>
            <a:chExt cx="96624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002063-3763-8860-E4CF-A649AFE9D34E}"/>
                    </a:ext>
                  </a:extLst>
                </p14:cNvPr>
                <p14:cNvContentPartPr/>
                <p14:nvPr/>
              </p14:nvContentPartPr>
              <p14:xfrm>
                <a:off x="5121900" y="581048"/>
                <a:ext cx="122400" cy="59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002063-3763-8860-E4CF-A649AFE9D3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12900" y="572408"/>
                  <a:ext cx="140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D10EA7-0416-4E9D-6AAB-C8176CE95A76}"/>
                    </a:ext>
                  </a:extLst>
                </p14:cNvPr>
                <p14:cNvContentPartPr/>
                <p14:nvPr/>
              </p14:nvContentPartPr>
              <p14:xfrm>
                <a:off x="5283540" y="545768"/>
                <a:ext cx="133560" cy="52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D10EA7-0416-4E9D-6AAB-C8176CE95A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74900" y="536768"/>
                  <a:ext cx="151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E849FD-B729-4EF3-42EF-AAE30B58E2E9}"/>
                    </a:ext>
                  </a:extLst>
                </p14:cNvPr>
                <p14:cNvContentPartPr/>
                <p14:nvPr/>
              </p14:nvContentPartPr>
              <p14:xfrm>
                <a:off x="4951260" y="865088"/>
                <a:ext cx="37512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E849FD-B729-4EF3-42EF-AAE30B58E2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2260" y="856448"/>
                  <a:ext cx="392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A3911C-1203-6B23-C850-05AE58A3F712}"/>
                    </a:ext>
                  </a:extLst>
                </p14:cNvPr>
                <p14:cNvContentPartPr/>
                <p14:nvPr/>
              </p14:nvContentPartPr>
              <p14:xfrm>
                <a:off x="5234940" y="798848"/>
                <a:ext cx="7560" cy="1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A3911C-1203-6B23-C850-05AE58A3F7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26300" y="789848"/>
                  <a:ext cx="25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6A55868-CF57-3663-20DF-8B2BBD7837B0}"/>
                    </a:ext>
                  </a:extLst>
                </p14:cNvPr>
                <p14:cNvContentPartPr/>
                <p14:nvPr/>
              </p14:nvContentPartPr>
              <p14:xfrm>
                <a:off x="5262660" y="737648"/>
                <a:ext cx="155160" cy="161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6A55868-CF57-3663-20DF-8B2BBD7837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54020" y="728648"/>
                  <a:ext cx="172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2B7DB9-7A70-AB27-BF20-CB59570956A2}"/>
                    </a:ext>
                  </a:extLst>
                </p14:cNvPr>
                <p14:cNvContentPartPr/>
                <p14:nvPr/>
              </p14:nvContentPartPr>
              <p14:xfrm>
                <a:off x="5325660" y="836288"/>
                <a:ext cx="10368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2B7DB9-7A70-AB27-BF20-CB59570956A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16660" y="827288"/>
                  <a:ext cx="12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5C6D9A-8ACE-7234-0EB3-7A769CCD9C83}"/>
                    </a:ext>
                  </a:extLst>
                </p14:cNvPr>
                <p14:cNvContentPartPr/>
                <p14:nvPr/>
              </p14:nvContentPartPr>
              <p14:xfrm>
                <a:off x="5126580" y="1184408"/>
                <a:ext cx="145800" cy="73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5C6D9A-8ACE-7234-0EB3-7A769CCD9C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17580" y="1175408"/>
                  <a:ext cx="163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EA71AB-FC50-C985-A24A-9A9AD339FF34}"/>
                    </a:ext>
                  </a:extLst>
                </p14:cNvPr>
                <p14:cNvContentPartPr/>
                <p14:nvPr/>
              </p14:nvContentPartPr>
              <p14:xfrm>
                <a:off x="5288940" y="1179368"/>
                <a:ext cx="38160" cy="55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EA71AB-FC50-C985-A24A-9A9AD339FF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79940" y="1170368"/>
                  <a:ext cx="55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AE9B93-F5A3-844B-8F91-5C543BA90AAB}"/>
                    </a:ext>
                  </a:extLst>
                </p14:cNvPr>
                <p14:cNvContentPartPr/>
                <p14:nvPr/>
              </p14:nvContentPartPr>
              <p14:xfrm>
                <a:off x="5252580" y="1111688"/>
                <a:ext cx="2304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AE9B93-F5A3-844B-8F91-5C543BA90A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3580" y="1102688"/>
                  <a:ext cx="40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E62978F-6EE6-932B-E5AC-74F7D086EA7A}"/>
                    </a:ext>
                  </a:extLst>
                </p14:cNvPr>
                <p14:cNvContentPartPr/>
                <p14:nvPr/>
              </p14:nvContentPartPr>
              <p14:xfrm>
                <a:off x="5387580" y="1129688"/>
                <a:ext cx="62640" cy="86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E62978F-6EE6-932B-E5AC-74F7D086EA7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78580" y="1120688"/>
                  <a:ext cx="80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DF6DFE-FB51-3D07-A4BD-F577B49D1B0A}"/>
                    </a:ext>
                  </a:extLst>
                </p14:cNvPr>
                <p14:cNvContentPartPr/>
                <p14:nvPr/>
              </p14:nvContentPartPr>
              <p14:xfrm>
                <a:off x="5511420" y="984608"/>
                <a:ext cx="406080" cy="180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DF6DFE-FB51-3D07-A4BD-F577B49D1B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02780" y="975968"/>
                  <a:ext cx="423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4D3CA5-29B9-83F8-232A-1DB32CF21FE1}"/>
                    </a:ext>
                  </a:extLst>
                </p14:cNvPr>
                <p14:cNvContentPartPr/>
                <p14:nvPr/>
              </p14:nvContentPartPr>
              <p14:xfrm>
                <a:off x="5517540" y="1122128"/>
                <a:ext cx="3600" cy="2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4D3CA5-29B9-83F8-232A-1DB32CF21F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08540" y="1113128"/>
                  <a:ext cx="21240" cy="42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Poles push the magnitude 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pole close to the unit circle creates a resonant peak near its angle.</a:t>
            </a:r>
          </a:p>
        </p:txBody>
      </p:sp>
      <p:pic>
        <p:nvPicPr>
          <p:cNvPr id="6" name="Picture 5" descr="pole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46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749039" cy="38862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79" y="169164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Geometric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286000"/>
            <a:ext cx="3154680" cy="228600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At a nearby unit-circle angle, the pole distance becomes small.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That distance is in the denominator.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Smaller denominator → larger magnitude.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Closer pole radius → sharper, longer-lived resonance.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11AC9D-5239-C11D-F922-5D5A20C76E03}"/>
              </a:ext>
            </a:extLst>
          </p:cNvPr>
          <p:cNvGrpSpPr/>
          <p:nvPr/>
        </p:nvGrpSpPr>
        <p:grpSpPr>
          <a:xfrm>
            <a:off x="6034140" y="165608"/>
            <a:ext cx="2289240" cy="1267920"/>
            <a:chOff x="6034140" y="165608"/>
            <a:chExt cx="2289240" cy="12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F451E6-7108-016E-5C2C-09E72A1B8AC9}"/>
                    </a:ext>
                  </a:extLst>
                </p14:cNvPr>
                <p14:cNvContentPartPr/>
                <p14:nvPr/>
              </p14:nvContentPartPr>
              <p14:xfrm>
                <a:off x="7200540" y="165608"/>
                <a:ext cx="46440" cy="126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F451E6-7108-016E-5C2C-09E72A1B8AC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91540" y="156608"/>
                  <a:ext cx="64080" cy="12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9DAB0F-E885-9830-10AB-54ABDEF64D4D}"/>
                    </a:ext>
                  </a:extLst>
                </p14:cNvPr>
                <p14:cNvContentPartPr/>
                <p14:nvPr/>
              </p14:nvContentPartPr>
              <p14:xfrm>
                <a:off x="6034140" y="872648"/>
                <a:ext cx="2289240" cy="47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9DAB0F-E885-9830-10AB-54ABDEF64D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25500" y="864008"/>
                  <a:ext cx="230688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E64040F-239C-4FCC-F88A-832A2D7672F1}"/>
                  </a:ext>
                </a:extLst>
              </p14:cNvPr>
              <p14:cNvContentPartPr/>
              <p14:nvPr/>
            </p14:nvContentPartPr>
            <p14:xfrm>
              <a:off x="6738300" y="1122128"/>
              <a:ext cx="146520" cy="145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E64040F-239C-4FCC-F88A-832A2D7672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9660" y="1113128"/>
                <a:ext cx="1641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FD29451-6231-630C-A7D7-E0DE375BCFA9}"/>
                  </a:ext>
                </a:extLst>
              </p14:cNvPr>
              <p14:cNvContentPartPr/>
              <p14:nvPr/>
            </p14:nvContentPartPr>
            <p14:xfrm>
              <a:off x="7599420" y="1038968"/>
              <a:ext cx="199080" cy="277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FD29451-6231-630C-A7D7-E0DE375BCFA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0780" y="1029968"/>
                <a:ext cx="2167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B9F0D7-4656-279B-5A56-5C0DEFE47913}"/>
                  </a:ext>
                </a:extLst>
              </p14:cNvPr>
              <p14:cNvContentPartPr/>
              <p14:nvPr/>
            </p14:nvContentPartPr>
            <p14:xfrm>
              <a:off x="7010100" y="1345328"/>
              <a:ext cx="424440" cy="42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B9F0D7-4656-279B-5A56-5C0DEFE479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01460" y="1336328"/>
                <a:ext cx="44208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FCE755D-DE87-6D23-FFED-60E6672069AE}"/>
              </a:ext>
            </a:extLst>
          </p:cNvPr>
          <p:cNvGrpSpPr/>
          <p:nvPr/>
        </p:nvGrpSpPr>
        <p:grpSpPr>
          <a:xfrm>
            <a:off x="6080940" y="379808"/>
            <a:ext cx="1688400" cy="504360"/>
            <a:chOff x="6080940" y="379808"/>
            <a:chExt cx="168840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CAECBB-1EEE-DC5B-4D10-482EEA11AC0A}"/>
                    </a:ext>
                  </a:extLst>
                </p14:cNvPr>
                <p14:cNvContentPartPr/>
                <p14:nvPr/>
              </p14:nvContentPartPr>
              <p14:xfrm>
                <a:off x="7127820" y="379808"/>
                <a:ext cx="578880" cy="243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CAECBB-1EEE-DC5B-4D10-482EEA11AC0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19180" y="371168"/>
                  <a:ext cx="596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F6B1EE8-43F8-AB1B-0EDD-566E31A981EB}"/>
                    </a:ext>
                  </a:extLst>
                </p14:cNvPr>
                <p14:cNvContentPartPr/>
                <p14:nvPr/>
              </p14:nvContentPartPr>
              <p14:xfrm>
                <a:off x="7631820" y="571328"/>
                <a:ext cx="137520" cy="27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F6B1EE8-43F8-AB1B-0EDD-566E31A981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23180" y="562328"/>
                  <a:ext cx="155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0D9F43-CC33-9773-8D9E-A0A3552AE8DA}"/>
                    </a:ext>
                  </a:extLst>
                </p14:cNvPr>
                <p14:cNvContentPartPr/>
                <p14:nvPr/>
              </p14:nvContentPartPr>
              <p14:xfrm>
                <a:off x="6838380" y="383768"/>
                <a:ext cx="357480" cy="151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0D9F43-CC33-9773-8D9E-A0A3552AE8D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29380" y="375128"/>
                  <a:ext cx="375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5C4CBF-DE08-8133-E322-BE40589844E3}"/>
                    </a:ext>
                  </a:extLst>
                </p14:cNvPr>
                <p14:cNvContentPartPr/>
                <p14:nvPr/>
              </p14:nvContentPartPr>
              <p14:xfrm>
                <a:off x="6727860" y="669968"/>
                <a:ext cx="16560" cy="103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5C4CBF-DE08-8133-E322-BE40589844E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19220" y="661328"/>
                  <a:ext cx="34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A67A09-AC37-E302-2801-83FE5B9EA4D3}"/>
                    </a:ext>
                  </a:extLst>
                </p14:cNvPr>
                <p14:cNvContentPartPr/>
                <p14:nvPr/>
              </p14:nvContentPartPr>
              <p14:xfrm>
                <a:off x="6711660" y="820808"/>
                <a:ext cx="21600" cy="6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A67A09-AC37-E302-2801-83FE5B9EA4D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03020" y="811808"/>
                  <a:ext cx="39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B5F2F9-AE8C-AEC5-6082-DFECC1DCC365}"/>
                    </a:ext>
                  </a:extLst>
                </p14:cNvPr>
                <p14:cNvContentPartPr/>
                <p14:nvPr/>
              </p14:nvContentPartPr>
              <p14:xfrm>
                <a:off x="6483060" y="768608"/>
                <a:ext cx="146520" cy="83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B5F2F9-AE8C-AEC5-6082-DFECC1DCC3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74060" y="759968"/>
                  <a:ext cx="164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B5B543-5332-B16D-FE2F-97213C56D4CB}"/>
                    </a:ext>
                  </a:extLst>
                </p14:cNvPr>
                <p14:cNvContentPartPr/>
                <p14:nvPr/>
              </p14:nvContentPartPr>
              <p14:xfrm>
                <a:off x="6266340" y="545408"/>
                <a:ext cx="18720" cy="12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B5B543-5332-B16D-FE2F-97213C56D4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57700" y="536408"/>
                  <a:ext cx="36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6ACEA09-29FF-5D5B-B8BB-4246913A03CA}"/>
                    </a:ext>
                  </a:extLst>
                </p14:cNvPr>
                <p14:cNvContentPartPr/>
                <p14:nvPr/>
              </p14:nvContentPartPr>
              <p14:xfrm>
                <a:off x="6080940" y="594368"/>
                <a:ext cx="70920" cy="18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6ACEA09-29FF-5D5B-B8BB-4246913A03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71940" y="585728"/>
                  <a:ext cx="8856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61D635-39F9-1601-FCE7-6EB03E5BB4AC}"/>
                  </a:ext>
                </a:extLst>
              </p14:cNvPr>
              <p14:cNvContentPartPr/>
              <p14:nvPr/>
            </p14:nvContentPartPr>
            <p14:xfrm>
              <a:off x="4556340" y="2639168"/>
              <a:ext cx="16200" cy="522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61D635-39F9-1601-FCE7-6EB03E5BB4A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47340" y="2630168"/>
                <a:ext cx="338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54B1072-34DF-0D0F-8544-519BC39B50D3}"/>
                  </a:ext>
                </a:extLst>
              </p14:cNvPr>
              <p14:cNvContentPartPr/>
              <p14:nvPr/>
            </p14:nvContentPartPr>
            <p14:xfrm>
              <a:off x="4550940" y="2852288"/>
              <a:ext cx="5760" cy="124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54B1072-34DF-0D0F-8544-519BC39B50D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42300" y="2843288"/>
                <a:ext cx="2340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484BE892-C5F3-DE83-4219-D4804B4A4D6C}"/>
              </a:ext>
            </a:extLst>
          </p:cNvPr>
          <p:cNvGrpSpPr/>
          <p:nvPr/>
        </p:nvGrpSpPr>
        <p:grpSpPr>
          <a:xfrm>
            <a:off x="4607820" y="4634288"/>
            <a:ext cx="21240" cy="374760"/>
            <a:chOff x="4607820" y="4634288"/>
            <a:chExt cx="2124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3CF556-15A7-18BD-C5B8-95DDACFDE133}"/>
                    </a:ext>
                  </a:extLst>
                </p14:cNvPr>
                <p14:cNvContentPartPr/>
                <p14:nvPr/>
              </p14:nvContentPartPr>
              <p14:xfrm>
                <a:off x="4607820" y="4634288"/>
                <a:ext cx="21240" cy="150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3CF556-15A7-18BD-C5B8-95DDACFDE13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98820" y="4625288"/>
                  <a:ext cx="38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C557DB-7638-69E8-D379-044CB6C9A49A}"/>
                    </a:ext>
                  </a:extLst>
                </p14:cNvPr>
                <p14:cNvContentPartPr/>
                <p14:nvPr/>
              </p14:nvContentPartPr>
              <p14:xfrm>
                <a:off x="4607820" y="4855328"/>
                <a:ext cx="16560" cy="153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C557DB-7638-69E8-D379-044CB6C9A4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99180" y="4846328"/>
                  <a:ext cx="342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0E78735-9F54-A887-A1A6-6273E5ACFE1F}"/>
              </a:ext>
            </a:extLst>
          </p:cNvPr>
          <p:cNvGrpSpPr/>
          <p:nvPr/>
        </p:nvGrpSpPr>
        <p:grpSpPr>
          <a:xfrm>
            <a:off x="7003980" y="437408"/>
            <a:ext cx="122400" cy="88560"/>
            <a:chOff x="7003980" y="437408"/>
            <a:chExt cx="122400" cy="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A0F135-5CE8-497F-330F-A095E734E060}"/>
                    </a:ext>
                  </a:extLst>
                </p14:cNvPr>
                <p14:cNvContentPartPr/>
                <p14:nvPr/>
              </p14:nvContentPartPr>
              <p14:xfrm>
                <a:off x="7003980" y="475208"/>
                <a:ext cx="122400" cy="45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A0F135-5CE8-497F-330F-A095E734E0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94980" y="466568"/>
                  <a:ext cx="140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475F95-4B66-D1CF-EF9B-472AEFBCFA88}"/>
                    </a:ext>
                  </a:extLst>
                </p14:cNvPr>
                <p14:cNvContentPartPr/>
                <p14:nvPr/>
              </p14:nvContentPartPr>
              <p14:xfrm>
                <a:off x="7036020" y="437408"/>
                <a:ext cx="79920" cy="88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475F95-4B66-D1CF-EF9B-472AEFBCFA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27020" y="428768"/>
                  <a:ext cx="9756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39FA701-C9E2-A734-0AB5-A7CE5DD58786}"/>
                  </a:ext>
                </a:extLst>
              </p14:cNvPr>
              <p14:cNvContentPartPr/>
              <p14:nvPr/>
            </p14:nvContentPartPr>
            <p14:xfrm>
              <a:off x="7075980" y="524528"/>
              <a:ext cx="91800" cy="375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39FA701-C9E2-A734-0AB5-A7CE5DD5878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067340" y="515888"/>
                <a:ext cx="109440" cy="39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ECA61E2-0AFC-FD62-4194-20FD0FC460B1}"/>
              </a:ext>
            </a:extLst>
          </p:cNvPr>
          <p:cNvGrpSpPr/>
          <p:nvPr/>
        </p:nvGrpSpPr>
        <p:grpSpPr>
          <a:xfrm>
            <a:off x="7027380" y="907208"/>
            <a:ext cx="171720" cy="382680"/>
            <a:chOff x="7027380" y="907208"/>
            <a:chExt cx="17172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14B7827-CEB3-552F-2598-2993DEF3B717}"/>
                    </a:ext>
                  </a:extLst>
                </p14:cNvPr>
                <p14:cNvContentPartPr/>
                <p14:nvPr/>
              </p14:nvContentPartPr>
              <p14:xfrm>
                <a:off x="7027380" y="1205288"/>
                <a:ext cx="106560" cy="70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14B7827-CEB3-552F-2598-2993DEF3B71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18740" y="1196288"/>
                  <a:ext cx="124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FBF8AB-0A58-7859-9C00-C4D30BA10627}"/>
                    </a:ext>
                  </a:extLst>
                </p14:cNvPr>
                <p14:cNvContentPartPr/>
                <p14:nvPr/>
              </p14:nvContentPartPr>
              <p14:xfrm>
                <a:off x="7033140" y="1202408"/>
                <a:ext cx="105480" cy="83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FBF8AB-0A58-7859-9C00-C4D30BA1062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24500" y="1193408"/>
                  <a:ext cx="123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736C72-3B9E-626A-8A02-405C073174C6}"/>
                    </a:ext>
                  </a:extLst>
                </p14:cNvPr>
                <p14:cNvContentPartPr/>
                <p14:nvPr/>
              </p14:nvContentPartPr>
              <p14:xfrm>
                <a:off x="7048260" y="1209248"/>
                <a:ext cx="114840" cy="8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736C72-3B9E-626A-8A02-405C073174C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39620" y="1200608"/>
                  <a:ext cx="13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428B0A-DB39-EA0F-B7A0-2F9BCD43B78D}"/>
                    </a:ext>
                  </a:extLst>
                </p14:cNvPr>
                <p14:cNvContentPartPr/>
                <p14:nvPr/>
              </p14:nvContentPartPr>
              <p14:xfrm>
                <a:off x="7066620" y="907208"/>
                <a:ext cx="132480" cy="348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428B0A-DB39-EA0F-B7A0-2F9BCD43B78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57620" y="898568"/>
                  <a:ext cx="150120" cy="366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First-order example: pole location predicts low-pass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40–60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H(z)=1/(1−0.8z⁻¹) has a pole at +0.8 on the real axis.</a:t>
            </a:r>
          </a:p>
        </p:txBody>
      </p:sp>
      <p:pic>
        <p:nvPicPr>
          <p:cNvPr id="6" name="Picture 5" descr="pz_first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45720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325880"/>
            <a:ext cx="5349240" cy="3977639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61888" y="1755648"/>
            <a:ext cx="47548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ω=0 corresponds to z=+1, close to the pole at +0.8 → large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ω=π corresponds to z=−1, far from the pole → smaller gain.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So the response favors low frequency before we compute a single formula.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This recovers the one-pole smoother from Week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3F89E3-9D4D-AEA3-38A8-14A310C631FA}"/>
                  </a:ext>
                </a:extLst>
              </p14:cNvPr>
              <p14:cNvContentPartPr/>
              <p14:nvPr/>
            </p14:nvContentPartPr>
            <p14:xfrm>
              <a:off x="4239540" y="2925008"/>
              <a:ext cx="150840" cy="135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3F89E3-9D4D-AEA3-38A8-14A310C631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540" y="2916368"/>
                <a:ext cx="16848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0B3C0C4-A061-1034-6DDD-2B75B1B7BD0E}"/>
              </a:ext>
            </a:extLst>
          </p:cNvPr>
          <p:cNvGrpSpPr/>
          <p:nvPr/>
        </p:nvGrpSpPr>
        <p:grpSpPr>
          <a:xfrm>
            <a:off x="3641940" y="2596688"/>
            <a:ext cx="681120" cy="189000"/>
            <a:chOff x="3641940" y="2596688"/>
            <a:chExt cx="68112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5E1966-D9C3-C7AD-38C2-1541C64CC475}"/>
                    </a:ext>
                  </a:extLst>
                </p14:cNvPr>
                <p14:cNvContentPartPr/>
                <p14:nvPr/>
              </p14:nvContentPartPr>
              <p14:xfrm>
                <a:off x="3641940" y="2629088"/>
                <a:ext cx="122400" cy="156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5E1966-D9C3-C7AD-38C2-1541C64CC4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32940" y="2620448"/>
                  <a:ext cx="140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F022B2-4CC6-836F-BF28-5A59CB87D750}"/>
                    </a:ext>
                  </a:extLst>
                </p14:cNvPr>
                <p14:cNvContentPartPr/>
                <p14:nvPr/>
              </p14:nvContentPartPr>
              <p14:xfrm>
                <a:off x="3679020" y="2727368"/>
                <a:ext cx="87840" cy="1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022B2-4CC6-836F-BF28-5A59CB87D75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70380" y="2718728"/>
                  <a:ext cx="105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381B258-8B43-A06C-77B8-41146A05F758}"/>
                    </a:ext>
                  </a:extLst>
                </p14:cNvPr>
                <p14:cNvContentPartPr/>
                <p14:nvPr/>
              </p14:nvContentPartPr>
              <p14:xfrm>
                <a:off x="3822660" y="2706128"/>
                <a:ext cx="8460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381B258-8B43-A06C-77B8-41146A05F7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14020" y="2697128"/>
                  <a:ext cx="10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1250AEC-0F46-3588-6078-D28F7FE5C1A4}"/>
                    </a:ext>
                  </a:extLst>
                </p14:cNvPr>
                <p14:cNvContentPartPr/>
                <p14:nvPr/>
              </p14:nvContentPartPr>
              <p14:xfrm>
                <a:off x="3811860" y="2638448"/>
                <a:ext cx="95400" cy="16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1250AEC-0F46-3588-6078-D28F7FE5C1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02860" y="2629448"/>
                  <a:ext cx="113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BDE297-B7C5-CBA3-7906-429CCA686AC4}"/>
                    </a:ext>
                  </a:extLst>
                </p14:cNvPr>
                <p14:cNvContentPartPr/>
                <p14:nvPr/>
              </p14:nvContentPartPr>
              <p14:xfrm>
                <a:off x="3989340" y="2639168"/>
                <a:ext cx="93960" cy="89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BDE297-B7C5-CBA3-7906-429CCA686A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80700" y="2630168"/>
                  <a:ext cx="111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1B64A2-E4D8-6BAC-C8AF-E00259C41C7D}"/>
                    </a:ext>
                  </a:extLst>
                </p14:cNvPr>
                <p14:cNvContentPartPr/>
                <p14:nvPr/>
              </p14:nvContentPartPr>
              <p14:xfrm>
                <a:off x="4150980" y="2727368"/>
                <a:ext cx="1080" cy="2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1B64A2-E4D8-6BAC-C8AF-E00259C41C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42340" y="2718728"/>
                  <a:ext cx="18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A6D27F-D357-F3E7-3CCC-FCD38CDC5674}"/>
                    </a:ext>
                  </a:extLst>
                </p14:cNvPr>
                <p14:cNvContentPartPr/>
                <p14:nvPr/>
              </p14:nvContentPartPr>
              <p14:xfrm>
                <a:off x="4177620" y="2596688"/>
                <a:ext cx="107640" cy="75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A6D27F-D357-F3E7-3CCC-FCD38CDC56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68980" y="2587688"/>
                  <a:ext cx="125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839C65-E6A0-A95A-797F-F16837963BAD}"/>
                    </a:ext>
                  </a:extLst>
                </p14:cNvPr>
                <p14:cNvContentPartPr/>
                <p14:nvPr/>
              </p14:nvContentPartPr>
              <p14:xfrm>
                <a:off x="4230900" y="2649608"/>
                <a:ext cx="92160" cy="83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839C65-E6A0-A95A-797F-F16837963B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21900" y="2640608"/>
                  <a:ext cx="1098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9D2A74-0F9E-4B27-C018-E5763B6B48B6}"/>
              </a:ext>
            </a:extLst>
          </p:cNvPr>
          <p:cNvGrpSpPr/>
          <p:nvPr/>
        </p:nvGrpSpPr>
        <p:grpSpPr>
          <a:xfrm>
            <a:off x="1287540" y="5605568"/>
            <a:ext cx="894960" cy="336240"/>
            <a:chOff x="1287540" y="5605568"/>
            <a:chExt cx="89496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34C41E-08AC-CF7C-2E19-66EEA174E829}"/>
                    </a:ext>
                  </a:extLst>
                </p14:cNvPr>
                <p14:cNvContentPartPr/>
                <p14:nvPr/>
              </p14:nvContentPartPr>
              <p14:xfrm>
                <a:off x="1287540" y="5631848"/>
                <a:ext cx="54000" cy="276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34C41E-08AC-CF7C-2E19-66EEA174E82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78900" y="5622848"/>
                  <a:ext cx="716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8E6785-3831-B0B0-6E1E-A5F65EF93A5F}"/>
                    </a:ext>
                  </a:extLst>
                </p14:cNvPr>
                <p14:cNvContentPartPr/>
                <p14:nvPr/>
              </p14:nvContentPartPr>
              <p14:xfrm>
                <a:off x="1355940" y="5814008"/>
                <a:ext cx="41400" cy="7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8E6785-3831-B0B0-6E1E-A5F65EF93A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6940" y="5805368"/>
                  <a:ext cx="59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FC7004-CEEF-C8D1-1C6D-C5DFEA9E76FC}"/>
                    </a:ext>
                  </a:extLst>
                </p14:cNvPr>
                <p14:cNvContentPartPr/>
                <p14:nvPr/>
              </p14:nvContentPartPr>
              <p14:xfrm>
                <a:off x="1417140" y="5720048"/>
                <a:ext cx="47520" cy="151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FC7004-CEEF-C8D1-1C6D-C5DFEA9E76F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8500" y="5711048"/>
                  <a:ext cx="65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DBECCD-63C6-EB98-AFDD-D8D0D41B827C}"/>
                    </a:ext>
                  </a:extLst>
                </p14:cNvPr>
                <p14:cNvContentPartPr/>
                <p14:nvPr/>
              </p14:nvContentPartPr>
              <p14:xfrm>
                <a:off x="1504980" y="5605568"/>
                <a:ext cx="121320" cy="28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DBECCD-63C6-EB98-AFDD-D8D0D41B827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96340" y="5596928"/>
                  <a:ext cx="138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679F2E-7926-59E3-5089-71E4D261646B}"/>
                    </a:ext>
                  </a:extLst>
                </p14:cNvPr>
                <p14:cNvContentPartPr/>
                <p14:nvPr/>
              </p14:nvContentPartPr>
              <p14:xfrm>
                <a:off x="1600020" y="5720048"/>
                <a:ext cx="158760" cy="18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679F2E-7926-59E3-5089-71E4D261646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91020" y="5711408"/>
                  <a:ext cx="176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0B3E4B9-D402-ADB7-8426-70664E554D3C}"/>
                    </a:ext>
                  </a:extLst>
                </p14:cNvPr>
                <p14:cNvContentPartPr/>
                <p14:nvPr/>
              </p14:nvContentPartPr>
              <p14:xfrm>
                <a:off x="1646820" y="5813648"/>
                <a:ext cx="119880" cy="1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B3E4B9-D402-ADB7-8426-70664E554D3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37820" y="5804648"/>
                  <a:ext cx="137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F996BE-DB87-7336-8917-7093CCD4CC5F}"/>
                    </a:ext>
                  </a:extLst>
                </p14:cNvPr>
                <p14:cNvContentPartPr/>
                <p14:nvPr/>
              </p14:nvContentPartPr>
              <p14:xfrm>
                <a:off x="1735020" y="5626448"/>
                <a:ext cx="168480" cy="315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F996BE-DB87-7336-8917-7093CCD4CC5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26380" y="5617808"/>
                  <a:ext cx="186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85B683-31B3-215A-C2EB-B347024D8578}"/>
                    </a:ext>
                  </a:extLst>
                </p14:cNvPr>
                <p14:cNvContentPartPr/>
                <p14:nvPr/>
              </p14:nvContentPartPr>
              <p14:xfrm>
                <a:off x="2078460" y="5803208"/>
                <a:ext cx="10404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85B683-31B3-215A-C2EB-B347024D85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69460" y="5794208"/>
                  <a:ext cx="121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E84B5D-AD83-AF2A-561D-9ECEB58B5015}"/>
                    </a:ext>
                  </a:extLst>
                </p14:cNvPr>
                <p14:cNvContentPartPr/>
                <p14:nvPr/>
              </p14:nvContentPartPr>
              <p14:xfrm>
                <a:off x="2056140" y="5724368"/>
                <a:ext cx="84600" cy="1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3E84B5D-AD83-AF2A-561D-9ECEB58B501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47500" y="5715728"/>
                  <a:ext cx="1022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D1DD920-ED84-2F2C-0103-6536B3F8C67E}"/>
                  </a:ext>
                </a:extLst>
              </p14:cNvPr>
              <p14:cNvContentPartPr/>
              <p14:nvPr/>
            </p14:nvContentPartPr>
            <p14:xfrm>
              <a:off x="2426580" y="5745608"/>
              <a:ext cx="930600" cy="259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D1DD920-ED84-2F2C-0103-6536B3F8C67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17940" y="5736608"/>
                <a:ext cx="94824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DF6BA23F-BD65-EA8D-E866-1D7645E9D7FA}"/>
              </a:ext>
            </a:extLst>
          </p:cNvPr>
          <p:cNvGrpSpPr/>
          <p:nvPr/>
        </p:nvGrpSpPr>
        <p:grpSpPr>
          <a:xfrm>
            <a:off x="2482380" y="5844608"/>
            <a:ext cx="1270800" cy="286560"/>
            <a:chOff x="2482380" y="5844608"/>
            <a:chExt cx="127080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A43C30A-44F2-E8E7-9327-C91C03B7E4CC}"/>
                    </a:ext>
                  </a:extLst>
                </p14:cNvPr>
                <p14:cNvContentPartPr/>
                <p14:nvPr/>
              </p14:nvContentPartPr>
              <p14:xfrm>
                <a:off x="2482380" y="5951528"/>
                <a:ext cx="58320" cy="178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A43C30A-44F2-E8E7-9327-C91C03B7E4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73380" y="5942528"/>
                  <a:ext cx="75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19ADC4C-4484-1C9E-3DCC-19D82B22FBC4}"/>
                    </a:ext>
                  </a:extLst>
                </p14:cNvPr>
                <p14:cNvContentPartPr/>
                <p14:nvPr/>
              </p14:nvContentPartPr>
              <p14:xfrm>
                <a:off x="2681460" y="6031808"/>
                <a:ext cx="11916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19ADC4C-4484-1C9E-3DCC-19D82B22FB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72820" y="6022808"/>
                  <a:ext cx="136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9761C1-349B-4AF0-C410-EEB1531FE551}"/>
                    </a:ext>
                  </a:extLst>
                </p14:cNvPr>
                <p14:cNvContentPartPr/>
                <p14:nvPr/>
              </p14:nvContentPartPr>
              <p14:xfrm>
                <a:off x="2887020" y="5981408"/>
                <a:ext cx="157680" cy="123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9761C1-349B-4AF0-C410-EEB1531FE5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78380" y="5972408"/>
                  <a:ext cx="175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A26B53-2352-97DE-220B-8F8C066986D2}"/>
                    </a:ext>
                  </a:extLst>
                </p14:cNvPr>
                <p14:cNvContentPartPr/>
                <p14:nvPr/>
              </p14:nvContentPartPr>
              <p14:xfrm>
                <a:off x="3122460" y="6099128"/>
                <a:ext cx="360" cy="11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A26B53-2352-97DE-220B-8F8C066986D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13460" y="6090488"/>
                  <a:ext cx="18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E5FA335-D270-20DB-419F-19739CC20CD1}"/>
                    </a:ext>
                  </a:extLst>
                </p14:cNvPr>
                <p14:cNvContentPartPr/>
                <p14:nvPr/>
              </p14:nvContentPartPr>
              <p14:xfrm>
                <a:off x="3168540" y="5928848"/>
                <a:ext cx="105840" cy="77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E5FA335-D270-20DB-419F-19739CC20CD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59540" y="5919848"/>
                  <a:ext cx="123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878E37-4E8F-6C58-9736-440D2B0971F7}"/>
                    </a:ext>
                  </a:extLst>
                </p14:cNvPr>
                <p14:cNvContentPartPr/>
                <p14:nvPr/>
              </p14:nvContentPartPr>
              <p14:xfrm>
                <a:off x="3194100" y="5997608"/>
                <a:ext cx="89640" cy="10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878E37-4E8F-6C58-9736-440D2B0971F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85100" y="5988608"/>
                  <a:ext cx="107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6FA640-75C8-499F-A689-37BB5C730963}"/>
                    </a:ext>
                  </a:extLst>
                </p14:cNvPr>
                <p14:cNvContentPartPr/>
                <p14:nvPr/>
              </p14:nvContentPartPr>
              <p14:xfrm>
                <a:off x="3366540" y="5970608"/>
                <a:ext cx="168120" cy="160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6FA640-75C8-499F-A689-37BB5C7309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357540" y="5961968"/>
                  <a:ext cx="185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3352A60-8248-E764-F0A5-CFCC1AB297FA}"/>
                    </a:ext>
                  </a:extLst>
                </p14:cNvPr>
                <p14:cNvContentPartPr/>
                <p14:nvPr/>
              </p14:nvContentPartPr>
              <p14:xfrm>
                <a:off x="3440700" y="6054488"/>
                <a:ext cx="40680" cy="3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3352A60-8248-E764-F0A5-CFCC1AB297F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31700" y="6045848"/>
                  <a:ext cx="58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4DFEBB-A378-3F95-CF60-03C1FDCDF59C}"/>
                    </a:ext>
                  </a:extLst>
                </p14:cNvPr>
                <p14:cNvContentPartPr/>
                <p14:nvPr/>
              </p14:nvContentPartPr>
              <p14:xfrm>
                <a:off x="3557340" y="5914448"/>
                <a:ext cx="100440" cy="18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4DFEBB-A378-3F95-CF60-03C1FDCDF59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48700" y="5905808"/>
                  <a:ext cx="118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9CD416E-4F53-0EEB-4A30-D443AD8D874E}"/>
                    </a:ext>
                  </a:extLst>
                </p14:cNvPr>
                <p14:cNvContentPartPr/>
                <p14:nvPr/>
              </p14:nvContentPartPr>
              <p14:xfrm>
                <a:off x="3704220" y="5844608"/>
                <a:ext cx="48960" cy="10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9CD416E-4F53-0EEB-4A30-D443AD8D87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95220" y="5835968"/>
                  <a:ext cx="6660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51ED10B-1F3C-77D6-DFB9-B9A31B755C98}"/>
                  </a:ext>
                </a:extLst>
              </p14:cNvPr>
              <p14:cNvContentPartPr/>
              <p14:nvPr/>
            </p14:nvContentPartPr>
            <p14:xfrm>
              <a:off x="3340620" y="5751368"/>
              <a:ext cx="304200" cy="6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51ED10B-1F3C-77D6-DFB9-B9A31B755C9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331620" y="5742368"/>
                <a:ext cx="3218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6C9FF4E-3613-19BA-EB84-57F9BFC0F571}"/>
                  </a:ext>
                </a:extLst>
              </p14:cNvPr>
              <p14:cNvContentPartPr/>
              <p14:nvPr/>
            </p14:nvContentPartPr>
            <p14:xfrm>
              <a:off x="2939220" y="5433128"/>
              <a:ext cx="49680" cy="1717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6C9FF4E-3613-19BA-EB84-57F9BFC0F57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930220" y="5424128"/>
                <a:ext cx="673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D24F1B4-D5BF-D266-592E-569490003800}"/>
                  </a:ext>
                </a:extLst>
              </p14:cNvPr>
              <p14:cNvContentPartPr/>
              <p14:nvPr/>
            </p14:nvContentPartPr>
            <p14:xfrm>
              <a:off x="3293100" y="3142808"/>
              <a:ext cx="146520" cy="1404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D24F1B4-D5BF-D266-592E-56949000380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284100" y="3134168"/>
                <a:ext cx="16416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8606F13-E603-4A2F-B8A3-080ECE1F1D2D}"/>
              </a:ext>
            </a:extLst>
          </p:cNvPr>
          <p:cNvGrpSpPr/>
          <p:nvPr/>
        </p:nvGrpSpPr>
        <p:grpSpPr>
          <a:xfrm>
            <a:off x="5522940" y="5734808"/>
            <a:ext cx="1539720" cy="214200"/>
            <a:chOff x="5522940" y="5734808"/>
            <a:chExt cx="153972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EE9028-4A47-3516-C0F8-EB14841E074E}"/>
                    </a:ext>
                  </a:extLst>
                </p14:cNvPr>
                <p14:cNvContentPartPr/>
                <p14:nvPr/>
              </p14:nvContentPartPr>
              <p14:xfrm>
                <a:off x="5543460" y="5739128"/>
                <a:ext cx="144000" cy="17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EE9028-4A47-3516-C0F8-EB14841E07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34460" y="5730128"/>
                  <a:ext cx="161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086999-79CB-1243-4497-F561489ECD54}"/>
                    </a:ext>
                  </a:extLst>
                </p14:cNvPr>
                <p14:cNvContentPartPr/>
                <p14:nvPr/>
              </p14:nvContentPartPr>
              <p14:xfrm>
                <a:off x="5522940" y="5813648"/>
                <a:ext cx="109080" cy="1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086999-79CB-1243-4497-F561489ECD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13940" y="5804648"/>
                  <a:ext cx="126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78AA4BB-56B4-A4E7-7192-4CAAB9AF28DE}"/>
                    </a:ext>
                  </a:extLst>
                </p14:cNvPr>
                <p14:cNvContentPartPr/>
                <p14:nvPr/>
              </p14:nvContentPartPr>
              <p14:xfrm>
                <a:off x="5740740" y="5765408"/>
                <a:ext cx="203040" cy="127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78AA4BB-56B4-A4E7-7192-4CAAB9AF28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31740" y="5756408"/>
                  <a:ext cx="220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9FB14E-FED6-C1A4-B058-800C8B253804}"/>
                    </a:ext>
                  </a:extLst>
                </p14:cNvPr>
                <p14:cNvContentPartPr/>
                <p14:nvPr/>
              </p14:nvContentPartPr>
              <p14:xfrm>
                <a:off x="6070140" y="5796728"/>
                <a:ext cx="129240" cy="105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9FB14E-FED6-C1A4-B058-800C8B25380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61500" y="5788088"/>
                  <a:ext cx="146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51DC21-21CE-E22C-D00F-F54000BE79C9}"/>
                    </a:ext>
                  </a:extLst>
                </p14:cNvPr>
                <p14:cNvContentPartPr/>
                <p14:nvPr/>
              </p14:nvContentPartPr>
              <p14:xfrm>
                <a:off x="6338340" y="5752808"/>
                <a:ext cx="244440" cy="19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51DC21-21CE-E22C-D00F-F54000BE79C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29340" y="5744168"/>
                  <a:ext cx="262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3DC7A6-B265-788A-3561-8E98BAE008BB}"/>
                    </a:ext>
                  </a:extLst>
                </p14:cNvPr>
                <p14:cNvContentPartPr/>
                <p14:nvPr/>
              </p14:nvContentPartPr>
              <p14:xfrm>
                <a:off x="6430860" y="5844608"/>
                <a:ext cx="89640" cy="9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3DC7A6-B265-788A-3561-8E98BAE008B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22220" y="5835968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80550B9-8A54-D2A4-07E5-2A64543DC9C0}"/>
                    </a:ext>
                  </a:extLst>
                </p14:cNvPr>
                <p14:cNvContentPartPr/>
                <p14:nvPr/>
              </p14:nvContentPartPr>
              <p14:xfrm>
                <a:off x="6696900" y="5850008"/>
                <a:ext cx="109080" cy="10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80550B9-8A54-D2A4-07E5-2A64543DC9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88260" y="5841008"/>
                  <a:ext cx="126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FCB260-C83B-1097-1B4C-35D7761206A9}"/>
                    </a:ext>
                  </a:extLst>
                </p14:cNvPr>
                <p14:cNvContentPartPr/>
                <p14:nvPr/>
              </p14:nvContentPartPr>
              <p14:xfrm>
                <a:off x="6700860" y="5803208"/>
                <a:ext cx="105480" cy="10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FCB260-C83B-1097-1B4C-35D7761206A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691860" y="5794568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E72612-E892-24C6-DB2F-37C615FD9523}"/>
                    </a:ext>
                  </a:extLst>
                </p14:cNvPr>
                <p14:cNvContentPartPr/>
                <p14:nvPr/>
              </p14:nvContentPartPr>
              <p14:xfrm>
                <a:off x="6923340" y="5734808"/>
                <a:ext cx="139320" cy="151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E72612-E892-24C6-DB2F-37C615FD95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14340" y="5726168"/>
                  <a:ext cx="15696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4CD7335-836C-A8DC-F404-0265777CEBDD}"/>
              </a:ext>
            </a:extLst>
          </p:cNvPr>
          <p:cNvGrpSpPr/>
          <p:nvPr/>
        </p:nvGrpSpPr>
        <p:grpSpPr>
          <a:xfrm>
            <a:off x="5565060" y="6166808"/>
            <a:ext cx="624960" cy="261360"/>
            <a:chOff x="5565060" y="6166808"/>
            <a:chExt cx="62496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D61FEA-4B7B-96DA-F8DD-DACAFB3BA5A0}"/>
                    </a:ext>
                  </a:extLst>
                </p14:cNvPr>
                <p14:cNvContentPartPr/>
                <p14:nvPr/>
              </p14:nvContentPartPr>
              <p14:xfrm>
                <a:off x="5565060" y="6271568"/>
                <a:ext cx="149400" cy="15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D61FEA-4B7B-96DA-F8DD-DACAFB3BA5A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56060" y="6262568"/>
                  <a:ext cx="167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600DBB-B8D6-3867-9398-8EA145CD93F2}"/>
                    </a:ext>
                  </a:extLst>
                </p14:cNvPr>
                <p14:cNvContentPartPr/>
                <p14:nvPr/>
              </p14:nvContentPartPr>
              <p14:xfrm>
                <a:off x="5694300" y="6256448"/>
                <a:ext cx="141120" cy="8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600DBB-B8D6-3867-9398-8EA145CD93F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85300" y="6247808"/>
                  <a:ext cx="158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E1CCF66-3ABC-4CC3-EB50-4857E9CE5B67}"/>
                    </a:ext>
                  </a:extLst>
                </p14:cNvPr>
                <p14:cNvContentPartPr/>
                <p14:nvPr/>
              </p14:nvContentPartPr>
              <p14:xfrm>
                <a:off x="5902020" y="6166808"/>
                <a:ext cx="43560" cy="187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E1CCF66-3ABC-4CC3-EB50-4857E9CE5B6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93020" y="6158168"/>
                  <a:ext cx="61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E753F2-8393-8B07-BADC-40FA0D7C6E9E}"/>
                    </a:ext>
                  </a:extLst>
                </p14:cNvPr>
                <p14:cNvContentPartPr/>
                <p14:nvPr/>
              </p14:nvContentPartPr>
              <p14:xfrm>
                <a:off x="5969340" y="6264728"/>
                <a:ext cx="220680" cy="110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E753F2-8393-8B07-BADC-40FA0D7C6E9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960700" y="6256088"/>
                  <a:ext cx="2383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F0ED1ED-AE37-CA4D-A972-3DE40C2BA767}"/>
              </a:ext>
            </a:extLst>
          </p:cNvPr>
          <p:cNvGrpSpPr/>
          <p:nvPr/>
        </p:nvGrpSpPr>
        <p:grpSpPr>
          <a:xfrm>
            <a:off x="6395580" y="6210008"/>
            <a:ext cx="881640" cy="216000"/>
            <a:chOff x="6395580" y="6210008"/>
            <a:chExt cx="88164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BAA2557-B813-7868-18B8-E2FDDFEDC056}"/>
                    </a:ext>
                  </a:extLst>
                </p14:cNvPr>
                <p14:cNvContentPartPr/>
                <p14:nvPr/>
              </p14:nvContentPartPr>
              <p14:xfrm>
                <a:off x="6395580" y="6245288"/>
                <a:ext cx="199440" cy="180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BAA2557-B813-7868-18B8-E2FDDFEDC05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386580" y="6236288"/>
                  <a:ext cx="217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F4D9F68-6B5D-8D9E-14FB-9C93616DD4BA}"/>
                    </a:ext>
                  </a:extLst>
                </p14:cNvPr>
                <p14:cNvContentPartPr/>
                <p14:nvPr/>
              </p14:nvContentPartPr>
              <p14:xfrm>
                <a:off x="6467220" y="6343568"/>
                <a:ext cx="79200" cy="10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F4D9F68-6B5D-8D9E-14FB-9C93616DD4B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58580" y="6334568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F482C21-F31B-1627-710C-F37B103BF83F}"/>
                    </a:ext>
                  </a:extLst>
                </p14:cNvPr>
                <p14:cNvContentPartPr/>
                <p14:nvPr/>
              </p14:nvContentPartPr>
              <p14:xfrm>
                <a:off x="6700860" y="6347888"/>
                <a:ext cx="95040" cy="1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F482C21-F31B-1627-710C-F37B103BF83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92220" y="6339248"/>
                  <a:ext cx="11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287D0E4-A660-CE58-CC0A-7571001FD055}"/>
                    </a:ext>
                  </a:extLst>
                </p14:cNvPr>
                <p14:cNvContentPartPr/>
                <p14:nvPr/>
              </p14:nvContentPartPr>
              <p14:xfrm>
                <a:off x="6667380" y="6278768"/>
                <a:ext cx="92160" cy="23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287D0E4-A660-CE58-CC0A-7571001FD05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58380" y="6269768"/>
                  <a:ext cx="109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1E54375-2902-F9D6-979B-F4F956D1769B}"/>
                    </a:ext>
                  </a:extLst>
                </p14:cNvPr>
                <p14:cNvContentPartPr/>
                <p14:nvPr/>
              </p14:nvContentPartPr>
              <p14:xfrm>
                <a:off x="6881580" y="6269768"/>
                <a:ext cx="105840" cy="10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1E54375-2902-F9D6-979B-F4F956D176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72940" y="6261128"/>
                  <a:ext cx="123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136A9D6-D3C2-D0BA-0F6E-388F9081E5CA}"/>
                    </a:ext>
                  </a:extLst>
                </p14:cNvPr>
                <p14:cNvContentPartPr/>
                <p14:nvPr/>
              </p14:nvContentPartPr>
              <p14:xfrm>
                <a:off x="7086420" y="6359048"/>
                <a:ext cx="24840" cy="2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36A9D6-D3C2-D0BA-0F6E-388F9081E5C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77420" y="6350408"/>
                  <a:ext cx="4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B88609-4172-9471-01D9-B97A81541F6C}"/>
                    </a:ext>
                  </a:extLst>
                </p14:cNvPr>
                <p14:cNvContentPartPr/>
                <p14:nvPr/>
              </p14:nvContentPartPr>
              <p14:xfrm>
                <a:off x="7149060" y="6210008"/>
                <a:ext cx="98280" cy="67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B88609-4172-9471-01D9-B97A81541F6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40420" y="6201368"/>
                  <a:ext cx="115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50ED639-6DD4-1DFF-A142-307F0829EDB4}"/>
                    </a:ext>
                  </a:extLst>
                </p14:cNvPr>
                <p14:cNvContentPartPr/>
                <p14:nvPr/>
              </p14:nvContentPartPr>
              <p14:xfrm>
                <a:off x="7200180" y="6288488"/>
                <a:ext cx="77040" cy="80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50ED639-6DD4-1DFF-A142-307F0829EDB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91180" y="6279848"/>
                  <a:ext cx="946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D3C0EA4-A0F2-620B-6A07-6D5F0199650F}"/>
              </a:ext>
            </a:extLst>
          </p:cNvPr>
          <p:cNvGrpSpPr/>
          <p:nvPr/>
        </p:nvGrpSpPr>
        <p:grpSpPr>
          <a:xfrm>
            <a:off x="856260" y="2498048"/>
            <a:ext cx="977760" cy="645120"/>
            <a:chOff x="856260" y="2498048"/>
            <a:chExt cx="977760" cy="64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64E32D-1231-A689-B15D-EECE05653738}"/>
                    </a:ext>
                  </a:extLst>
                </p14:cNvPr>
                <p14:cNvContentPartPr/>
                <p14:nvPr/>
              </p14:nvContentPartPr>
              <p14:xfrm>
                <a:off x="856260" y="2498048"/>
                <a:ext cx="977760" cy="640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64E32D-1231-A689-B15D-EECE0565373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7260" y="2489408"/>
                  <a:ext cx="99540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304F34A-5A15-FEE6-0CCE-F57384419FC3}"/>
                    </a:ext>
                  </a:extLst>
                </p14:cNvPr>
                <p14:cNvContentPartPr/>
                <p14:nvPr/>
              </p14:nvContentPartPr>
              <p14:xfrm>
                <a:off x="1634940" y="3025088"/>
                <a:ext cx="180360" cy="118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304F34A-5A15-FEE6-0CCE-F57384419FC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26300" y="3016448"/>
                  <a:ext cx="1980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EDDC9E7-C675-93D6-F584-96E2BDD3F6B5}"/>
              </a:ext>
            </a:extLst>
          </p:cNvPr>
          <p:cNvGrpSpPr/>
          <p:nvPr/>
        </p:nvGrpSpPr>
        <p:grpSpPr>
          <a:xfrm>
            <a:off x="234900" y="1573208"/>
            <a:ext cx="676800" cy="321480"/>
            <a:chOff x="234900" y="1573208"/>
            <a:chExt cx="67680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358DFDE-2FB3-F9F8-E9A8-E7914F06E2AD}"/>
                    </a:ext>
                  </a:extLst>
                </p14:cNvPr>
                <p14:cNvContentPartPr/>
                <p14:nvPr/>
              </p14:nvContentPartPr>
              <p14:xfrm>
                <a:off x="234900" y="1730528"/>
                <a:ext cx="124920" cy="164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358DFDE-2FB3-F9F8-E9A8-E7914F06E2A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26260" y="1721888"/>
                  <a:ext cx="142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2F9E5E-F757-BEC0-6383-EFE826E677D6}"/>
                    </a:ext>
                  </a:extLst>
                </p14:cNvPr>
                <p14:cNvContentPartPr/>
                <p14:nvPr/>
              </p14:nvContentPartPr>
              <p14:xfrm>
                <a:off x="373860" y="1589768"/>
                <a:ext cx="75600" cy="167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2F9E5E-F757-BEC0-6383-EFE826E677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65220" y="1580768"/>
                  <a:ext cx="93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41C47B-EF40-CDCB-F2C2-7CDDE5730424}"/>
                    </a:ext>
                  </a:extLst>
                </p14:cNvPr>
                <p14:cNvContentPartPr/>
                <p14:nvPr/>
              </p14:nvContentPartPr>
              <p14:xfrm>
                <a:off x="493020" y="1656008"/>
                <a:ext cx="156600" cy="95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41C47B-EF40-CDCB-F2C2-7CDDE573042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4380" y="1647368"/>
                  <a:ext cx="174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6A4388-805F-CD06-95D0-7F24D6405D2C}"/>
                    </a:ext>
                  </a:extLst>
                </p14:cNvPr>
                <p14:cNvContentPartPr/>
                <p14:nvPr/>
              </p14:nvContentPartPr>
              <p14:xfrm>
                <a:off x="674100" y="1573208"/>
                <a:ext cx="237600" cy="137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6A4388-805F-CD06-95D0-7F24D6405D2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65100" y="1564208"/>
                  <a:ext cx="25524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0EAD52-389A-3237-865A-ECC90D58617F}"/>
              </a:ext>
            </a:extLst>
          </p:cNvPr>
          <p:cNvGrpSpPr/>
          <p:nvPr/>
        </p:nvGrpSpPr>
        <p:grpSpPr>
          <a:xfrm>
            <a:off x="160740" y="1995128"/>
            <a:ext cx="602280" cy="523440"/>
            <a:chOff x="160740" y="1995128"/>
            <a:chExt cx="602280" cy="5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BFE80CE-16EE-BA82-DAF6-A10B7A17184E}"/>
                    </a:ext>
                  </a:extLst>
                </p14:cNvPr>
                <p14:cNvContentPartPr/>
                <p14:nvPr/>
              </p14:nvContentPartPr>
              <p14:xfrm>
                <a:off x="223380" y="2038328"/>
                <a:ext cx="140040" cy="154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BFE80CE-16EE-BA82-DAF6-A10B7A17184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4380" y="2029688"/>
                  <a:ext cx="157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335E47A-2D0C-7299-4F15-FF67F7E8AB9F}"/>
                    </a:ext>
                  </a:extLst>
                </p14:cNvPr>
                <p14:cNvContentPartPr/>
                <p14:nvPr/>
              </p14:nvContentPartPr>
              <p14:xfrm>
                <a:off x="269820" y="1998368"/>
                <a:ext cx="254520" cy="142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335E47A-2D0C-7299-4F15-FF67F7E8AB9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61180" y="1989728"/>
                  <a:ext cx="272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DE4296-A3DA-DD6E-2F74-B873E7CA9261}"/>
                    </a:ext>
                  </a:extLst>
                </p14:cNvPr>
                <p14:cNvContentPartPr/>
                <p14:nvPr/>
              </p14:nvContentPartPr>
              <p14:xfrm>
                <a:off x="601020" y="1995128"/>
                <a:ext cx="86040" cy="83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DE4296-A3DA-DD6E-2F74-B873E7CA926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92380" y="1986128"/>
                  <a:ext cx="103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CB6BC3-AEB9-773F-3765-88CB9F9DCE54}"/>
                    </a:ext>
                  </a:extLst>
                </p14:cNvPr>
                <p14:cNvContentPartPr/>
                <p14:nvPr/>
              </p14:nvContentPartPr>
              <p14:xfrm>
                <a:off x="160740" y="2348288"/>
                <a:ext cx="183600" cy="170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CB6BC3-AEB9-773F-3765-88CB9F9DCE5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2100" y="2339288"/>
                  <a:ext cx="201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DE543F-E118-DDA8-FFD1-2DFCBC3EE4E3}"/>
                    </a:ext>
                  </a:extLst>
                </p14:cNvPr>
                <p14:cNvContentPartPr/>
                <p14:nvPr/>
              </p14:nvContentPartPr>
              <p14:xfrm>
                <a:off x="368100" y="2327048"/>
                <a:ext cx="194760" cy="156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DE543F-E118-DDA8-FFD1-2DFCBC3EE4E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59100" y="2318048"/>
                  <a:ext cx="212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BF2520-B235-8037-9AE4-925467DCFC9D}"/>
                    </a:ext>
                  </a:extLst>
                </p14:cNvPr>
                <p14:cNvContentPartPr/>
                <p14:nvPr/>
              </p14:nvContentPartPr>
              <p14:xfrm>
                <a:off x="606420" y="2270888"/>
                <a:ext cx="156600" cy="129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BF2520-B235-8037-9AE4-925467DCFC9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97780" y="2261888"/>
                  <a:ext cx="174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8143DB3-26C9-EFE9-5D8E-933F483F6B08}"/>
              </a:ext>
            </a:extLst>
          </p:cNvPr>
          <p:cNvGrpSpPr/>
          <p:nvPr/>
        </p:nvGrpSpPr>
        <p:grpSpPr>
          <a:xfrm>
            <a:off x="171180" y="2747168"/>
            <a:ext cx="588240" cy="1121760"/>
            <a:chOff x="171180" y="2747168"/>
            <a:chExt cx="588240" cy="11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3FD8F1-7BCE-B7D0-690E-1EA07276C659}"/>
                    </a:ext>
                  </a:extLst>
                </p14:cNvPr>
                <p14:cNvContentPartPr/>
                <p14:nvPr/>
              </p14:nvContentPartPr>
              <p14:xfrm>
                <a:off x="171180" y="2749688"/>
                <a:ext cx="170640" cy="285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3FD8F1-7BCE-B7D0-690E-1EA07276C65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62540" y="2741048"/>
                  <a:ext cx="188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61A33C-CCDF-87E0-2F47-CD709D23C3F6}"/>
                    </a:ext>
                  </a:extLst>
                </p14:cNvPr>
                <p14:cNvContentPartPr/>
                <p14:nvPr/>
              </p14:nvContentPartPr>
              <p14:xfrm>
                <a:off x="226620" y="2931128"/>
                <a:ext cx="100800" cy="7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61A33C-CCDF-87E0-2F47-CD709D23C3F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7980" y="2922488"/>
                  <a:ext cx="118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5E35CDB-AB45-F1C4-2539-BF8533B09BE4}"/>
                    </a:ext>
                  </a:extLst>
                </p14:cNvPr>
                <p14:cNvContentPartPr/>
                <p14:nvPr/>
              </p14:nvContentPartPr>
              <p14:xfrm>
                <a:off x="334620" y="2853368"/>
                <a:ext cx="80280" cy="5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5E35CDB-AB45-F1C4-2539-BF8533B09BE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25980" y="2844368"/>
                  <a:ext cx="97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CAB7F8D-C7E1-F829-52D6-ECBB650D2F3D}"/>
                    </a:ext>
                  </a:extLst>
                </p14:cNvPr>
                <p14:cNvContentPartPr/>
                <p14:nvPr/>
              </p14:nvContentPartPr>
              <p14:xfrm>
                <a:off x="435060" y="2747168"/>
                <a:ext cx="120960" cy="15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CAB7F8D-C7E1-F829-52D6-ECBB650D2F3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6420" y="2738168"/>
                  <a:ext cx="138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1B03A1-2869-420D-3249-20DA52E3742F}"/>
                    </a:ext>
                  </a:extLst>
                </p14:cNvPr>
                <p14:cNvContentPartPr/>
                <p14:nvPr/>
              </p14:nvContentPartPr>
              <p14:xfrm>
                <a:off x="224100" y="3313808"/>
                <a:ext cx="169560" cy="214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1B03A1-2869-420D-3249-20DA52E3742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5100" y="3305168"/>
                  <a:ext cx="187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43D90D-F0DE-5BAA-C471-F5AAE61AF197}"/>
                    </a:ext>
                  </a:extLst>
                </p14:cNvPr>
                <p14:cNvContentPartPr/>
                <p14:nvPr/>
              </p14:nvContentPartPr>
              <p14:xfrm>
                <a:off x="417060" y="3288248"/>
                <a:ext cx="93600" cy="74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43D90D-F0DE-5BAA-C471-F5AAE61AF1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08060" y="3279248"/>
                  <a:ext cx="111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CD3FC3A-6E97-786D-BF89-26EBA8B01B79}"/>
                    </a:ext>
                  </a:extLst>
                </p14:cNvPr>
                <p14:cNvContentPartPr/>
                <p14:nvPr/>
              </p14:nvContentPartPr>
              <p14:xfrm>
                <a:off x="565020" y="3276368"/>
                <a:ext cx="49320" cy="64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CD3FC3A-6E97-786D-BF89-26EBA8B01B7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56380" y="3267368"/>
                  <a:ext cx="6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29C45FE-1525-C85B-3CC3-37F0A2F46EBA}"/>
                    </a:ext>
                  </a:extLst>
                </p14:cNvPr>
                <p14:cNvContentPartPr/>
                <p14:nvPr/>
              </p14:nvContentPartPr>
              <p14:xfrm>
                <a:off x="642780" y="3105368"/>
                <a:ext cx="116640" cy="21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29C45FE-1525-C85B-3CC3-37F0A2F46EB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33780" y="3096728"/>
                  <a:ext cx="134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3FACBF8-D906-BF02-2636-05B6A21AAF7C}"/>
                    </a:ext>
                  </a:extLst>
                </p14:cNvPr>
                <p14:cNvContentPartPr/>
                <p14:nvPr/>
              </p14:nvContentPartPr>
              <p14:xfrm>
                <a:off x="269820" y="3644648"/>
                <a:ext cx="213480" cy="224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3FACBF8-D906-BF02-2636-05B6A21AAF7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1180" y="3635648"/>
                  <a:ext cx="231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BA9E6A-7DC7-82E2-B758-711718241979}"/>
                    </a:ext>
                  </a:extLst>
                </p14:cNvPr>
                <p14:cNvContentPartPr/>
                <p14:nvPr/>
              </p14:nvContentPartPr>
              <p14:xfrm>
                <a:off x="448380" y="3584528"/>
                <a:ext cx="93240" cy="207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BA9E6A-7DC7-82E2-B758-71171824197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9740" y="3575888"/>
                  <a:ext cx="110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3AA0D03-D58C-710A-785E-3ACAE7CFFAA1}"/>
                    </a:ext>
                  </a:extLst>
                </p14:cNvPr>
                <p14:cNvContentPartPr/>
                <p14:nvPr/>
              </p14:nvContentPartPr>
              <p14:xfrm>
                <a:off x="612900" y="3636728"/>
                <a:ext cx="87480" cy="95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3AA0D03-D58C-710A-785E-3ACAE7CFFAA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3900" y="3627728"/>
                  <a:ext cx="105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05F1682-8413-9148-1C2B-71CD1EC8A58B}"/>
                    </a:ext>
                  </a:extLst>
                </p14:cNvPr>
                <p14:cNvContentPartPr/>
                <p14:nvPr/>
              </p14:nvContentPartPr>
              <p14:xfrm>
                <a:off x="597420" y="3541688"/>
                <a:ext cx="72720" cy="64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05F1682-8413-9148-1C2B-71CD1EC8A58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8420" y="3533048"/>
                  <a:ext cx="90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B2C7203-B9E8-1B0F-A72F-4B1173365FA4}"/>
                    </a:ext>
                  </a:extLst>
                </p14:cNvPr>
                <p14:cNvContentPartPr/>
                <p14:nvPr/>
              </p14:nvContentPartPr>
              <p14:xfrm>
                <a:off x="626940" y="3646808"/>
                <a:ext cx="84240" cy="42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B2C7203-B9E8-1B0F-A72F-4B1173365FA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8300" y="3637808"/>
                  <a:ext cx="101880" cy="5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Design example: notch out 60 Hz hum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Place conjugate zeros on the unit circle at the unwanted frequency.</a:t>
            </a:r>
          </a:p>
        </p:txBody>
      </p:sp>
      <p:pic>
        <p:nvPicPr>
          <p:cNvPr id="6" name="Picture 5" descr="notch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08660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325880"/>
            <a:ext cx="3474720" cy="37947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At fₛ=1000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7212B"/>
                </a:solidFill>
                <a:latin typeface="Aptos"/>
              </a:rPr>
              <a:t>ω₀ = 2π·60/1000
≈ 0.377 rad/sample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noFill/>
            </p:spPr>
            <p:txBody>
              <a:bodyPr wrap="square" lIns="73152" rIns="36576" anchor="t">
                <a:spAutoFit/>
              </a:bodyPr>
              <a:lstStyle/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Zeros: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ar-AE" dirty="0"/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ar-AE" dirty="0"/>
                  <a:t>• </a:t>
                </a:r>
                <a:r>
                  <a:rPr lang="en-US" dirty="0"/>
                  <a:t>Nearby poles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/>
                  <a:t> make a narrow, well-behaved notch.</a:t>
                </a:r>
              </a:p>
              <a:p>
                <a:pPr>
                  <a:spcAft>
                    <a:spcPts val="500"/>
                  </a:spcAft>
                  <a:defRPr sz="1500">
                    <a:solidFill>
                      <a:srgbClr val="17212B"/>
                    </a:solidFill>
                    <a:latin typeface="Aptos"/>
                  </a:defRPr>
                </a:pPr>
                <a:r>
                  <a:rPr lang="en-US" dirty="0"/>
                  <a:t>• Choose r&lt;1 for causal stability.</a:t>
                </a:r>
                <a:endParaRPr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3108960"/>
                <a:ext cx="2971800" cy="1158907"/>
              </a:xfrm>
              <a:prstGeom prst="rect">
                <a:avLst/>
              </a:prstGeom>
              <a:blipFill>
                <a:blip r:embed="rId3"/>
                <a:stretch>
                  <a:fillRect l="-1639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3AEB709-414A-72B0-E4E3-CD6303372391}"/>
              </a:ext>
            </a:extLst>
          </p:cNvPr>
          <p:cNvGrpSpPr/>
          <p:nvPr/>
        </p:nvGrpSpPr>
        <p:grpSpPr>
          <a:xfrm>
            <a:off x="975780" y="5289488"/>
            <a:ext cx="5601240" cy="952200"/>
            <a:chOff x="975780" y="5289488"/>
            <a:chExt cx="5601240" cy="95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D50BB0D-7DF2-18B7-0A10-0AE7A58AA720}"/>
                    </a:ext>
                  </a:extLst>
                </p14:cNvPr>
                <p14:cNvContentPartPr/>
                <p14:nvPr/>
              </p14:nvContentPartPr>
              <p14:xfrm>
                <a:off x="975780" y="5470568"/>
                <a:ext cx="92520" cy="94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D50BB0D-7DF2-18B7-0A10-0AE7A58AA7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6780" y="5461928"/>
                  <a:ext cx="110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065A86-4A3B-164C-6B99-34E073BF4890}"/>
                    </a:ext>
                  </a:extLst>
                </p14:cNvPr>
                <p14:cNvContentPartPr/>
                <p14:nvPr/>
              </p14:nvContentPartPr>
              <p14:xfrm>
                <a:off x="1174500" y="5491808"/>
                <a:ext cx="98640" cy="68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065A86-4A3B-164C-6B99-34E073BF48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5500" y="5483168"/>
                  <a:ext cx="116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52E6A1-B5E9-19F8-4700-45918135E605}"/>
                    </a:ext>
                  </a:extLst>
                </p14:cNvPr>
                <p14:cNvContentPartPr/>
                <p14:nvPr/>
              </p14:nvContentPartPr>
              <p14:xfrm>
                <a:off x="1350540" y="5512328"/>
                <a:ext cx="201960" cy="47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52E6A1-B5E9-19F8-4700-45918135E6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1900" y="5503328"/>
                  <a:ext cx="219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8AC0FB-101A-2BBE-963D-F47B3BADD7E9}"/>
                    </a:ext>
                  </a:extLst>
                </p14:cNvPr>
                <p14:cNvContentPartPr/>
                <p14:nvPr/>
              </p14:nvContentPartPr>
              <p14:xfrm>
                <a:off x="1640700" y="5490368"/>
                <a:ext cx="90720" cy="174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8AC0FB-101A-2BBE-963D-F47B3BADD7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2060" y="5481728"/>
                  <a:ext cx="108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8B8016-187C-56C9-466C-8F0B26DF6E3E}"/>
                    </a:ext>
                  </a:extLst>
                </p14:cNvPr>
                <p14:cNvContentPartPr/>
                <p14:nvPr/>
              </p14:nvContentPartPr>
              <p14:xfrm>
                <a:off x="1750140" y="5331248"/>
                <a:ext cx="327600" cy="21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8B8016-187C-56C9-466C-8F0B26DF6E3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1140" y="5322248"/>
                  <a:ext cx="3452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6076EB-44C6-C9E6-DC86-22DC023B163A}"/>
                    </a:ext>
                  </a:extLst>
                </p14:cNvPr>
                <p14:cNvContentPartPr/>
                <p14:nvPr/>
              </p14:nvContentPartPr>
              <p14:xfrm>
                <a:off x="2031300" y="5449688"/>
                <a:ext cx="172800" cy="9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6076EB-44C6-C9E6-DC86-22DC023B16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2300" y="5441048"/>
                  <a:ext cx="190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B78839-1875-20D5-4146-69EE202FBB90}"/>
                    </a:ext>
                  </a:extLst>
                </p14:cNvPr>
                <p14:cNvContentPartPr/>
                <p14:nvPr/>
              </p14:nvContentPartPr>
              <p14:xfrm>
                <a:off x="2104020" y="5449688"/>
                <a:ext cx="20880" cy="9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B78839-1875-20D5-4146-69EE202FBB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95380" y="5441048"/>
                  <a:ext cx="38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0D00A1-6D90-01CA-D14C-5D904220B20E}"/>
                    </a:ext>
                  </a:extLst>
                </p14:cNvPr>
                <p14:cNvContentPartPr/>
                <p14:nvPr/>
              </p14:nvContentPartPr>
              <p14:xfrm>
                <a:off x="2522700" y="5477768"/>
                <a:ext cx="119880" cy="112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0D00A1-6D90-01CA-D14C-5D904220B2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4060" y="5469128"/>
                  <a:ext cx="137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09873C-3307-FBB9-78B2-6DF61C50BAAE}"/>
                    </a:ext>
                  </a:extLst>
                </p14:cNvPr>
                <p14:cNvContentPartPr/>
                <p14:nvPr/>
              </p14:nvContentPartPr>
              <p14:xfrm>
                <a:off x="2685780" y="5483888"/>
                <a:ext cx="88560" cy="66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09873C-3307-FBB9-78B2-6DF61C50BA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7140" y="5474888"/>
                  <a:ext cx="106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8292D2-45B1-F3C4-2412-8EAB46AB4B57}"/>
                    </a:ext>
                  </a:extLst>
                </p14:cNvPr>
                <p14:cNvContentPartPr/>
                <p14:nvPr/>
              </p14:nvContentPartPr>
              <p14:xfrm>
                <a:off x="2810700" y="5502248"/>
                <a:ext cx="182160" cy="5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8292D2-45B1-F3C4-2412-8EAB46AB4B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01700" y="5493608"/>
                  <a:ext cx="199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ABC5A3-5BBB-151C-FC41-CEE31795E670}"/>
                    </a:ext>
                  </a:extLst>
                </p14:cNvPr>
                <p14:cNvContentPartPr/>
                <p14:nvPr/>
              </p14:nvContentPartPr>
              <p14:xfrm>
                <a:off x="3064140" y="5496488"/>
                <a:ext cx="102240" cy="20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ABC5A3-5BBB-151C-FC41-CEE31795E6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5140" y="5487848"/>
                  <a:ext cx="119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F66360-E247-7E99-7D5F-8E0F039520E5}"/>
                    </a:ext>
                  </a:extLst>
                </p14:cNvPr>
                <p14:cNvContentPartPr/>
                <p14:nvPr/>
              </p14:nvContentPartPr>
              <p14:xfrm>
                <a:off x="3023460" y="5392808"/>
                <a:ext cx="10800" cy="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F66360-E247-7E99-7D5F-8E0F039520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14820" y="5383808"/>
                  <a:ext cx="28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9C71A2-B76E-6FD8-83D6-65E3D27D0FF8}"/>
                    </a:ext>
                  </a:extLst>
                </p14:cNvPr>
                <p14:cNvContentPartPr/>
                <p14:nvPr/>
              </p14:nvContentPartPr>
              <p14:xfrm>
                <a:off x="3537180" y="5480288"/>
                <a:ext cx="104040" cy="157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9C71A2-B76E-6FD8-83D6-65E3D27D0F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28180" y="5471648"/>
                  <a:ext cx="121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E6D3AB-39ED-1593-FB3B-FB481AFFB548}"/>
                    </a:ext>
                  </a:extLst>
                </p14:cNvPr>
                <p14:cNvContentPartPr/>
                <p14:nvPr/>
              </p14:nvContentPartPr>
              <p14:xfrm>
                <a:off x="3686580" y="5465168"/>
                <a:ext cx="116640" cy="9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E6D3AB-39ED-1593-FB3B-FB481AFFB5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77580" y="5456528"/>
                  <a:ext cx="134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06B895-11B5-7164-BFCC-6E7DB0484982}"/>
                    </a:ext>
                  </a:extLst>
                </p14:cNvPr>
                <p14:cNvContentPartPr/>
                <p14:nvPr/>
              </p14:nvContentPartPr>
              <p14:xfrm>
                <a:off x="3828060" y="5339888"/>
                <a:ext cx="328320" cy="225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006B895-11B5-7164-BFCC-6E7DB04849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19420" y="5331248"/>
                  <a:ext cx="3459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C27DE3-44F4-1D1F-F373-3497A33F6455}"/>
                    </a:ext>
                  </a:extLst>
                </p14:cNvPr>
                <p14:cNvContentPartPr/>
                <p14:nvPr/>
              </p14:nvContentPartPr>
              <p14:xfrm>
                <a:off x="4219380" y="5289488"/>
                <a:ext cx="84960" cy="353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C27DE3-44F4-1D1F-F373-3497A33F64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10740" y="5280488"/>
                  <a:ext cx="102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FDEB46-453F-8FC6-1D4A-5142580C15EC}"/>
                    </a:ext>
                  </a:extLst>
                </p14:cNvPr>
                <p14:cNvContentPartPr/>
                <p14:nvPr/>
              </p14:nvContentPartPr>
              <p14:xfrm>
                <a:off x="4353660" y="5466248"/>
                <a:ext cx="138240" cy="159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FDEB46-453F-8FC6-1D4A-5142580C15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44660" y="5457608"/>
                  <a:ext cx="155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9750BA-FF0A-779E-250B-C3AC3545CCCB}"/>
                    </a:ext>
                  </a:extLst>
                </p14:cNvPr>
                <p14:cNvContentPartPr/>
                <p14:nvPr/>
              </p14:nvContentPartPr>
              <p14:xfrm>
                <a:off x="4364820" y="5543288"/>
                <a:ext cx="113760" cy="1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9750BA-FF0A-779E-250B-C3AC3545CC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56180" y="5534648"/>
                  <a:ext cx="131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C84A60-F14F-C2FE-3BC2-021F74DC2F04}"/>
                    </a:ext>
                  </a:extLst>
                </p14:cNvPr>
                <p14:cNvContentPartPr/>
                <p14:nvPr/>
              </p14:nvContentPartPr>
              <p14:xfrm>
                <a:off x="4549860" y="5443568"/>
                <a:ext cx="204480" cy="156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C84A60-F14F-C2FE-3BC2-021F74DC2F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40860" y="5434928"/>
                  <a:ext cx="222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7DA58C-FA94-1C34-9F06-897A03B07BFC}"/>
                    </a:ext>
                  </a:extLst>
                </p14:cNvPr>
                <p14:cNvContentPartPr/>
                <p14:nvPr/>
              </p14:nvContentPartPr>
              <p14:xfrm>
                <a:off x="4803660" y="5487488"/>
                <a:ext cx="174600" cy="9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7DA58C-FA94-1C34-9F06-897A03B07BF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94660" y="5478488"/>
                  <a:ext cx="192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3EACF10-3AF3-3790-6FD7-CBD8493C7A51}"/>
                    </a:ext>
                  </a:extLst>
                </p14:cNvPr>
                <p14:cNvContentPartPr/>
                <p14:nvPr/>
              </p14:nvContentPartPr>
              <p14:xfrm>
                <a:off x="5243580" y="5433488"/>
                <a:ext cx="85680" cy="216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3EACF10-3AF3-3790-6FD7-CBD8493C7A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34940" y="5424488"/>
                  <a:ext cx="103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618323-19AD-97BB-AA71-5891389A62DE}"/>
                    </a:ext>
                  </a:extLst>
                </p14:cNvPr>
                <p14:cNvContentPartPr/>
                <p14:nvPr/>
              </p14:nvContentPartPr>
              <p14:xfrm>
                <a:off x="5431860" y="5428448"/>
                <a:ext cx="163440" cy="105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618323-19AD-97BB-AA71-5891389A62D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22860" y="5419808"/>
                  <a:ext cx="181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30928F-36AB-799A-163F-3BFC6D861673}"/>
                    </a:ext>
                  </a:extLst>
                </p14:cNvPr>
                <p14:cNvContentPartPr/>
                <p14:nvPr/>
              </p14:nvContentPartPr>
              <p14:xfrm>
                <a:off x="5621220" y="5449688"/>
                <a:ext cx="61920" cy="83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30928F-36AB-799A-163F-3BFC6D8616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12580" y="5441048"/>
                  <a:ext cx="795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EC22E3-DDA2-1AD9-A1E2-45901DDA900D}"/>
                    </a:ext>
                  </a:extLst>
                </p14:cNvPr>
                <p14:cNvContentPartPr/>
                <p14:nvPr/>
              </p14:nvContentPartPr>
              <p14:xfrm>
                <a:off x="5590260" y="5376968"/>
                <a:ext cx="22320" cy="28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EC22E3-DDA2-1AD9-A1E2-45901DDA90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81260" y="5368328"/>
                  <a:ext cx="39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1EC4F6-07CE-18D3-080D-306845489593}"/>
                    </a:ext>
                  </a:extLst>
                </p14:cNvPr>
                <p14:cNvContentPartPr/>
                <p14:nvPr/>
              </p14:nvContentPartPr>
              <p14:xfrm>
                <a:off x="5714460" y="5408648"/>
                <a:ext cx="122400" cy="97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1EC4F6-07CE-18D3-080D-3068454895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05820" y="5399648"/>
                  <a:ext cx="140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7C2843F-B1EE-DE39-8A2E-35B08C5FE834}"/>
                    </a:ext>
                  </a:extLst>
                </p14:cNvPr>
                <p14:cNvContentPartPr/>
                <p14:nvPr/>
              </p14:nvContentPartPr>
              <p14:xfrm>
                <a:off x="2063700" y="5895368"/>
                <a:ext cx="98640" cy="318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7C2843F-B1EE-DE39-8A2E-35B08C5FE8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55060" y="5886368"/>
                  <a:ext cx="1162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041127-54F2-767C-9439-44446816A6A3}"/>
                    </a:ext>
                  </a:extLst>
                </p14:cNvPr>
                <p14:cNvContentPartPr/>
                <p14:nvPr/>
              </p14:nvContentPartPr>
              <p14:xfrm>
                <a:off x="2150820" y="6003728"/>
                <a:ext cx="186480" cy="194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041127-54F2-767C-9439-44446816A6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41820" y="5994728"/>
                  <a:ext cx="204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7C8AC96-5CFE-6A94-2C48-E779CBA23A07}"/>
                    </a:ext>
                  </a:extLst>
                </p14:cNvPr>
                <p14:cNvContentPartPr/>
                <p14:nvPr/>
              </p14:nvContentPartPr>
              <p14:xfrm>
                <a:off x="2183220" y="6120008"/>
                <a:ext cx="170280" cy="10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7C8AC96-5CFE-6A94-2C48-E779CBA23A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74580" y="6111008"/>
                  <a:ext cx="187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EEF790E-9CCD-031C-D6A5-14CB7677AB0A}"/>
                    </a:ext>
                  </a:extLst>
                </p14:cNvPr>
                <p14:cNvContentPartPr/>
                <p14:nvPr/>
              </p14:nvContentPartPr>
              <p14:xfrm>
                <a:off x="2353500" y="5899328"/>
                <a:ext cx="153000" cy="340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EEF790E-9CCD-031C-D6A5-14CB7677AB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44500" y="5890688"/>
                  <a:ext cx="1706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D7744D-0A0B-5CFA-2E81-3B838B627B81}"/>
                    </a:ext>
                  </a:extLst>
                </p14:cNvPr>
                <p14:cNvContentPartPr/>
                <p14:nvPr/>
              </p14:nvContentPartPr>
              <p14:xfrm>
                <a:off x="2743740" y="6112088"/>
                <a:ext cx="129600" cy="7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D7744D-0A0B-5CFA-2E81-3B838B627B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34740" y="6103448"/>
                  <a:ext cx="147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8971E8-1931-75C8-5250-8945A8B31736}"/>
                    </a:ext>
                  </a:extLst>
                </p14:cNvPr>
                <p14:cNvContentPartPr/>
                <p14:nvPr/>
              </p14:nvContentPartPr>
              <p14:xfrm>
                <a:off x="2756340" y="6036848"/>
                <a:ext cx="91080" cy="1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8971E8-1931-75C8-5250-8945A8B317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47700" y="6028208"/>
                  <a:ext cx="108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4DCFAE-76A4-F872-570E-006EAC9DC67F}"/>
                    </a:ext>
                  </a:extLst>
                </p14:cNvPr>
                <p14:cNvContentPartPr/>
                <p14:nvPr/>
              </p14:nvContentPartPr>
              <p14:xfrm>
                <a:off x="1750140" y="6009488"/>
                <a:ext cx="77040" cy="231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4DCFAE-76A4-F872-570E-006EAC9DC67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41140" y="6000488"/>
                  <a:ext cx="946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BE6CAB2-DEB4-05E6-2585-4EA921215C32}"/>
                    </a:ext>
                  </a:extLst>
                </p14:cNvPr>
                <p14:cNvContentPartPr/>
                <p14:nvPr/>
              </p14:nvContentPartPr>
              <p14:xfrm>
                <a:off x="1688220" y="5942528"/>
                <a:ext cx="196920" cy="141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BE6CAB2-DEB4-05E6-2585-4EA921215C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79580" y="5933528"/>
                  <a:ext cx="21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0AC561-F7B6-4024-60D8-91B0513ADBBB}"/>
                    </a:ext>
                  </a:extLst>
                </p14:cNvPr>
                <p14:cNvContentPartPr/>
                <p14:nvPr/>
              </p14:nvContentPartPr>
              <p14:xfrm>
                <a:off x="3184020" y="5876648"/>
                <a:ext cx="116640" cy="350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0AC561-F7B6-4024-60D8-91B0513ADB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75380" y="5867648"/>
                  <a:ext cx="134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1AC490-EDCC-50A4-B6A1-226D5253D5DC}"/>
                    </a:ext>
                  </a:extLst>
                </p14:cNvPr>
                <p14:cNvContentPartPr/>
                <p14:nvPr/>
              </p14:nvContentPartPr>
              <p14:xfrm>
                <a:off x="3372300" y="5963048"/>
                <a:ext cx="51840" cy="173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1AC490-EDCC-50A4-B6A1-226D5253D5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63660" y="5954408"/>
                  <a:ext cx="69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923AF45-4E92-9F52-F1F7-57ECDF7798BF}"/>
                    </a:ext>
                  </a:extLst>
                </p14:cNvPr>
                <p14:cNvContentPartPr/>
                <p14:nvPr/>
              </p14:nvContentPartPr>
              <p14:xfrm>
                <a:off x="3587220" y="6076808"/>
                <a:ext cx="138240" cy="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923AF45-4E92-9F52-F1F7-57ECDF7798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78220" y="6068168"/>
                  <a:ext cx="155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F0BA4F-B13F-1860-0526-B2A08E06B513}"/>
                    </a:ext>
                  </a:extLst>
                </p14:cNvPr>
                <p14:cNvContentPartPr/>
                <p14:nvPr/>
              </p14:nvContentPartPr>
              <p14:xfrm>
                <a:off x="3864780" y="5994368"/>
                <a:ext cx="157680" cy="247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F0BA4F-B13F-1860-0526-B2A08E06B5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56140" y="5985368"/>
                  <a:ext cx="175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424541-8BF8-B15A-0DBC-9E204B215966}"/>
                    </a:ext>
                  </a:extLst>
                </p14:cNvPr>
                <p14:cNvContentPartPr/>
                <p14:nvPr/>
              </p14:nvContentPartPr>
              <p14:xfrm>
                <a:off x="4078260" y="5989328"/>
                <a:ext cx="209160" cy="136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424541-8BF8-B15A-0DBC-9E204B2159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9260" y="5980688"/>
                  <a:ext cx="226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825D37-AC63-923D-666E-415FB252C850}"/>
                    </a:ext>
                  </a:extLst>
                </p14:cNvPr>
                <p14:cNvContentPartPr/>
                <p14:nvPr/>
              </p14:nvContentPartPr>
              <p14:xfrm>
                <a:off x="4255380" y="5865488"/>
                <a:ext cx="124560" cy="197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0825D37-AC63-923D-666E-415FB252C85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46380" y="5856488"/>
                  <a:ext cx="1422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6C25D-7887-AA54-D8A0-3E1263A5A68F}"/>
                    </a:ext>
                  </a:extLst>
                </p14:cNvPr>
                <p14:cNvContentPartPr/>
                <p14:nvPr/>
              </p14:nvContentPartPr>
              <p14:xfrm>
                <a:off x="4243500" y="5761088"/>
                <a:ext cx="11520" cy="21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6C25D-7887-AA54-D8A0-3E1263A5A68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34860" y="5752088"/>
                  <a:ext cx="29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19C412-2347-2A96-5486-B745BD8BE01E}"/>
                    </a:ext>
                  </a:extLst>
                </p14:cNvPr>
                <p14:cNvContentPartPr/>
                <p14:nvPr/>
              </p14:nvContentPartPr>
              <p14:xfrm>
                <a:off x="4369140" y="5777288"/>
                <a:ext cx="194760" cy="87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19C412-2347-2A96-5486-B745BD8BE0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60140" y="5768288"/>
                  <a:ext cx="2124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122D31-37BC-0629-EBDE-FCAA88A8B124}"/>
                    </a:ext>
                  </a:extLst>
                </p14:cNvPr>
                <p14:cNvContentPartPr/>
                <p14:nvPr/>
              </p14:nvContentPartPr>
              <p14:xfrm>
                <a:off x="4635180" y="5838848"/>
                <a:ext cx="68040" cy="52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122D31-37BC-0629-EBDE-FCAA88A8B1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26180" y="5829848"/>
                  <a:ext cx="85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197958E-8455-CBDC-A687-049DB560A845}"/>
                    </a:ext>
                  </a:extLst>
                </p14:cNvPr>
                <p14:cNvContentPartPr/>
                <p14:nvPr/>
              </p14:nvContentPartPr>
              <p14:xfrm>
                <a:off x="4784940" y="5860448"/>
                <a:ext cx="162360" cy="331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197958E-8455-CBDC-A687-049DB560A8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75940" y="5851448"/>
                  <a:ext cx="1800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133346-D3DE-0369-CE8F-EEA775D75C56}"/>
                    </a:ext>
                  </a:extLst>
                </p14:cNvPr>
                <p14:cNvContentPartPr/>
                <p14:nvPr/>
              </p14:nvContentPartPr>
              <p14:xfrm>
                <a:off x="5064660" y="5852888"/>
                <a:ext cx="130680" cy="362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133346-D3DE-0369-CE8F-EEA775D75C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56020" y="5843888"/>
                  <a:ext cx="1483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76C93E3-B4F2-0BD6-B5AC-84BEFC528BAB}"/>
                    </a:ext>
                  </a:extLst>
                </p14:cNvPr>
                <p14:cNvContentPartPr/>
                <p14:nvPr/>
              </p14:nvContentPartPr>
              <p14:xfrm>
                <a:off x="5231700" y="5896808"/>
                <a:ext cx="87840" cy="223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76C93E3-B4F2-0BD6-B5AC-84BEFC528B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22700" y="5887808"/>
                  <a:ext cx="105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174E989-F069-AF9D-C38A-7EFECE2E2612}"/>
                    </a:ext>
                  </a:extLst>
                </p14:cNvPr>
                <p14:cNvContentPartPr/>
                <p14:nvPr/>
              </p14:nvContentPartPr>
              <p14:xfrm>
                <a:off x="5409540" y="6005888"/>
                <a:ext cx="139320" cy="32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174E989-F069-AF9D-C38A-7EFECE2E26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00900" y="5996888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5B8676-9797-E0ED-970D-67FE6EBE1891}"/>
                    </a:ext>
                  </a:extLst>
                </p14:cNvPr>
                <p14:cNvContentPartPr/>
                <p14:nvPr/>
              </p14:nvContentPartPr>
              <p14:xfrm>
                <a:off x="5661900" y="5963408"/>
                <a:ext cx="147240" cy="239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5B8676-9797-E0ED-970D-67FE6EBE189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53260" y="5954768"/>
                  <a:ext cx="164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86501B0-1797-2433-5C47-C2A4B3D2B07B}"/>
                    </a:ext>
                  </a:extLst>
                </p14:cNvPr>
                <p14:cNvContentPartPr/>
                <p14:nvPr/>
              </p14:nvContentPartPr>
              <p14:xfrm>
                <a:off x="5932980" y="5975288"/>
                <a:ext cx="187560" cy="140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86501B0-1797-2433-5C47-C2A4B3D2B0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4340" y="5966648"/>
                  <a:ext cx="20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AC09E2-AC31-D621-E26E-9C9245CF0A09}"/>
                    </a:ext>
                  </a:extLst>
                </p14:cNvPr>
                <p14:cNvContentPartPr/>
                <p14:nvPr/>
              </p14:nvContentPartPr>
              <p14:xfrm>
                <a:off x="6011100" y="5844608"/>
                <a:ext cx="119520" cy="15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AC09E2-AC31-D621-E26E-9C9245CF0A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02460" y="5835968"/>
                  <a:ext cx="137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C48D679-F005-24A2-E22F-D4457E8E6807}"/>
                    </a:ext>
                  </a:extLst>
                </p14:cNvPr>
                <p14:cNvContentPartPr/>
                <p14:nvPr/>
              </p14:nvContentPartPr>
              <p14:xfrm>
                <a:off x="6187500" y="5792768"/>
                <a:ext cx="99360" cy="177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C48D679-F005-24A2-E22F-D4457E8E680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78500" y="5783768"/>
                  <a:ext cx="117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BCAF4FE-4E0A-47F8-B0DB-4C22458FEB49}"/>
                    </a:ext>
                  </a:extLst>
                </p14:cNvPr>
                <p14:cNvContentPartPr/>
                <p14:nvPr/>
              </p14:nvContentPartPr>
              <p14:xfrm>
                <a:off x="6125220" y="5666768"/>
                <a:ext cx="8640" cy="6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BCAF4FE-4E0A-47F8-B0DB-4C22458FEB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16580" y="5657768"/>
                  <a:ext cx="26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75F7E84-2D36-B531-AF26-F8ABBFD331D9}"/>
                    </a:ext>
                  </a:extLst>
                </p14:cNvPr>
                <p14:cNvContentPartPr/>
                <p14:nvPr/>
              </p14:nvContentPartPr>
              <p14:xfrm>
                <a:off x="6249780" y="5700608"/>
                <a:ext cx="167400" cy="91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75F7E84-2D36-B531-AF26-F8ABBFD331D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41140" y="5691968"/>
                  <a:ext cx="1850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6D57DDB-2353-243D-507E-39D54B15BDB4}"/>
                    </a:ext>
                  </a:extLst>
                </p14:cNvPr>
                <p14:cNvContentPartPr/>
                <p14:nvPr/>
              </p14:nvContentPartPr>
              <p14:xfrm>
                <a:off x="6491700" y="5757488"/>
                <a:ext cx="85320" cy="82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6D57DDB-2353-243D-507E-39D54B15BDB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83060" y="5748848"/>
                  <a:ext cx="1029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2AEAB89-58D9-4F05-EC83-3F2B7D3841FE}"/>
              </a:ext>
            </a:extLst>
          </p:cNvPr>
          <p:cNvGrpSpPr/>
          <p:nvPr/>
        </p:nvGrpSpPr>
        <p:grpSpPr>
          <a:xfrm>
            <a:off x="4630500" y="6000488"/>
            <a:ext cx="259200" cy="178560"/>
            <a:chOff x="4630500" y="6000488"/>
            <a:chExt cx="25920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58ED5E-C3B3-DBAB-B28F-890ABA8BE148}"/>
                    </a:ext>
                  </a:extLst>
                </p14:cNvPr>
                <p14:cNvContentPartPr/>
                <p14:nvPr/>
              </p14:nvContentPartPr>
              <p14:xfrm>
                <a:off x="4630500" y="6032528"/>
                <a:ext cx="112680" cy="146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58ED5E-C3B3-DBAB-B28F-890ABA8BE1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21860" y="6023888"/>
                  <a:ext cx="130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98C704-DA29-497F-B102-D8059D16D36E}"/>
                    </a:ext>
                  </a:extLst>
                </p14:cNvPr>
                <p14:cNvContentPartPr/>
                <p14:nvPr/>
              </p14:nvContentPartPr>
              <p14:xfrm>
                <a:off x="4659300" y="6125408"/>
                <a:ext cx="73800" cy="5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98C704-DA29-497F-B102-D8059D16D36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50300" y="6116408"/>
                  <a:ext cx="91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BC432D-DE3C-B216-F5E9-6C2F6295412F}"/>
                    </a:ext>
                  </a:extLst>
                </p14:cNvPr>
                <p14:cNvContentPartPr/>
                <p14:nvPr/>
              </p14:nvContentPartPr>
              <p14:xfrm>
                <a:off x="4743180" y="6041168"/>
                <a:ext cx="78480" cy="6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BC432D-DE3C-B216-F5E9-6C2F6295412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34180" y="6032168"/>
                  <a:ext cx="96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6D6A18-AAB0-C374-2BB9-1EFEFD686E44}"/>
                    </a:ext>
                  </a:extLst>
                </p14:cNvPr>
                <p14:cNvContentPartPr/>
                <p14:nvPr/>
              </p14:nvContentPartPr>
              <p14:xfrm>
                <a:off x="4847220" y="6000488"/>
                <a:ext cx="42480" cy="94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6D6A18-AAB0-C374-2BB9-1EFEFD686E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8220" y="5991848"/>
                  <a:ext cx="6012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7ABD581-D34B-1BBF-4115-0A144F6F449C}"/>
              </a:ext>
            </a:extLst>
          </p:cNvPr>
          <p:cNvGrpSpPr/>
          <p:nvPr/>
        </p:nvGrpSpPr>
        <p:grpSpPr>
          <a:xfrm>
            <a:off x="6639660" y="5803208"/>
            <a:ext cx="571320" cy="372600"/>
            <a:chOff x="6639660" y="5803208"/>
            <a:chExt cx="57132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29D244B-5A2E-5C3F-A050-465FFA4E9BB6}"/>
                    </a:ext>
                  </a:extLst>
                </p14:cNvPr>
                <p14:cNvContentPartPr/>
                <p14:nvPr/>
              </p14:nvContentPartPr>
              <p14:xfrm>
                <a:off x="6639660" y="5964848"/>
                <a:ext cx="103320" cy="146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29D244B-5A2E-5C3F-A050-465FFA4E9B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30660" y="5955848"/>
                  <a:ext cx="120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CDF4F7-F460-0C2F-2FFA-B7FF877CD92C}"/>
                    </a:ext>
                  </a:extLst>
                </p14:cNvPr>
                <p14:cNvContentPartPr/>
                <p14:nvPr/>
              </p14:nvContentPartPr>
              <p14:xfrm>
                <a:off x="6645060" y="6036128"/>
                <a:ext cx="135360" cy="16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CDF4F7-F460-0C2F-2FFA-B7FF877CD92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36060" y="6027488"/>
                  <a:ext cx="153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7297BF7-5185-2F9E-AD84-7AC0C2B0EC1D}"/>
                    </a:ext>
                  </a:extLst>
                </p14:cNvPr>
                <p14:cNvContentPartPr/>
                <p14:nvPr/>
              </p14:nvContentPartPr>
              <p14:xfrm>
                <a:off x="6756300" y="5870888"/>
                <a:ext cx="70920" cy="5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7297BF7-5185-2F9E-AD84-7AC0C2B0EC1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47300" y="5861888"/>
                  <a:ext cx="88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E611130-ABD5-5FC6-11EB-F34444BE621E}"/>
                    </a:ext>
                  </a:extLst>
                </p14:cNvPr>
                <p14:cNvContentPartPr/>
                <p14:nvPr/>
              </p14:nvContentPartPr>
              <p14:xfrm>
                <a:off x="6909660" y="5803208"/>
                <a:ext cx="28440" cy="73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E611130-ABD5-5FC6-11EB-F34444BE621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01020" y="5794208"/>
                  <a:ext cx="46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A91ECD1-2E3C-81F9-F218-0118E15BF136}"/>
                    </a:ext>
                  </a:extLst>
                </p14:cNvPr>
                <p14:cNvContentPartPr/>
                <p14:nvPr/>
              </p14:nvContentPartPr>
              <p14:xfrm>
                <a:off x="7034580" y="5803208"/>
                <a:ext cx="176400" cy="372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A91ECD1-2E3C-81F9-F218-0118E15BF13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25580" y="5794208"/>
                  <a:ext cx="19404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F76C9BA-CA4E-3477-4438-1D245CFACE83}"/>
              </a:ext>
            </a:extLst>
          </p:cNvPr>
          <p:cNvGrpSpPr/>
          <p:nvPr/>
        </p:nvGrpSpPr>
        <p:grpSpPr>
          <a:xfrm>
            <a:off x="6359580" y="130688"/>
            <a:ext cx="2311920" cy="1341360"/>
            <a:chOff x="6359580" y="130688"/>
            <a:chExt cx="2311920" cy="13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41063FE-E70C-7582-345A-CC0F343CDA9A}"/>
                    </a:ext>
                  </a:extLst>
                </p14:cNvPr>
                <p14:cNvContentPartPr/>
                <p14:nvPr/>
              </p14:nvContentPartPr>
              <p14:xfrm>
                <a:off x="7387380" y="130688"/>
                <a:ext cx="37800" cy="1341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41063FE-E70C-7582-345A-CC0F343CDA9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78380" y="122048"/>
                  <a:ext cx="55440" cy="13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401FF8-183B-C561-5565-B032F3E117E1}"/>
                    </a:ext>
                  </a:extLst>
                </p14:cNvPr>
                <p14:cNvContentPartPr/>
                <p14:nvPr/>
              </p14:nvContentPartPr>
              <p14:xfrm>
                <a:off x="6359580" y="815408"/>
                <a:ext cx="2311920" cy="24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401FF8-183B-C561-5565-B032F3E117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50940" y="806768"/>
                  <a:ext cx="23295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20982E5-8342-411C-D6F2-A63C474F8228}"/>
              </a:ext>
            </a:extLst>
          </p:cNvPr>
          <p:cNvGrpSpPr/>
          <p:nvPr/>
        </p:nvGrpSpPr>
        <p:grpSpPr>
          <a:xfrm>
            <a:off x="7393500" y="5995088"/>
            <a:ext cx="124560" cy="55440"/>
            <a:chOff x="7393500" y="5995088"/>
            <a:chExt cx="12456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14FAD48-32F8-1A13-42C2-EA06936474CF}"/>
                    </a:ext>
                  </a:extLst>
                </p14:cNvPr>
                <p14:cNvContentPartPr/>
                <p14:nvPr/>
              </p14:nvContentPartPr>
              <p14:xfrm>
                <a:off x="7393500" y="6036848"/>
                <a:ext cx="121680" cy="13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14FAD48-32F8-1A13-42C2-EA06936474C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84860" y="6028208"/>
                  <a:ext cx="139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8B7332E-E9BF-0D9B-EB84-023A07E96084}"/>
                    </a:ext>
                  </a:extLst>
                </p14:cNvPr>
                <p14:cNvContentPartPr/>
                <p14:nvPr/>
              </p14:nvContentPartPr>
              <p14:xfrm>
                <a:off x="7420500" y="5995088"/>
                <a:ext cx="97560" cy="5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B7332E-E9BF-0D9B-EB84-023A07E960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11500" y="5986448"/>
                  <a:ext cx="115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521DAC7-41FD-A5AF-39A6-6C7524A62085}"/>
              </a:ext>
            </a:extLst>
          </p:cNvPr>
          <p:cNvGrpSpPr/>
          <p:nvPr/>
        </p:nvGrpSpPr>
        <p:grpSpPr>
          <a:xfrm>
            <a:off x="7767900" y="5898968"/>
            <a:ext cx="2040480" cy="336600"/>
            <a:chOff x="7767900" y="5898968"/>
            <a:chExt cx="204048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0B8BD01-81C1-C9FA-7257-C9DFF69D1FD4}"/>
                    </a:ext>
                  </a:extLst>
                </p14:cNvPr>
                <p14:cNvContentPartPr/>
                <p14:nvPr/>
              </p14:nvContentPartPr>
              <p14:xfrm>
                <a:off x="7767900" y="5898968"/>
                <a:ext cx="95400" cy="239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0B8BD01-81C1-C9FA-7257-C9DFF69D1FD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58900" y="5890328"/>
                  <a:ext cx="113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D0755FB-CA06-D2A5-F79F-8796B0C8B886}"/>
                    </a:ext>
                  </a:extLst>
                </p14:cNvPr>
                <p14:cNvContentPartPr/>
                <p14:nvPr/>
              </p14:nvContentPartPr>
              <p14:xfrm>
                <a:off x="7980300" y="6015608"/>
                <a:ext cx="145440" cy="11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D0755FB-CA06-D2A5-F79F-8796B0C8B88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71660" y="6006608"/>
                  <a:ext cx="163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679C948-76C6-44E1-AE8B-3969DBE6221C}"/>
                    </a:ext>
                  </a:extLst>
                </p14:cNvPr>
                <p14:cNvContentPartPr/>
                <p14:nvPr/>
              </p14:nvContentPartPr>
              <p14:xfrm>
                <a:off x="8268300" y="5922728"/>
                <a:ext cx="153360" cy="184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679C948-76C6-44E1-AE8B-3969DBE6221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59300" y="5913728"/>
                  <a:ext cx="171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AFB4D62-FFB7-A6C8-F667-439EC1AC8CD5}"/>
                    </a:ext>
                  </a:extLst>
                </p14:cNvPr>
                <p14:cNvContentPartPr/>
                <p14:nvPr/>
              </p14:nvContentPartPr>
              <p14:xfrm>
                <a:off x="8504100" y="6005168"/>
                <a:ext cx="110160" cy="230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AFB4D62-FFB7-A6C8-F667-439EC1AC8C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95100" y="5996168"/>
                  <a:ext cx="127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C7FE893-EBF9-5296-00C8-76B020358B58}"/>
                    </a:ext>
                  </a:extLst>
                </p14:cNvPr>
                <p14:cNvContentPartPr/>
                <p14:nvPr/>
              </p14:nvContentPartPr>
              <p14:xfrm>
                <a:off x="8758620" y="5978168"/>
                <a:ext cx="104760" cy="111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C7FE893-EBF9-5296-00C8-76B020358B5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49620" y="5969528"/>
                  <a:ext cx="122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E9D5A9-42C9-14B3-90C3-700FE17F92A2}"/>
                    </a:ext>
                  </a:extLst>
                </p14:cNvPr>
                <p14:cNvContentPartPr/>
                <p14:nvPr/>
              </p14:nvContentPartPr>
              <p14:xfrm>
                <a:off x="8909820" y="5999048"/>
                <a:ext cx="99360" cy="74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E9D5A9-42C9-14B3-90C3-700FE17F92A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01180" y="5990048"/>
                  <a:ext cx="117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64DA19D-3352-968B-8873-3AD57E957389}"/>
                    </a:ext>
                  </a:extLst>
                </p14:cNvPr>
                <p14:cNvContentPartPr/>
                <p14:nvPr/>
              </p14:nvContentPartPr>
              <p14:xfrm>
                <a:off x="9019980" y="5974568"/>
                <a:ext cx="125280" cy="131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64DA19D-3352-968B-8873-3AD57E9573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11340" y="5965928"/>
                  <a:ext cx="14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6F19EF-A44D-7660-DB1C-FD8DC563277F}"/>
                    </a:ext>
                  </a:extLst>
                </p14:cNvPr>
                <p14:cNvContentPartPr/>
                <p14:nvPr/>
              </p14:nvContentPartPr>
              <p14:xfrm>
                <a:off x="9282780" y="5990408"/>
                <a:ext cx="174240" cy="110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6F19EF-A44D-7660-DB1C-FD8DC563277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73780" y="5981768"/>
                  <a:ext cx="191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2790165-F959-FC06-A843-077B92FB7BA2}"/>
                    </a:ext>
                  </a:extLst>
                </p14:cNvPr>
                <p14:cNvContentPartPr/>
                <p14:nvPr/>
              </p14:nvContentPartPr>
              <p14:xfrm>
                <a:off x="9559260" y="6077528"/>
                <a:ext cx="81720" cy="79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2790165-F959-FC06-A843-077B92FB7BA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50260" y="6068888"/>
                  <a:ext cx="99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FFBA318-358E-E3F2-E333-3EF0C06818EF}"/>
                    </a:ext>
                  </a:extLst>
                </p14:cNvPr>
                <p14:cNvContentPartPr/>
                <p14:nvPr/>
              </p14:nvContentPartPr>
              <p14:xfrm>
                <a:off x="9705060" y="5927768"/>
                <a:ext cx="63000" cy="167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FFBA318-358E-E3F2-E333-3EF0C06818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96060" y="5919128"/>
                  <a:ext cx="80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9D4A7AB-AD48-C7A0-7B9F-9405753A0C3A}"/>
                    </a:ext>
                  </a:extLst>
                </p14:cNvPr>
                <p14:cNvContentPartPr/>
                <p14:nvPr/>
              </p14:nvContentPartPr>
              <p14:xfrm>
                <a:off x="9216540" y="5979968"/>
                <a:ext cx="49320" cy="166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9D4A7AB-AD48-C7A0-7B9F-9405753A0C3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07900" y="5970968"/>
                  <a:ext cx="66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D0D875D-3036-8061-0449-BE764BAA24DB}"/>
                    </a:ext>
                  </a:extLst>
                </p14:cNvPr>
                <p14:cNvContentPartPr/>
                <p14:nvPr/>
              </p14:nvContentPartPr>
              <p14:xfrm>
                <a:off x="9683100" y="5941448"/>
                <a:ext cx="125280" cy="217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D0D875D-3036-8061-0449-BE764BAA24D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74460" y="5932808"/>
                  <a:ext cx="1429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8FB8FF9-0A4E-0B22-070E-5EAF038ABBA9}"/>
              </a:ext>
            </a:extLst>
          </p:cNvPr>
          <p:cNvGrpSpPr/>
          <p:nvPr/>
        </p:nvGrpSpPr>
        <p:grpSpPr>
          <a:xfrm>
            <a:off x="9970020" y="5761448"/>
            <a:ext cx="245880" cy="359640"/>
            <a:chOff x="9970020" y="5761448"/>
            <a:chExt cx="24588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F3DF26E-3725-6CDE-6B68-60D58A1C27F3}"/>
                    </a:ext>
                  </a:extLst>
                </p14:cNvPr>
                <p14:cNvContentPartPr/>
                <p14:nvPr/>
              </p14:nvContentPartPr>
              <p14:xfrm>
                <a:off x="9970020" y="5951528"/>
                <a:ext cx="110880" cy="169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F3DF26E-3725-6CDE-6B68-60D58A1C27F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61020" y="5942528"/>
                  <a:ext cx="12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311D942-BC9D-210F-DAEB-150DB7EB8D73}"/>
                    </a:ext>
                  </a:extLst>
                </p14:cNvPr>
                <p14:cNvContentPartPr/>
                <p14:nvPr/>
              </p14:nvContentPartPr>
              <p14:xfrm>
                <a:off x="9985500" y="6045128"/>
                <a:ext cx="83520" cy="2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311D942-BC9D-210F-DAEB-150DB7EB8D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976500" y="6036128"/>
                  <a:ext cx="101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7492D80-5CED-4FCC-8F45-EA591AE34C9B}"/>
                    </a:ext>
                  </a:extLst>
                </p14:cNvPr>
                <p14:cNvContentPartPr/>
                <p14:nvPr/>
              </p14:nvContentPartPr>
              <p14:xfrm>
                <a:off x="10006380" y="5817968"/>
                <a:ext cx="114840" cy="21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7492D80-5CED-4FCC-8F45-EA591AE34C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97380" y="5809328"/>
                  <a:ext cx="13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15924A2-A198-2171-EC9B-2E0DC668D390}"/>
                    </a:ext>
                  </a:extLst>
                </p14:cNvPr>
                <p14:cNvContentPartPr/>
                <p14:nvPr/>
              </p14:nvContentPartPr>
              <p14:xfrm>
                <a:off x="10162260" y="5761448"/>
                <a:ext cx="53640" cy="110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15924A2-A198-2171-EC9B-2E0DC668D39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53260" y="5752808"/>
                  <a:ext cx="712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CFB3366-49E9-4BC7-34D5-4F754AFE3D46}"/>
              </a:ext>
            </a:extLst>
          </p:cNvPr>
          <p:cNvGrpSpPr/>
          <p:nvPr/>
        </p:nvGrpSpPr>
        <p:grpSpPr>
          <a:xfrm>
            <a:off x="10415340" y="5983928"/>
            <a:ext cx="100440" cy="101160"/>
            <a:chOff x="10415340" y="5983928"/>
            <a:chExt cx="10044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7F39F94-3C36-7CC4-7D9B-6EC23056F89B}"/>
                    </a:ext>
                  </a:extLst>
                </p14:cNvPr>
                <p14:cNvContentPartPr/>
                <p14:nvPr/>
              </p14:nvContentPartPr>
              <p14:xfrm>
                <a:off x="10423620" y="5983928"/>
                <a:ext cx="34200" cy="101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7F39F94-3C36-7CC4-7D9B-6EC23056F8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414620" y="5974928"/>
                  <a:ext cx="51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E63F338-B151-FC97-FEEB-DFDFE590C7F1}"/>
                    </a:ext>
                  </a:extLst>
                </p14:cNvPr>
                <p14:cNvContentPartPr/>
                <p14:nvPr/>
              </p14:nvContentPartPr>
              <p14:xfrm>
                <a:off x="10415340" y="6031808"/>
                <a:ext cx="100440" cy="5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E63F338-B151-FC97-FEEB-DFDFE590C7F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6340" y="6022808"/>
                  <a:ext cx="1180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0315F67-BC19-13C8-4DD8-7844026CF825}"/>
              </a:ext>
            </a:extLst>
          </p:cNvPr>
          <p:cNvGrpSpPr/>
          <p:nvPr/>
        </p:nvGrpSpPr>
        <p:grpSpPr>
          <a:xfrm>
            <a:off x="10676340" y="5793128"/>
            <a:ext cx="805320" cy="426600"/>
            <a:chOff x="10676340" y="5793128"/>
            <a:chExt cx="8053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6B3D2F-753C-4F53-3CCA-413B87568C19}"/>
                    </a:ext>
                  </a:extLst>
                </p14:cNvPr>
                <p14:cNvContentPartPr/>
                <p14:nvPr/>
              </p14:nvContentPartPr>
              <p14:xfrm>
                <a:off x="10676340" y="5989688"/>
                <a:ext cx="119880" cy="230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6B3D2F-753C-4F53-3CCA-413B87568C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67340" y="5981048"/>
                  <a:ext cx="137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318ED5A-35D0-1A49-1866-596E164A23F2}"/>
                    </a:ext>
                  </a:extLst>
                </p14:cNvPr>
                <p14:cNvContentPartPr/>
                <p14:nvPr/>
              </p14:nvContentPartPr>
              <p14:xfrm>
                <a:off x="10801260" y="5793128"/>
                <a:ext cx="124560" cy="110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318ED5A-35D0-1A49-1866-596E164A23F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92260" y="5784128"/>
                  <a:ext cx="142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FC0E826-149E-0044-82BD-8FF184BFA90B}"/>
                    </a:ext>
                  </a:extLst>
                </p14:cNvPr>
                <p14:cNvContentPartPr/>
                <p14:nvPr/>
              </p14:nvContentPartPr>
              <p14:xfrm>
                <a:off x="10988100" y="5959088"/>
                <a:ext cx="155880" cy="167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FC0E826-149E-0044-82BD-8FF184BFA90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79460" y="5950448"/>
                  <a:ext cx="173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AD0AECC-2C5F-2B72-5412-4F4010289D4F}"/>
                    </a:ext>
                  </a:extLst>
                </p14:cNvPr>
                <p14:cNvContentPartPr/>
                <p14:nvPr/>
              </p14:nvContentPartPr>
              <p14:xfrm>
                <a:off x="11068740" y="6036848"/>
                <a:ext cx="34200" cy="6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AD0AECC-2C5F-2B72-5412-4F4010289D4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59740" y="6028208"/>
                  <a:ext cx="51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9C653AE-A70A-50FA-1A01-80C3D765B166}"/>
                    </a:ext>
                  </a:extLst>
                </p14:cNvPr>
                <p14:cNvContentPartPr/>
                <p14:nvPr/>
              </p14:nvContentPartPr>
              <p14:xfrm>
                <a:off x="11217420" y="5886368"/>
                <a:ext cx="56880" cy="23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9C653AE-A70A-50FA-1A01-80C3D765B16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08420" y="5877368"/>
                  <a:ext cx="74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5A1914-BBA4-A863-8B69-374298913F5F}"/>
                    </a:ext>
                  </a:extLst>
                </p14:cNvPr>
                <p14:cNvContentPartPr/>
                <p14:nvPr/>
              </p14:nvContentPartPr>
              <p14:xfrm>
                <a:off x="11346660" y="5842808"/>
                <a:ext cx="135000" cy="127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5A1914-BBA4-A863-8B69-374298913F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38020" y="5834168"/>
                  <a:ext cx="15264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C3E4724-77B2-4FEF-AD85-607295D4BCC2}"/>
                  </a:ext>
                </a:extLst>
              </p14:cNvPr>
              <p14:cNvContentPartPr/>
              <p14:nvPr/>
            </p14:nvContentPartPr>
            <p14:xfrm>
              <a:off x="1251900" y="1693088"/>
              <a:ext cx="778320" cy="5263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C3E4724-77B2-4FEF-AD85-607295D4BCC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243260" y="1684448"/>
                <a:ext cx="79596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F1FBA9A-41A4-3FC1-8DBE-D54378FA9AA4}"/>
                  </a:ext>
                </a:extLst>
              </p14:cNvPr>
              <p14:cNvContentPartPr/>
              <p14:nvPr/>
            </p14:nvContentPartPr>
            <p14:xfrm>
              <a:off x="1303740" y="3944168"/>
              <a:ext cx="726840" cy="6019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F1FBA9A-41A4-3FC1-8DBE-D54378FA9AA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295100" y="3935168"/>
                <a:ext cx="744480" cy="61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5725932-9AC0-3F25-4774-CA99862CDC75}"/>
              </a:ext>
            </a:extLst>
          </p:cNvPr>
          <p:cNvGrpSpPr/>
          <p:nvPr/>
        </p:nvGrpSpPr>
        <p:grpSpPr>
          <a:xfrm>
            <a:off x="2062620" y="1938248"/>
            <a:ext cx="718920" cy="425880"/>
            <a:chOff x="2062620" y="1938248"/>
            <a:chExt cx="71892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C63A801-08A0-660B-97F6-07711A159920}"/>
                    </a:ext>
                  </a:extLst>
                </p14:cNvPr>
                <p14:cNvContentPartPr/>
                <p14:nvPr/>
              </p14:nvContentPartPr>
              <p14:xfrm>
                <a:off x="2062620" y="2233088"/>
                <a:ext cx="93240" cy="90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C63A801-08A0-660B-97F6-07711A15992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053980" y="2224088"/>
                  <a:ext cx="110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B5B5124-247B-7774-632A-15D27197AE7D}"/>
                    </a:ext>
                  </a:extLst>
                </p14:cNvPr>
                <p14:cNvContentPartPr/>
                <p14:nvPr/>
              </p14:nvContentPartPr>
              <p14:xfrm>
                <a:off x="2204460" y="2212568"/>
                <a:ext cx="66600" cy="58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B5B5124-247B-7774-632A-15D27197AE7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95820" y="2203928"/>
                  <a:ext cx="84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6B33278-2947-2C41-7412-C76F4D52FAC0}"/>
                    </a:ext>
                  </a:extLst>
                </p14:cNvPr>
                <p14:cNvContentPartPr/>
                <p14:nvPr/>
              </p14:nvContentPartPr>
              <p14:xfrm>
                <a:off x="2296260" y="2176928"/>
                <a:ext cx="196920" cy="52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6B33278-2947-2C41-7412-C76F4D52FA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287260" y="2167928"/>
                  <a:ext cx="21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AF1CF9B-42EE-5A21-4052-BA22BEEB3B98}"/>
                    </a:ext>
                  </a:extLst>
                </p14:cNvPr>
                <p14:cNvContentPartPr/>
                <p14:nvPr/>
              </p14:nvContentPartPr>
              <p14:xfrm>
                <a:off x="2511900" y="2082968"/>
                <a:ext cx="112680" cy="199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AF1CF9B-42EE-5A21-4052-BA22BEEB3B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02900" y="2074328"/>
                  <a:ext cx="130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49467B6-AA58-9308-1D5B-9D09AC5617B4}"/>
                    </a:ext>
                  </a:extLst>
                </p14:cNvPr>
                <p14:cNvContentPartPr/>
                <p14:nvPr/>
              </p14:nvContentPartPr>
              <p14:xfrm>
                <a:off x="2622780" y="1938248"/>
                <a:ext cx="158760" cy="226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49467B6-AA58-9308-1D5B-9D09AC5617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13780" y="1929248"/>
                  <a:ext cx="176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1103B2-7625-1128-F7E8-31391D94CC51}"/>
                    </a:ext>
                  </a:extLst>
                </p14:cNvPr>
                <p14:cNvContentPartPr/>
                <p14:nvPr/>
              </p14:nvContentPartPr>
              <p14:xfrm>
                <a:off x="2540340" y="2363768"/>
                <a:ext cx="360" cy="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1103B2-7625-1128-F7E8-31391D94CC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531700" y="23547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72A5B6F-AE31-A0B7-7151-E0EA6EE487E1}"/>
              </a:ext>
            </a:extLst>
          </p:cNvPr>
          <p:cNvGrpSpPr/>
          <p:nvPr/>
        </p:nvGrpSpPr>
        <p:grpSpPr>
          <a:xfrm>
            <a:off x="2083140" y="2467808"/>
            <a:ext cx="1871640" cy="1564920"/>
            <a:chOff x="2083140" y="2467808"/>
            <a:chExt cx="1871640" cy="15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4E6B4BE-35F0-B415-1843-FF839CE0D079}"/>
                    </a:ext>
                  </a:extLst>
                </p14:cNvPr>
                <p14:cNvContentPartPr/>
                <p14:nvPr/>
              </p14:nvContentPartPr>
              <p14:xfrm>
                <a:off x="2196900" y="2509208"/>
                <a:ext cx="69480" cy="116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4E6B4BE-35F0-B415-1843-FF839CE0D07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88260" y="2500568"/>
                  <a:ext cx="87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9AB1F74-1C8B-B044-B5E3-15956E45EED0}"/>
                    </a:ext>
                  </a:extLst>
                </p14:cNvPr>
                <p14:cNvContentPartPr/>
                <p14:nvPr/>
              </p14:nvContentPartPr>
              <p14:xfrm>
                <a:off x="2310300" y="2519288"/>
                <a:ext cx="98280" cy="69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9AB1F74-1C8B-B044-B5E3-15956E45EE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01300" y="2510288"/>
                  <a:ext cx="115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442707B-9D93-8A30-E302-CB10DE8DB5C5}"/>
                    </a:ext>
                  </a:extLst>
                </p14:cNvPr>
                <p14:cNvContentPartPr/>
                <p14:nvPr/>
              </p14:nvContentPartPr>
              <p14:xfrm>
                <a:off x="2452140" y="2503448"/>
                <a:ext cx="82800" cy="35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442707B-9D93-8A30-E302-CB10DE8DB5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43140" y="2494448"/>
                  <a:ext cx="100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8B3A25A-09A8-A69C-8C4F-65539C835448}"/>
                    </a:ext>
                  </a:extLst>
                </p14:cNvPr>
                <p14:cNvContentPartPr/>
                <p14:nvPr/>
              </p14:nvContentPartPr>
              <p14:xfrm>
                <a:off x="2613060" y="2467808"/>
                <a:ext cx="102240" cy="140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8B3A25A-09A8-A69C-8C4F-65539C83544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04420" y="2458808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14EF081-06F6-B70D-790B-83E3826D2989}"/>
                    </a:ext>
                  </a:extLst>
                </p14:cNvPr>
                <p14:cNvContentPartPr/>
                <p14:nvPr/>
              </p14:nvContentPartPr>
              <p14:xfrm>
                <a:off x="2134980" y="2930048"/>
                <a:ext cx="41760" cy="60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14EF081-06F6-B70D-790B-83E3826D298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26340" y="2921408"/>
                  <a:ext cx="59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3BBE2B0-F25C-8ED6-1AFC-801B4AB77CE6}"/>
                    </a:ext>
                  </a:extLst>
                </p14:cNvPr>
                <p14:cNvContentPartPr/>
                <p14:nvPr/>
              </p14:nvContentPartPr>
              <p14:xfrm>
                <a:off x="2083140" y="2815928"/>
                <a:ext cx="8280" cy="24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3BBE2B0-F25C-8ED6-1AFC-801B4AB77C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74500" y="2806928"/>
                  <a:ext cx="25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AD5486D-5BC3-27CA-9B59-93C813B0DA96}"/>
                    </a:ext>
                  </a:extLst>
                </p14:cNvPr>
                <p14:cNvContentPartPr/>
                <p14:nvPr/>
              </p14:nvContentPartPr>
              <p14:xfrm>
                <a:off x="2213100" y="2887568"/>
                <a:ext cx="155520" cy="73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AD5486D-5BC3-27CA-9B59-93C813B0DA9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04100" y="2878568"/>
                  <a:ext cx="173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EA23251-2890-821E-A7BF-96176F02628E}"/>
                    </a:ext>
                  </a:extLst>
                </p14:cNvPr>
                <p14:cNvContentPartPr/>
                <p14:nvPr/>
              </p14:nvContentPartPr>
              <p14:xfrm>
                <a:off x="2098620" y="3232088"/>
                <a:ext cx="134280" cy="65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EA23251-2890-821E-A7BF-96176F02628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89980" y="3223088"/>
                  <a:ext cx="151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063EC06-C4E7-9679-F7F5-766DCF3120BD}"/>
                    </a:ext>
                  </a:extLst>
                </p14:cNvPr>
                <p14:cNvContentPartPr/>
                <p14:nvPr/>
              </p14:nvContentPartPr>
              <p14:xfrm>
                <a:off x="2258100" y="3195368"/>
                <a:ext cx="90360" cy="32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063EC06-C4E7-9679-F7F5-766DCF3120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49100" y="3186728"/>
                  <a:ext cx="108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BE5B3E6-5DAC-6EBC-DB90-50E68E82E2FD}"/>
                    </a:ext>
                  </a:extLst>
                </p14:cNvPr>
                <p14:cNvContentPartPr/>
                <p14:nvPr/>
              </p14:nvContentPartPr>
              <p14:xfrm>
                <a:off x="2410380" y="2930768"/>
                <a:ext cx="389520" cy="240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BE5B3E6-5DAC-6EBC-DB90-50E68E82E2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401740" y="2921768"/>
                  <a:ext cx="407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9D5203D-455F-6A88-DEEB-63A90F44EE89}"/>
                    </a:ext>
                  </a:extLst>
                </p14:cNvPr>
                <p14:cNvContentPartPr/>
                <p14:nvPr/>
              </p14:nvContentPartPr>
              <p14:xfrm>
                <a:off x="2783700" y="2883608"/>
                <a:ext cx="141120" cy="56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9D5203D-455F-6A88-DEEB-63A90F44EE8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75060" y="2874968"/>
                  <a:ext cx="158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ECBF581-5A6F-2D15-C8D6-A18090F1B541}"/>
                    </a:ext>
                  </a:extLst>
                </p14:cNvPr>
                <p14:cNvContentPartPr/>
                <p14:nvPr/>
              </p14:nvContentPartPr>
              <p14:xfrm>
                <a:off x="2820780" y="2665088"/>
                <a:ext cx="164160" cy="222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ECBF581-5A6F-2D15-C8D6-A18090F1B54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812140" y="2656088"/>
                  <a:ext cx="181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F032AF-8CC8-2E34-CB10-D7BD7785A943}"/>
                    </a:ext>
                  </a:extLst>
                </p14:cNvPr>
                <p14:cNvContentPartPr/>
                <p14:nvPr/>
              </p14:nvContentPartPr>
              <p14:xfrm>
                <a:off x="3008700" y="2763008"/>
                <a:ext cx="120240" cy="84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F032AF-8CC8-2E34-CB10-D7BD7785A94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00060" y="2754368"/>
                  <a:ext cx="137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00827F-A655-FFBB-28E1-97E2094CC23B}"/>
                    </a:ext>
                  </a:extLst>
                </p14:cNvPr>
                <p14:cNvContentPartPr/>
                <p14:nvPr/>
              </p14:nvContentPartPr>
              <p14:xfrm>
                <a:off x="3074580" y="2695328"/>
                <a:ext cx="79560" cy="132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00827F-A655-FFBB-28E1-97E2094CC2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65940" y="2686328"/>
                  <a:ext cx="97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A8926CD-9367-5E08-E91B-B9B1445E1376}"/>
                    </a:ext>
                  </a:extLst>
                </p14:cNvPr>
                <p14:cNvContentPartPr/>
                <p14:nvPr/>
              </p14:nvContentPartPr>
              <p14:xfrm>
                <a:off x="2083860" y="3575528"/>
                <a:ext cx="331200" cy="109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A8926CD-9367-5E08-E91B-B9B1445E137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74860" y="3566528"/>
                  <a:ext cx="348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F2C249-3404-9DEC-D962-F2B505C6B8C4}"/>
                    </a:ext>
                  </a:extLst>
                </p14:cNvPr>
                <p14:cNvContentPartPr/>
                <p14:nvPr/>
              </p14:nvContentPartPr>
              <p14:xfrm>
                <a:off x="2476260" y="3331448"/>
                <a:ext cx="121680" cy="228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F2C249-3404-9DEC-D962-F2B505C6B8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67260" y="3322448"/>
                  <a:ext cx="1393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FF849B-A684-2D23-F3FB-A4CC8D8D5E7F}"/>
                    </a:ext>
                  </a:extLst>
                </p14:cNvPr>
                <p14:cNvContentPartPr/>
                <p14:nvPr/>
              </p14:nvContentPartPr>
              <p14:xfrm>
                <a:off x="2201940" y="3862088"/>
                <a:ext cx="293040" cy="170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FF849B-A684-2D23-F3FB-A4CC8D8D5E7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92940" y="3853088"/>
                  <a:ext cx="310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FFAB121-E962-503D-973A-78DD95860B55}"/>
                    </a:ext>
                  </a:extLst>
                </p14:cNvPr>
                <p14:cNvContentPartPr/>
                <p14:nvPr/>
              </p14:nvContentPartPr>
              <p14:xfrm>
                <a:off x="2506500" y="3844808"/>
                <a:ext cx="200880" cy="55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FFAB121-E962-503D-973A-78DD95860B5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97860" y="3836168"/>
                  <a:ext cx="218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90ED11C-62D2-7414-EB15-99C7018F88FE}"/>
                    </a:ext>
                  </a:extLst>
                </p14:cNvPr>
                <p14:cNvContentPartPr/>
                <p14:nvPr/>
              </p14:nvContentPartPr>
              <p14:xfrm>
                <a:off x="2714940" y="3729248"/>
                <a:ext cx="150120" cy="99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90ED11C-62D2-7414-EB15-99C7018F88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05940" y="3720248"/>
                  <a:ext cx="167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F47E811-408A-5E9A-224F-33912BDA4C39}"/>
                    </a:ext>
                  </a:extLst>
                </p14:cNvPr>
                <p14:cNvContentPartPr/>
                <p14:nvPr/>
              </p14:nvContentPartPr>
              <p14:xfrm>
                <a:off x="2862540" y="3600008"/>
                <a:ext cx="196560" cy="103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F47E811-408A-5E9A-224F-33912BDA4C3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53540" y="3591008"/>
                  <a:ext cx="214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3DE7DA3-32A9-2A9D-502E-E2A513181459}"/>
                    </a:ext>
                  </a:extLst>
                </p14:cNvPr>
                <p14:cNvContentPartPr/>
                <p14:nvPr/>
              </p14:nvContentPartPr>
              <p14:xfrm>
                <a:off x="3080700" y="3538088"/>
                <a:ext cx="105840" cy="75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3DE7DA3-32A9-2A9D-502E-E2A51318145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72060" y="3529088"/>
                  <a:ext cx="123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289F952-5C36-A463-7566-CA86BF15AF4B}"/>
                    </a:ext>
                  </a:extLst>
                </p14:cNvPr>
                <p14:cNvContentPartPr/>
                <p14:nvPr/>
              </p14:nvContentPartPr>
              <p14:xfrm>
                <a:off x="2976660" y="3397688"/>
                <a:ext cx="75600" cy="77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289F952-5C36-A463-7566-CA86BF15AF4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68020" y="3388688"/>
                  <a:ext cx="93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502B144-B86C-8185-63B5-DD391E70962D}"/>
                    </a:ext>
                  </a:extLst>
                </p14:cNvPr>
                <p14:cNvContentPartPr/>
                <p14:nvPr/>
              </p14:nvContentPartPr>
              <p14:xfrm>
                <a:off x="3247020" y="3489848"/>
                <a:ext cx="151200" cy="47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502B144-B86C-8185-63B5-DD391E7096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38020" y="3480848"/>
                  <a:ext cx="168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04B8057-A189-EC21-AA79-93556AF83550}"/>
                    </a:ext>
                  </a:extLst>
                </p14:cNvPr>
                <p14:cNvContentPartPr/>
                <p14:nvPr/>
              </p14:nvContentPartPr>
              <p14:xfrm>
                <a:off x="3401100" y="3424328"/>
                <a:ext cx="173880" cy="77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04B8057-A189-EC21-AA79-93556AF835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92100" y="3415688"/>
                  <a:ext cx="191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8331760-526A-D301-329C-7D922E9807AD}"/>
                    </a:ext>
                  </a:extLst>
                </p14:cNvPr>
                <p14:cNvContentPartPr/>
                <p14:nvPr/>
              </p14:nvContentPartPr>
              <p14:xfrm>
                <a:off x="3475620" y="3236768"/>
                <a:ext cx="192600" cy="195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8331760-526A-D301-329C-7D922E9807A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66620" y="3227768"/>
                  <a:ext cx="2102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14E5D97-7B0C-F464-39BD-EB52D19FC80C}"/>
                    </a:ext>
                  </a:extLst>
                </p14:cNvPr>
                <p14:cNvContentPartPr/>
                <p14:nvPr/>
              </p14:nvContentPartPr>
              <p14:xfrm>
                <a:off x="3517740" y="3345848"/>
                <a:ext cx="140040" cy="54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14E5D97-7B0C-F464-39BD-EB52D19FC80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09100" y="3337208"/>
                  <a:ext cx="157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AE0DF4D-238F-58BE-0133-EEB05A1833CD}"/>
                    </a:ext>
                  </a:extLst>
                </p14:cNvPr>
                <p14:cNvContentPartPr/>
                <p14:nvPr/>
              </p14:nvContentPartPr>
              <p14:xfrm>
                <a:off x="3718980" y="3120128"/>
                <a:ext cx="235800" cy="236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AE0DF4D-238F-58BE-0133-EEB05A1833C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09980" y="3111488"/>
                  <a:ext cx="25344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F9EED7E-8972-A7E3-3B60-D29E3C7D5A2F}"/>
              </a:ext>
            </a:extLst>
          </p:cNvPr>
          <p:cNvGrpSpPr/>
          <p:nvPr/>
        </p:nvGrpSpPr>
        <p:grpSpPr>
          <a:xfrm>
            <a:off x="2799540" y="1137608"/>
            <a:ext cx="538920" cy="317160"/>
            <a:chOff x="2799540" y="1137608"/>
            <a:chExt cx="53892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3B807A7-A7F2-38B9-AFD2-2C19542C423E}"/>
                    </a:ext>
                  </a:extLst>
                </p14:cNvPr>
                <p14:cNvContentPartPr/>
                <p14:nvPr/>
              </p14:nvContentPartPr>
              <p14:xfrm>
                <a:off x="2799540" y="1216448"/>
                <a:ext cx="142200" cy="238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3B807A7-A7F2-38B9-AFD2-2C19542C423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90540" y="1207448"/>
                  <a:ext cx="1598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A235899-244A-A768-D986-E53222334B20}"/>
                    </a:ext>
                  </a:extLst>
                </p14:cNvPr>
                <p14:cNvContentPartPr/>
                <p14:nvPr/>
              </p14:nvContentPartPr>
              <p14:xfrm>
                <a:off x="3080340" y="1252088"/>
                <a:ext cx="94320" cy="180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A235899-244A-A768-D986-E53222334B2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071340" y="1243088"/>
                  <a:ext cx="11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B6D9572-A6B1-0A28-B6A6-7C88A84BBEC2}"/>
                    </a:ext>
                  </a:extLst>
                </p14:cNvPr>
                <p14:cNvContentPartPr/>
                <p14:nvPr/>
              </p14:nvContentPartPr>
              <p14:xfrm>
                <a:off x="3043980" y="1194848"/>
                <a:ext cx="130680" cy="16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B6D9572-A6B1-0A28-B6A6-7C88A84BBEC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034980" y="1185848"/>
                  <a:ext cx="148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9CC9B32-EA4B-C869-DF0A-CDBB2F8EEE71}"/>
                    </a:ext>
                  </a:extLst>
                </p14:cNvPr>
                <p14:cNvContentPartPr/>
                <p14:nvPr/>
              </p14:nvContentPartPr>
              <p14:xfrm>
                <a:off x="3266460" y="1137608"/>
                <a:ext cx="72000" cy="140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9CC9B32-EA4B-C869-DF0A-CDBB2F8EEE7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57820" y="1128968"/>
                  <a:ext cx="896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AC6C919-2D88-7C5F-BA32-C7379E588DEF}"/>
              </a:ext>
            </a:extLst>
          </p:cNvPr>
          <p:cNvGrpSpPr/>
          <p:nvPr/>
        </p:nvGrpSpPr>
        <p:grpSpPr>
          <a:xfrm>
            <a:off x="3614220" y="1068488"/>
            <a:ext cx="390960" cy="291960"/>
            <a:chOff x="3614220" y="1068488"/>
            <a:chExt cx="39096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2C8EF15-17A5-EBE4-59C5-C8EE8DD9D9EC}"/>
                    </a:ext>
                  </a:extLst>
                </p14:cNvPr>
                <p14:cNvContentPartPr/>
                <p14:nvPr/>
              </p14:nvContentPartPr>
              <p14:xfrm>
                <a:off x="3614220" y="1068488"/>
                <a:ext cx="136800" cy="291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2C8EF15-17A5-EBE4-59C5-C8EE8DD9D9E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05220" y="1059848"/>
                  <a:ext cx="154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58C3B1B-9CDF-CDAC-068D-1F80882E4085}"/>
                    </a:ext>
                  </a:extLst>
                </p14:cNvPr>
                <p14:cNvContentPartPr/>
                <p14:nvPr/>
              </p14:nvContentPartPr>
              <p14:xfrm>
                <a:off x="3653460" y="1225448"/>
                <a:ext cx="118440" cy="11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58C3B1B-9CDF-CDAC-068D-1F80882E40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44820" y="1216808"/>
                  <a:ext cx="13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FD1D17-0BE5-9492-E983-727DCF87A902}"/>
                    </a:ext>
                  </a:extLst>
                </p14:cNvPr>
                <p14:cNvContentPartPr/>
                <p14:nvPr/>
              </p14:nvContentPartPr>
              <p14:xfrm>
                <a:off x="3775860" y="1107008"/>
                <a:ext cx="229320" cy="155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FD1D17-0BE5-9492-E983-727DCF87A90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7220" y="1098368"/>
                  <a:ext cx="24696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5B3B1CF3-355F-1345-A279-C4940E69D272}"/>
              </a:ext>
            </a:extLst>
          </p:cNvPr>
          <p:cNvGrpSpPr/>
          <p:nvPr/>
        </p:nvGrpSpPr>
        <p:grpSpPr>
          <a:xfrm>
            <a:off x="4275540" y="180728"/>
            <a:ext cx="3976200" cy="1341720"/>
            <a:chOff x="4275540" y="180728"/>
            <a:chExt cx="3976200" cy="13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0C7643-DD3C-88D6-95AA-EB2FB805E789}"/>
                    </a:ext>
                  </a:extLst>
                </p14:cNvPr>
                <p14:cNvContentPartPr/>
                <p14:nvPr/>
              </p14:nvContentPartPr>
              <p14:xfrm>
                <a:off x="7443540" y="342728"/>
                <a:ext cx="454320" cy="433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0C7643-DD3C-88D6-95AA-EB2FB805E7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34540" y="333728"/>
                  <a:ext cx="4719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A82985-D920-E39C-4129-FEA0FA50087E}"/>
                    </a:ext>
                  </a:extLst>
                </p14:cNvPr>
                <p14:cNvContentPartPr/>
                <p14:nvPr/>
              </p14:nvContentPartPr>
              <p14:xfrm>
                <a:off x="7486380" y="909008"/>
                <a:ext cx="396360" cy="331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A82985-D920-E39C-4129-FEA0FA50087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77740" y="900368"/>
                  <a:ext cx="4140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792594B-A16D-FB83-4F97-27C77E970AE0}"/>
                    </a:ext>
                  </a:extLst>
                </p14:cNvPr>
                <p14:cNvContentPartPr/>
                <p14:nvPr/>
              </p14:nvContentPartPr>
              <p14:xfrm>
                <a:off x="7725420" y="623168"/>
                <a:ext cx="53640" cy="142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792594B-A16D-FB83-4F97-27C77E970AE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16780" y="614528"/>
                  <a:ext cx="71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5665C6E-0F9D-A31F-BB92-50F711053EAE}"/>
                    </a:ext>
                  </a:extLst>
                </p14:cNvPr>
                <p14:cNvContentPartPr/>
                <p14:nvPr/>
              </p14:nvContentPartPr>
              <p14:xfrm>
                <a:off x="7684020" y="597248"/>
                <a:ext cx="93960" cy="52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5665C6E-0F9D-A31F-BB92-50F711053E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75020" y="588248"/>
                  <a:ext cx="111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2224B3F-932B-833A-ED1D-EE4A110CF8A5}"/>
                    </a:ext>
                  </a:extLst>
                </p14:cNvPr>
                <p14:cNvContentPartPr/>
                <p14:nvPr/>
              </p14:nvContentPartPr>
              <p14:xfrm>
                <a:off x="7933140" y="623888"/>
                <a:ext cx="39240" cy="25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2224B3F-932B-833A-ED1D-EE4A110CF8A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24500" y="615248"/>
                  <a:ext cx="56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EB5A9A-FD8D-E020-4972-EABAD5A19199}"/>
                    </a:ext>
                  </a:extLst>
                </p14:cNvPr>
                <p14:cNvContentPartPr/>
                <p14:nvPr/>
              </p14:nvContentPartPr>
              <p14:xfrm>
                <a:off x="7912620" y="545048"/>
                <a:ext cx="177480" cy="99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EB5A9A-FD8D-E020-4972-EABAD5A1919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03620" y="536048"/>
                  <a:ext cx="195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27D5939-5222-CCA3-C8B3-63C176F99DD7}"/>
                    </a:ext>
                  </a:extLst>
                </p14:cNvPr>
                <p14:cNvContentPartPr/>
                <p14:nvPr/>
              </p14:nvContentPartPr>
              <p14:xfrm>
                <a:off x="8176140" y="603008"/>
                <a:ext cx="75600" cy="65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27D5939-5222-CCA3-C8B3-63C176F99DD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67500" y="594008"/>
                  <a:ext cx="93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EAD21A-B840-1A0B-3B55-EE7348F2B7AF}"/>
                    </a:ext>
                  </a:extLst>
                </p14:cNvPr>
                <p14:cNvContentPartPr/>
                <p14:nvPr/>
              </p14:nvContentPartPr>
              <p14:xfrm>
                <a:off x="7921620" y="268568"/>
                <a:ext cx="101880" cy="80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EAD21A-B840-1A0B-3B55-EE7348F2B7A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12980" y="259928"/>
                  <a:ext cx="119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4E1720A-E800-D863-FD0C-47DFAC258492}"/>
                    </a:ext>
                  </a:extLst>
                </p14:cNvPr>
                <p14:cNvContentPartPr/>
                <p14:nvPr/>
              </p14:nvContentPartPr>
              <p14:xfrm>
                <a:off x="7929180" y="280448"/>
                <a:ext cx="87840" cy="66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4E1720A-E800-D863-FD0C-47DFAC25849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20180" y="271448"/>
                  <a:ext cx="1054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210EB7-6D02-1311-F8C8-6A49EF0D4EA1}"/>
                    </a:ext>
                  </a:extLst>
                </p14:cNvPr>
                <p14:cNvContentPartPr/>
                <p14:nvPr/>
              </p14:nvContentPartPr>
              <p14:xfrm>
                <a:off x="7570260" y="384848"/>
                <a:ext cx="77760" cy="77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210EB7-6D02-1311-F8C8-6A49EF0D4EA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561620" y="376208"/>
                  <a:ext cx="95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7A8AAE5-B439-DBE3-4B8D-BE66D7896307}"/>
                    </a:ext>
                  </a:extLst>
                </p14:cNvPr>
                <p14:cNvContentPartPr/>
                <p14:nvPr/>
              </p14:nvContentPartPr>
              <p14:xfrm>
                <a:off x="7590420" y="180728"/>
                <a:ext cx="102960" cy="163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7A8AAE5-B439-DBE3-4B8D-BE66D789630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581420" y="171728"/>
                  <a:ext cx="120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97113D-A1F0-7FEE-0C4B-B58547193FE0}"/>
                    </a:ext>
                  </a:extLst>
                </p14:cNvPr>
                <p14:cNvContentPartPr/>
                <p14:nvPr/>
              </p14:nvContentPartPr>
              <p14:xfrm>
                <a:off x="7940700" y="1244528"/>
                <a:ext cx="116280" cy="78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97113D-A1F0-7FEE-0C4B-B58547193FE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31700" y="1235888"/>
                  <a:ext cx="133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D6445AA-6631-8589-A1CF-5C5BBC22E9C1}"/>
                    </a:ext>
                  </a:extLst>
                </p14:cNvPr>
                <p14:cNvContentPartPr/>
                <p14:nvPr/>
              </p14:nvContentPartPr>
              <p14:xfrm>
                <a:off x="7991820" y="1261088"/>
                <a:ext cx="40680" cy="69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D6445AA-6631-8589-A1CF-5C5BBC22E9C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82820" y="1252448"/>
                  <a:ext cx="5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C4BA314-4204-261E-1C5B-F12166C7A0DB}"/>
                    </a:ext>
                  </a:extLst>
                </p14:cNvPr>
                <p14:cNvContentPartPr/>
                <p14:nvPr/>
              </p14:nvContentPartPr>
              <p14:xfrm>
                <a:off x="7731540" y="894608"/>
                <a:ext cx="56880" cy="14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C4BA314-4204-261E-1C5B-F12166C7A0D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722900" y="885608"/>
                  <a:ext cx="74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2995443-BCBC-8799-6966-D3CDF895C3C8}"/>
                    </a:ext>
                  </a:extLst>
                </p14:cNvPr>
                <p14:cNvContentPartPr/>
                <p14:nvPr/>
              </p14:nvContentPartPr>
              <p14:xfrm>
                <a:off x="7706700" y="976688"/>
                <a:ext cx="86040" cy="67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2995443-BCBC-8799-6966-D3CDF895C3C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98060" y="967688"/>
                  <a:ext cx="103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7DE11BD-97F5-2369-A6EA-E8C29A00E0DE}"/>
                    </a:ext>
                  </a:extLst>
                </p14:cNvPr>
                <p14:cNvContentPartPr/>
                <p14:nvPr/>
              </p14:nvContentPartPr>
              <p14:xfrm>
                <a:off x="7934220" y="967688"/>
                <a:ext cx="141120" cy="66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7DE11BD-97F5-2369-A6EA-E8C29A00E0D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25220" y="958688"/>
                  <a:ext cx="158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1CC39BD-81D3-86CD-F09D-8373F4EA6511}"/>
                    </a:ext>
                  </a:extLst>
                </p14:cNvPr>
                <p14:cNvContentPartPr/>
                <p14:nvPr/>
              </p14:nvContentPartPr>
              <p14:xfrm>
                <a:off x="7839900" y="1053728"/>
                <a:ext cx="78120" cy="6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1CC39BD-81D3-86CD-F09D-8373F4EA651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31260" y="1044728"/>
                  <a:ext cx="95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87A922A-C6B0-8815-7EF5-DC6E052D5D59}"/>
                    </a:ext>
                  </a:extLst>
                </p14:cNvPr>
                <p14:cNvContentPartPr/>
                <p14:nvPr/>
              </p14:nvContentPartPr>
              <p14:xfrm>
                <a:off x="8135820" y="1017368"/>
                <a:ext cx="67320" cy="59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87A922A-C6B0-8815-7EF5-DC6E052D5D5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27180" y="1008368"/>
                  <a:ext cx="84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F3E38-477C-5317-BD64-6D66C8C8C9A4}"/>
                    </a:ext>
                  </a:extLst>
                </p14:cNvPr>
                <p14:cNvContentPartPr/>
                <p14:nvPr/>
              </p14:nvContentPartPr>
              <p14:xfrm>
                <a:off x="7616340" y="1127168"/>
                <a:ext cx="68040" cy="52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F3E38-477C-5317-BD64-6D66C8C8C9A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607700" y="1118528"/>
                  <a:ext cx="85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9F3F772-76CA-9645-7536-B48E666E3A93}"/>
                    </a:ext>
                  </a:extLst>
                </p14:cNvPr>
                <p14:cNvContentPartPr/>
                <p14:nvPr/>
              </p14:nvContentPartPr>
              <p14:xfrm>
                <a:off x="7544700" y="1282328"/>
                <a:ext cx="99000" cy="18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9F3F772-76CA-9645-7536-B48E666E3A9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35700" y="1273328"/>
                  <a:ext cx="116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4C1A52F-45A1-98CC-2611-16610201B059}"/>
                    </a:ext>
                  </a:extLst>
                </p14:cNvPr>
                <p14:cNvContentPartPr/>
                <p14:nvPr/>
              </p14:nvContentPartPr>
              <p14:xfrm>
                <a:off x="4275540" y="1096208"/>
                <a:ext cx="143280" cy="78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4C1A52F-45A1-98CC-2611-16610201B05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66900" y="1087208"/>
                  <a:ext cx="160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5546493-FED6-6CB0-70D0-64EDCAEE32BA}"/>
                    </a:ext>
                  </a:extLst>
                </p14:cNvPr>
                <p14:cNvContentPartPr/>
                <p14:nvPr/>
              </p14:nvContentPartPr>
              <p14:xfrm>
                <a:off x="4452300" y="1083248"/>
                <a:ext cx="184680" cy="54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5546493-FED6-6CB0-70D0-64EDCAEE32B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443660" y="1074608"/>
                  <a:ext cx="202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7F75CA4-3163-5449-CDC8-16D23C9B6D66}"/>
                    </a:ext>
                  </a:extLst>
                </p14:cNvPr>
                <p14:cNvContentPartPr/>
                <p14:nvPr/>
              </p14:nvContentPartPr>
              <p14:xfrm>
                <a:off x="4649580" y="1044728"/>
                <a:ext cx="215640" cy="50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7F75CA4-3163-5449-CDC8-16D23C9B6D6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40940" y="1036088"/>
                  <a:ext cx="233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FF051CA-F554-88DF-89A1-94BE0C921EC2}"/>
                    </a:ext>
                  </a:extLst>
                </p14:cNvPr>
                <p14:cNvContentPartPr/>
                <p14:nvPr/>
              </p14:nvContentPartPr>
              <p14:xfrm>
                <a:off x="4956300" y="991088"/>
                <a:ext cx="215640" cy="105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FF051CA-F554-88DF-89A1-94BE0C921EC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947300" y="982448"/>
                  <a:ext cx="233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FC3648-3D28-2A0C-EFAA-13536BD61247}"/>
                    </a:ext>
                  </a:extLst>
                </p14:cNvPr>
                <p14:cNvContentPartPr/>
                <p14:nvPr/>
              </p14:nvContentPartPr>
              <p14:xfrm>
                <a:off x="5224140" y="992168"/>
                <a:ext cx="150120" cy="108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FC3648-3D28-2A0C-EFAA-13536BD6124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215500" y="983168"/>
                  <a:ext cx="167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504FD73-3E6C-E84F-72D5-56C285F38396}"/>
                    </a:ext>
                  </a:extLst>
                </p14:cNvPr>
                <p14:cNvContentPartPr/>
                <p14:nvPr/>
              </p14:nvContentPartPr>
              <p14:xfrm>
                <a:off x="5319900" y="804968"/>
                <a:ext cx="133200" cy="274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504FD73-3E6C-E84F-72D5-56C285F3839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311260" y="796328"/>
                  <a:ext cx="1508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69AD189-DDDB-AA71-1E4A-9A6AD6288324}"/>
                    </a:ext>
                  </a:extLst>
                </p14:cNvPr>
                <p14:cNvContentPartPr/>
                <p14:nvPr/>
              </p14:nvContentPartPr>
              <p14:xfrm>
                <a:off x="5237100" y="944648"/>
                <a:ext cx="197640" cy="529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69AD189-DDDB-AA71-1E4A-9A6AD628832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228100" y="936008"/>
                  <a:ext cx="215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792A1C-A65F-9C34-8200-896CCA13C43A}"/>
                    </a:ext>
                  </a:extLst>
                </p14:cNvPr>
                <p14:cNvContentPartPr/>
                <p14:nvPr/>
              </p14:nvContentPartPr>
              <p14:xfrm>
                <a:off x="5525820" y="908288"/>
                <a:ext cx="119520" cy="74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792A1C-A65F-9C34-8200-896CCA13C43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17180" y="899648"/>
                  <a:ext cx="137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187FD97-02A1-FD0E-7E3D-DD219F467D8B}"/>
                    </a:ext>
                  </a:extLst>
                </p14:cNvPr>
                <p14:cNvContentPartPr/>
                <p14:nvPr/>
              </p14:nvContentPartPr>
              <p14:xfrm>
                <a:off x="5683500" y="810008"/>
                <a:ext cx="87120" cy="177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187FD97-02A1-FD0E-7E3D-DD219F467D8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74860" y="801008"/>
                  <a:ext cx="104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E378656-739E-FB36-3CFD-AD32B5ED94A6}"/>
                    </a:ext>
                  </a:extLst>
                </p14:cNvPr>
                <p14:cNvContentPartPr/>
                <p14:nvPr/>
              </p14:nvContentPartPr>
              <p14:xfrm>
                <a:off x="5702940" y="1178648"/>
                <a:ext cx="146520" cy="2350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E378656-739E-FB36-3CFD-AD32B5ED94A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694300" y="1169648"/>
                  <a:ext cx="164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E46B15E-184B-A0CE-0C58-B87BD1CCD3C6}"/>
                    </a:ext>
                  </a:extLst>
                </p14:cNvPr>
                <p14:cNvContentPartPr/>
                <p14:nvPr/>
              </p14:nvContentPartPr>
              <p14:xfrm>
                <a:off x="5947380" y="1154888"/>
                <a:ext cx="104040" cy="820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E46B15E-184B-A0CE-0C58-B87BD1CCD3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938740" y="1145888"/>
                  <a:ext cx="121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4253866-5C06-E4A4-0921-356C730A09E5}"/>
                    </a:ext>
                  </a:extLst>
                </p14:cNvPr>
                <p14:cNvContentPartPr/>
                <p14:nvPr/>
              </p14:nvContentPartPr>
              <p14:xfrm>
                <a:off x="6109380" y="1070648"/>
                <a:ext cx="96480" cy="145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4253866-5C06-E4A4-0921-356C730A09E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100740" y="1061648"/>
                  <a:ext cx="114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1786E0E-41E9-96A1-17D9-109B6633994D}"/>
                    </a:ext>
                  </a:extLst>
                </p14:cNvPr>
                <p14:cNvContentPartPr/>
                <p14:nvPr/>
              </p14:nvContentPartPr>
              <p14:xfrm>
                <a:off x="6105420" y="1348928"/>
                <a:ext cx="123480" cy="173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1786E0E-41E9-96A1-17D9-109B6633994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96420" y="1340288"/>
                  <a:ext cx="141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9172786-1FEA-2AF8-6C15-B8BD2F36951D}"/>
                    </a:ext>
                  </a:extLst>
                </p14:cNvPr>
                <p14:cNvContentPartPr/>
                <p14:nvPr/>
              </p14:nvContentPartPr>
              <p14:xfrm>
                <a:off x="6287220" y="1391048"/>
                <a:ext cx="97920" cy="79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9172786-1FEA-2AF8-6C15-B8BD2F36951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278220" y="1382048"/>
                  <a:ext cx="115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556A1E0-455E-09EA-24BC-44950C1601E9}"/>
                    </a:ext>
                  </a:extLst>
                </p14:cNvPr>
                <p14:cNvContentPartPr/>
                <p14:nvPr/>
              </p14:nvContentPartPr>
              <p14:xfrm>
                <a:off x="6408180" y="1372688"/>
                <a:ext cx="155520" cy="48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556A1E0-455E-09EA-24BC-44950C1601E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399540" y="1364048"/>
                  <a:ext cx="173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20D7D1D-EDC0-D3C9-C487-3F9E5A68ABF8}"/>
                    </a:ext>
                  </a:extLst>
                </p14:cNvPr>
                <p14:cNvContentPartPr/>
                <p14:nvPr/>
              </p14:nvContentPartPr>
              <p14:xfrm>
                <a:off x="6601860" y="1303928"/>
                <a:ext cx="81360" cy="84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20D7D1D-EDC0-D3C9-C487-3F9E5A68ABF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592860" y="1294928"/>
                  <a:ext cx="990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CF3B6F8-1AA5-6019-6DF2-B1857C016FCF}"/>
                    </a:ext>
                  </a:extLst>
                </p14:cNvPr>
                <p14:cNvContentPartPr/>
                <p14:nvPr/>
              </p14:nvContentPartPr>
              <p14:xfrm>
                <a:off x="6706980" y="1256408"/>
                <a:ext cx="194040" cy="58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CF3B6F8-1AA5-6019-6DF2-B1857C016FC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698340" y="1247768"/>
                  <a:ext cx="211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BE1E0EC-84A4-613E-5309-6201E29BECE3}"/>
                    </a:ext>
                  </a:extLst>
                </p14:cNvPr>
                <p14:cNvContentPartPr/>
                <p14:nvPr/>
              </p14:nvContentPartPr>
              <p14:xfrm>
                <a:off x="6915060" y="1225808"/>
                <a:ext cx="52920" cy="464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BE1E0EC-84A4-613E-5309-6201E29BECE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06060" y="1217168"/>
                  <a:ext cx="7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390DCB1-E98A-44C6-D8AF-6962922911D0}"/>
                    </a:ext>
                  </a:extLst>
                </p14:cNvPr>
                <p14:cNvContentPartPr/>
                <p14:nvPr/>
              </p14:nvContentPartPr>
              <p14:xfrm>
                <a:off x="6873300" y="1122128"/>
                <a:ext cx="19800" cy="12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390DCB1-E98A-44C6-D8AF-6962922911D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64660" y="1113128"/>
                  <a:ext cx="37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43BBA4D-7318-0319-67B5-8720009C3F6A}"/>
                    </a:ext>
                  </a:extLst>
                </p14:cNvPr>
                <p14:cNvContentPartPr/>
                <p14:nvPr/>
              </p14:nvContentPartPr>
              <p14:xfrm>
                <a:off x="6992820" y="1176848"/>
                <a:ext cx="82440" cy="2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43BBA4D-7318-0319-67B5-8720009C3F6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84180" y="1168208"/>
                  <a:ext cx="100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AAE318F-8159-11C3-DEFB-D8E4EAF9D14C}"/>
                    </a:ext>
                  </a:extLst>
                </p14:cNvPr>
                <p14:cNvContentPartPr/>
                <p14:nvPr/>
              </p14:nvContentPartPr>
              <p14:xfrm>
                <a:off x="7149420" y="1090808"/>
                <a:ext cx="69840" cy="68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AAE318F-8159-11C3-DEFB-D8E4EAF9D14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140420" y="1082168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27209CD-5C1D-FCAF-6ABF-9191084BC5CA}"/>
                    </a:ext>
                  </a:extLst>
                </p14:cNvPr>
                <p14:cNvContentPartPr/>
                <p14:nvPr/>
              </p14:nvContentPartPr>
              <p14:xfrm>
                <a:off x="7138260" y="934928"/>
                <a:ext cx="117360" cy="161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27209CD-5C1D-FCAF-6ABF-9191084BC5C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129620" y="926288"/>
                  <a:ext cx="135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68F8FC2-79AB-C07C-64AA-994AE1920B83}"/>
                    </a:ext>
                  </a:extLst>
                </p14:cNvPr>
                <p14:cNvContentPartPr/>
                <p14:nvPr/>
              </p14:nvContentPartPr>
              <p14:xfrm>
                <a:off x="7166700" y="1021328"/>
                <a:ext cx="75960" cy="12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68F8FC2-79AB-C07C-64AA-994AE1920B8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57700" y="1012688"/>
                  <a:ext cx="93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9472EA0-62A3-BDBF-8426-66F4048CA232}"/>
                    </a:ext>
                  </a:extLst>
                </p14:cNvPr>
                <p14:cNvContentPartPr/>
                <p14:nvPr/>
              </p14:nvContentPartPr>
              <p14:xfrm>
                <a:off x="7270380" y="919448"/>
                <a:ext cx="128880" cy="162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9472EA0-62A3-BDBF-8426-66F4048CA23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261380" y="910448"/>
                  <a:ext cx="146520" cy="180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5334-BFCE-BB61-ADA9-E8371022C4DE}"/>
              </a:ext>
            </a:extLst>
          </p:cNvPr>
          <p:cNvSpPr txBox="1"/>
          <p:nvPr/>
        </p:nvSpPr>
        <p:spPr>
          <a:xfrm>
            <a:off x="566928" y="290376"/>
            <a:ext cx="969264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Design example: notch out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800</a:t>
            </a:r>
            <a:r>
              <a:rPr sz="2400" b="1" dirty="0">
                <a:solidFill>
                  <a:srgbClr val="16324F"/>
                </a:solidFill>
                <a:latin typeface="Aptos"/>
              </a:rPr>
              <a:t> Hz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tone</a:t>
            </a:r>
            <a:endParaRPr sz="2400" b="1" dirty="0">
              <a:solidFill>
                <a:srgbClr val="16324F"/>
              </a:solidFill>
              <a:latin typeface="Aptos"/>
            </a:endParaRPr>
          </a:p>
        </p:txBody>
      </p:sp>
      <p:pic>
        <p:nvPicPr>
          <p:cNvPr id="5" name="Picture 4" descr="The image depicts a pole-zero plot for a system, showing poles and zeros on the complex plane, with magnitude and phase plotted on the y-axis and the real axis, respectively.&#10;&#10;AI-generated content may be incorrect.">
            <a:extLst>
              <a:ext uri="{FF2B5EF4-FFF2-40B4-BE49-F238E27FC236}">
                <a16:creationId xmlns:a16="http://schemas.microsoft.com/office/drawing/2014/main" id="{C2FA4C14-9D49-A957-788C-060B568E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8" y="815596"/>
            <a:ext cx="5866358" cy="3403879"/>
          </a:xfrm>
          <a:prstGeom prst="rect">
            <a:avLst/>
          </a:prstGeom>
        </p:spPr>
      </p:pic>
      <p:pic>
        <p:nvPicPr>
          <p:cNvPr id="7" name="Picture 6" descr="The image appears to be a colorful spectrogram or chromatogram with a gradient of colors, possibly representing a chromatographic analysis or spectral data.&#10;&#10;AI-generated content may be incorrect.">
            <a:extLst>
              <a:ext uri="{FF2B5EF4-FFF2-40B4-BE49-F238E27FC236}">
                <a16:creationId xmlns:a16="http://schemas.microsoft.com/office/drawing/2014/main" id="{357DA532-09B3-6BE3-19CA-54D61C53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3" y="3949621"/>
            <a:ext cx="7242678" cy="1082914"/>
          </a:xfrm>
          <a:prstGeom prst="rect">
            <a:avLst/>
          </a:prstGeom>
        </p:spPr>
      </p:pic>
      <p:pic>
        <p:nvPicPr>
          <p:cNvPr id="9" name="Picture 8" descr="The provided text appears to be a snippet of a frequency spectrum or signal data, possibly from an audio filter or spectrum analyzer. The values seem to be in descending order, indicating a decreasing frequency range, with the highest frequency at 3000 Hz and the lowest at 100 Hz.&#10;&#10;AI-generated content may be incorrect.">
            <a:extLst>
              <a:ext uri="{FF2B5EF4-FFF2-40B4-BE49-F238E27FC236}">
                <a16:creationId xmlns:a16="http://schemas.microsoft.com/office/drawing/2014/main" id="{74989748-2C98-078B-7049-83BC0D6F9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563" y="5130715"/>
            <a:ext cx="7242678" cy="1105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C1377C-12BD-AF11-71DF-AC68B5B494C5}"/>
                  </a:ext>
                </a:extLst>
              </p:cNvPr>
              <p:cNvSpPr txBox="1"/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C1377C-12BD-AF11-71DF-AC68B5B49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7D80E37-3F8B-A12F-3E12-C92C89D77D4C}"/>
              </a:ext>
            </a:extLst>
          </p:cNvPr>
          <p:cNvSpPr txBox="1"/>
          <p:nvPr/>
        </p:nvSpPr>
        <p:spPr>
          <a:xfrm>
            <a:off x="6906412" y="833683"/>
            <a:ext cx="1365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9E7363-20DB-15AF-9F5D-5ABE04716DD8}"/>
                  </a:ext>
                </a:extLst>
              </p:cNvPr>
              <p:cNvSpPr txBox="1"/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=8000</m:t>
                    </m:r>
                  </m:oMath>
                </a14:m>
                <a:r>
                  <a:rPr lang="en-US" dirty="0"/>
                  <a:t> Hz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9E7363-20DB-15AF-9F5D-5ABE0471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blipFill>
                <a:blip r:embed="rId6"/>
                <a:stretch>
                  <a:fillRect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A5E6812-20FF-E712-188D-36506FB74C79}"/>
              </a:ext>
            </a:extLst>
          </p:cNvPr>
          <p:cNvSpPr txBox="1"/>
          <p:nvPr/>
        </p:nvSpPr>
        <p:spPr>
          <a:xfrm>
            <a:off x="2540577" y="4342945"/>
            <a:ext cx="16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filtering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66A057-60E9-105A-992C-FE3841BDAEAE}"/>
              </a:ext>
            </a:extLst>
          </p:cNvPr>
          <p:cNvSpPr txBox="1"/>
          <p:nvPr/>
        </p:nvSpPr>
        <p:spPr>
          <a:xfrm>
            <a:off x="2540577" y="5498799"/>
            <a:ext cx="14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filtering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87EDA-5530-D78E-DADD-E742B44A952A}"/>
              </a:ext>
            </a:extLst>
          </p:cNvPr>
          <p:cNvSpPr txBox="1"/>
          <p:nvPr/>
        </p:nvSpPr>
        <p:spPr>
          <a:xfrm>
            <a:off x="467591" y="4847869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Spectrograms</a:t>
            </a:r>
          </a:p>
        </p:txBody>
      </p:sp>
    </p:spTree>
    <p:extLst>
      <p:ext uri="{BB962C8B-B14F-4D97-AF65-F5344CB8AC3E}">
        <p14:creationId xmlns:p14="http://schemas.microsoft.com/office/powerpoint/2010/main" val="1539691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3410-2193-F57F-36D8-25234B33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021B12-7343-6293-900F-84DFEB31C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9" y="877826"/>
            <a:ext cx="5869132" cy="3339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0FED48-31A5-B11C-2E84-7FE37F3FC160}"/>
              </a:ext>
            </a:extLst>
          </p:cNvPr>
          <p:cNvSpPr txBox="1"/>
          <p:nvPr/>
        </p:nvSpPr>
        <p:spPr>
          <a:xfrm>
            <a:off x="566928" y="290376"/>
            <a:ext cx="969264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Design example: notch out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800</a:t>
            </a:r>
            <a:r>
              <a:rPr sz="2400" b="1" dirty="0">
                <a:solidFill>
                  <a:srgbClr val="16324F"/>
                </a:solidFill>
                <a:latin typeface="Aptos"/>
              </a:rPr>
              <a:t> Hz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tone</a:t>
            </a:r>
            <a:endParaRPr sz="2400" b="1" dirty="0">
              <a:solidFill>
                <a:srgbClr val="16324F"/>
              </a:solidFill>
              <a:latin typeface="Aptos"/>
            </a:endParaRPr>
          </a:p>
        </p:txBody>
      </p:sp>
      <p:pic>
        <p:nvPicPr>
          <p:cNvPr id="7" name="Picture 6" descr="The image appears to be a colorful spectrogram or chromatogram with a gradient of colors, possibly representing a chromatographic analysis or spectral data.&#10;&#10;AI-generated content may be incorrect.">
            <a:extLst>
              <a:ext uri="{FF2B5EF4-FFF2-40B4-BE49-F238E27FC236}">
                <a16:creationId xmlns:a16="http://schemas.microsoft.com/office/drawing/2014/main" id="{3CC44B78-6D9F-9F33-5673-91345ECC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3" y="3949621"/>
            <a:ext cx="7242678" cy="10829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129454-3512-0736-6AE2-C9B5C143AA1D}"/>
                  </a:ext>
                </a:extLst>
              </p:cNvPr>
              <p:cNvSpPr txBox="1"/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129454-3512-0736-6AE2-C9B5C143A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603F853-E191-BEA1-6E08-BBB3CCD562AA}"/>
              </a:ext>
            </a:extLst>
          </p:cNvPr>
          <p:cNvSpPr txBox="1"/>
          <p:nvPr/>
        </p:nvSpPr>
        <p:spPr>
          <a:xfrm>
            <a:off x="6906412" y="833683"/>
            <a:ext cx="1365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C77BE-148D-EFDD-85EE-B190AC8920A0}"/>
                  </a:ext>
                </a:extLst>
              </p:cNvPr>
              <p:cNvSpPr txBox="1"/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=8000</m:t>
                    </m:r>
                  </m:oMath>
                </a14:m>
                <a:r>
                  <a:rPr lang="en-US" dirty="0"/>
                  <a:t> Hz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C77BE-148D-EFDD-85EE-B190AC892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blipFill>
                <a:blip r:embed="rId5"/>
                <a:stretch>
                  <a:fillRect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0E29805-3A65-A03C-37E6-56DF5A409B9F}"/>
              </a:ext>
            </a:extLst>
          </p:cNvPr>
          <p:cNvSpPr txBox="1"/>
          <p:nvPr/>
        </p:nvSpPr>
        <p:spPr>
          <a:xfrm>
            <a:off x="2540577" y="4342945"/>
            <a:ext cx="16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filtering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6CC01-A205-044C-9D86-9A9392FDAB35}"/>
              </a:ext>
            </a:extLst>
          </p:cNvPr>
          <p:cNvSpPr txBox="1"/>
          <p:nvPr/>
        </p:nvSpPr>
        <p:spPr>
          <a:xfrm>
            <a:off x="2540577" y="5498799"/>
            <a:ext cx="14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filtering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D054F-0FE8-5BC8-1105-BD1455A4A1B5}"/>
              </a:ext>
            </a:extLst>
          </p:cNvPr>
          <p:cNvSpPr txBox="1"/>
          <p:nvPr/>
        </p:nvSpPr>
        <p:spPr>
          <a:xfrm>
            <a:off x="467591" y="4847869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Spectrograms</a:t>
            </a:r>
          </a:p>
        </p:txBody>
      </p:sp>
      <p:pic>
        <p:nvPicPr>
          <p:cNvPr id="4" name="Picture 3" descr="The provided text appears to be a snippet of a data or graphical representation, but without a visual context, it's difficult to describe it accurately. However, it seems to be a sequence of numbers, possibly indicating a filtered audio signal or a frequency spectrum.&#10;&#10;AI-generated content may be incorrect.">
            <a:extLst>
              <a:ext uri="{FF2B5EF4-FFF2-40B4-BE49-F238E27FC236}">
                <a16:creationId xmlns:a16="http://schemas.microsoft.com/office/drawing/2014/main" id="{68A1EA29-A205-C2A8-2871-071727640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63" y="5141384"/>
            <a:ext cx="7242678" cy="1088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42AD08-FD51-70FB-A15A-A419F1E7386F}"/>
                  </a:ext>
                </a:extLst>
              </p:cNvPr>
              <p:cNvSpPr txBox="1"/>
              <p:nvPr/>
            </p:nvSpPr>
            <p:spPr>
              <a:xfrm>
                <a:off x="6961908" y="3187571"/>
                <a:ext cx="2737609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=&gt; Wider notch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42AD08-FD51-70FB-A15A-A419F1E73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08" y="3187571"/>
                <a:ext cx="2737609" cy="390748"/>
              </a:xfrm>
              <a:prstGeom prst="rect">
                <a:avLst/>
              </a:prstGeom>
              <a:blipFill>
                <a:blip r:embed="rId7"/>
                <a:stretch>
                  <a:fillRect l="-1782" t="-6250" r="-1559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942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A3F8-2937-C233-039F-9C63A140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C891B-9CCA-D88D-58E1-AAD45E359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0" y="860890"/>
            <a:ext cx="5936822" cy="33628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413165-19A9-6ED2-1C8F-4ACD1E3501A3}"/>
              </a:ext>
            </a:extLst>
          </p:cNvPr>
          <p:cNvSpPr txBox="1"/>
          <p:nvPr/>
        </p:nvSpPr>
        <p:spPr>
          <a:xfrm>
            <a:off x="566928" y="290376"/>
            <a:ext cx="969264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16324F"/>
                </a:solidFill>
                <a:latin typeface="Aptos"/>
              </a:rPr>
              <a:t>Design example: notch out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800</a:t>
            </a:r>
            <a:r>
              <a:rPr sz="2400" b="1" dirty="0">
                <a:solidFill>
                  <a:srgbClr val="16324F"/>
                </a:solidFill>
                <a:latin typeface="Aptos"/>
              </a:rPr>
              <a:t> Hz </a:t>
            </a:r>
            <a:r>
              <a:rPr lang="en-US" sz="2400" b="1" dirty="0">
                <a:solidFill>
                  <a:srgbClr val="16324F"/>
                </a:solidFill>
                <a:latin typeface="Aptos"/>
              </a:rPr>
              <a:t>tone</a:t>
            </a:r>
            <a:endParaRPr sz="2400" b="1" dirty="0">
              <a:solidFill>
                <a:srgbClr val="16324F"/>
              </a:solidFill>
              <a:latin typeface="Aptos"/>
            </a:endParaRPr>
          </a:p>
        </p:txBody>
      </p:sp>
      <p:pic>
        <p:nvPicPr>
          <p:cNvPr id="7" name="Picture 6" descr="The image appears to be a colorful spectrogram or chromatogram with a gradient of colors, possibly representing a chromatographic analysis or spectral data.&#10;&#10;AI-generated content may be incorrect.">
            <a:extLst>
              <a:ext uri="{FF2B5EF4-FFF2-40B4-BE49-F238E27FC236}">
                <a16:creationId xmlns:a16="http://schemas.microsoft.com/office/drawing/2014/main" id="{2E7EEECB-8597-DDDE-973F-85CD36DE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3" y="3949621"/>
            <a:ext cx="7242678" cy="10829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2BB8C5-2132-9854-88DE-67CCA7A29A56}"/>
                  </a:ext>
                </a:extLst>
              </p:cNvPr>
              <p:cNvSpPr txBox="1"/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2BB8C5-2132-9854-88DE-67CCA7A29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1252105"/>
                <a:ext cx="3748911" cy="747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4544821-F2EB-D370-C7DA-7DA2B85015C0}"/>
              </a:ext>
            </a:extLst>
          </p:cNvPr>
          <p:cNvSpPr txBox="1"/>
          <p:nvPr/>
        </p:nvSpPr>
        <p:spPr>
          <a:xfrm>
            <a:off x="6906412" y="833683"/>
            <a:ext cx="1365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E9FEF-AE27-BC1C-9BF9-AD471812E888}"/>
                  </a:ext>
                </a:extLst>
              </p:cNvPr>
              <p:cNvSpPr txBox="1"/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=8000</m:t>
                    </m:r>
                  </m:oMath>
                </a14:m>
                <a:r>
                  <a:rPr lang="en-US" dirty="0"/>
                  <a:t> Hz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E9FEF-AE27-BC1C-9BF9-AD471812E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08" y="2358736"/>
                <a:ext cx="4431723" cy="403316"/>
              </a:xfrm>
              <a:prstGeom prst="rect">
                <a:avLst/>
              </a:prstGeom>
              <a:blipFill>
                <a:blip r:embed="rId5"/>
                <a:stretch>
                  <a:fillRect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F9C8C87-C01C-7C89-A5C2-112B01BC8098}"/>
              </a:ext>
            </a:extLst>
          </p:cNvPr>
          <p:cNvSpPr txBox="1"/>
          <p:nvPr/>
        </p:nvSpPr>
        <p:spPr>
          <a:xfrm>
            <a:off x="2540577" y="4342945"/>
            <a:ext cx="16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filtering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3C0615-5A1B-A002-C5E4-2DA7F42B78C6}"/>
              </a:ext>
            </a:extLst>
          </p:cNvPr>
          <p:cNvSpPr txBox="1"/>
          <p:nvPr/>
        </p:nvSpPr>
        <p:spPr>
          <a:xfrm>
            <a:off x="2540577" y="5498799"/>
            <a:ext cx="14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filtering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1A854-0B1E-B97B-8F8E-8D1A88D42FB2}"/>
              </a:ext>
            </a:extLst>
          </p:cNvPr>
          <p:cNvSpPr txBox="1"/>
          <p:nvPr/>
        </p:nvSpPr>
        <p:spPr>
          <a:xfrm>
            <a:off x="467591" y="4847869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Spectrograms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6AB424-A488-85F2-59B5-4721D650965E}"/>
                  </a:ext>
                </a:extLst>
              </p:cNvPr>
              <p:cNvSpPr txBox="1"/>
              <p:nvPr/>
            </p:nvSpPr>
            <p:spPr>
              <a:xfrm>
                <a:off x="6961908" y="3187571"/>
                <a:ext cx="3986861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close to unit circle =&gt; Sharper notch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6AB424-A488-85F2-59B5-4721D6509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908" y="3187571"/>
                <a:ext cx="3986861" cy="390748"/>
              </a:xfrm>
              <a:prstGeom prst="rect">
                <a:avLst/>
              </a:prstGeom>
              <a:blipFill>
                <a:blip r:embed="rId6"/>
                <a:stretch>
                  <a:fillRect t="-6250" r="-76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3038EC4-44DE-C45C-0C02-3E170C835A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563" y="5161181"/>
            <a:ext cx="7260210" cy="109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66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Notch-filter equation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second-order section gives an interpretable audio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H(z) = K · (1 − 2cosω₀ z⁻¹ + z⁻²) / (1 − 2r cosω₀ z⁻¹ + r²z⁻²)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15468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Zeros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exactly on unit circle at ±ω₀ → ideal zero response at the hum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15468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same angle but radius r&lt;1 → control notch width / transient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06040"/>
            <a:ext cx="315468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71576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Gain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81528"/>
            <a:ext cx="282549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often chosen to make DC or passband gain approximately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937760"/>
            <a:ext cx="9692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Audio intuition: zeros do the cancellation; poles nearby keep the rest of the spectrum from being unnecessarily attenuated.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 radius controls resonance and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Move the pole radially without changing its preferred frequency.</a:t>
            </a:r>
          </a:p>
        </p:txBody>
      </p:sp>
      <p:pic>
        <p:nvPicPr>
          <p:cNvPr id="6" name="Picture 5" descr="pole_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658368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406908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719072"/>
            <a:ext cx="3108960" cy="32461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Same angle ⇒ same resonance center.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 closer to 1 ⇒ smaller distance to unit circle.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Peak becomes sharper and stronger.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Impulse response decays roughly like rⁿ, so ringing lasts longer.</a:t>
            </a:r>
          </a:p>
          <a:p>
            <a:pPr>
              <a:spcAft>
                <a:spcPts val="500"/>
              </a:spcAft>
              <a:defRPr sz="1500">
                <a:solidFill>
                  <a:srgbClr val="17212B"/>
                </a:solidFill>
                <a:latin typeface="Aptos"/>
              </a:defRPr>
            </a:pPr>
            <a:r>
              <a:t>• r≥1 breaks causal BIBO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Pole–zero sandbox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Predict first. Move a pole or zero. Then listen / plot.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Start with no poles/zeros: flat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325880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Put a zero on |z|=1 at an angle: predict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4" y="1325880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49047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149047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Move the zero inside the circle: does the notch remain perfect?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3337560" cy="16002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Add a pole at the same angle with r=0.9, then 0.98.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291839"/>
            <a:ext cx="33375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3456432"/>
            <a:ext cx="457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456432"/>
            <a:ext cx="2423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Listen to the 60-Hz hum example before and after filtering.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5120640"/>
            <a:ext cx="3108960" cy="658368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28803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6324F"/>
                </a:solidFill>
                <a:latin typeface="Aptos"/>
              </a:rPr>
              <a:t>Notebook: pole_zero_sandbox()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poles, zeros, and freqz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code as a geometry checker.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23560" cy="44805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5120640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import numpy as np
from scipy import signal
zeros = np.exp(1j*np.array([w0, -w0]))
poles = r * zeros
b = np.poly(zeros).real
a = np.poly(poles).real
w, H = signal.freqz(b, a, fs=fs)
# plot zeros, poles, |H|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234440"/>
            <a:ext cx="4572000" cy="44805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31152" y="1645920"/>
            <a:ext cx="3977639" cy="32918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`np.roots` moves coefficients → roots.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`np.poly` moves roots → coefficients.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`signal.freqz` evaluates on the unit circle numerically.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The pole-zero plot should let you predict the major features before `freqz` confirms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demo: removing hum without erasing the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60–75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notch should target a narrow frequency, not broadly low-pass the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754880" cy="2057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Synthetic voice-like harmonics + 60 Hz and 120 Hz hum.
Listen: 01_voice_with_60Hz_hum.wav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754880" cy="20574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1618488"/>
            <a:ext cx="44256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84248"/>
            <a:ext cx="4425696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Second-order 60-Hz notch with pole radius r=0.985.
Listen: 02_voice_after_60Hz_notch.wav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114800"/>
            <a:ext cx="982980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279392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Good observation: a very narrow notch removes the targeted hum component while leaving nearby useful content mostly intact. A broad low-pass filter would solve the hum problem by throwing away far more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ML bridge: filter geometry shapes the features a model sees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Front-end filtering changes spectra, spectrograms, and therefore learned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691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Notch zeros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Remove a nuisance line such as power hum before spectral feature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691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Resonant poles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Can emphasize a narrow band—useful or dangerous depending on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46120" cy="16916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27048"/>
            <a:ext cx="29169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8"/>
            <a:ext cx="2916936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numerically exploding front end corrupts every downstream feature and gradient.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40480"/>
            <a:ext cx="10149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95097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Design question for ML: are you removing a known nuisance, imposing a useful inductive bias, or accidentally deleting information that the classifier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61CC-7EE3-5EF0-5011-08723639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D3F6CA-B1B5-12E9-0A02-DD2FD0CDF520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F9414-C603-DBBE-E16B-45B8E40FF1EA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A8589-D166-20B6-5508-1A344E085BD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4CBD8-7C45-2802-2C0D-A74779EB11B5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Reason geometrically—no full algebra is needed.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2B8A7-6EBB-95B1-6A43-B3A6A38DE7EF}"/>
              </a:ext>
            </a:extLst>
          </p:cNvPr>
          <p:cNvSpPr txBox="1"/>
          <p:nvPr/>
        </p:nvSpPr>
        <p:spPr>
          <a:xfrm>
            <a:off x="914400" y="1280160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16324F"/>
                </a:solidFill>
                <a:latin typeface="Aptos"/>
              </a:rPr>
              <a:t>A conjugate pole pair is moved from radius 0.7 to radius 0.97 at the same angle. What changes?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B354E2-5BCF-C1CB-2D02-1DBBD04CB858}"/>
              </a:ext>
            </a:extLst>
          </p:cNvPr>
          <p:cNvSpPr/>
          <p:nvPr/>
        </p:nvSpPr>
        <p:spPr>
          <a:xfrm>
            <a:off x="91440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97CB9-8520-068D-3D37-1A7887FD1360}"/>
              </a:ext>
            </a:extLst>
          </p:cNvPr>
          <p:cNvSpPr txBox="1"/>
          <p:nvPr/>
        </p:nvSpPr>
        <p:spPr>
          <a:xfrm>
            <a:off x="109728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89568-EA2E-8031-6B80-49778C27819A}"/>
              </a:ext>
            </a:extLst>
          </p:cNvPr>
          <p:cNvSpPr txBox="1"/>
          <p:nvPr/>
        </p:nvSpPr>
        <p:spPr>
          <a:xfrm>
            <a:off x="169164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Resonant frequency moves drastically.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2655F6-74D7-35F1-04F4-AD9068CF4343}"/>
              </a:ext>
            </a:extLst>
          </p:cNvPr>
          <p:cNvSpPr/>
          <p:nvPr/>
        </p:nvSpPr>
        <p:spPr>
          <a:xfrm>
            <a:off x="6309360" y="242316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F7D7-76B5-D0F3-5729-30A3B0B2FBE4}"/>
              </a:ext>
            </a:extLst>
          </p:cNvPr>
          <p:cNvSpPr txBox="1"/>
          <p:nvPr/>
        </p:nvSpPr>
        <p:spPr>
          <a:xfrm>
            <a:off x="6492240" y="260604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1B2A9-F9C3-BB71-B76D-918D9FA69DE0}"/>
              </a:ext>
            </a:extLst>
          </p:cNvPr>
          <p:cNvSpPr txBox="1"/>
          <p:nvPr/>
        </p:nvSpPr>
        <p:spPr>
          <a:xfrm>
            <a:off x="7086600" y="256946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Peak becomes sharper; ringing lasts longer.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646EB1-07B2-E05E-4EF6-51644D64BEC9}"/>
              </a:ext>
            </a:extLst>
          </p:cNvPr>
          <p:cNvSpPr/>
          <p:nvPr/>
        </p:nvSpPr>
        <p:spPr>
          <a:xfrm>
            <a:off x="91440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FA3E2-B37A-FDCA-FB68-50BA1009B578}"/>
              </a:ext>
            </a:extLst>
          </p:cNvPr>
          <p:cNvSpPr txBox="1"/>
          <p:nvPr/>
        </p:nvSpPr>
        <p:spPr>
          <a:xfrm>
            <a:off x="109728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A066B-E12F-A810-DFCC-4459003890C4}"/>
              </a:ext>
            </a:extLst>
          </p:cNvPr>
          <p:cNvSpPr txBox="1"/>
          <p:nvPr/>
        </p:nvSpPr>
        <p:spPr>
          <a:xfrm>
            <a:off x="169164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A perfect notch appears.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78CEFE-7911-B462-C017-5596E7A3EF19}"/>
              </a:ext>
            </a:extLst>
          </p:cNvPr>
          <p:cNvSpPr/>
          <p:nvPr/>
        </p:nvSpPr>
        <p:spPr>
          <a:xfrm>
            <a:off x="6309360" y="3657600"/>
            <a:ext cx="49377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76179-2F73-0423-E86B-B913BDCF1E38}"/>
              </a:ext>
            </a:extLst>
          </p:cNvPr>
          <p:cNvSpPr txBox="1"/>
          <p:nvPr/>
        </p:nvSpPr>
        <p:spPr>
          <a:xfrm>
            <a:off x="6492240" y="3840480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45EAF-BD74-926E-7ED5-D882F69BA9E8}"/>
              </a:ext>
            </a:extLst>
          </p:cNvPr>
          <p:cNvSpPr txBox="1"/>
          <p:nvPr/>
        </p:nvSpPr>
        <p:spPr>
          <a:xfrm>
            <a:off x="7086600" y="3803904"/>
            <a:ext cx="38862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The system becomes time varying.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47E620-BC3F-2BC3-ABBF-07C1BAD2D846}"/>
              </a:ext>
            </a:extLst>
          </p:cNvPr>
          <p:cNvSpPr/>
          <p:nvPr/>
        </p:nvSpPr>
        <p:spPr>
          <a:xfrm>
            <a:off x="1371600" y="5166360"/>
            <a:ext cx="941832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65253-699B-F026-1633-E4E2BF1D3131}"/>
              </a:ext>
            </a:extLst>
          </p:cNvPr>
          <p:cNvSpPr txBox="1"/>
          <p:nvPr/>
        </p:nvSpPr>
        <p:spPr>
          <a:xfrm>
            <a:off x="1600200" y="5276088"/>
            <a:ext cx="8961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Correct: B. Same angle → same center frequency; radius closer to 1 → stronger/narrower resonance and slower decay.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6A51C-4A67-30EF-6678-68F2A8C17B0D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59063-44BE-BAA5-2991-F54728397E5A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85755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/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57305"/>
            <a:ext cx="9784080" cy="3231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dirty="0">
                <a:solidFill>
                  <a:srgbClr val="16324F"/>
                </a:solidFill>
                <a:latin typeface="Aptos"/>
              </a:rPr>
              <a:t>Exit ticket: Why does a zero on the unit circle create a notch?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C015-EA51-5C76-236E-EDF04002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41169-20A6-D698-E3A0-151899E5BF35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6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4AD508-C194-3669-1687-3A68585E38DF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4F45-E6A6-463C-E40C-AD77AA6C521D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C04E5-7204-D6AC-F46C-2CD00D19E05E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Poles, zeros, ROC, and the unit circle tell one coherent story.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8ECAB1-AD36-47CC-8846-30BA97E1C16D}"/>
              </a:ext>
            </a:extLst>
          </p:cNvPr>
          <p:cNvSpPr/>
          <p:nvPr/>
        </p:nvSpPr>
        <p:spPr>
          <a:xfrm>
            <a:off x="658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522E0-3C3D-5F40-9B30-1451E3C4E455}"/>
              </a:ext>
            </a:extLst>
          </p:cNvPr>
          <p:cNvSpPr txBox="1"/>
          <p:nvPr/>
        </p:nvSpPr>
        <p:spPr>
          <a:xfrm>
            <a:off x="749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difference eq.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B38A6-5A00-8317-3220-81061B1E11BC}"/>
              </a:ext>
            </a:extLst>
          </p:cNvPr>
          <p:cNvSpPr txBox="1"/>
          <p:nvPr/>
        </p:nvSpPr>
        <p:spPr>
          <a:xfrm>
            <a:off x="749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coefficients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F31AB312-62D1-6B34-CD67-B07ED737A8E6}"/>
              </a:ext>
            </a:extLst>
          </p:cNvPr>
          <p:cNvCxnSpPr/>
          <p:nvPr/>
        </p:nvCxnSpPr>
        <p:spPr>
          <a:xfrm>
            <a:off x="2505456" y="2697480"/>
            <a:ext cx="365759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5D6057-D253-C60B-5F68-2434C6808602}"/>
              </a:ext>
            </a:extLst>
          </p:cNvPr>
          <p:cNvSpPr/>
          <p:nvPr/>
        </p:nvSpPr>
        <p:spPr>
          <a:xfrm>
            <a:off x="2944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E6AFF-4948-1480-4A70-62D45BDC86CE}"/>
              </a:ext>
            </a:extLst>
          </p:cNvPr>
          <p:cNvSpPr txBox="1"/>
          <p:nvPr/>
        </p:nvSpPr>
        <p:spPr>
          <a:xfrm>
            <a:off x="3035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0457D-D6B1-4D9C-06E7-6944DACB8E23}"/>
              </a:ext>
            </a:extLst>
          </p:cNvPr>
          <p:cNvSpPr txBox="1"/>
          <p:nvPr/>
        </p:nvSpPr>
        <p:spPr>
          <a:xfrm>
            <a:off x="3035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poles + zeros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BBAC81CD-E811-C210-1192-151BEA048C73}"/>
              </a:ext>
            </a:extLst>
          </p:cNvPr>
          <p:cNvCxnSpPr/>
          <p:nvPr/>
        </p:nvCxnSpPr>
        <p:spPr>
          <a:xfrm>
            <a:off x="4791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5C2026-D1DA-7A4F-691C-C44D7BD59CD6}"/>
              </a:ext>
            </a:extLst>
          </p:cNvPr>
          <p:cNvSpPr/>
          <p:nvPr/>
        </p:nvSpPr>
        <p:spPr>
          <a:xfrm>
            <a:off x="5230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EE0652-B6DE-2EB7-376D-CA3DE7A6EF10}"/>
              </a:ext>
            </a:extLst>
          </p:cNvPr>
          <p:cNvSpPr txBox="1"/>
          <p:nvPr/>
        </p:nvSpPr>
        <p:spPr>
          <a:xfrm>
            <a:off x="5321807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0DA7E-F64D-0A64-C08E-C5DFD4CC37AE}"/>
              </a:ext>
            </a:extLst>
          </p:cNvPr>
          <p:cNvSpPr txBox="1"/>
          <p:nvPr/>
        </p:nvSpPr>
        <p:spPr>
          <a:xfrm>
            <a:off x="5321807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causality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3AB59DE-12B5-487B-1C94-FE8EADC786F1}"/>
              </a:ext>
            </a:extLst>
          </p:cNvPr>
          <p:cNvCxnSpPr/>
          <p:nvPr/>
        </p:nvCxnSpPr>
        <p:spPr>
          <a:xfrm>
            <a:off x="7077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46B9468-2D66-55B6-4604-59F422A67232}"/>
              </a:ext>
            </a:extLst>
          </p:cNvPr>
          <p:cNvSpPr/>
          <p:nvPr/>
        </p:nvSpPr>
        <p:spPr>
          <a:xfrm>
            <a:off x="7516368" y="1828800"/>
            <a:ext cx="182880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3455B-C229-A581-81E8-E6EB2B27EBD0}"/>
              </a:ext>
            </a:extLst>
          </p:cNvPr>
          <p:cNvSpPr txBox="1"/>
          <p:nvPr/>
        </p:nvSpPr>
        <p:spPr>
          <a:xfrm>
            <a:off x="7607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/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16324F"/>
                    </a:solidFill>
                    <a:latin typeface="Aptos"/>
                  </a:rPr>
                  <a:t>stability +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1" i="1" dirty="0" err="1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ar-AE" sz="1600" b="1" i="1" dirty="0" err="1" smtClean="0">
                            <a:solidFill>
                              <a:srgbClr val="16324F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sup>
                    </m:sSup>
                    <m:r>
                      <a:rPr lang="ar-AE" sz="1600" b="1" i="1" dirty="0" smtClean="0">
                        <a:solidFill>
                          <a:srgbClr val="16324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600" b="1" dirty="0">
                  <a:solidFill>
                    <a:srgbClr val="16324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77022D-37CD-BBB7-A7A5-54275E575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08" y="2548223"/>
                <a:ext cx="1645920" cy="591124"/>
              </a:xfrm>
              <a:prstGeom prst="rect">
                <a:avLst/>
              </a:prstGeom>
              <a:blipFill>
                <a:blip r:embed="rId2"/>
                <a:stretch>
                  <a:fillRect t="-3093" b="-5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490872AE-E8D3-45C6-0FE0-935A2136850B}"/>
              </a:ext>
            </a:extLst>
          </p:cNvPr>
          <p:cNvCxnSpPr/>
          <p:nvPr/>
        </p:nvCxnSpPr>
        <p:spPr>
          <a:xfrm>
            <a:off x="9363456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0A9A8D-9E5F-7680-BBA0-804A8F5A8DDE}"/>
              </a:ext>
            </a:extLst>
          </p:cNvPr>
          <p:cNvSpPr/>
          <p:nvPr/>
        </p:nvSpPr>
        <p:spPr>
          <a:xfrm>
            <a:off x="9802368" y="1828800"/>
            <a:ext cx="182880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ED750-4EC7-8CB4-460E-041F6E4DDB5B}"/>
              </a:ext>
            </a:extLst>
          </p:cNvPr>
          <p:cNvSpPr txBox="1"/>
          <p:nvPr/>
        </p:nvSpPr>
        <p:spPr>
          <a:xfrm>
            <a:off x="9893808" y="2103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geometry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78465-1793-1E98-D3D9-C59DAD0F59AC}"/>
              </a:ext>
            </a:extLst>
          </p:cNvPr>
          <p:cNvSpPr txBox="1"/>
          <p:nvPr/>
        </p:nvSpPr>
        <p:spPr>
          <a:xfrm>
            <a:off x="9893808" y="2578608"/>
            <a:ext cx="16459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sound / response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D1552A-CB36-07B6-18A8-FE0F60A6A103}"/>
              </a:ext>
            </a:extLst>
          </p:cNvPr>
          <p:cNvSpPr/>
          <p:nvPr/>
        </p:nvSpPr>
        <p:spPr>
          <a:xfrm>
            <a:off x="914400" y="4343400"/>
            <a:ext cx="10332720" cy="9601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22C8-C130-F2EB-B288-67157DD2B499}"/>
              </a:ext>
            </a:extLst>
          </p:cNvPr>
          <p:cNvSpPr txBox="1"/>
          <p:nvPr/>
        </p:nvSpPr>
        <p:spPr>
          <a:xfrm>
            <a:off x="1188720" y="4480560"/>
            <a:ext cx="978408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Exit ticket: Why does a zero on the unit circle create a notch?  Good answer: at that frequency the evaluation point e^{jω} coincides with the zero, making a numerator distance—and therefore H(e^{jω})—equal to zero.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8B91B3-D16E-6559-BFAB-C91EDF1C06F9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36554-DCAD-7765-B49D-548E9925B97D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0926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2343</Words>
  <Application>Microsoft Office PowerPoint</Application>
  <PresentationFormat>Widescreen</PresentationFormat>
  <Paragraphs>303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Mono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10</cp:revision>
  <dcterms:created xsi:type="dcterms:W3CDTF">2026-08-18T14:43:54Z</dcterms:created>
  <dcterms:modified xsi:type="dcterms:W3CDTF">2026-09-10T22:55:44Z</dcterms:modified>
</cp:coreProperties>
</file>