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7" r:id="rId30"/>
    <p:sldId id="283" r:id="rId31"/>
    <p:sldId id="284" r:id="rId32"/>
    <p:sldId id="285" r:id="rId3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423160"/>
            <a:ext cx="6886708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73062-1294-CF8B-7F0B-E662DE431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668816"/>
            <a:ext cx="4019550" cy="933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F7B093-45DD-38F5-3056-9950C4F3C88B}"/>
              </a:ext>
            </a:extLst>
          </p:cNvPr>
          <p:cNvSpPr txBox="1"/>
          <p:nvPr/>
        </p:nvSpPr>
        <p:spPr>
          <a:xfrm>
            <a:off x="1343025" y="3858334"/>
            <a:ext cx="448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(Local-window correlation; no kernel reversal)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1–4 • FIR and Conv1d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from the inverse DTFT; explain noncausality; find delay for N=41.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vs Hamming: transition, sidelobes, and Gibbs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Linear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Show symmetric FIR form and derive constant group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a 3-tap convolution and explain the PyTorch kernel flip.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 and the instructor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1–2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Inverse DTFT gives the sinc; h_d[0]=ω_c/π. The ideal response is infinite and two-sided. For N=41, shift by 20 samples and τ_g=20.</a:t>
            </a:r>
          </a:p>
        </p:txBody>
      </p:sp>
      <p:pic>
        <p:nvPicPr>
          <p:cNvPr id="10" name="Picture 9" descr="eq_9042b7e17da42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4754880" cy="7060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417320"/>
            <a:ext cx="5120640" cy="30175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30175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48920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Rectangular: narrower transition but ≈−13 dB first sidelobe. Hamming: wider transition but ≈−43 dB first sidelobe. Increasing rectangular-window length narrows the Gibbs region; it does not eliminate peak overshoot.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3–4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087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Pairing symmetric taps gives a real amplitude term times a pure delay. Therefore group delay is constant.</a:t>
            </a:r>
          </a:p>
        </p:txBody>
      </p:sp>
      <p:pic>
        <p:nvPicPr>
          <p:cNvPr id="10" name="Picture 9" descr="eq_564ecb477badb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754880" cy="6926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h=[0.2,0.5,0.3] and x=[1,2,0,−1], the first four causal outputs are [0.2,0.9,1.3,0.4]. Conv1d uses correlation ordering, so flip the taps for textbook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2772</Words>
  <Application>Microsoft Office PowerPoint</Application>
  <PresentationFormat>Widescreen</PresentationFormat>
  <Paragraphs>393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4</cp:revision>
  <cp:lastPrinted>2026-09-01T19:44:10Z</cp:lastPrinted>
  <dcterms:created xsi:type="dcterms:W3CDTF">2013-01-27T09:14:16Z</dcterms:created>
  <dcterms:modified xsi:type="dcterms:W3CDTF">2026-09-11T02:25:58Z</dcterms:modified>
  <cp:category/>
</cp:coreProperties>
</file>