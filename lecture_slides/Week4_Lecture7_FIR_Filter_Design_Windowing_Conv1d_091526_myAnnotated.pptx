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56" r:id="rId3"/>
    <p:sldId id="257" r:id="rId4"/>
    <p:sldId id="258" r:id="rId5"/>
    <p:sldId id="289" r:id="rId6"/>
    <p:sldId id="259" r:id="rId7"/>
    <p:sldId id="29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92" r:id="rId17"/>
    <p:sldId id="268" r:id="rId18"/>
    <p:sldId id="269" r:id="rId19"/>
    <p:sldId id="293" r:id="rId20"/>
    <p:sldId id="295" r:id="rId21"/>
    <p:sldId id="270" r:id="rId22"/>
    <p:sldId id="271" r:id="rId23"/>
    <p:sldId id="296" r:id="rId24"/>
    <p:sldId id="272" r:id="rId25"/>
    <p:sldId id="273" r:id="rId26"/>
    <p:sldId id="274" r:id="rId27"/>
    <p:sldId id="286" r:id="rId28"/>
    <p:sldId id="275" r:id="rId29"/>
    <p:sldId id="291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7" r:id="rId38"/>
    <p:sldId id="283" r:id="rId39"/>
    <p:sldId id="284" r:id="rId40"/>
    <p:sldId id="285" r:id="rId41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24575,'0'3'0,"0"0"0,1 1 0,0-1 0,0 0 0,0 0 0,0 0 0,0 0 0,1 0 0,-1 0 0,1-1 0,0 1 0,0 0 0,3 3 0,6 5 0,17 15 0,-21-20 0,56 45 0,125 75 0,-97-68 0,-10-6 0,193 139 0,-268-186 0,-4-3 0,-1-1 0,1 0 0,-1 0 0,1 1 0,-1-1 0,1 0 0,0 0 0,3 1 0,-3-3 0,-4-4 0,-7-5 0,-14-8-1365,11 10-5461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82 24575,'-24'-14'0,"-36"-27"0,60 41 0,-1-1 0,0 1 0,1-1 0,-1 1 0,0-1 0,1 1 0,-1-1 0,1 0 0,-1 1 0,0-1 0,1 0 0,0 1 0,-1-1 0,1 0 0,-1 0 0,1 1 0,0-1 0,-1 0 0,1 0 0,0 1 0,0-2 0,0 1 0,0 1 0,1-1 0,-1 1 0,0 0 0,1-1 0,-1 1 0,1-1 0,-1 1 0,1 0 0,-1 0 0,1-1 0,-1 1 0,1 0 0,-1 0 0,1-1 0,-1 1 0,1 0 0,-1 0 0,1 0 0,-1 0 0,1 0 0,0 0 0,6 0 0,0 0 0,0 0 0,11 2 0,207 38 0,-216-38 0,8 1 0,0 1 0,0 0 0,18 8 0,-31-9 0,-5-2 0,-10-2 0,-17-4 0,-14-5 0,-66-13 0,22 3 0,22 4 0,63 16 0,0 0 0,1 0 0,-1-1 0,0 1 0,0 0 0,0 0 0,0 0 0,1 0 0,-1 0 0,0 0 0,0 0 0,0 0 0,0 0 0,1 1 0,-1-1 0,0 0 0,0 0 0,0 1 0,1-1 0,-1 1 0,0-1 0,0 1 0,1-1 0,-1 1 0,-1 0 0,2 0 0,-1 1 0,1-1 0,-1 0 0,1 0 0,0 1 0,-1-1 0,1 0 0,0 0 0,0 1 0,0-1 0,0 0 0,0 1 0,0-1 0,1 0 0,-1 2 0,2 6 0,1 0 0,0 0 0,7 13 0,-9-20 0,15 29 0,1-1 0,36 48 0,-45-66-1365,0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4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24575,'3'7'0,"3"3"0,0 2 0,2 2 0,0 1 0,-2-3-8191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5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24575,'-1'1'0,"1"-1"0,-1 0 0,0 1 0,0-1 0,1 0 0,-1 1 0,1-1 0,-1 1 0,0-1 0,1 1 0,-1-1 0,1 1 0,-1-1 0,1 1 0,-1 0 0,1-1 0,0 1 0,-1 0 0,1-1 0,0 1 0,-1 1 0,-6 16 0,7-17 0,-3 11 0,1 0 0,0 1 0,0-1 0,2 0 0,-1 1 0,2-1 0,-1 0 0,2 0 0,0 1 0,0-1 0,5 12 0,7 18 0,32 68 0,-37-91 0,29 52 0,-36-63 0,-6-8 0,-8-11 0,-22-36-1365,22 30-5461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24575,'3'-3'0,"0"-1"0,0 1 0,1 0 0,-1 0 0,0 0 0,1 0 0,0 0 0,0 1 0,0 0 0,0 0 0,0 0 0,0 0 0,1 0 0,-1 1 0,0 0 0,8-1 0,6-1 0,1 2 0,32 0 0,-35 1 0,42 2 0,50-2 0,-107 0 11,1 0 0,0-1 0,-1 1 0,1 0 0,-1-1 0,1 1-1,-1-1 1,1 1 0,-1-1 0,3-1 0,-4 1-68,1 1 0,-1 0 0,1-1 0,-1 1-1,1-1 1,-1 0 0,0 1 0,1-1 0,-1 1 0,0-1 0,1 0 0,-1 1-1,0-1 1,0 1 0,0-1 0,1 0 0,-1 1 0,0-1 0,0 0 0,0 0 0,0 1-1,0-1 1,0 0 0,0 1 0,-1-2 0,-1-6-6769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16 24575,'-2'-2'0,"1"-2"0,3 1 0,5 1 0,3 0 0,2 1 0,2 0 0,1 1 0,0 0 0,1 0 0,-1 0 0,1 0 0,-1 0 0,-3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6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24575,'2'20'0,"1"12"0,1 3 0,-2-3 0,3 0 0,-1-5 0,0-3 0,-1-4 0,1-2 0,0-3 0,0 0 0,1-1 0,0-2-8191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61 210 24575,'0'3'0,"3"116"0,-2-96 0,2 0 0,1 0 0,7 24 0,-2-29 0,-3-14 0,-6-4 0,0 0 0,1 0 0,-1 0 0,0-1 0,1 1 0,-1 0 0,0 0 0,0-1 0,1 1 0,-1 0 0,0-1 0,0 1 0,1 0 0,-1-1 0,0 1 0,0 0 0,0-1 0,0 1 0,0 0 0,1-1 0,-1 1 0,0 0 0,0-1 0,0-3 0,1 0 0,-1 0 0,1 0 0,-1 0 0,-1 0 0,1 0 0,0 0 0,-1 0 0,0 1 0,-2-7 0,-17-40 0,12 31 0,-10-22 0,-21-56 0,35 86 0,1-1 0,1 1 0,0-1 0,0 0 0,1 1 0,1-22 0,1 29 0,-1 0 0,1-1 0,0 1 0,1 0 0,-1 0 0,1 0 0,-1 0 0,1 0 0,0 0 0,1 1 0,-1-1 0,1 0 0,-1 1 0,1 0 0,0 0 0,0 0 0,1 0 0,-1 0 0,1 1 0,-1-1 0,6-2 0,0 1 0,-1 0 0,1 1 0,-1 0 0,1 0 0,0 1 0,1 0 0,-1 1 0,18-1 0,-16 2 0,-1 1 0,1 0 0,0 1 0,-1 0 0,1 1 0,-1 0 0,0 0 0,0 1 0,0 1 0,17 10 0,-21-11 0,-1-1 0,1 1 0,-1 0 0,0 0 0,-1 1 0,1-1 0,-1 1 0,0 0 0,0 0 0,0 1 0,-1-1 0,0 1 0,0 0 0,0 0 0,-1 0 0,0 0 0,0 0 0,0 0 0,1 9 0,-3-11 0,0-1 0,0 0 0,-1 0 0,1 0 0,-1 0 0,1 0 0,-1 0 0,0 0 0,0 0 0,0 0 0,-1 0 0,-2 5 0,1-3 0,-1-1 0,1 0 0,-1 1 0,0-1 0,0-1 0,-8 7 0,-4 0 0,-1 0 0,0-1 0,-22 8 0,29-13 0,1-1 0,1 1 0,-1 0 0,1 1 0,0-1 0,-10 9 0,17-12 0,0 0 0,-1 0 0,1 0 0,0 1 0,0-1 0,0 0 0,0 1 0,0-1 0,0 0 0,1 1 0,-1-1 0,0 1 0,1-1 0,-1 1 0,1 0 0,-1-1 0,1 1 0,0 0 0,0-1 0,0 1 0,0-1 0,0 1 0,0 0 0,0-1 0,0 1 0,1 0 0,-1-1 0,1 1 0,-1-1 0,1 1 0,0-1 0,-1 1 0,1-1 0,0 1 0,0-1 0,0 0 0,2 3 0,2 1 0,0 1 0,1-1 0,0 0 0,-1 0 0,2-1 0,-1 0 0,0 0 0,1 0 0,0-1 0,10 4 0,10 1 0,39 8 0,-54-13 0,31 6-682,85 7-1,-114-16-6143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329 224 24575,'-100'-115'0,"83"99"0,0 0 0,-1 1 0,-1 1 0,-29-18 0,44 30 0,0 0 0,0 0 0,-1 0 0,1 0 0,-1 1 0,1 0 0,-1 0 0,0 0 0,1 0 0,-9 1 0,10 0 0,1 0 0,0 0 0,0 1 0,0-1 0,0 1 0,0 0 0,0-1 0,0 1 0,1 0 0,-1 0 0,0 0 0,0 0 0,1 1 0,-1-1 0,0 0 0,1 1 0,-1-1 0,1 1 0,0-1 0,0 1 0,-1 0 0,1 0 0,0-1 0,0 1 0,1 0 0,-2 3 0,-1 4 0,1-1 0,1 1 0,0-1 0,0 1 0,0-1 0,2 15 0,8 53 0,-4-51 0,1 0 0,2-1 0,0 0 0,21 42 0,59 87 0,-48-86 0,19 29 0,76 144 0,-123-209-1365,-9-18-5461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8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15 24575,'-30'-5'0,"-10"0"0,0 2 0,3 2 0,9 2 0,6 2 0,4 0 0,6 2 0,2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9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24575,'5'18'0,"5"5"0,-1 2 0,2-4 0,-1-2 0,0-5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9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196 522 24575,'-18'-74'0,"-37"-125"0,32 134 0,9 20 0,-37-73 0,50 116 0,0 0 0,0 0 0,0 1 0,0-1 0,0 0 0,-1 1 0,1-1 0,-1 1 0,1 0 0,-4-3 0,5 4 0,0 0 0,-1 0 0,1 0 0,0 0 0,0 0 0,-1 0 0,1-1 0,0 1 0,-1 0 0,1 0 0,0 0 0,-1 0 0,1 0 0,0 0 0,-1 0 0,1 0 0,0 1 0,-1-1 0,1 0 0,0 0 0,-1 0 0,1 0 0,0 0 0,0 0 0,-1 1 0,1-1 0,-1 1 0,1 0 0,-1-1 0,0 1 0,1 0 0,-1 0 0,1 0 0,0 0 0,-1 0 0,1-1 0,0 1 0,0 0 0,-1 0 0,1 2 0,-2 19 0,1 1 0,1-1 0,1 1 0,0-1 0,2 1 0,1-1 0,8 26 0,-6-29 0,0 0 0,2 0 0,0-1 0,1 0 0,1-1 0,1 0 0,0-1 0,1 0 0,24 24 0,-18-22 0,1 0 0,1-2 0,0 0 0,2-2 0,-1 0 0,2-1 0,26 11 0,-46-23-227,0 0-1,1 0 1,-1 0-1,0 0 1,7 1-1,-1-3-6598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1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24575,'7'30'0,"3"15"0,2 5 0,2-3 0,-2-6 0,0-6 0,0-4 0,0-6 0,-1-1 0,0-2 0,-3-3 0,1-2 0,-2-1 0,-1-1 0,0-3 0,-1-1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2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24575,'32'6'0,"95"11"0,-115-17 0,1 1 0,-1-2 0,0 0 0,1 0 0,-1-1 0,0-1 0,0 0 0,12-4 0,-17 3 0,0 1 0,0-1 0,0 0 0,-1-1 0,1 1 0,-1-2 0,0 1 0,7-9 0,-10 12 0,-1-1 0,0 0 0,0 0 0,0 0 0,0 0 0,0 0 0,-1 0 0,1 0 0,-1-1 0,0 1 0,0 0 0,0-1 0,-1 1 0,1-1 0,-1 1 0,0-1 0,1 1 0,-2-1 0,1 0 0,-1-6 0,-1 7 0,1 0 0,-1 1 0,0-1 0,0 0 0,0 0 0,0 1 0,0-1 0,-1 1 0,1 0 0,-1 0 0,1 0 0,-1 0 0,0 0 0,0 0 0,0 1 0,-4-2 0,0 0 0,0 0 0,-1 0 0,1 1 0,-1 0 0,-13-2 0,20 4 0,-1 0 0,1 0 0,0 0 0,0 0 0,0 0 0,-1 0 0,1 0 0,0 1 0,0-1 0,0 0 0,-1 1 0,1-1 0,0 1 0,0-1 0,0 1 0,0-1 0,0 1 0,0 0 0,0 0 0,0-1 0,0 1 0,0 0 0,1 0 0,-1 0 0,0 0 0,0 0 0,1 0 0,-1 0 0,1 0 0,-1 1 0,1-1 0,-1 0 0,1 0 0,0 0 0,0 1 0,-1-1 0,1 0 0,0 0 0,0 0 0,1 3 0,-1 1 0,0 1 0,1-1 0,-1 0 0,1 1 0,1-1 0,-1 0 0,1 0 0,3 6 0,2 2 0,0-1 0,1 0 0,1-1 0,0 0 0,0-1 0,1 1 0,19 14 0,-8-10 0,0 0 0,0-1 0,34 15 0,-36-21 0,0-1 0,1 0 0,0-1 0,31 5 0,-17-7 0,66 0 0,-74-5 0,1 0 0,-1-2 0,29-6 0,-47 8 0,0-1 0,0-1 0,0 0 0,-1 0 0,1 0 0,-1-1 0,0 0 0,1 0 0,-2-1 0,1 0 0,-1 0 0,1-1 0,-1 1 0,6-9 0,-10 11 0,0 0 0,0 0 0,-1-1 0,1 1 0,-1-1 0,1 1 0,-1-1 0,0 0 0,-1 1 0,1-1 0,-1 0 0,1 0 0,-1 1 0,0-1 0,0 0 0,-1 0 0,0-5 0,-3-4 0,0 0 0,0 0 0,-10-19 0,6 15 0,7 16-68,0-1 0,1 1-1,-1-1 1,0 0 0,1 1 0,-1-1-1,1 0 1,0 1 0,-1-1 0,1 0-1,0 1 1,0-1 0,0 0 0,0 1-1,0-1 1,0 0 0,1 0-1,-1 1 1,2-3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2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189 420 24575,'-21'-17'0,"13"9"0,-1 0 0,0 1 0,0 0 0,-1 1 0,-13-7 0,21 12 0,0 0 0,0 0 0,-1 1 0,1-1 0,0 1 0,-1-1 0,1 1 0,0 0 0,-1 0 0,1 0 0,0 0 0,-1 0 0,1 0 0,0 1 0,-1-1 0,1 1 0,0-1 0,0 1 0,-1 0 0,1 0 0,0 0 0,0 1 0,0-1 0,0 0 0,0 1 0,0-1 0,1 1 0,-1-1 0,0 1 0,1 0 0,-2 2 0,-1 3 0,0 1 0,0-1 0,1 1 0,0-1 0,1 1 0,0 0 0,0 0 0,0 0 0,0 13 0,0-4 0,1-11 0,1-1 0,0 1 0,1-1 0,-1 1 0,1-1 0,0 1 0,0-1 0,1 0 0,0 0 0,0 1 0,0-1 0,0 0 0,1-1 0,0 1 0,0 0 0,6 6 0,-4-4 0,1-1 0,0 0 0,0 0 0,0-1 0,1 0 0,-1 0 0,1 0 0,1-1 0,-1 0 0,12 5 0,-14-8 0,1 1 0,0-1 0,0 1 0,0-2 0,0 1 0,-1-1 0,1 0 0,0 0 0,0 0 0,12-3 0,-15 2 0,-1 0 0,1 1 0,0-1 0,0-1 0,0 1 0,-1 0 0,1-1 0,-1 0 0,1 1 0,-1-1 0,1 0 0,-1 0 0,0 0 0,0-1 0,0 1 0,0 0 0,-1-1 0,1 1 0,-1-1 0,1 0 0,-1 1 0,2-7 0,0-4 0,-1 0 0,0-1 0,-1 1 0,0-1 0,-2 1 0,1-1 0,-1 1 0,-5-22 0,-4-4 0,-22-60 0,-67-174 0,96 266 0,2 5 0,1-1 0,-1 1 0,0-1 0,0 1 0,0 0 0,0 0 0,-1 0 0,1-1 0,-1 1 0,1 0 0,-1 1 0,-3-4 0,5 5 0,0 0 0,-1-1 0,1 1 0,0 0 0,-1 0 0,1 0 0,0 0 0,0 0 0,-1 0 0,1 1 0,0-1 0,-1 0 0,1 0 0,0 0 0,0 0 0,-1 0 0,1 0 0,0 0 0,0 0 0,-1 1 0,1-1 0,0 0 0,0 0 0,0 0 0,-1 1 0,1-1 0,0 0 0,0 0 0,0 1 0,0-1 0,0 0 0,-1 0 0,1 1 0,0-1 0,0 0 0,0 0 0,0 1 0,0-1 0,0 0 0,0 0 0,0 1 0,0-1 0,0 1 0,-2 14 0,1-14 0,1 19 0,1-1 0,1 1 0,0 0 0,2-1 0,0 1 0,1-1 0,12 31 0,-8-28 0,1-1 0,1 1 0,1-2 0,1 1 0,23 27 0,-27-36 0,2-1 0,-1-1 0,1 0 0,1 0 0,0-1 0,0 0 0,1-1 0,0-1 0,27 12 0,-30-17 0,-1 1 0,1-1 0,0 0 0,0-1 0,0 0 0,0-1 0,0 0 0,0 0 0,0-1 0,16-4 0,-21 4 0,0 0 0,0-1 0,0 0 0,0 0 0,0 0 0,-1-1 0,1 0 0,-1 1 0,7-7 0,-8 6 0,-1 0 0,1 1 0,-1-1 0,0 0 0,0 0 0,0 0 0,-1 0 0,1 0 0,-1-1 0,0 1 0,1-1 0,-1 1 0,-1 0 0,1-1 0,0-5 0,-1 7 0,0 0 0,0 0 0,0 0 0,-1 0 0,1 0 0,0 0 0,-1 0 0,0 0 0,1 0 0,-1 0 0,0 0 0,0 0 0,0 1 0,0-1 0,0 0 0,0 1 0,-1-1 0,1 0 0,-3-2 0,0 2 0,1 0 0,0 0 0,0 0 0,-1 0 0,1 0 0,-1 0 0,0 1 0,1 0 0,-1 0 0,-6-1 0,6 1 0,0 1 0,-1 0 0,1-1 0,-1 2 0,1-1 0,0 0 0,-1 1 0,1 0 0,-6 2 0,8-3 0,-1 1 0,1 0 0,0 0 0,0 0 0,0 1 0,0-1 0,0 0 0,1 1 0,-1-1 0,0 1 0,0 0 0,1-1 0,-1 1 0,1 0 0,0 0 0,0 0 0,-2 3 0,1-1 0,1-1 0,0 1 0,0-1 0,0 1 0,1-1 0,-1 1 0,1 0 0,0-1 0,0 1 0,0 0 0,0-1 0,1 1 0,-1 0 0,1-1 0,0 1 0,0-1 0,0 1 0,1-1 0,-1 1 0,1-1 0,0 0 0,3 4 0,0-1 0,0 0 0,1 0 0,0 0 0,0-1 0,0 0 0,1-1 0,-1 1 0,1-1 0,9 4 0,2 0 0,0 0 0,0-1 0,1-1 0,1 0 0,-1-2 0,1 0 0,-1-1 0,36 0 0,-4-4-1365,-38 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4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30 176 24575,'8'-5'0,"-7"5"0,0-1 0,0 0 0,0 1 0,0-1 0,0 1 0,1-1 0,-1 1 0,0-1 0,0 1 0,2-1 0,-2 2 0,0-1 0,-1 0 0,1 0 0,0 1 0,-1-1 0,1 0 0,0 1 0,-1-1 0,1 0 0,-1 1 0,1-1 0,-1 1 0,1-1 0,-1 1 0,1-1 0,-1 1 0,1 0 0,-1-1 0,0 1 0,1-1 0,-1 1 0,0 0 0,0-1 0,1 2 0,21 64 0,-5-14 0,25 39 0,-1-6 0,-39-73 0,-8-15 0,-9-17 0,-83-142 0,85 134 0,0 0 0,2-1 0,1 0 0,-7-34 0,15 55 0,1 0 0,0 0 0,0 0 0,1 0 0,0 0 0,0-1 0,3-13 0,-2 20 0,-1 0 0,1 0 0,0 0 0,-1-1 0,1 1 0,0 0 0,0 0 0,0 1 0,1-1 0,-1 0 0,0 0 0,1 0 0,-1 1 0,1-1 0,0 1 0,-1-1 0,1 1 0,0 0 0,0 0 0,0 0 0,0 0 0,0 0 0,0 0 0,0 0 0,0 1 0,0-1 0,0 1 0,1-1 0,-1 1 0,0 0 0,0 0 0,5 0 0,0 1 0,0 0 0,0 0 0,1 1 0,-1 0 0,0 0 0,-1 1 0,1 0 0,0 0 0,8 6 0,0 1 0,-1 0 0,24 23 0,-35-31 0,0 1 0,-1 0 0,1 0 0,-1 0 0,0 0 0,0 0 0,0 1 0,0-1 0,0 1 0,-1-1 0,1 1 0,-1-1 0,0 1 0,0 0 0,-1 0 0,1 6 0,-1-6 0,0 0 0,-1-1 0,1 1 0,-1-1 0,0 1 0,0-1 0,-1 0 0,1 1 0,0-1 0,-1 0 0,0 0 0,0 0 0,0 0 0,0 0 0,-1 0 0,1-1 0,-1 1 0,-3 2 0,-2 1 4,0-1-1,-1 0 0,0 0 1,0-1-1,0 0 1,-14 4-1,-11 4-1392,24-8-5437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29 197 24575,'7'-11'0,"35"-56"0,-36 58 0,-2-1 0,1 0 0,-1 0 0,-1 0 0,3-12 0,-6 21 0,1-1 0,-1 0 0,0 0 0,0 1 0,0-1 0,0 0 0,0 0 0,0 0 0,0 1 0,-1-1 0,1 0 0,0 0 0,-1 1 0,0-1 0,1 0 0,-1 1 0,0-1 0,0 0 0,0 1 0,0 0 0,0-1 0,-2-1 0,2 2 0,-1 0 0,1 0 0,0 1 0,-1-1 0,1 0 0,-1 1 0,1-1 0,-1 1 0,0-1 0,1 1 0,-1 0 0,1 0 0,-1 0 0,0 0 0,1 0 0,-1 0 0,1 0 0,-1 0 0,0 1 0,1-1 0,-1 0 0,1 1 0,-1 0 0,-2 1 0,0 0 0,1 0 0,-1 0 0,1 0 0,0 1 0,0-1 0,-1 1 0,2 0 0,-1 0 0,0 0 0,0 0 0,1 0 0,0 1 0,0-1 0,0 1 0,0 0 0,0-1 0,1 1 0,0 0 0,-2 7 0,2-8 0,1 1 0,0-1 0,0 0 0,0 0 0,0 1 0,0-1 0,0 0 0,1 0 0,0 0 0,-1 1 0,1-1 0,1 0 0,-1 0 0,0 0 0,1 0 0,-1-1 0,1 1 0,0 0 0,0-1 0,0 1 0,0-1 0,0 1 0,1-1 0,-1 0 0,4 2 0,9 6 0,0-1 0,1-1 0,-1 0 0,2-1 0,16 5 0,-26-10 0,0 0 0,0 0 0,1-1 0,-1 0 0,0 0 0,0-1 0,1 0 0,-1 0 0,0-1 0,1 0 0,-1 0 0,0 0 0,0-1 0,13-6 0,-16 7 0,0-1 0,-1-1 0,1 1 0,-1 0 0,0-1 0,0 0 0,0 0 0,0 0 0,0 0 0,-1 0 0,1-1 0,-1 1 0,3-6 0,-2 1 0,0 1 0,0-1 0,-1 0 0,0 0 0,1-15 0,-3 22 0,0 0 0,0 1 0,0-1 0,0 0 0,1 0 0,-1 0 0,0 0 0,0 0 0,1 0 0,-1 1 0,0-1 0,1 0 0,-1 0 0,1 1 0,-1-1 0,1 0 0,-1 0 0,1 1 0,0-1 0,-1 1 0,1-1 0,0 1 0,-1-1 0,1 1 0,1-1 0,0 0 0,-1 1 0,1 0 0,-1 0 0,1 0 0,-1 0 0,1 0 0,-1 0 0,1 1 0,-1-1 0,1 0 0,-1 1 0,1-1 0,2 2 0,5 3 0,0 0 0,-1 1 0,13 9 0,-19-13 0,20 15 0,1-1 0,30 16 0,-42-26 0,1 0 0,-1-1 0,1-1 0,0 0 0,1 0 0,-1-1 0,16 1 0,-22-4-85,1 0 0,-1-1-1,0 0 1,1 0 0,-1-1-1,0 1 1,0-1 0,0-1-1,0 1 1,0-1 0,-1 0-1,1 0 1,-1-1 0,0 0-1,7-6 1,-3 2-6741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136 430 24575,'-13'3'0,"0"0"0,1 0 0,-1 1 0,1 0 0,0 1 0,-17 9 0,26-13 0,1 1 0,0-1 0,0 1 0,0 0 0,0-1 0,0 1 0,0 0 0,1 0 0,-1 1 0,0-1 0,1 0 0,0 0 0,-1 1 0,1-1 0,0 1 0,0-1 0,1 1 0,-1-1 0,0 1 0,1 0 0,0-1 0,-1 1 0,1 0 0,0-1 0,0 1 0,1 0 0,-1-1 0,0 1 0,1-1 0,0 1 0,0 0 0,0-1 0,1 3 0,2 4 0,0 0 0,1 0 0,0-1 0,0 0 0,1 0 0,0 0 0,10 9 0,-12-13 0,1 0 0,-1 0 0,1 0 0,0 0 0,0-1 0,0 0 0,0 0 0,1 0 0,-1-1 0,1 0 0,0 0 0,0 0 0,6 1 0,-10-3 0,0 0 0,0 0 0,0 0 0,0 0 0,0 0 0,0-1 0,0 1 0,0 0 0,0-1 0,-1 0 0,1 1 0,0-1 0,0 0 0,0 0 0,-1 0 0,4-2 0,-3 0 0,1 1 0,-1-1 0,0 0 0,0 1 0,0-1 0,0 0 0,0 0 0,2-6 0,0-2 0,-1 0 0,0 0 0,-1 0 0,2-20 0,-2-4 0,-1-1 0,-2 1 0,-2 0 0,-11-59 0,2 44 0,-2-1 0,-31-71 0,34 92 0,7 19 0,0 1 0,0 0 0,-11-18 0,15 28 0,0 0 0,0 0 0,0 0 0,0 0 0,0 0 0,0-1 0,0 1 0,0 0 0,0 0 0,0 0 0,0 0 0,0 0 0,0 0 0,-1-1 0,1 1 0,0 0 0,0 0 0,0 0 0,0 0 0,0 0 0,0 0 0,0 0 0,-1 0 0,1 0 0,0 0 0,0 0 0,0 0 0,0 0 0,0 0 0,0 0 0,-1 0 0,1 0 0,0 0 0,0 0 0,0 0 0,0 0 0,0 0 0,-1 0 0,1 0 0,0 0 0,0 0 0,0 0 0,0 0 0,0 0 0,0 0 0,-1 0 0,1 0 0,0 0 0,0 1 0,-3 8 0,2 14 0,4 8 0,1 0 0,2 0 0,1 0 0,1-1 0,2 0 0,1 0 0,18 33 0,-15-35 60,30 44 0,-38-65-195,-1 0 0,1 0 0,1 0 0,-1-1 0,1 0 0,0 0 0,0 0 0,1-1 0,0 0 0,12 5 0,-8-5-6691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6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55 24575,'-19'-9'0,"-53"-22"0,63 28 0,-1 0 0,0 0 0,0 1 0,0 1 0,-13-2 0,21 3 0,1 0 0,-1 0 0,1 0 0,0 0 0,-1 1 0,1-1 0,0 0 0,-1 1 0,1-1 0,0 1 0,-1-1 0,1 1 0,0-1 0,0 1 0,-1 0 0,1 0 0,0-1 0,0 1 0,0 0 0,0 0 0,-1 2 0,0-1 0,1 1 0,0-1 0,0 0 0,1 0 0,-1 1 0,0-1 0,1 1 0,-1-1 0,1 0 0,0 1 0,0 3 0,0 4 0,1-1 0,1 1 0,-1-1 0,2 1 0,3 11 0,-1-12 0,-1 0 0,1-1 0,1 1 0,-1-1 0,1 0 0,1-1 0,0 1 0,7 6 0,-3-3 0,0 0 0,9 14 0,-19-23 0,1-1 0,-1 1 0,0 0 0,0 0 0,-1-1 0,1 1 0,0 0 0,0 0 0,-1 0 0,1 0 0,-1 0 0,0 0 0,0 0 0,0 0 0,0 0 0,0 2 0,0-2 0,-1-1 0,1 1 0,-1-1 0,0 1 0,1-1 0,-1 1 0,0-1 0,0 1 0,0-1 0,0 0 0,0 1 0,0-1 0,0 0 0,-1 0 0,-1 2 0,-3 0 0,1 0 0,0-1 0,-1 1 0,0-1 0,0 0 0,0 0 0,0-1 0,0 0 0,-7 1 0,-137 0 8,89-3-1381,46 1-5453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33 24575,'1'-1'0,"-1"0"0,1 0 0,0 1 0,0-1 0,0 0 0,0 0 0,0 1 0,0-1 0,0 1 0,0-1 0,0 1 0,0-1 0,0 1 0,0 0 0,0-1 0,0 1 0,1 0 0,0 0 0,-1 0 0,0 0 0,0 0 0,-1 1 0,1-1 0,0 0 0,0 1 0,0-1 0,-1 1 0,1-1 0,0 1 0,-1-1 0,1 1 0,0-1 0,-1 1 0,1 0 0,-1-1 0,1 1 0,0 1 0,1 1 0,0 1 0,-1 0 0,1-1 0,-1 1 0,0 0 0,0 0 0,0 0 0,0 7 0,-1-4 0,0 0 0,0-1 0,0 1 0,-1-1 0,0 1 0,-1-1 0,1 1 0,-1-1 0,-4 9 0,5-12 0,-1-1 0,1 0 0,-1 1 0,1-1 0,-1 0 0,0 0 0,0 0 0,0-1 0,0 1 0,0 0 0,0-1 0,0 1 0,0-1 0,-1 1 0,1-1 0,-1 0 0,1 0 0,-1 0 0,1-1 0,-1 1 0,0-1 0,1 1 0,-1-1 0,0 0 0,-4 0 0,-2-1 0,1 0 0,-1-1 0,1 0 0,0 0 0,-1-1 0,1 0 0,1 0 0,-1-1 0,-12-7 0,-1-3 0,1-1 0,-19-18 0,37 31 0,0 0 0,0 0 0,0-1 0,0 1 0,1-1 0,-1 1 0,1-1 0,-1 1 0,1-1 0,0 0 0,0 0 0,0 1 0,1-1 0,-1 0 0,1 0 0,-1-5 0,1 7 0,0-1 0,0 1 0,0-1 0,1 1 0,-1-1 0,0 1 0,1-1 0,-1 1 0,1-1 0,-1 1 0,1-1 0,0 1 0,0 0 0,-1-1 0,1 1 0,0 0 0,0 0 0,0-1 0,0 1 0,1 0 0,-1 0 0,0 0 0,0 1 0,1-1 0,-1 0 0,0 0 0,1 1 0,-1-1 0,1 0 0,-1 1 0,1 0 0,1-1 0,12-1-136,0 1-1,0 1 1,1 1-1,-1 0 1,0 0-1,0 2 1,0 0-1,0 0 0,16 8 1,-18-7-6690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7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24575,'11'23'0,"0"-1"0,2 0 0,0-1 0,20 23 0,-31-40 0,1-1 0,0 0 0,0-1 0,0 1 0,0 0 0,0-1 0,1 0 0,-1 0 0,1 0 0,6 3 0,-8-5 0,-1 1 0,1-1 0,-1 1 0,1-1 0,-1 0 0,1 0 0,-1 0 0,1 0 0,0 0 0,-1 0 0,1 0 0,-1 0 0,1-1 0,-1 1 0,1-1 0,-1 1 0,1-1 0,-1 1 0,1-1 0,-1 0 0,0 0 0,1 0 0,-1 0 0,0 0 0,0 0 0,0 0 0,0 0 0,0 0 0,2-3 0,0-1 0,0 0 0,0 0 0,0-1 0,-1 1 0,0-1 0,0 1 0,1-10 0,0-3 0,-1-20 0,0 13 0,-2 24 0,0 0 0,0 0 0,0 0 0,0 0 0,0 0 0,0 0 0,1 0 0,-1 0 0,0 0 0,1 0 0,-1 0 0,0 1 0,1-1 0,-1 0 0,1 0 0,0 0 0,-1 1 0,2-2 0,-1 1 0,-1 1 0,1 0 0,-1 0 0,1 0 0,0 0 0,-1-1 0,1 1 0,-1 0 0,1 0 0,0 0 0,-1 0 0,1 0 0,0 1 0,-1-1 0,1 0 0,-1 0 0,1 0 0,0 0 0,-1 1 0,1-1 0,0 1 0,4 2 0,0 0 0,0 1 0,0 0 0,6 7 0,-7-7 0,15 16 64,20 28 0,14 15-1557,-43-53-5333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153 567 24575,'11'-41'0,"-1"-1"0,3-44 0,-11 70 0,-1-1 0,-1 0 0,-1 0 0,-1 1 0,0-1 0,-1 0 0,0 1 0,-8-20 0,-6-5 0,-1 1 0,-47-75 0,63 112 0,0-1 0,-1 1 0,0 0 0,1 0 0,-1 0 0,0 0 0,-1 1 0,-3-3 0,6 4 0,1 1 0,-1-1 0,0 1 0,0 0 0,0-1 0,1 1 0,-1 0 0,0 0 0,0-1 0,0 1 0,0 0 0,1 0 0,-1 0 0,0 0 0,0 0 0,0 0 0,0 0 0,1 1 0,-1-1 0,0 0 0,0 0 0,0 1 0,1-1 0,-1 0 0,0 1 0,0-1 0,1 1 0,-1-1 0,0 1 0,1-1 0,-1 1 0,0 0 0,1-1 0,-1 1 0,1 0 0,-1-1 0,1 1 0,0 0 0,-1-1 0,1 1 0,0 0 0,-1 0 0,1 0 0,0-1 0,0 3 0,-3 6 0,1 0 0,1 1 0,0 0 0,0-1 0,1 1 0,0 0 0,2 10 0,-1 8 0,0-3 0,1 1 0,2 0 0,0-1 0,2 0 0,0 0 0,2-1 0,1 0 0,0 0 0,2-1 0,1 0 0,1 0 0,21 28 0,-24-39 0,0 1 0,1-2 0,1 1 0,16 12 0,-23-20 0,0 0 0,1 0 0,0-1 0,0 0 0,0 0 0,0-1 0,0 1 0,1-1 0,-1 0 0,1-1 0,-1 0 0,1 0 0,7 0 0,-11-1 0,0 0 0,-1 0 0,1-1 0,0 1 0,-1-1 0,1 1 0,0-1 0,-1 0 0,1 0 0,-1 0 0,1-1 0,-1 1 0,0 0 0,1-1 0,-1 0 0,3-3 0,-2 2 0,0 0 0,-1 0 0,0-1 0,0 1 0,0-1 0,0 0 0,0 0 0,-1 0 0,0 1 0,1-6 0,1-7 0,-1 0 0,0 0 0,-2-1 0,-1-21 0,0 31 0,2 14 0,0 1 0,0-1 0,1 1 0,0-1 0,0 0 0,1 0 0,0 0 0,0-1 0,0 1 0,1 0 0,0-1 0,1 0 0,-1 0 0,1 0 0,0-1 0,0 0 0,1 0 0,0 0 0,0 0 0,12 6 0,-12-8 0,1 0 0,0 0 0,0-1 0,0 0 0,0-1 0,0 1 0,0-1 0,0-1 0,1 1 0,11-2 0,-15 1 0,1-1 0,-1 0 0,1 0 0,-1 0 0,1-1 0,-1 0 0,1 0 0,-1 0 0,0 0 0,0 0 0,0-1 0,0 0 0,-1 0 0,1 0 0,-1 0 0,0-1 0,5-5 0,-3 3 0,0-1 0,-1 0 0,0 0 0,0 0 0,0 0 0,-1-1 0,0 1 0,-1-1 0,0 0 0,0 0 0,0 0 0,0-15 0,-12 55 0,7-10 0,2 0 0,0 1 0,5 40 0,16 68 0,-1-53 0,3 0 0,3-2 0,71 145 0,-94-217 0,-1 0 0,1 0 0,0 0 0,-1 0 0,1 8 0,-1-11 0,-1-1 0,0 1 0,0 0 0,0-1 0,0 1 0,0-1 0,-1 1 0,1 0 0,0-1 0,0 1 0,0-1 0,0 1 0,-1-1 0,1 1 0,0 0 0,-1-1 0,1 1 0,0-1 0,-2 1 0,2 0 0,-1-1 0,0 1 0,0-1 0,0 0 0,0 1 0,1-1 0,-1 0 0,0 0 0,0 0 0,0 1 0,0-1 0,0 0 0,0 0 0,0 0 0,0-1 0,0 1 0,-1 0 0,-7-2 0,0-1 0,0 0 0,0 0 0,0-1 0,1 0 0,0 0 0,-10-7 0,-1-3 0,-30-26 0,41 33 20,1 0 0,0 0 0,0 0 0,1-1 0,-9-13 0,14 19-65,0 0 0,0 0 0,0 0 0,1 0 0,-1 0 0,0 0 0,1 0 0,-1 0 0,1 0 0,0 0 0,0 0 0,0 0 0,0-1 0,0 1 0,0 0 0,0 0 0,1 0 0,-1 0 0,1 0 0,0 0 0,-1 0 0,1 0 0,0 0 0,0 0 0,0 0 0,1 0 0,-1 1 0,0-1 0,1 0 0,-1 1 0,1-1 0,1-1 0,5-3-6781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39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3 24575,'3'-1'0,"0"0"0,0 1 0,0 0 0,0-1 0,0 1 0,0 0 0,0 1 0,0-1 0,0 0 0,0 1 0,-1 0 0,1 0 0,0 0 0,0 0 0,4 2 0,-3 0 0,0 0 0,0 0 0,0 0 0,0 0 0,-1 0 0,0 1 0,1 0 0,-1 0 0,2 4 0,-1-1 0,0 0 0,0 0 0,0 1 0,-1 0 0,-1-1 0,1 1 0,-1 0 0,-1 0 0,1 0 0,-1 1 0,-1 10 0,0-17 0,0 0 0,0 0 0,-1 0 0,1 0 0,-1 0 0,1 0 0,-1 0 0,0 0 0,0-1 0,1 1 0,-1 0 0,-1 0 0,1-1 0,0 1 0,0-1 0,-1 1 0,1-1 0,-1 1 0,1-1 0,-1 0 0,1 0 0,-1 0 0,0 0 0,0 0 0,1 0 0,-1 0 0,0-1 0,0 1 0,0 0 0,0-1 0,0 0 0,0 1 0,-3-1 0,-5 0 0,-1 1 0,1-2 0,-1 1 0,-20-5 0,9 0 0,0 0 0,1-1 0,0-2 0,0 0 0,0-1 0,-36-22 0,56 30 0,-31-24 0,31 24 0,0 0 0,-1 0 0,1 0 0,0 0 0,0-1 0,0 1 0,0 0 0,0 0 0,0-1 0,1 1 0,-1-1 0,0 1 0,1-1 0,-1 1 0,1-1 0,-1 1 0,1-1 0,0 1 0,0-1 0,0 0 0,0-1 0,0 1 0,1 1 0,0 0 0,0-1 0,0 1 0,-1 0 0,1 0 0,0 0 0,1-1 0,-1 1 0,0 0 0,0 0 0,0 1 0,1-1 0,-1 0 0,0 0 0,1 1 0,-1-1 0,1 1 0,1-1 0,29-6 0,-13 4-227,-1 2-1,1 0 1,0 1-1,0 1 1,20 3-1,-25 0-6598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24575,'0'0'0,"1"0"0,0 1 0,0-1 0,0 0 0,-1 1 0,1-1 0,0 0 0,-1 1 0,1-1 0,0 1 0,-1-1 0,1 1 0,0 0 0,-1-1 0,1 1 0,-1-1 0,1 2 0,9 14 0,-8-12 0,13 21 0,20 26 0,-28-42 0,0-1 0,1 0 0,0 0 0,0-1 0,1 0 0,12 8 0,-21-15 0,1 1 0,1 0 0,-1-1 0,0 1 0,0 0 0,0-1 0,0 1 0,0-1 0,0 0 0,1 1 0,-1-1 0,0 0 0,0 0 0,1 0 0,-1 0 0,0 0 0,0 0 0,1 0 0,-1 0 0,0 0 0,0-1 0,0 1 0,1 0 0,-1-1 0,0 1 0,0-1 0,0 1 0,1-2 0,0 0 0,0 0 0,-1 0 0,1 0 0,-1 0 0,1 0 0,-1 0 0,0 0 0,0-1 0,0 1 0,0 0 0,-1-1 0,1 1 0,0-3 0,0-4 0,0 2 0,1 0 0,-1 0 0,1 1 0,1-1 0,3-8 0,-6 14 0,1 0 0,0-1 0,0 1 0,0 0 0,-1 0 0,1 0 0,1 0 0,-1 0 0,0 0 0,0 0 0,0 0 0,0 0 0,1 0 0,-1 1 0,0-1 0,1 0 0,-1 1 0,0-1 0,1 1 0,-1 0 0,1-1 0,-1 1 0,1 0 0,-1 0 0,1 0 0,-1 0 0,1 0 0,-1 0 0,0 1 0,4 0 0,3 2 0,1 0 0,-1 1 0,0 1 0,0-1 0,0 1 0,-1 1 0,1-1 0,7 10 0,11 6 0,68 52-1365,-84-65-5461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2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24575,'8'7'0,"1"0"0,13 8 0,-1-1 0,41 34 0,20 15 0,141 82 0,-212-138 0,-8-5 0,-1-1 0,1 1 0,0 0 0,0-1 0,0 0 0,5 1 0,-8-2-25,0 0 0,-1 0-1,1 0 1,0 0 0,0 0 0,0 0-1,0 0 1,0 0 0,0 0-1,0-1 1,0 1 0,0 0 0,0 0-1,0 0 1,0 0 0,0 0-1,0 0 1,0 0 0,0 0 0,0 0-1,0-1 1,0 1 0,0 0-1,0 0 1,0 0 0,0 0 0,0 0-1,0 0 1,0 0 0,1 0 0,-1 0-1,0-1 1,0 1 0,0 0-1,0 0 1,0 0 0,0 0 0,0 0-1,0 0 1,0 0 0,0 0-1,0 0 1,1 0 0,-1 0 0,0 0-1,0 0 1,0 0 0,0 0-1,0 0 1,0 0 0,0 0 0,0 0-1,1 0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3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24575,'-5'0'0,"1"1"0,-1-1 0,1 0 0,0 1 0,-1 0 0,1 0 0,0 1 0,-1-1 0,1 1 0,0 0 0,0 0 0,0 0 0,1 0 0,-1 1 0,0-1 0,1 1 0,0 0 0,-1 0 0,1 1 0,-3 3 0,2 0 0,-1 0 0,1 1 0,0 0 0,1 0 0,0 0 0,0 0 0,1 0 0,0 0 0,-2 14 0,3-13-170,0 0-1,-1 0 0,-1 0 1,1-1-1,-1 1 0,-1-1 1,-5 11-1,3-9-6655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44 24575,'0'0'0,"-44"-13"0,-1 3 0,-81-10 0,124 20 0,-1 0 0,1 0 0,0 0 0,-1 0 0,1 0 0,0 0 0,-1 1 0,1-1 0,0 1 0,0 0 0,-1-1 0,1 1 0,0 0 0,0 0 0,0 1 0,0-1 0,0 0 0,0 1 0,1-1 0,-1 1 0,-1 1 0,1 0 0,1-1 0,0 0 0,0 0 0,0 0 0,1 1 0,-1-1 0,0 0 0,1 1 0,-1-1 0,1 1 0,0-1 0,0 1 0,0-1 0,0 0 0,1 1 0,-1-1 0,0 1 0,1-1 0,0 0 0,1 4 0,10 25 0,2-1 0,20 33 0,-5-9 0,16 28 0,27 58 0,-66-123 0,1 0 0,-2 1 0,0 0 0,-1 0 0,-1 0 0,1 29 0,-5 3 0,0 15 0,1-63 0,1 0 0,-1 0 0,1-1 0,-1 1 0,1 0 0,0-1 0,0 1 0,-1 0 0,1-1 0,0 1 0,0-1 0,1 0 0,-1 1 0,0-1 0,0 0 0,1 1 0,-1-1 0,1 0 0,-1 0 0,1 0 0,-1 0 0,1-1 0,-1 1 0,1 0 0,0-1 0,0 1 0,3 0 0,6 1 0,0 0 0,0 0 0,17-1 0,-11 0 0,39 5 0,38 2 0,-47-8-1365,-34-1-5461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4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24575,'-1'3'0,"-1"-1"0,1 1 0,0 0 0,1 0 0,-1 0 0,1 0 0,-1-1 0,1 1 0,0 0 0,0 0 0,0 0 0,0 0 0,0 0 0,2 4 0,-1-2 0,1 0 0,0 0 0,0 0 0,0-1 0,1 1 0,-1-1 0,7 8 0,-2-4 0,-1-1 0,2 0 0,-1 0 0,1-1 0,0 1 0,0-2 0,1 1 0,9 4 0,-15-9 0,0 0 0,0 0 0,0 0 0,-1 0 0,1 0 0,0-1 0,0 1 0,1-1 0,-1 0 0,0 0 0,0 0 0,0 0 0,0 0 0,0-1 0,5-1 0,-7 2 0,1-1 0,0 0 0,0 0 0,-1 0 0,1 0 0,-1 0 0,1-1 0,-1 1 0,1 0 0,-1-1 0,0 1 0,0-1 0,1 0 0,-1 1 0,0-1 0,0 0 0,-1 1 0,1-1 0,0 0 0,-1 0 0,1 0 0,-1 0 0,1 0 0,-1-3 0,0-39 0,-1 37 0,0-1 0,1 0 0,1 0 0,-1 0 0,3-11 0,-3 19 0,0 0 0,0-1 0,0 1 0,0-1 0,0 1 0,1 0 0,-1-1 0,0 1 0,0-1 0,0 1 0,1 0 0,-1-1 0,0 1 0,0 0 0,1 0 0,-1-1 0,0 1 0,1 0 0,-1-1 0,0 1 0,1 0 0,-1 0 0,0 0 0,1-1 0,-1 1 0,1 0 0,-1 0 0,0 0 0,1 0 0,-1 0 0,1 0 0,-1 0 0,0 0 0,1 0 0,-1 0 0,1 0 0,-1 0 0,0 0 0,1 0 0,-1 0 0,1 0 0,-1 0 0,0 1 0,1-1 0,-1 0 0,1 0 0,-1 0 0,0 1 0,1-1 0,-1 0 0,0 0 0,0 1 0,1-1 0,-1 1 0,21 21 0,-15-16 0,110 115 0,-107-112-151,1-1-1,0 0 0,0 0 0,0-1 1,1 0-1,0-1 0,0 0 1,16 5-1,-16-8-6674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18 24575,'-21'-5'0,"-8"-2"0,-2 4 0,-1 1 0,2 1 0,5 4 0,3 1 0,3 2 0,5 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5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24575,'2'30'0,"2"15"0,-1 7 0,2 1 0,0-5 0,2-2 0,2-5 0,2-3 0,2-4 0,1-5 0,0-3 0,-1-2 0,-1-1 0,0-2 0,0-2 0,1-1 0,-1-5-8191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5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7 24575,'-11'-2'0,"1"0"0,-1 1 0,1 0 0,-1 0 0,1 1 0,-12 1 0,18 0 0,1 0 0,-1 0 0,1 0 0,-1 0 0,1 0 0,-1 1 0,1 0 0,0-1 0,0 1 0,0 0 0,0 1 0,0-1 0,0 0 0,0 1 0,1 0 0,-1-1 0,1 1 0,0 0 0,0 0 0,-3 6 0,3-4 0,0-1 0,0 1 0,0 0 0,0 0 0,1 0 0,0 0 0,0 0 0,0 0 0,1 1 0,-1-1 0,1 0 0,0 0 0,1 0 0,0 0 0,-1 1 0,2-1 0,-1 0 0,0 0 0,3 5 0,-1-5 0,0 0 0,0 0 0,0 0 0,0-1 0,1 1 0,0-1 0,0 0 0,0 0 0,0 0 0,1 0 0,0-1 0,-1 0 0,1 0 0,0 0 0,1 0 0,9 3 0,14 1-31,0 0 0,1-2 0,38 2-1,-21-2-1208,-31-4-5586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24575,'12'-2'0,"12"-4"0,1 2 0,0 0 0,0 2 0,0 0 0,26 3 0,-50-1 0,1 0 0,0 0 0,0 1 0,-1-1 0,1 0 0,0 1 0,0 0 0,-1-1 0,1 1 0,-1 0 0,1 0 0,-1 0 0,1 0 0,-1 0 0,1 0 0,-1 0 0,0 0 0,0 1 0,1-1 0,-1 0 0,0 1 0,0-1 0,0 1 0,-1 0 0,1-1 0,0 1 0,-1 0 0,1-1 0,0 3 0,0 4 0,0 1 0,-1-1 0,0 0 0,0 0 0,-2 11 0,-1 14 0,5-3 0,0 0 0,13 53 0,23 57 0,1 4 0,-33-120 0,-2-7 0,0 0 0,-1 1 0,-1-1 0,0 1 0,-2 19 0,0-35 1,0 0 0,0 0 0,0 0-1,-1 0 1,1-1 0,-1 1 0,1 0-1,-1-1 1,0 1 0,0 0 0,0-1 0,0 1-1,0-1 1,0 1 0,0-1 0,0 1-1,0-1 1,-1 0 0,1 0 0,0 1-1,-1-1 1,1 0 0,-1 0 0,0-1 0,1 1-1,-3 1 1,-3 0-12,0-1-1,0 0 0,0 0 1,0 0-1,-11-1 1,-19 3-1306,24-1-5509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9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265 148 24575,'-50'-44'0,"-15"-13"0,54 49 0,1 1 0,-1 0 0,-1 1 0,-17-8 0,27 13 0,1 0 0,-1 1 0,1-1 0,-1 1 0,0-1 0,0 1 0,1 0 0,-1-1 0,0 1 0,1 0 0,-1 0 0,0 0 0,0 1 0,1-1 0,-1 0 0,0 1 0,0-1 0,1 1 0,-1-1 0,1 1 0,-1 0 0,1 0 0,-1-1 0,1 1 0,-1 0 0,1 1 0,-1-1 0,1 0 0,0 0 0,0 1 0,0-1 0,0 0 0,0 1 0,0-1 0,0 1 0,0-1 0,0 3 0,-3 6 0,1-1 0,0 1 0,1 0 0,0 0 0,-1 11 0,2-16 0,0 13 0,0 0 0,1 0 0,1 0 0,0 0 0,2-1 0,0 1 0,1-1 0,7 21 0,9 17 0,31 60 0,-29-68 0,9 16 0,-11-23 0,-1 0 0,25 86 0,-39-94-1365,-4-19-5461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4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44 24575,'-27'-7'0,"-13"-3"0,-1 0 0,4 3 0,5 1 0,7 3 0,6 3 0,7 5 0,8 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0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182 166 24575,'-26'-5'0,"-42"-6"0,62 10 0,0 1 0,-1 0 0,1 0 0,0 0 0,-1 1 0,1 0 0,0 1 0,-8 2 0,12-4 0,1 1 0,0-1 0,-1 1 0,1 0 0,-1-1 0,1 1 0,0 0 0,0 0 0,-1 0 0,1 0 0,0 0 0,0 0 0,0 0 0,0 0 0,0 1 0,1-1 0,-1 0 0,-1 3 0,2-3 0,0 0 0,-1 1 0,1-1 0,0 1 0,0-1 0,0 0 0,0 1 0,0-1 0,1 1 0,-1-1 0,0 0 0,1 1 0,-1-1 0,1 0 0,-1 1 0,2 0 0,1 4 0,1 0 0,0-1 0,1 0 0,-1 0 0,1 0 0,9 7 0,-5-5 0,0-1 0,0 0 0,1 0 0,0-1 0,0 0 0,1-1 0,19 6 0,-21-8 0,0 0 0,-1-1 0,1 0 0,0 0 0,0-1 0,0 0 0,0-1 0,0 1 0,0-2 0,11-2 0,-17 3 0,0 0 0,0-1 0,0 1 0,-1 0 0,1-1 0,0 0 0,-1 1 0,0-1 0,1 0 0,-1 0 0,0 0 0,0-1 0,0 1 0,0 0 0,0-1 0,-1 0 0,1 1 0,-1-1 0,1 0 0,-1 1 0,0-1 0,1-6 0,-1 5 0,0 0 0,-1 1 0,0-1 0,0 0 0,0 0 0,0 0 0,-1 1 0,1-1 0,-1 0 0,0 0 0,0 1 0,0-1 0,0 1 0,-1-1 0,0 1 0,0 0 0,0-1 0,-2-2 0,-6-6 0,-1 0 0,1 1 0,-18-13 0,24 20 0,-1 0 0,0 1 0,1 0 0,-1 0 0,0 1 0,-1-1 0,1 1 0,0 0 0,-1 0 0,1 1 0,-1 0 0,-7-1 0,12 2 0,0 0 0,0-1 0,1 1 0,-1 0 0,0 0 0,0 0 0,1 1 0,-1-1 0,0 0 0,1 0 0,-1 0 0,0 0 0,1 1 0,-1-1 0,0 0 0,1 1 0,-1-1 0,0 0 0,1 1 0,-1-1 0,0 2 0,1-2 0,0 1 0,-1-1 0,1 1 0,0-1 0,0 1 0,0-1 0,0 1 0,0-1 0,1 1 0,-1 0 0,0-1 0,0 1 0,0-1 0,0 1 0,1-1 0,-1 1 0,0-1 0,0 0 0,1 1 0,-1-1 0,1 1 0,2 3 0,0-1 0,0 0 0,0 0 0,0 0 0,7 4 0,14 5 0,1-1 0,0 0 0,0-2 0,43 9 0,10 4 0,64 33 0,-142-55 0,0 1 0,1-1 0,-1 0 0,0 0 0,0 0 0,1 0 0,-1 1 0,0-1 0,0 0 0,1 0 0,-1 0 0,0 0 0,0 0 0,1 0 0,-1 0 0,0 0 0,1 0 0,-1 0 0,0 0 0,0 0 0,1 0 0,-1 0 0,0 0 0,0 0 0,1 0 0,-1 0 0,0 0 0,1 0 0,-1 0 0,0 0 0,0-1 0,1 1 0,-1 0 0,0 0 0,0 0 0,0 0 0,1-1 0,-1 1 0,0 0 0,0 0 0,0 0 0,1-1 0,-4-14 0,-14-16 0,10 21 0,-34-55 0,36 57 0,1-1 0,0 1 0,1-1 0,0 0 0,-4-19 0,7 26 0,-1 0 0,1 0 0,0-1 0,0 1 0,0 0 0,0 0 0,0-1 0,1 1 0,-1 0 0,1 0 0,-1 0 0,1-1 0,0 1 0,0 0 0,0 0 0,0 0 0,0 0 0,2-3 0,-1 4 0,0-1 0,0 0 0,0 1 0,0-1 0,1 1 0,-1 0 0,0 0 0,1 0 0,-1 0 0,0 0 0,1 0 0,-1 1 0,1-1 0,-1 1 0,1 0 0,2 0 0,10-1-1365,-2 2-5461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 24575,'0'-1'0,"0"1"0,-1 0 0,1-1 0,0 1 0,0-1 0,0 1 0,-1-1 0,1 1 0,0 0 0,0-1 0,-1 1 0,1 0 0,0-1 0,-1 1 0,1 0 0,-1-1 0,1 1 0,0 0 0,-2-1 0,-1 7 0,2 17 0,5 16-151,2 0-1,2 0 0,1-1 0,2 0 1,1-1-1,2 0 0,2-1 1,32 55-1,-35-70-6674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24575,'-4'4'0,"0"1"0,0-1 0,0 0 0,1 1 0,0 0 0,0 0 0,0 0 0,1 0 0,-1 0 0,1 0 0,-1 8 0,2-10 0,1 0 0,-1 1 0,1-1 0,0 0 0,0 1 0,1-1 0,-1 0 0,1 1 0,-1-1 0,1 0 0,0 0 0,0 1 0,1-1 0,-1 0 0,1 0 0,-1 0 0,1 0 0,0-1 0,0 1 0,3 3 0,6 4 0,0 0 0,1 0 0,0-1 0,0 0 0,1-1 0,0 0 0,1-2 0,0 1 0,0-1 0,23 6 0,-27-10 30,1 1 0,-1-2 0,19 2 0,-23-3-179,-1 0 1,0 0-1,0-1 1,0 0-1,0 0 1,1 0-1,-1 0 1,-1-1-1,9-3 1,-3-1-6678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1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24575,'-22'0'0,"-11"0"0,-1 0 0,2 0 0,4 0 0,6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38 24575,'-30'-7'0,"-12"-3"0,-3 0 0,6 3 0,8 4 0,9 3-8191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24575,'-4'4'0,"0"1"0,1-1 0,0 1 0,0-1 0,0 1 0,0 0 0,1 1 0,-1-1 0,2 0 0,-1 1 0,0-1 0,1 1 0,0-1 0,0 1 0,1-1 0,0 1 0,0 0 0,0-1 0,0 1 0,1 0 0,0-1 0,0 1 0,1-1 0,3 11 0,-1-7 0,-1-1 0,1 0 0,1 1 0,0-2 0,0 1 0,0 0 0,1-1 0,0 0 0,1-1 0,-1 1 0,1-1 0,1 0 0,-1-1 0,15 8 0,-19-11 0,1 0 0,-1-1 0,1 1 0,0-1 0,-1 0 0,1 0 0,0 0 0,0-1 0,0 1 0,0-1 0,0 0 0,-1 0 0,1-1 0,0 1 0,6-2 0,-7 1 0,0 0 0,0-1 0,1 0 0,-1 1 0,0-1 0,0 0 0,-1 0 0,1-1 0,0 1 0,-1-1 0,1 1 0,-1-1 0,0 0 0,0 0 0,0 0 0,3-6 0,-2 3 0,0-1 0,-1 1 0,0-1 0,0 0 0,0 0 0,-1 0 0,0 0 0,0 0 0,-1 0 0,0 0 0,0 0 0,-1 0 0,1 0 0,-2 0 0,1 0 0,-1 1 0,0-1 0,0 0 0,-1 1 0,0-1 0,0 1 0,0 0 0,-1 0 0,0 0 0,0 1 0,-1-1 0,-5-5 0,7 8-62,0 1 0,0-1 0,0 1 0,0-1 0,0 1 0,0 0 0,-1 0 0,1 0 0,-1 1 0,0-1 0,1 1 0,-1 0-1,0 0 1,0 0 0,0 1 0,0-1 0,1 1 0,-1 0 0,0 0 0,0 0 0,-4 1 0,-5 2-6764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24575,'-8'15'0,"-2"8"0,-2 2 0,-1-3 0,-2-3 0,0-2 0,0-4 0,2-4-8191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3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24575,'5'8'0,"1"4"0,1 4 0,-2 1 0,1 2 0,0 1 0,-2 0 0,2-2 0,-1 0 0,-1-2 0,1-1 0,0-2-8191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24575,'-13'15'0,"-4"8"0,-1-1 0,2-1 0,1-4 0,3-2 0,4-5-8191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4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24575,'10'-8'0,"1"0"0,0 1 0,1 0 0,-1 1 0,1 1 0,22-8 0,-30 11 0,1 1 0,0 0 0,1 0 0,-1 0 0,0 0 0,0 1 0,0 0 0,0 0 0,1 0 0,-1 1 0,0 0 0,0 0 0,0 0 0,0 0 0,0 1 0,0 0 0,0 0 0,-1 0 0,9 6 0,-12-7 0,1 0 0,-1 0 0,1 0 0,-1 0 0,0 0 0,0 1 0,0-1 0,0 0 0,0 1 0,0-1 0,0 1 0,0-1 0,0 1 0,-1-1 0,1 1 0,0 0 0,-1-1 0,0 1 0,1 0 0,-1-1 0,0 1 0,0 0 0,0 0 0,0-1 0,0 1 0,0 0 0,-1-1 0,1 1 0,0 0 0,-1-1 0,0 1 0,1 0 0,-1-1 0,0 1 0,-1 1 0,-4 6 0,0-1 0,0 0 0,-1-1 0,0 1 0,-9 6 0,-2 3 0,16-16 0,1 1 0,-1 0 0,0 0 0,1-1 0,0 1 0,-1 0 0,1 0 0,0 1 0,0-1 0,0 0 0,0 0 0,0 0 0,1 1 0,-1-1 0,1 0 0,-1 1 0,1-1 0,0 3 0,1-2 0,-1-1 0,1 1 0,0 0 0,0-1 0,0 1 0,0-1 0,1 1 0,-1-1 0,1 1 0,-1-1 0,1 0 0,0 0 0,0 0 0,4 4 0,7 4 0,0 0 0,1-1 0,0 0 0,1-1 0,0-1 0,0 0 0,0-1 0,23 6 0,-36-11-170,1-1-1,0 1 0,0-1 1,0 0-1,0 1 0,0-1 1,3-1-1,3-1-6655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24575,'-3'20'0,"0"9"0,-3 0 0,0-3 0,-1-5 0,0-5 0,-1-4 0,-2-4 0,-1-2 0,-2-1 0,1-1-8191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24575,'1'-1'0,"32"-11"0,37-9 0,-59 18 0,-1 1 0,1 1 0,0 0 0,0 0 0,0 1 0,0 1 0,19 2 0,17 6 0,0-2 0,86 1 0,-51-9-1365,-70 1-5461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24575,'-2'6'0,"0"0"0,0 0 0,0 0 0,1 0 0,0 0 0,0 0 0,1 0 0,-1 0 0,2 1 0,-1-1 0,0 0 0,4 12 0,1 6 0,18 44 0,-15-47 0,77 171 0,-68-157 0,-15-32 0,-1-1 0,0-1 0,-1 1 0,1 0 0,0-1 0,0 1 0,-1 0 0,1 0 0,-1-1 0,1 1 0,-1 0 0,0 0 0,0 0 0,0 0 0,0 2 0,0-3 0,-1-1 0,1 0 0,-1 0 0,1 0 0,0 0 0,-1 1 0,1-1 0,-1 0 0,1 0 0,0 0 0,-1 0 0,1 0 0,-1 0 0,1 0 0,-1 0 0,1 0 0,0 0 0,-1 0 0,1-1 0,-1 1 0,1 0 0,0 0 0,-1 0 0,1 0 0,-1-1 0,1 1 0,0 0 0,-1 0 0,1-1 0,0 1 0,-1 0 0,1-1 0,0 1 0,-1-1 0,-13-12 0,14 13 0,-9-9-1365,2-1-5461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87 24575,'-30'-12'0,"-13"-5"0,-1-1 0,4 1 0,7 5 0,6 4 0,5 6 0,4 5 0,5 5 0,2 4 0,3 2 0,3-1-8191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24575,'-28'3'0,"-11"0"0,-5 0 0,4 0 0,5-1 0,6-1 0,6-1 0,5 1 0,1 1 0,3 1 0,0 0 0,1 0 0,-1-1 0,3-1-8191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24575,'5'28'0,"2"14"0,1 2 0,1-1 0,0-5 0,-1-5 0,1-5 0,1-4 0,-1-5 0,1-2 0,0-2 0,-1-1 0,1-3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86 24575,'-30'-15'0,"-12"-5"0,-3 1 0,6 4 0,5 4 0,7 6 0,5 5 0,4 4 0,5 5 0,2 2 0,1 3 0,-1 1 0,2-2-8191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7:59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10 24575,'-27'2'0,"-15"2"0,-2-1 0,3-3 0,7-2 0,6 0 0,6 0 0,4 1 0,2 0 0,2 0 0,0 1 0,3-3 0,1 0 0,-1-1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62 383 24575,'5'50'0,"2"0"0,3-1 0,1 0 0,26 68 0,-29-104 0,-5-11 0,-3-9 0,-12-30 0,-30-64 0,3 9 0,28 59 0,0 0 0,3 0 0,-9-65 0,15 85 0,1-1 0,1 1 0,0-1 0,1 1 0,1 0 0,0-1 0,1 1 0,0 0 0,1 0 0,0 0 0,1 0 0,12-21 0,-12 27 0,-1 0 0,2 1 0,-1 0 0,1 0 0,0 1 0,0-1 0,0 1 0,1 1 0,-1-1 0,1 1 0,11-5 0,-12 6 0,1 1 0,0 0 0,-1 0 0,1 0 0,0 0 0,0 1 0,0 1 0,0-1 0,0 1 0,1 0 0,-1 1 0,0-1 0,9 3 0,-7 0 0,0 0 0,0 0 0,-1 1 0,1 0 0,-1 1 0,0 0 0,0 0 0,0 1 0,-1-1 0,1 2 0,-2-1 0,1 1 0,9 13 0,-13-16 0,0 0 0,-1 0 0,1 0 0,-1 1 0,0-1 0,-1 1 0,1 0 0,-1-1 0,0 1 0,0 0 0,0 0 0,0 0 0,-1 0 0,0-1 0,0 1 0,0 0 0,-1 0 0,0 0 0,0 0 0,0-1 0,0 1 0,-1 0 0,0-1 0,0 1 0,0-1 0,0 0 0,-7 9 0,0-1 0,-1-1 0,0 1 0,-1-2 0,-1 1 0,0-1 0,-15 9 0,-81 42 0,44-27 0,57-30 0,1 0 0,-1 0 0,1 1 0,0-1 0,1 1 0,-6 6 0,10-9 0,0-1 0,0 0 0,0 0 0,0 1 0,0-1 0,0 1 0,0-1 0,0 1 0,1-1 0,-1 1 0,0 0 0,1-1 0,0 1 0,-1-1 0,1 1 0,0 0 0,0 0 0,0-1 0,0 1 0,0 0 0,0-1 0,0 1 0,1 0 0,-1-1 0,1 1 0,-1 0 0,1-1 0,-1 1 0,1-1 0,0 1 0,0-1 0,1 2 0,6 6 0,-1-1 0,1-1 0,1 0 0,-1 0 0,1 0 0,1-1 0,12 6 0,75 30 0,-69-31 0,19 9 0,41 15 0,-78-32 0,1 0 0,-1 0 0,1-1 0,0-1 0,0 0 0,14 0 0,-12-3-1365,-4-2-5461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24575,'0'8'0,"0"5"0,0-1-8191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31 116 24575,'0'-10'0,"0"-1"0,-1 1 0,0-1 0,-1 1 0,0-1 0,0 1 0,-1 0 0,-9-20 0,12 30 0,0 0 0,0 0 0,0 0 0,0 0 0,0 0 0,0 0 0,0 0 0,0-1 0,0 1 0,0 0 0,0 0 0,0 0 0,-1 0 0,1 0 0,0 0 0,0 0 0,0 0 0,0 0 0,0 0 0,0-1 0,0 1 0,0 0 0,0 0 0,0 0 0,0 0 0,-1 0 0,1 0 0,0 0 0,0 0 0,0 0 0,0 0 0,0 0 0,0 0 0,0 0 0,0 0 0,0 0 0,-1 0 0,1 0 0,0 0 0,0 0 0,0 0 0,0 0 0,0 0 0,0 0 0,0 0 0,0 0 0,-1 0 0,1 0 0,-2 7 0,1 9 0,1 5 0,2 0 0,0 0 0,1 0 0,1 0 0,9 23 0,40 100 0,-51-141 0,1 4 0,0-1 0,0 0 0,1 0 0,0 0 0,0 0 0,1 0 0,-1-1 0,1 0 0,10 8 0,-14-12 0,1 0 0,0 0 0,0 0 0,0 0 0,-1 0 0,1 0 0,0 0 0,0-1 0,0 1 0,0-1 0,0 1 0,0-1 0,0 0 0,0 0 0,4 0 0,-4-1 0,0 1 0,0-1 0,0 0 0,0 0 0,0 0 0,0 0 0,-1 0 0,1 0 0,0 0 0,-1-1 0,1 1 0,0-1 0,-1 1 0,0-1 0,1 1 0,-1-1 0,0 0 0,1-3 0,3-3 0,-1-1 0,0 1 0,-1-1 0,0 0 0,0-1 0,-1 1 0,0 0 0,-1-1 0,0-17 0,-1 12 0,-1 0 0,0 0 0,-1 0 0,-1 0 0,-6-21 0,0 18 0,8 20 0,5 10 0,51 118 0,24 71 0,-53-121 0,13 45 0,-34-106 0,-1 0 0,-1 0 0,-1 1 0,0 29 0,-2-47 0,-1 1 0,1 0 0,0 0 0,-1 0 0,0 0 0,0 0 0,0-1 0,0 1 0,0 0 0,0-1 0,-1 1 0,1-1 0,-1 1 0,0-1 0,1 0 0,-1 0 0,0 0 0,-1 0 0,1 0 0,0 0 0,0 0 0,-1-1 0,1 1 0,-1-1 0,-3 2 0,3-2 0,-1 0 0,0 0 0,1 0 0,-1 0 0,0-1 0,0 0 0,0 1 0,1-1 0,-1 0 0,0-1 0,0 1 0,0-1 0,1 0 0,-1 0 0,0 0 0,1 0 0,-1-1 0,-6-3 0,6 3 0,-1-2 0,1 1 0,0 0 0,0-1 0,0 0 0,0 0 0,1 0 0,0 0 0,-1-1 0,2 1 0,-1-1 0,0 0 0,1 0 0,0 0 0,0 0 0,0 0 0,1 0 0,-1-7 0,1 9 0,1-1 0,0 0 0,-1 0 0,2 1 0,-1-1 0,0 0 0,1 0 0,0 1 0,0-1 0,0 0 0,0 1 0,0-1 0,1 1 0,-1 0 0,1-1 0,0 1 0,0 0 0,1 0 0,-1 0 0,0 0 0,1 1 0,0-1 0,0 1 0,-1-1 0,2 1 0,4-3 0,7-3-66,25-16-1233,-30 17-5527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8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41 24575,'-29'-9'0,"8"2"0,-1 0 0,0 2 0,0 0 0,-1 1 0,-23 0 0,43 4 0,0 0 0,1 0 0,-1 1 0,0-1 0,1 1 0,-1-1 0,0 1 0,1 0 0,-1 0 0,1 0 0,-1 0 0,1 1 0,0-1 0,-1 0 0,1 1 0,0 0 0,0 0 0,-3 3 0,3-2 0,-1 1 0,1-1 0,0 1 0,0 0 0,1 0 0,-1-1 0,1 1 0,0 0 0,0 1 0,0-1 0,0 4 0,0 5 0,1 0 0,1 0 0,0 0 0,0-1 0,1 1 0,1-1 0,4 14 0,9 15 0,37 68 0,-29-62 0,-3-4 0,-2 1 0,-2 0 0,20 89 0,-9 18 0,-18-95 0,-10-53 0,0-1 0,1 0 0,-1 0 0,1 0 0,0 0 0,-1 0 0,1 0 0,0 0 0,0 0 0,0 0 0,0 0 0,1-1 0,-1 1 0,1 0 0,-1-1 0,4 3 0,-3-2 0,1-1 0,0 0 0,0 1 0,0-1 0,-1-1 0,1 1 0,0 0 0,0-1 0,0 1 0,0-1 0,5 0 0,13-1 0,0-1 0,27-6 0,-5 1 0,-38 7-136,1-1-1,-1 0 1,0 0-1,0 0 1,0-1-1,0 0 1,-1 0-1,1 0 0,8-6 1,-3 0-6690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24575,'1'3'0,"0"0"0,0 1 0,1-1 0,-1 0 0,1 0 0,-1 0 0,1 0 0,0 0 0,3 4 0,1 0 0,6 11 0,0-1 0,1-1 0,1 0 0,1-1 0,0 0 0,1-2 0,20 15 0,-35-27 0,1 0 0,-1 0 0,0 0 0,0-1 0,0 1 0,1 0 0,-1-1 0,0 1 0,1-1 0,-1 0 0,1 1 0,-1-1 0,0 0 0,1 0 0,-1 0 0,1 0 0,-1 0 0,1 0 0,-1 0 0,3-1 0,-3 0 0,0 0 0,0 1 0,0-1 0,0 0 0,0 0 0,0 0 0,0 0 0,0 0 0,0 0 0,0 0 0,-1 0 0,1-1 0,0 1 0,-1 0 0,1 0 0,-1-1 0,1-1 0,1-5 0,0-1 0,-1 0 0,0 0 0,-1 0 0,0-9 0,-1 5 0,2-28 0,-1 38 0,0 0 0,1 0 0,0 0 0,-1-1 0,1 1 0,1 0 0,-1 0 0,0 1 0,1-1 0,2-4 0,-4 6 0,1 1 0,0-1 0,0 0 0,-1 0 0,1 1 0,0-1 0,0 1 0,0-1 0,0 1 0,0-1 0,0 1 0,0-1 0,0 1 0,0 0 0,0 0 0,0 0 0,0-1 0,0 1 0,0 0 0,0 0 0,1 0 0,-1 0 0,0 1 0,0-1 0,0 0 0,0 0 0,0 1 0,0-1 0,0 0 0,0 1 0,0-1 0,1 2 0,5 2 0,-1 0 0,0 0 0,10 9 0,-9-7 0,76 71 0,-36-31 0,-26-28 0,-13-12 0,0 1 0,0 0 0,-1 1 0,7 8 0,-12-12-1365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24575,'2'-1'0,"16"-13"0,0 1 0,2 0 0,30-14 0,-45 25 0,1-1 0,0 1 0,-1 0 0,1 1 0,0 0 0,0 0 0,0 0 0,0 0 0,0 1 0,0 0 0,0 0 0,0 1 0,0 0 0,0 0 0,-1 0 0,1 0 0,0 1 0,9 4 0,-5 0 0,0 0 0,-1 0 0,1 1 0,-1 0 0,-1 0 0,1 1 0,-1 0 0,-1 1 0,1 0 0,-2 0 0,8 13 0,-6-7 0,0 0 0,-2 0 0,0 1 0,0 0 0,-2 0 0,0 1 0,1 16 0,8 74 0,6 44 0,-13-117 0,2 0 0,15 45 0,-11-52 0,24 44 0,-33-66 0,-1-1 0,1 1 0,-1 1 0,0-1 0,-1 0 0,1 0 0,-1 1 0,0-1 0,0 6 0,-1-9 0,0 0 0,0 0 0,0 0 0,0 0 0,-1-1 0,1 1 0,-1 0 0,1 0 0,-1 0 0,0-1 0,1 1 0,-1 0 0,0-1 0,0 1 0,0-1 0,0 1 0,-1-1 0,1 1 0,0-1 0,-1 0 0,1 1 0,0-1 0,-1 0 0,0 0 0,1 0 0,-1 0 0,0 0 0,1-1 0,-3 2 0,-15 3 0,1-1 0,-1-1 0,0 0 0,0-2 0,0 0 0,-35-3 0,37 0-1365,4-2-5461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0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39 24575,'-28'-5'0,"-11"-1"0,-2-1 0,4 2 0,5 2 0,6 0 0,5 2 0,4 1 0,1 0 0,2 0 0,0 0 0,0 0 0,1 1 0,-1-4 0,-1 0 0,3 0-8191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0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41 24575,'-30'-7'0,"-13"-3"0,-1 0 0,4 3 0,4 1 0,6 5 0,2 3 0,5 3 0,2 1 0,3 1 0,5 1-8191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820 49 24575,'2'-1'0,"0"0"0,0 0 0,0 0 0,0 0 0,0 0 0,0-1 0,0 1 0,0-1 0,0 1 0,-1-1 0,3-3 0,-3 5 0,-1-1 0,0 1 0,1-1 0,-1 1 0,0-1 0,0 1 0,1-1 0,-1 0 0,0 1 0,0-1 0,0 1 0,0-1 0,0 1 0,0-1 0,0 0 0,0 1 0,0-1 0,0 1 0,0-2 0,-1 1 0,1 0 0,-1 1 0,1-1 0,-1 0 0,1 1 0,-1-1 0,0 1 0,1-1 0,-1 0 0,0 1 0,1 0 0,-1-1 0,0 1 0,0-1 0,0 1 0,1 0 0,-1-1 0,-1 1 0,-10-3 0,0 1 0,-1 1 0,1 0 0,-1 0 0,1 1 0,-16 3 0,-8-2 0,-252 14 0,-38 1 0,306-17 0,12 1 0,0-1 0,0 1 0,1 1 0,-1-1 0,-8 3 0,16-3 0,0 0 0,0 0 0,-1 0 0,1 0 0,0 0 0,0 0 0,-1 0 0,1 0 0,0 0 0,0 0 0,-1 0 0,1 0 0,0 0 0,0 1 0,-1-1 0,1 0 0,0 0 0,0 0 0,0 0 0,-1 1 0,1-1 0,0 0 0,0 0 0,0 0 0,-1 0 0,1 1 0,0-1 0,0 0 0,0 0 0,0 1 0,0-1 0,0 0 0,0 0 0,0 1 0,0-1 0,-1 0 0,1 0 0,0 1 0,0-1 0,0 0 0,0 0 0,1 1 0,-1-1 0,0 0 0,0 0 0,0 1 0,0-1 0,0 0 0,0 0 0,0 1 0,0-1 0,0 0 0,1 0 0,-1 0 0,0 1 0,0-1 0,0 0 0,0 0 0,1 0 0,-1 1 0,0-1 0,1 0 0,15 11 0,-15-10 0,31 15 0,1 0 0,39 11 0,72 16 0,-21-6 0,-56-17 0,-36-12 0,-1 1 0,-1 2 0,47 22 0,-75-32 0,1 0 0,0 0 0,-1 0 0,1 0 0,0 0 0,-1 1 0,1-1 0,-1 0 0,0 1 0,0-1 0,1 1 0,-1-1 0,0 1 0,0 0 0,0-1 0,0 1 0,-1 0 0,1 0 0,0-1 0,0 4 0,-2-4 0,1 1 0,0 0 0,0-1 0,-1 1 0,1-1 0,-1 1 0,0-1 0,1 1 0,-1-1 0,0 1 0,0-1 0,0 0 0,0 1 0,0-1 0,0 0 0,0 0 0,0 0 0,-1 0 0,1 0 0,0 0 0,-1 0 0,1 0 0,-1 0 0,-1 0 0,-23 11 0,-1 0 0,-1-2 0,-32 7 0,-17 7 0,36-9 0,2 1 0,-61 36 0,75-37 0,1 2 0,1 0 0,0 2 0,-35 36 0,13 2 0,30-36 0,-23 24 0,38-45 0,-1 0 0,1 1 0,-1-1 0,1 1 0,-1-1 0,1 1 0,-1-1 0,1 1 0,-1-1 0,1 1 0,0-1 0,-1 1 0,1 0 0,0-1 0,0 1 0,0-1 0,-1 1 0,1 0 0,0-1 0,0 1 0,0 0 0,0-1 0,0 1 0,0 0 0,0-1 0,0 2 0,1-1 0,0-1 0,-1 1 0,1-1 0,-1 1 0,1 0 0,0-1 0,0 1 0,-1-1 0,1 0 0,0 1 0,0-1 0,0 0 0,-1 1 0,1-1 0,0 0 0,0 0 0,1 1 0,8 0 0,0-1 0,17 0 0,-19 0 0,683-1-1365,-660 1-5461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2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 24575,'-1'0'0,"0"-1"0,-1 1 0,1 0 0,0-1 0,0 1 0,-1 0 0,1 0 0,0 0 0,-1 0 0,1 0 0,0 0 0,-1 0 0,1 0 0,0 0 0,0 1 0,-1-1 0,1 1 0,0-1 0,0 1 0,0-1 0,-2 2 0,1-1 0,1 1 0,0-1 0,-1 1 0,1-1 0,0 1 0,0-1 0,0 1 0,0 0 0,1 0 0,-1-1 0,0 1 0,1 0 0,-1 2 0,-1 6 0,1 0 0,0 1 0,1-1 0,1 13 0,-1-23 0,4 33 0,1-1 0,2 1 0,1-2 0,1 1 0,2-1 0,15 30 0,-19-44 0,-1 1 0,-1-1 0,0 1 0,3 26 0,-8-43-91,0 0 0,0 1 0,0-1 0,0 0 0,0 1 0,0-1 0,0 0 0,0 1 0,-1-1 0,1 0 0,-1 1 0,1-1 0,-1 0 0,-1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24575,'-38'16'0,"29"-13"0,0 0 0,1 1 0,-1 0 0,1 0 0,0 1 0,0 0 0,-12 11 0,19-15 0,0 0 0,0 0 0,0 0 0,0 0 0,1 0 0,-1 0 0,0 0 0,1 1 0,-1-1 0,1 0 0,-1 0 0,1 0 0,0 0 0,-1 1 0,1-1 0,0 0 0,0 0 0,0 1 0,0-1 0,0 0 0,0 2 0,1-1 0,-1-1 0,1 1 0,0 0 0,0-1 0,0 1 0,0-1 0,0 1 0,0-1 0,0 1 0,0-1 0,0 1 0,4 1 0,2 2 0,0 0 0,1-1 0,-1 1 0,16 4 0,0 0 0,1-1 0,0-1 0,1-1 0,-1-2 0,1 0 0,0-2 0,0 0 0,43-4 0,-66 2-114,0 0 1,0-1-1,0 1 0,0 0 0,0-1 1,0 0-1,0 1 0,-1-1 0,1 0 1,0 0-1,2-1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3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75 24575,'-28'-7'0,"-14"-6"0,-2 1 0,4 1 0,6 3 0,6 0 0,5 2 0,5 1 0,2 2 0,5 2-8191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3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59 24575,'-27'-10'0,"-13"-3"0,-1 0 0,4 3 0,6 2 0,7 4-8191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62 24575,'-8'10'0,"-1"0"0,2 1 0,-1 0 0,1 0 0,1 1 0,-6 14 0,11-23 0,-1 1 0,1-1 0,0 1 0,0 0 0,1-1 0,-1 1 0,1 0 0,0-1 0,0 1 0,0 0 0,0 0 0,1-1 0,-1 1 0,1 0 0,0-1 0,0 1 0,1-1 0,-1 1 0,1-1 0,-1 1 0,1-1 0,0 0 0,1 0 0,-1 0 0,0 0 0,4 3 0,1 0 0,0 1 0,1-1 0,0-1 0,0 1 0,1-1 0,0-1 0,0 0 0,0 0 0,0 0 0,0-1 0,1-1 0,-1 0 0,18 2 0,-24-4 0,-1 0 0,0 0 0,0 0 0,1-1 0,-1 1 0,0-1 0,0 1 0,0-1 0,0 0 0,1 0 0,-1 0 0,0 0 0,0 0 0,-1 0 0,1-1 0,0 1 0,0-1 0,-1 1 0,1-1 0,-1 0 0,1 1 0,-1-1 0,0 0 0,1 0 0,-1 0 0,0 0 0,0 0 0,-1 0 0,1 0 0,1-4 0,-1-1 0,1 0 0,-1 0 0,0 0 0,0-1 0,-1 1 0,0 0 0,0 0 0,-3-11 0,0 5 0,-1 0 0,-1 0 0,0 0 0,0 1 0,-2 0 0,1 0 0,-2 0 0,1 1 0,-2 0 0,1 0 0,-1 1 0,-13-11 0,18 18-136,1 0-1,-1 0 1,0 0-1,-1 1 1,1-1-1,0 1 1,-1 0-1,1 0 0,-10-2 1,-2 1-6690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16 117 24575,'5'24'0,"1"1"0,1-1 0,11 24 0,36 67 0,-53-113 0,0 0 0,-1-1 0,1 1 0,0-1 0,0 1 0,0-1 0,0 1 0,0-1 0,0 0 0,0 1 0,0-1 0,1 0 0,-1 0 0,2 1 0,0-3 0,-4-6 0,-3-7 0,-46-97 0,34 80 0,1-2 0,-18-57 0,32 89 0,0-4 0,0 0 0,0 0 0,0 0 0,0-1 0,1-8 0,-1 14 0,1 0 0,0-1 0,0 1 0,0 0 0,1 0 0,-1 0 0,0 0 0,0 0 0,0-1 0,0 1 0,0 0 0,0 0 0,0 0 0,0 0 0,0 0 0,0 0 0,0-1 0,0 1 0,0 0 0,0 0 0,1 0 0,-1 0 0,0 0 0,0 0 0,0 0 0,0 0 0,0-1 0,0 1 0,0 0 0,1 0 0,-1 0 0,0 0 0,0 0 0,0 0 0,0 0 0,0 0 0,1 0 0,-1 0 0,0 0 0,0 0 0,0 0 0,8 4 0,4 8 0,16 21 0,-15-17 0,0-1 0,23 21 0,-32-32 0,0-1 0,0 0 0,1 0 0,-1 0 0,1-1 0,-1 0 0,1 1 0,0-2 0,0 1 0,0 0 0,0-1 0,0 0 0,1 0 0,7 0 0,-11-1 0,0 0 0,0-1 0,0 1 0,0 0 0,0-1 0,0 1 0,0-1 0,0 0 0,0 1 0,0-1 0,-1 0 0,1 0 0,0 0 0,0-1 0,-1 1 0,4-3 0,-3 1 0,0 0 0,0 1 0,0-1 0,0-1 0,-1 1 0,1 0 0,-1 0 0,1-1 0,0-3 0,0-6 0,1-1 0,-2 0 0,0-27 0,-1 39 0,0-13 0,-1 11 0,1 0 0,0 0 0,0 0 0,0 0 0,1 0 0,-1 0 0,2-6 0,-1 9 0,-1 1 0,0 0 0,0 0 0,0 0 0,0 0 0,0 0 0,0 0 0,0-1 0,0 1 0,0 0 0,0 0 0,0 0 0,0 0 0,1 0 0,-1 0 0,0 0 0,0-1 0,0 1 0,0 0 0,0 0 0,0 0 0,0 0 0,1 0 0,-1 0 0,0 0 0,0 0 0,0 0 0,0 0 0,0 0 0,1 0 0,-1 0 0,0 0 0,0 0 0,0 0 0,0 0 0,0 0 0,1 0 0,-1 0 0,0 0 0,0 0 0,0 0 0,7 7 0,3 10 0,-9-16 0,26 52 0,39 68 0,-38-71 53,-15-25-762,17 22 0,-23-37-6117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24575,'88'66'0,"275"168"-1365,-351-228-5461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1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24575,'-23'15'0,"-7"8"0,-1 2 0,5-1 0,6-1 0,5-3 0,4-2 0,5-1 0,3-2 0,-1 0 0,1-3-8191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0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91 24575,'-55'-24'0,"-46"-18"0,85 36 0,-1 1 0,-1 1 0,1 0 0,-19-1 0,34 5 0,0 0 0,0 0 0,0 0 0,0 0 0,0 0 0,0 0 0,0 0 0,1 1 0,-1-1 0,0 1 0,0-1 0,0 1 0,0 0 0,1 0 0,-1 0 0,0 0 0,1 0 0,-1 0 0,0 0 0,1 0 0,-1 1 0,1-1 0,0 1 0,0-1 0,-1 1 0,1-1 0,0 1 0,0 0 0,1 0 0,-1-1 0,0 1 0,0 0 0,1 0 0,-1 0 0,1 3 0,-2 5 0,1 1 0,1 0 0,0 0 0,1 0 0,1 12 0,-1-15 0,1 7 0,1-1 0,1 0 0,-1 0 0,2-1 0,0 1 0,8 12 0,46 75 0,-34-60 0,-11-20 0,55 99 0,-58-97 0,-1 0 0,0 1 0,8 34 0,-13-33 0,-4-16 0,1 0 0,0 0 0,1 0 0,3 8 0,-4-15 0,-1 0 0,1 0 0,-1 0 0,1 0 0,0-1 0,0 1 0,-1 0 0,1-1 0,0 0 0,1 0 0,-1 1 0,0-1 0,0 0 0,0-1 0,1 1 0,-1 0 0,3 0 0,6 1 0,-1 0 0,16 0 0,82-2 0,-51-1 0,-31-1-1365,-17-1-5461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24575,'1'3'0,"0"1"0,0-1 0,1 1 0,-1-1 0,1 1 0,0-1 0,0 0 0,0 0 0,1 0 0,3 4 0,2 4 0,2 2 0,18 21 0,-25-31 0,1 0 0,-1 1 0,1-1 0,0-1 0,0 1 0,0 0 0,0-1 0,0 0 0,0 0 0,7 2 0,-10-4 0,1 1 0,-1-1 0,0 0 0,0 0 0,1 0 0,-1 0 0,0 0 0,0 0 0,1 0 0,-1 0 0,0 0 0,0-1 0,1 1 0,-1 0 0,0-1 0,0 1 0,0-1 0,1 0 0,-1 1 0,0-1 0,1-1 0,-1 1 0,1-1 0,-1 0 0,1 0 0,-1 0 0,0 0 0,0 0 0,0 0 0,0 0 0,0 0 0,-1 0 0,2-3 0,0-5 0,-1-1 0,0 0 0,-1-21 0,0 29 0,-1-10 0,0-16 0,1 28 0,0-1 0,0 1 0,0-1 0,0 1 0,1-1 0,-1 1 0,0-1 0,1 1 0,-1 0 0,1-1 0,0 1 0,-1-1 0,3-1 0,-3 3 0,0-1 0,1 1 0,-1 0 0,1 0 0,-1 0 0,0-1 0,1 1 0,-1 0 0,0 0 0,1 0 0,-1 0 0,1 0 0,-1 0 0,1 0 0,-1 0 0,0 0 0,1 0 0,-1 0 0,1 0 0,-1 0 0,0 0 0,1 0 0,-1 0 0,1 1 0,-1-1 0,0 0 0,1 0 0,-1 0 0,0 1 0,1-1 0,-1 0 0,0 0 0,1 1 0,12 12 0,-11-9 0,47 44 0,7 9 0,-31-28-1365,-14-16-5461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1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53 24575,'-28'-10'0,"-11"-3"0,-2 0 0,4 3 0,5 5 0,9 4-8191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24575,'0'58'0,"4"1"0,1-1 0,3 0 0,3 0 0,24 74 0,-28-111-455,1 0 0,17 30 0,-19-41-6371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24575,'-10'0'0,"-1"0"0,1 1 0,0 0 0,-12 4 0,19-4 0,0 0 0,0 0 0,0 0 0,0 0 0,0 0 0,0 1 0,0 0 0,0-1 0,1 1 0,-1 0 0,0 0 0,1 1 0,0-1 0,0 0 0,0 1 0,0-1 0,-2 4 0,3-4 0,0-1 0,1 0 0,-1 1 0,1-1 0,-1 1 0,1-1 0,0 1 0,0 0 0,0-1 0,-1 1 0,1-1 0,1 1 0,-1-1 0,0 1 0,0 0 0,1-1 0,-1 1 0,1 2 0,1-2 0,-1 1 0,1-1 0,-1 1 0,1-1 0,0 1 0,0-1 0,0 0 0,0 0 0,4 3 0,0-1 0,1 0 0,-1 0 0,1-1 0,0 1 0,0-1 0,0-1 0,8 3 0,2-2 0,1-1 0,0-1 0,0-1 0,21-1 0,0-1 0,-12 0-1365,-18-1-5461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2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24575,'10'-2'0,"0"2"0,0-1 0,1 1 0,-1 1 0,0-1 0,1 2 0,16 4 0,-24-5 0,1 0 0,-1 0 0,1 1 0,-1-1 0,1 1 0,-1 0 0,0 0 0,0 1 0,0-1 0,0 0 0,0 1 0,-1 0 0,1 0 0,-1 0 0,0 0 0,0 0 0,0 0 0,0 0 0,0 1 0,-1-1 0,1 1 0,-1-1 0,0 1 0,1 4 0,11 89 0,-5-30 0,0-22 0,3 0 0,1-1 0,2-1 0,35 74 0,-46-111 0,10 20 0,-2 1 0,0 0 0,12 50 0,-23-73 0,1 1 0,-1-1 0,0 0 0,0 0 0,-1 1 0,1-1 0,-1 0 0,0 0 0,0 0 0,0 0 0,0 0 0,-1 0 0,0 0 0,0 0 0,0 0 0,0-1 0,0 1 0,-1-1 0,0 1 0,1-1 0,-1 0 0,-1 0 0,1 0 0,0-1 0,-1 1 0,1-1 0,-1 0 0,0 0 0,0 0 0,1 0 0,-1-1 0,-5 2 0,-5 0-1365,2 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5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27 24575,'-1'-4'0,"-1"1"0,0-1 0,0 1 0,0 0 0,-1 0 0,-2-4 0,5 7 0,0 0 0,0 0 0,0 0 0,0 0 0,0 0 0,0 0 0,0 1 0,0-1 0,0 0 0,0 0 0,0 0 0,0 0 0,0 0 0,0 0 0,0 0 0,0 0 0,0 0 0,0 0 0,0 0 0,0 0 0,0 0 0,0 0 0,0 0 0,0 0 0,0 0 0,0 0 0,0 0 0,0 0 0,0 0 0,0 0 0,0 0 0,0 0 0,0 0 0,0 1 0,-1-1 0,1 0 0,0 0 0,0 0 0,0 0 0,0 0 0,0 0 0,0 0 0,0 0 0,0 0 0,0 0 0,0 0 0,0 0 0,0 0 0,0 0 0,0 0 0,0 0 0,0 0 0,0 0 0,0 0 0,0 0 0,0 0 0,0 0 0,0 0 0,0 0 0,-1 0 0,1 0 0,0 0 0,0-1 0,2 9 0,3 7 0,36 80 0,25 67 0,-28-57 0,24 75 0,-49-136 0,-2 1 0,5 51 0,-15-88 0,0-3 0,0 0 0,-1 0 0,0 0 0,-1 9 0,1-14 0,1 1 0,-1-1 0,0 0 0,0 0 0,0 0 0,0 0 0,0 0 0,0 0 0,0 1 0,0-1 0,0 0 0,0 0 0,0 0 0,0 0 0,-1 0 0,1 0 0,0 1 0,0-1 0,0 0 0,0 0 0,0 0 0,0 0 0,0 0 0,0 0 0,0 0 0,0 1 0,0-1 0,0 0 0,-1 0 0,1 0 0,0 0 0,0 0 0,0 0 0,0 0 0,0 0 0,0 0 0,-1 0 0,1 0 0,0 0 0,0 0 0,0 0 0,0 0 0,0 0 0,0 0 0,-1 0 0,1 0 0,0 0 0,0 0 0,0 0 0,0 0 0,0 0 0,-1 0 0,-5-8 0,-3-12 0,0-4 0,1 1 0,1-2 0,2 1 0,-4-32 0,9 54 0,0 1 0,-1-1 0,1 0 0,0 1 0,1-1 0,-1 0 0,0 1 0,0-1 0,1 0 0,-1 1 0,1-1 0,-1 1 0,1-1 0,0 1 0,-1-1 0,1 1 0,0-1 0,0 1 0,0 0 0,0 0 0,1-1 0,-1 1 0,0 0 0,0 0 0,1 0 0,-1 0 0,0 0 0,1 0 0,-1 1 0,1-1 0,-1 0 0,1 1 0,0-1 0,-1 1 0,1 0 0,-1-1 0,1 1 0,0 0 0,-1 0 0,3 0 0,4 0 0,-1 1 0,0 0 0,0 0 0,0 1 0,0-1 0,0 2 0,0-1 0,7 4 0,109 58 0,-101-50 0,0 0 0,0 2 0,23 21 0,-43-35 0,-1 0 0,1-1 0,0 1 0,-1 0 0,1 0 0,-1 0 0,1 0 0,-1 0 0,0 1 0,0-1 0,0 0 0,0 0 0,-1 1 0,1-1 0,-1 1 0,1-1 0,-1 3 0,0-3 0,0 0 0,-1-1 0,1 1 0,-1-1 0,1 1 0,-1-1 0,1 1 0,-1-1 0,0 0 0,0 1 0,0-1 0,0 0 0,0 1 0,0-1 0,0 0 0,0 0 0,0 0 0,0 0 0,-1 0 0,1 0 0,0-1 0,-1 1 0,1 0 0,-1-1 0,1 1 0,-1-1 0,-2 1 0,-13 4 0,0-1 0,0 0 0,-33 1 0,-54-5 0,1 0 0,87 2-1365,5 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59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24575,'0'0'0,"0"0"0,0 1 0,1-1 0,-1 0 0,0 0 0,0 0 0,0 1 0,0-1 0,0 0 0,0 0 0,-1 0 0,1 1 0,0-1 0,0 0 0,0 0 0,0 0 0,0 1 0,0-1 0,0 0 0,0 0 0,0 0 0,0 0 0,-1 0 0,1 1 0,0-1 0,0 0 0,0 0 0,0 0 0,0 0 0,-1 0 0,1 0 0,0 1 0,0-1 0,0 0 0,-1 0 0,1 0 0,0 0 0,0 0 0,0 0 0,-1 0 0,1 0 0,0 0 0,0 0 0,0 0 0,0 0 0,-1 0 0,1 0 0,0 0 0,0 0 0,0 0 0,-1 0 0,1 0 0,0 0 0,0-1 0,0 1 0,-1 0 0,1 0 0,0 0 0,0 0 0,0 0 0,0 0 0,0-1 0,-1 1 0,1 0 0,0 0 0,0 0 0,0 0 0,0-1 0,1 19 0,-1-17 0,5 26 0,1-1 0,1-1 0,1 1 0,2-1 0,0-1 0,16 27 0,-3-12 0,-16-28 0,1 1 0,-2-1 0,0 2 0,0-1 0,5 19 0,-10-21 120,-1-10-148,0 1 1,0-1-1,0 0 1,1 0-1,-1 0 1,0 0-1,0 0 1,0 1-1,0-1 1,0 0-1,0 0 1,0 0-1,0 0 1,0 1-1,0-1 1,0 0-1,0 0 1,0 0-1,-1 0 1,1 0-1,0 1 1,0-1-1,0 0 1,0 0-1,0 0 1,0 0-1,0 0 1,0 0-1,0 0 1,0 1-1,-1-1 1,1 0-1,0 0 1,0 0-1,0 0 1,0 0-1,0 0 1,0 0-1,-1 0 1,1 0-1,0 0 1,0 0-1,0 0 1,0 0-1,0 0 1,-1 1-1,1-1 1,0 0-1,0-1 1,0 1-1,0 0 1,0 0-1,-1 0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8:5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7 24575,'-7'-2'0,"0"0"0,0 1 0,0 1 0,-1-1 0,1 1 0,0 0 0,-1 1 0,1-1 0,-12 4 0,16-3 0,0 0 0,1 0 0,-1 0 0,0 0 0,1 0 0,-1 1 0,1-1 0,0 1 0,-1-1 0,1 1 0,0 0 0,0 0 0,0 0 0,0 0 0,1 0 0,-1 1 0,0-1 0,1 1 0,0-1 0,-1 1 0,1-1 0,0 1 0,0 0 0,1-1 0,-1 1 0,1 0 0,-1 4 0,0-4 0,1 0 0,0-1 0,-1 1 0,1 0 0,0 0 0,1 0 0,-1-1 0,0 1 0,1 0 0,0 0 0,-1-1 0,1 1 0,0 0 0,1-1 0,-1 1 0,0-1 0,1 1 0,-1-1 0,1 0 0,0 0 0,0 0 0,0 1 0,0-2 0,0 1 0,0 0 0,0 0 0,1-1 0,-1 1 0,0-1 0,1 0 0,5 2 0,12 4 0,1-1 0,0-1 0,0-1 0,32 2 0,-5 0 0,-31-3-104,23 2-316,-1 2-1,53 17 1,-78-19-6406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77 24575,'60'0'0,"67"-1"0,-105-2 0,-16-3 0,-6 6 0,0 0 0,-1-1 0,1 1 0,0-1 0,0 1 0,0-1 0,0 1 0,-1-1 0,1 1 0,0 0 0,0-1 0,-1 1 0,1-1 0,0 1 0,-1 0 0,1-1 0,0 1 0,-1 0 0,1 0 0,-1-1 0,-6-3 0,1-1 0,-1 2 0,0-1 0,0 1 0,0 0 0,-12-3 0,-48-8 0,34 8 0,21 3 0,0 0 0,0 1 0,0 1 0,0 0 0,0 1 0,-20 1 0,30 2 0,6 1 0,6 1 0,14 4 0,0-1 0,0-2 0,30 5 0,-12-3 0,63 12 0,-159-29 0,8 1 0,-60-4 0,39 11-1365,51 1-5461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803 27 24575,'12'-4'0,"67"-15"0,-71 18 0,1-1 0,-1 2 0,1 0 0,0 0 0,-1 0 0,1 1 0,10 2 0,-11 1 0,-16-2 0,-16-1 0,-582 0 0,294-2 0,309 1 0,1 0 0,1 0 0,-1 0 0,0 0 0,1 0 0,-1 0 0,0 0 0,1 0 0,-1 1 0,1-1 0,-1 0 0,0 1 0,1 0 0,-1-1 0,1 1 0,-2 1 0,3-2 0,0 0 0,0 1 0,0-1 0,0 0 0,0 1 0,0-1 0,0 0 0,0 1 0,0-1 0,0 0 0,0 0 0,0 1 0,1-1 0,-1 0 0,0 1 0,0-1 0,0 0 0,0 0 0,1 1 0,-1-1 0,0 0 0,0 0 0,0 0 0,1 1 0,-1-1 0,0 0 0,0 0 0,1 0 0,-1 0 0,0 0 0,0 1 0,1-1 0,0 0 0,10 5 0,23 5 0,1-1 0,47 6 0,-10-3 0,262 71 0,-325-80 0,0 0 0,0 1 0,-1 0 0,1 0 0,8 7 0,-15-10 0,0 0 0,0 0 0,-1 0 0,1 1 0,-1-1 0,1 1 0,-1-1 0,0 1 0,0-1 0,1 1 0,-1 0 0,0-1 0,0 1 0,-1 0 0,1 0 0,0 0 0,-1 0 0,1 0 0,-1 0 0,1 0 0,-1 0 0,0 0 0,0 0 0,0 0 0,0 0 0,0 0 0,0 0 0,-1 0 0,1 0 0,-2 3 0,1-3 0,0 1 0,-1 0 0,1-1 0,-1 1 0,0-1 0,0 0 0,0 0 0,0 1 0,0-1 0,-5 3 0,-30 17 0,13-8 0,-24 18 0,-85 61 0,121-84 0,-254 182 0,252-183 0,-17 10 0,30-17 0,-1 0 0,0 0 0,1 0 0,-1 1 0,1-1 0,0 1 0,0-1 0,-1 1 0,1 0 0,0-1 0,0 1 0,0 0 0,-1 3 0,2-4 0,0-1 0,0 1 0,1 0 0,-1 0 0,0-1 0,0 1 0,0 0 0,0 0 0,1-1 0,-1 1 0,0 0 0,1 0 0,-1-1 0,1 1 0,-1-1 0,0 1 0,1 0 0,-1-1 0,1 1 0,0-1 0,-1 1 0,1-1 0,-1 1 0,1-1 0,0 1 0,-1-1 0,1 0 0,0 0 0,0 1 0,-1-1 0,1 0 0,1 0 0,30 8 0,-23-6 0,23 2 0,0 0 0,1-2 0,49-4 0,-22 1 0,591 1-1365,-635 0-5461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 24575,'-1'0'0,"0"-1"0,1 1 0,-1 0 0,1-1 0,-1 1 0,0 0 0,1 0 0,-1 0 0,0-1 0,1 1 0,-1 0 0,0 0 0,1 0 0,-1 0 0,0 0 0,1 0 0,-1 1 0,0-1 0,1 0 0,-1 0 0,0 0 0,1 0 0,-1 1 0,1-1 0,-1 0 0,0 1 0,0 0 0,0 0 0,0 0 0,0 0 0,0 0 0,1 1 0,-1-1 0,0 0 0,0 1 0,1-1 0,-1 1 0,1-1 0,-1 3 0,0 6 0,-1-1 0,2 1 0,0 10 0,0-16 0,1 13 0,0 1 0,1-1 0,7 25 0,19 50 0,0 0 0,-11-35 0,5 31 0,-21-85-1365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3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9 24575,'-8'-2'0,"-6"0"0,0 0 0,0 0 0,0 1 0,-15 2 0,26-1 0,-1 0 0,1 1 0,-1-1 0,1 1 0,0 0 0,-1 0 0,1 1 0,0-1 0,-1 1 0,1-1 0,0 1 0,0 0 0,0 0 0,1 0 0,-1 1 0,0-1 0,1 1 0,0-1 0,-1 1 0,1 0 0,-2 4 0,2-4 0,0 1 0,0 0 0,0 0 0,1-1 0,-1 1 0,0 8 0,2-11 0,-1 1 0,1-1 0,0 0 0,1 1 0,-1-1 0,0 1 0,0-1 0,1 0 0,-1 1 0,0-1 0,1 0 0,0 1 0,-1-1 0,1 0 0,0 0 0,-1 0 0,1 1 0,0-1 0,0 0 0,0 0 0,0 0 0,0 0 0,2 1 0,7 3 0,0 1 0,1-2 0,-1 1 0,1-2 0,0 1 0,0-1 0,21 2 0,-9 0 0,190 39 0,-209-43-273,0-1 0,-1 1 0,1-1 0,7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35 24575,'-25'-7'0,"-11"-3"0,-2 0 0,6 5 0,6 3 0,4 2 0,4 1 0,5 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4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38 24575,'-30'-7'0,"-13"-3"0,-1 0 0,5 2 0,8 5 0,7 3 0,8 2-8191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24575,'-1'0'0,"1"0"0,0 0 0,0 0 0,0 0 0,0 0 0,0 0 0,0 0 0,0 0 0,0 0 0,0-1 0,0 1 0,1 0 0,-1 0 0,0 0 0,0 0 0,0 0 0,0 0 0,0 0 0,0 0 0,0 0 0,0 0 0,0 0 0,0 0 0,0 0 0,0 0 0,0 0 0,0-1 0,0 1 0,0 0 0,0 0 0,0 0 0,0 0 0,0 0 0,1 0 0,-1 0 0,0 0 0,0 0 0,0 0 0,0 0 0,0 0 0,0 0 0,0 0 0,0 0 0,0 0 0,0 0 0,0 0 0,0 0 0,1 0 0,-1 0 0,0 0 0,0 0 0,0 0 0,0 0 0,0 0 0,0 0 0,0 0 0,0 1 0,0-1 0,0 0 0,0 0 0,7 5 0,3 7 0,13 22 0,31 60 0,-35-58 0,14 33-1365,-28-60-5461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1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81 142 24575,'0'0'0,"0"0"0,0 0 0,0 0 0,0-1 0,0 1 0,-1 0 0,1 0 0,0 0 0,0 0 0,0 0 0,0 0 0,-1-1 0,1 1 0,0 0 0,0 0 0,0 0 0,-1 0 0,1 0 0,0 0 0,0 0 0,-1 0 0,1 0 0,0 0 0,0 0 0,0 0 0,-1 0 0,1 0 0,0 0 0,0 0 0,0 0 0,-1 0 0,1 0 0,0 0 0,0 0 0,0 0 0,-1 1 0,-3 8 0,1 14 0,3-23 0,0 21 0,1-1 0,1 0 0,1 1 0,8 28 0,5 37 0,-30-113 0,3-2 0,-16-38 0,-19-74 0,46 140 0,-1 0 0,1 0 0,0 0 0,0 0 0,0 0 0,-1 0 0,1 1 0,0-1 0,0 0 0,0 0 0,1 0 0,-1 0 0,0 0 0,0-1 0,1 2 0,-1-1 0,0 1 0,0 0 0,0 0 0,1 0 0,-1 0 0,0 0 0,0 0 0,1 0 0,-1-1 0,0 1 0,0 0 0,1 0 0,-1 0 0,0 0 0,0 0 0,1 0 0,-1 0 0,0 0 0,0 0 0,1 0 0,-1 0 0,0 0 0,0 0 0,1 1 0,-1-1 0,0 0 0,0 0 0,0 0 0,1 0 0,-1 0 0,0 1 0,25 19 0,-17-13 0,45 41 0,-22-19 0,1-1 0,54 35 0,-75-56 0,-1-1 0,1-1 0,0 0 0,0 0 0,1-1 0,-1 0 0,1-1 0,0-1 0,0 0 0,0 0 0,0-1 0,0-1 0,19-1 0,-29 1 0,0 0 0,-1-1 0,1 1 0,0-1 0,0 0 0,0 1 0,0-1 0,0 0 0,-1 0 0,1 0 0,0 0 0,-1-1 0,1 1 0,-1 0 0,1-1 0,-1 1 0,0-1 0,1 1 0,-1-1 0,0 0 0,0 1 0,0-1 0,0 0 0,-1 0 0,1 0 0,0 0 0,0-3 0,1-5 0,-1 0 0,0 0 0,-1 1 0,0-15 0,0 12 0,-1-5 20,0 1 0,-1-1 0,-1 1 0,-1 0 0,-8-26 0,8 32-169,0 0 1,0 0-1,-1 1 1,-1 0-1,1 0 1,-1 0-1,-1 0 1,0 1-1,-14-13 1,9 12-6678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312 133 24575,'1'-4'0,"1"0"0,-1 0 0,0 0 0,-1 0 0,1 0 0,-1-1 0,1 1 0,-1 0 0,0 0 0,-2-8 0,2 10 0,-1-1 0,0 0 0,-1 1 0,1-1 0,0 1 0,-1-1 0,1 1 0,-1 0 0,0 0 0,0-1 0,0 1 0,0 1 0,0-1 0,0 0 0,0 0 0,-6-2 0,-2-2 0,-1 0 0,1 1 0,-2 0 0,1 1 0,0 1 0,-23-5 0,29 7 0,-1 0 0,1 1 0,0-1 0,-1 1 0,1 1 0,0-1 0,0 1 0,-1 0 0,1 0 0,0 0 0,0 1 0,0 0 0,0 0 0,0 0 0,0 0 0,1 1 0,-8 5 0,-8 8 0,12-10 0,0 0 0,0 1 0,0 0 0,1 1 0,-7 9 0,12-15 0,1 1 0,-1-1 0,1 1 0,0-1 0,0 1 0,0 0 0,0-1 0,0 1 0,1 0 0,-1 0 0,1 0 0,0-1 0,0 1 0,0 0 0,0 0 0,0 0 0,0 0 0,1-1 0,0 1 0,-1 0 0,1 0 0,0-1 0,3 6 0,-1-2 0,1 0 0,1 0 0,-1 0 0,1 0 0,0-1 0,0 0 0,0 0 0,1 0 0,0-1 0,7 5 0,6 2 0,42 18 0,-55-26 0,0-1 0,0 0 0,0 0 0,0-1 0,1 1 0,-1-1 0,0-1 0,1 1 0,-1-1 0,0-1 0,1 1 0,-1-1 0,9-2 0,-12 2 0,1 0 0,-1 0 0,1-1 0,-1 0 0,1 0 0,-1 0 0,0 0 0,0 0 0,0-1 0,0 1 0,0-1 0,0 0 0,-1 0 0,0 0 0,1 0 0,-1 0 0,0 0 0,0-1 0,-1 1 0,1-1 0,-1 1 0,0-1 0,1-4 0,0 1 0,0 0 0,-1 0 0,0 0 0,-1 0 0,1-1 0,-1 1 0,-1 0 0,1 0 0,-1 0 0,-1 0 0,1 0 0,-6-13 0,18 52 0,-2-2 0,6 6-455,3 0 0,38 60 0,-49-86-6371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24575,'1'8'0,"0"-1"0,0 1 0,0-1 0,1 1 0,5 12 0,18 40 0,-5-16 0,-3-1 0,-1-4 0,-2 1 0,18 82 0,-24-89-1365,-7-25-5461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24575,'0'0'0,"-8"2"0,1 0 0,0 0 0,0 0 0,-12 7 0,17-8 0,0 1 0,0-1 0,0 1 0,0-1 0,0 1 0,1 0 0,-1 0 0,1 0 0,-1 0 0,1 0 0,0 0 0,-1 0 0,1 0 0,0 0 0,1 1 0,-1-1 0,0 0 0,0 5 0,0-2 0,1 0 0,-1 0 0,1 0 0,0 0 0,1 0 0,-1 0 0,1 0 0,0 0 0,0 0 0,2 6 0,-1-8 0,-1 0 0,0 0 0,1 0 0,-1 0 0,1-1 0,0 1 0,0-1 0,0 1 0,0-1 0,0 0 0,1 0 0,-1 0 0,1 0 0,-1 0 0,1 0 0,0-1 0,4 2 0,6 1 0,1 0 0,0-1 0,0-1 0,0 0 0,0-1 0,21-2 0,-15 1 0,0 1 0,27 4 0,-16 1-1365,-19-4-5461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24575,'0'2'0,"2"1"0,1 3 0,3 3 0,3 1 0,-1 1-8191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24575,'0'1'0,"0"-1"0,0 0 0,-1 0 0,1 1 0,0-1 0,0 0 0,-1 0 0,1 1 0,0-1 0,0 0 0,0 0 0,-1 1 0,1-1 0,0 0 0,0 1 0,0-1 0,0 0 0,0 1 0,0-1 0,0 0 0,0 1 0,-1-1 0,1 0 0,0 1 0,1-1 0,-1 0 0,0 1 0,0-1 0,0 1 0,1 12 0,-1-12 0,2 8 0,0-1 0,1 1 0,0-1 0,0 0 0,1 0 0,4 8 0,31 45 0,-36-57 0,4 6 0,1 0 0,1 0 0,0-1 0,0 0 0,18 13 0,-19-17 0,0 1 0,0-1 0,1-1 0,0 0 0,-1 0 0,2 0 0,-1-1 0,11 2 0,-17-4 0,0-1 0,0 0 0,1 0 0,-1 1 0,0-2 0,0 1 0,1 0 0,-1-1 0,0 1 0,0-1 0,0 0 0,0 0 0,0 0 0,0-1 0,0 1 0,0-1 0,0 0 0,-1 1 0,1-1 0,-1 0 0,1-1 0,-1 1 0,0 0 0,1-1 0,-1 1 0,-1-1 0,1 0 0,0 1 0,2-7 0,0 0 0,-1 0 0,1-1 0,-2 1 0,1-1 0,-2 0 0,1 0 0,-1 0 0,0-14 0,-1 3 0,0 11 0,0 0 0,0 0 0,0 0 0,-2 0 0,1 0 0,-1 0 0,-5-13 0,7 23 0,0 0 0,0 0 0,0 0 0,0 0 0,0 0 0,0 0 0,0 0 0,0 0 0,0 0 0,0 0 0,0 0 0,0 0 0,0 0 0,0 0 0,0 0 0,0 0 0,0 1 0,0-1 0,0 0 0,0 0 0,0 0 0,0 0 0,-1 0 0,1 0 0,0 0 0,0 0 0,0 0 0,0 0 0,0 0 0,0 0 0,0 0 0,0 0 0,0 0 0,0 0 0,0 0 0,0 0 0,0 0 0,0 0 0,0 0 0,0 0 0,-1 0 0,1 0 0,0 0 0,0 0 0,0-1 0,0 1 0,0 0 0,0 0 0,0 0 0,0 0 0,0 0 0,0 0 0,0 0 0,0 0 0,0 0 0,0 0 0,0 0 0,0 0 0,0 0 0,0 0 0,0 0 0,0 0 0,0 0 0,0 0 0,0 0 0,0-1 0,0 1 0,0 0 0,0 0 0,-2 8 0,0 8 0,4 16 0,1-1 0,1 1 0,2-1 0,14 46 0,4-6 0,54 112 0,-38-96 0,-40-85 0,27 64 0,-24-58 0,-1 0 0,0 0 0,0 1 0,-1 0 0,1 16 0,-2-24 0,0 1 0,0-1 0,0 1 0,0-1 0,0 0 0,-1 1 0,1-1 0,0 1 0,-1-1 0,1 1 0,-1-1 0,0 0 0,1 0 0,-1 1 0,0-1 0,0 0 0,0 0 0,0 0 0,0 0 0,0 0 0,0 0 0,0 0 0,-1 0 0,1 0 0,0 0 0,0-1 0,-1 1 0,1 0 0,0-1 0,-1 1 0,1-1 0,-1 0 0,1 0 0,-1 1 0,1-1 0,-1 0 0,1 0 0,-1 0 0,0 0 0,-4-1 0,1 0 0,-1 0 0,1 0 0,0 0 0,0-1 0,0 1 0,0-2 0,0 1 0,-7-4 0,6 1 9,0 0-1,0 0 1,0 0-1,0-1 1,1 0 0,0 0-1,0 0 1,0-1-1,1 1 1,0-1-1,1 0 1,-1-1-1,-2-9 1,4 13-55,1 1-1,1-1 1,-1 1-1,0-1 1,1 1 0,-1-1-1,1 1 1,0-1-1,0 0 1,1 1 0,-1-1-1,1 1 1,0-1-1,0 1 1,0-1-1,0 1 1,0 0 0,1-1-1,0 1 1,-1 0-1,1 0 1,1 0 0,-1 0-1,0 1 1,0-1-1,1 1 1,0-1 0,-1 1-1,1 0 1,0 0-1,5-3 1,4-1-6780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45 24575,'-13'-8'0,"0"1"0,0 0 0,-27-9 0,34 14 0,1 1 0,0 0 0,-1 0 0,0 0 0,1 1 0,-6 0 0,8 0 0,0 0 0,0 1 0,1-1 0,-1 1 0,0 0 0,1 0 0,-1-1 0,0 2 0,1-1 0,-1 0 0,1 1 0,-4 2 0,3-1 0,1-1 0,0 1 0,0 0 0,0 0 0,0 0 0,0 0 0,1 0 0,0 0 0,-1 1 0,1-1 0,0 0 0,1 1 0,-1-1 0,1 1 0,-1-1 0,1 0 0,0 1 0,0-1 0,1 7 0,1 6 0,1 0 0,8 27 0,-11-42 0,77 354 0,-55-236 0,2 11 0,-23-124 0,0 2 0,0-1 0,1 1 0,5 15 0,-7-22 0,1 1 0,0 0 0,0-1 0,0 1 0,0-1 0,0 1 0,0-1 0,0 1 0,0-1 0,1 0 0,-1 0 0,0 0 0,1 1 0,-1-1 0,1 0 0,-1-1 0,1 1 0,0 0 0,-1 0 0,1-1 0,0 1 0,3 0 0,16 0 0,1 0 0,0-2 0,0 0 0,34-8 0,2 2 0,-54 6-62,10 0-155,1 0 0,-1-2 0,0 1-1,0-2 1,20-7 0,-20 4-6609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5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24575,'22'46'0,"-7"-14"0,1 0 0,2-1 0,33 45 0,-50-75 0,0 0 0,0 0 0,0 0 0,0 0 0,0 0 0,0 0 0,0 0 0,1 0 0,-1 0 0,0-1 0,0 1 0,1 0 0,-1-1 0,0 1 0,1-1 0,-1 0 0,1 1 0,-1-1 0,0 0 0,1 0 0,-1 0 0,3 0 0,-3 0 0,0-1 0,0 1 0,0-1 0,1 1 0,-1-1 0,0 1 0,0-1 0,0 0 0,0 0 0,0 0 0,0 1 0,0-1 0,0 0 0,0 0 0,-1 0 0,1 0 0,0 0 0,-1-1 0,1 1 0,0 0 0,-1 0 0,1 0 0,-1 0 0,0-1 0,1 0 0,4-23 0,0 0 0,-2 0 0,1-48 0,-4 69 0,0-1 0,1 0 0,-1 0 0,1 1 0,1-8 0,-2 12 0,1-1 0,-1 0 0,0 1 0,1-1 0,-1 0 0,0 1 0,1-1 0,-1 1 0,0-1 0,1 1 0,-1-1 0,1 1 0,-1-1 0,1 1 0,-1 0 0,1-1 0,0 1 0,0-1 0,0 1 0,0 0 0,0 0 0,0 0 0,0 0 0,0 0 0,0 0 0,0 0 0,0 0 0,0 0 0,-1 1 0,1-1 0,0 0 0,0 1 0,0-1 0,0 0 0,0 1 0,-1-1 0,2 2 0,28 20 0,0 1 0,-2 2 0,46 49 0,-30-21-1365,-36-44-5461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5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59 24575,'-30'-10'0,"-13"-3"0,-1 0 0,4 3 0,7 2 0,6 4 0,5 4 0,4 5 0,3 4 0,3 3 0,2-1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24575,'0'19'0,"0"42"0,1 1 0,18 106 0,59 126-112,-51-204-1141,-22-74-5573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6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24575,'-25'3'0,"0"1"0,0 1 0,-43 14 0,66-18 0,-1 0 0,1 0 0,0 0 0,0 0 0,0 0 0,0 0 0,0 1 0,0-1 0,0 1 0,0 0 0,0-1 0,1 1 0,-1 0 0,1 0 0,-1 0 0,1 0 0,0 0 0,0 0 0,0 0 0,0 1 0,0-1 0,0 0 0,0 1 0,1-1 0,0 1 0,-1-1 0,1 0 0,0 1 0,0-1 0,0 1 0,0-1 0,1 1 0,-1-1 0,1 0 0,-1 1 0,1-1 0,0 0 0,0 1 0,0-1 0,0 0 0,3 4 0,1 2 0,0-1 0,1 1 0,0-1 0,1 0 0,-1-1 0,1 1 0,1-1 0,-1-1 0,1 1 0,0-1 0,0-1 0,0 1 0,1-2 0,9 4 0,3 0 0,0-1 0,0-2 0,1 0 0,42 2 0,-62-6 0,33 2 0,43-4 0,-76 2-124,-1 0 0,1 0 0,-1 0 0,1-1 0,-1 1 0,1-1-1,-1 1 1,1-1 0,-1 1 0,3-2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24575,'21'-12'0,"1"0"0,0 2 0,43-14 0,-57 22 0,-1 1 0,1-1 0,-1 1 0,1 0 0,-1 1 0,1 0 0,-1 0 0,1 1 0,-1 0 0,1 0 0,-1 0 0,1 1 0,-1 0 0,0 1 0,0 0 0,11 6 0,-17-9 0,15 10 0,0 0 0,27 23 0,-39-29 0,-1-1 0,1 1 0,-1 0 0,1 0 0,-1 1 0,0-1 0,-1 1 0,1-1 0,-1 1 0,0 0 0,0 0 0,-1 0 0,1 0 0,-1 0 0,1 6 0,-1 156 0,-2-84 0,1-52 0,1 0 0,1 0 0,2-1 0,2 1 0,0-1 0,2-1 0,1 1 0,2-1 0,0-1 0,25 42 0,-33-65 0,0 0 0,0 0 0,-1 0 0,0 1 0,0-1 0,0 1 0,1 7 0,-2-12 0,-1 1 0,0 0 0,0-1 0,0 1 0,-1-1 0,1 1 0,0 0 0,-1-1 0,1 1 0,-1-1 0,1 1 0,-1-1 0,1 1 0,-1-1 0,0 1 0,0-1 0,0 0 0,0 0 0,0 1 0,0-1 0,0 0 0,-1 0 0,1 0 0,0 0 0,0 0 0,-1 0 0,1 0 0,-1-1 0,1 1 0,-3 0 0,-9 4 0,1-2 0,-1 0 0,0 0 0,-15 1 0,-22 4 0,27-3-1365,4 0-5461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24575,'5'5'0,"2"4"0,2 1 0,-1 1 0,1-2 0,0 1 0,-1-2 0,0 1 0,0-2 0,-1 1 0,1-1 0,-1 1 0,1-1 0,-2 0 0,2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24575,'0'18'0,"3"5"0,0 2 0,0-1 0,0-2 0,1-5 0,1-3 0,1-1 0,0-5 0,-3-5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28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21 24575,'1'-1'0,"-1"1"0,0-1 0,0 0 0,0 0 0,0 1 0,0-1 0,0 0 0,0 1 0,0-1 0,0 0 0,0 1 0,-1-1 0,1 0 0,0 1 0,0-1 0,-1 0 0,1 1 0,0-1 0,-1 1 0,1-1 0,-1 0 0,1 1 0,-1-1 0,1 1 0,-1-1 0,1 1 0,-1 0 0,1-1 0,-1 1 0,1-1 0,-1 1 0,0 0 0,1 0 0,-1-1 0,0 1 0,1 0 0,-1 0 0,0 0 0,1 0 0,-1-1 0,0 1 0,1 0 0,-1 1 0,0-1 0,0 0 0,1 0 0,-1 0 0,0 0 0,1 0 0,-1 1 0,0-1 0,-3 2 0,0-1 0,1 1 0,-1 0 0,1 0 0,-1 0 0,1 0 0,-5 5 0,0 1 0,4-5 0,1 0 0,-1 0 0,1 1 0,0-1 0,0 1 0,-3 5 0,6-8 0,0-1 0,0 1 0,0-1 0,0 1 0,0-1 0,0 0 0,0 1 0,0-1 0,0 1 0,0-1 0,0 1 0,0-1 0,1 1 0,-1-1 0,0 1 0,0-1 0,0 0 0,1 1 0,-1-1 0,0 1 0,1-1 0,-1 0 0,0 1 0,1-1 0,-1 0 0,0 0 0,1 1 0,-1-1 0,1 0 0,-1 0 0,0 1 0,1-1 0,-1 0 0,1 0 0,0 0 0,18 6 0,-16-5 0,241 66 0,-182-46-1365,-46-15-5461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3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70 192 24575,'57'75'0,"-51"-65"0,0 1 0,0-1 0,-1 1 0,-1 0 0,6 20 0,-34-66 0,-8-18 0,2-2 0,-27-71 0,52 114 0,-8-21 0,12 31 0,1 1 0,-1 0 0,1-1 0,0 1 0,0-1 0,-1 1 0,1-1 0,0 1 0,0 0 0,1-1 0,-1 1 0,0-1 0,0 1 0,1-1 0,-1 1 0,1 0 0,-1-1 0,2-1 0,-1 2 0,0 0 0,0 0 0,0 1 0,0-1 0,0 1 0,0-1 0,0 1 0,0-1 0,0 1 0,0-1 0,0 1 0,0 0 0,1-1 0,-1 1 0,0 0 0,0 0 0,0 0 0,0 0 0,2 1 0,26 4 0,-25-4 0,27 6 0,-16-2 0,1-2 0,0 0 0,0 0 0,32 0 0,-47-3-72,0 0 1,0 0-1,0-1 0,0 1 0,0 0 0,1 0 0,-1 0 0,0-1 1,0 1-1,0 0 0,0-1 0,0 1 0,0-1 0,0 0 0,-1 1 1,1-1-1,0 0 0,1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24575,'0'-1'0,"1"1"0,0-1 0,0 0 0,1 1 0,-1-1 0,0 1 0,0-1 0,0 1 0,0-1 0,0 1 0,1 0 0,-1 0 0,0 0 0,0 0 0,0-1 0,1 2 0,-1-1 0,0 0 0,0 0 0,0 0 0,1 0 0,-1 1 0,0-1 0,2 1 0,3 2 0,0 0 0,0 0 0,7 4 0,-11-5 0,28 17 9,-2 2 0,34 31 0,47 55-359,-75-72-82,427 385-902,-284-286 1182,349 198-1,-499-318 11,4 3 122,0 0 0,37 30 0,-54-33 509,-14-14-468,0 1 0,0-1-1,1 0 1,-1 0 0,0 0-1,0 0 1,0 1 0,0-1-1,1 0 1,-1 0 0,0 0-1,0 1 1,0-1 0,0 0-1,0 0 1,0 1 0,0-1-1,0 0 1,0 0 0,0 1-1,0-1 1,0 0 0,0 0-1,0 1 1,0-1 0,0 0 0,0 0-1,0 1 1,0-1 0,0 0-1,0 0 1,0 0 0,0 1-1,0-1 1,0 0 0,-1 0-1,1 1 1,0-1 0,0 0-1,0 0 1,0 0 0,-1 0-1,1 1 1,0-1 0,0 0-1,0 0 1,-1 0 0,1 0-1,0 0 1,0 0 0,-1 0-1,1 1 1,0-1 0,0 0-1,0 0 1,-1 0 0,1 0-1,0 0 1,0 0 0,-1 0-1,1 0 1,0 0 0,0 0-1,-1 0 1,1 0 0,0-1 0,-1 1-1,-5-1 73,0 0 0,0 0 0,0-1 0,0 0 0,-10-5 0,1 1-1315,-8-3-5604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2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24575,'-1'-2'0,"1"0"0,0 0 0,1-1 0,-1 1 0,0 0 0,1 0 0,-1 0 0,1-1 0,0 1 0,-1 0 0,1 0 0,0 0 0,0 0 0,1 0 0,-1 0 0,0 1 0,1-1 0,-1 0 0,3-1 0,-2 1 0,0 1 0,0 0 0,0 0 0,0 0 0,0 1 0,0-1 0,1 0 0,-1 1 0,0-1 0,0 1 0,1 0 0,-1 0 0,0 0 0,1 0 0,-1 0 0,0 1 0,0-1 0,1 0 0,1 2 0,28 8 0,34 16 0,-2-1 0,374 91 0,-423-112 0,-11-3 0,-9-1 0,-25-4 0,0-1 0,-32-11 0,29 7 0,-397-89 0,417 94 0,9 3 0,-1 0 0,0 0 0,1 0 0,-1 1 0,-6-1 0,10 1 0,0 0 0,0 0 0,0 0 0,1 1 0,-1-1 0,0 0 0,0 0 0,1 1 0,-1-1 0,0 0 0,0 1 0,1-1 0,-1 1 0,0-1 0,1 1 0,-1-1 0,1 1 0,-1-1 0,0 1 0,1 0 0,0-1 0,-1 1 0,1 0 0,-1-1 0,1 1 0,0 0 0,-1 0 0,1-1 0,0 1 0,0 0 0,0 0 0,-1 0 0,1-1 0,0 1 0,0 0 0,0 1 0,1 4 0,-1-1 0,1 0 0,0 0 0,0 0 0,0 0 0,1 0 0,-1 0 0,1-1 0,4 7 0,3 6 0,15 17 0,-3-4 0,39 56-1365,-50-72-5461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3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227 218 24575,'-57'-67'0,"-70"-62"0,124 126 0,0 0 0,-1 0 0,1 1 0,-1-1 0,-6-3 0,10 6 0,-1 0 0,1-1 0,0 1 0,-1 0 0,1 0 0,-1 0 0,1 0 0,-1 0 0,1 0 0,0 0 0,-1 0 0,1 0 0,-1 0 0,1 0 0,-1 0 0,1 0 0,-1 0 0,1 0 0,0 1 0,-1-1 0,1 0 0,-1 0 0,1 0 0,-1 1 0,1 0 0,-1 0 0,0 0 0,1 0 0,-1 0 0,1 0 0,0 0 0,-1 0 0,1 0 0,0 0 0,0 0 0,-1 0 0,1 0 0,0 0 0,0 0 0,0 1 0,1 33 0,0-1 0,3 1 0,1-1 0,1 0 0,2 0 0,1-1 0,2 0 0,18 40 0,-7-25 0,124 262 0,-124-268 0,-2 0 0,-2 1 0,20 76 0,-36-115-151,-1 0-1,0 1 0,-1-1 0,1 0 1,-1 1-1,0-1 0,0 1 1,-1 7-1,-2-3-6674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3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93 24575,'-30'-13'0,"-15"-4"0,-2-1 0,1 2 0,7 3 0,4 5 0,6 3 0,6 3 0,3 1 0,4 2 0,3 2 0,5 3 0,4 4 0,4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3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41 24575,'-23'-10'0,"-36"-12"0,52 20 0,0 0 0,-1 1 0,1 0 0,-1 0 0,1 0 0,-1 1 0,1 0 0,0 0 0,-12 3 0,18-3 0,0 0 0,-1 1 0,1-1 0,0 1 0,-1-1 0,1 1 0,0-1 0,0 1 0,0 0 0,-1 0 0,1-1 0,0 1 0,0 0 0,0 0 0,0 0 0,1 0 0,-1 0 0,0 1 0,0-1 0,0 2 0,0-1 0,0 0 0,1 0 0,-1 0 0,1 0 0,0 0 0,0 0 0,0 1 0,0-1 0,0 0 0,0 0 0,1 0 0,0 2 0,1 4 0,1-1 0,0 1 0,0-1 0,1 0 0,-1 0 0,6 6 0,7 9 0,1-1 0,33 32 0,-40-44 0,0 0 0,1-1 0,-1 0 0,2-1 0,-1 0 0,1-1 0,18 7 0,-23-11 0,0 0 0,0 0 0,1 0 0,-1-1 0,0-1 0,1 1 0,-1-1 0,10-1 0,-15 1 0,0 0 0,0-1 0,0 1 0,1-1 0,-1 1 0,0-1 0,0 0 0,0 0 0,0 0 0,0 0 0,0 0 0,-1 0 0,1 0 0,0-1 0,-1 1 0,1-1 0,-1 1 0,1-1 0,-1 1 0,1-1 0,-1 0 0,0 0 0,0 0 0,0 0 0,0 0 0,0 0 0,-1 0 0,1 0 0,-1 0 0,1 0 0,0-5 0,-1 0 0,-1-1 0,1 0 0,-1 1 0,-1-1 0,1 0 0,-1 1 0,0-1 0,-1 1 0,0 0 0,0 0 0,-1 0 0,-7-11 0,4 8 0,0 0 0,-1 0 0,0 1 0,0 0 0,-1 1 0,0 0 0,-14-9 0,19 14-91,1 1 0,-1 0 0,1 0 0,-1 0 0,0 1 0,0-1 0,0 1 0,0 0 0,0 0 0,0 0 0,-1 1 0,1-1 0,0 1 0,-7 1 0,-2 2-6735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3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105 313 24575,'0'0'0,"1"0"0,-1 0 0,0 0 0,0 0 0,0 0 0,0 0 0,0-1 0,1 1 0,-1 0 0,0 0 0,0 0 0,0 0 0,0 0 0,0 0 0,0 0 0,1 0 0,-1 0 0,0 0 0,0 0 0,0-1 0,0 1 0,0 0 0,0 0 0,0 0 0,0 0 0,0 0 0,1 0 0,-1-1 0,0 1 0,0 0 0,0 0 0,0 0 0,0 0 0,0 0 0,0-1 0,0 1 0,0 0 0,0 0 0,0 0 0,-3-9 0,-5-7 0,-23-23 0,20 27 0,1-1 0,1 1 0,-15-28 0,22 35 0,0 0 0,0 1 0,0-2 0,1 1 0,0 0 0,0 0 0,0 0 0,1 0 0,-1-1 0,1 1 0,1 0 0,-1 0 0,1-1 0,0 1 0,0 0 0,2-6 0,-2 7 8,1-1 0,0 0 0,0 1 0,1-1 0,-1 1 0,1 0 0,0-1 0,0 1 0,1 1 0,-1-1 0,1 0 0,-1 1 0,1 0 0,5-3 0,-6 4-70,-1 1 0,1-1 0,0 1 0,0 0 1,0 0-1,0 0 0,0 0 0,1 1 0,-1-1 0,0 1 0,0 0 0,0 0 1,0 0-1,1 0 0,-1 1 0,0-1 0,0 1 0,0 0 0,0 0 0,0 0 1,0 0-1,0 0 0,4 3 0,3 3-6764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4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24575,'0'25'0,"1"-1"0,1 0 0,1 0 0,1 0 0,1 0 0,1 0 0,2-1 0,0 0 0,1 0 0,17 29 0,-14-31 0,-3-5 0,1 0 0,0 0 0,20 24 0,-22-34-1365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4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24575,'25'-8'0,"11"-2"0,4 1 0,-1 1 0,-6 3 0,-6 1 0,-5 2 0,-3 2 0,-3 0 0,-6 0 0,-8-2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4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24575,'15'-10'0,"7"-4"0,3 2 0,0 1 0,-3 4 0,-2 3 0,-1 1 0,-3 2 0,0 1 0,-4 3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5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24575,'3'30'0,"0"12"0,3 2 0,0-4 0,1-6 0,0-7 0,2-5 0,-2-4 0,-2-3 0,2-1 0,-2 0 0,2-1 0,0 1 0,-3-3-8191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5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90 118 24575,'15'51'0,"41"170"0,-55-216 0,-1-3 0,1 0 0,-1 0 0,1 0 0,-1 1 0,0-1 0,1 0 0,-1 0 0,0 1 0,-1-1 0,1 0 0,-1 5 0,1-7 0,-1 0 0,1 0 0,0 0 0,0 0 0,0 1 0,-1-1 0,1 0 0,0 0 0,0 0 0,0 0 0,-1 0 0,1 0 0,0 0 0,0 0 0,-1 0 0,1 0 0,0 0 0,0 0 0,0 0 0,-1 0 0,1 0 0,0 0 0,0 0 0,-1 0 0,1 0 0,0 0 0,0 0 0,0 0 0,-1 0 0,1 0 0,0 0 0,0 0 0,0-1 0,-1 1 0,1 0 0,0 0 0,0 0 0,0 0 0,0-1 0,-1 1 0,1 0 0,0-1 0,-9-8 0,9 9 0,-24-31 0,1-1 0,2 0 0,-34-70 0,51 93 0,1 0 0,-1-1 0,1 1 0,1-1 0,0 1 0,0-1 0,1 0 0,1 0 0,0-11 0,0 16 0,0 1 0,1 0 0,0 0 0,0 0 0,0-1 0,0 1 0,1 0 0,0 1 0,0-1 0,0 0 0,0 0 0,0 1 0,1-1 0,0 1 0,-1 0 0,1 0 0,0 0 0,1 0 0,-1 0 0,0 1 0,1 0 0,0-1 0,5-2 0,3 1 0,0-1 0,0 1 0,0 1 0,1 0 0,-1 1 0,1 0 0,-1 1 0,1 0 0,25 3 0,-29-1 0,0 0 0,0 1 0,0 0 0,0 0 0,0 1 0,0 0 0,-1 1 0,1 0 0,-1 0 0,0 1 0,0 0 0,-1 1 0,1-1 0,8 10 0,-14-12 0,1-1 0,-1 1 0,0 0 0,0 0 0,0 0 0,0 0 0,-1 0 0,1 1 0,-1-1 0,0 0 0,0 1 0,0-1 0,0 1 0,-1-1 0,1 1 0,-1-1 0,0 1 0,0-1 0,0 1 0,-1 4 0,-1-2 0,0 0 0,0 1 0,0-1 0,-1 0 0,0 0 0,0-1 0,0 1 0,-1-1 0,0 1 0,-5 5 0,-51 50 0,26-27 0,32-33 0,1 1 0,0-1 0,-1 0 0,1 1 0,0-1 0,0 1 0,0-1 0,0 1 0,1-1 0,-1 1 0,0 0 0,1-1 0,-1 1 0,1 0 0,-1 0 0,1-1 0,0 1 0,0 0 0,0 0 0,0 0 0,0-1 0,0 1 0,0 0 0,1 0 0,-1-1 0,1 1 0,-1 0 0,1 0 0,0-1 0,-1 1 0,1-1 0,0 1 0,0 0 0,0-1 0,1 0 0,-1 1 0,0-1 0,2 2 0,4 3 0,1 0 0,-1 0 0,1-1 0,0 0 0,0 0 0,10 4 0,15 5-273,0-2 0,1-1 0,0-2 0,53 8 0,-73-15-6553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6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327 255 24575,'-52'-53'0,"-122"-115"0,168 162 0,0 1 0,0 1 0,0-1 0,-12-5 0,17 10 0,0-1 0,0 1 0,0-1 0,0 1 0,0-1 0,0 1 0,0 0 0,0 0 0,0-1 0,-1 1 0,1 0 0,0 0 0,0 0 0,0 0 0,0 0 0,-1 0 0,1 1 0,0-1 0,0 0 0,0 1 0,0-1 0,0 1 0,0-1 0,0 1 0,0-1 0,0 1 0,0 0 0,0-1 0,0 1 0,0 0 0,0 0 0,0 0 0,1-1 0,-1 1 0,0 0 0,1 0 0,-1 0 0,0 2 0,-3 5 0,1 1 0,0-1 0,1 1 0,0 0 0,0 0 0,-1 17 0,3 59 0,0-70 0,3 34 0,2 0 0,23 95 0,-9-76 0,39 94 0,-35-114 0,32 51 0,-10-19 0,-37-65-1365,-3-3-5461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6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265 106 24575,'-27'-15'0,"-13"-8"0,0 1 0,2 3 0,7 6 0,5 4 0,4 4 0,7 6 0,3 2 0,4 3 0,2 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6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24575,'2'7'0,"4"6"0,3 5 0,0 2 0,2 0 0,-3 0 0,2-2 0,-2-1 0,0-1 0,-1-3-8191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7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91 739 24575,'9'-21'0,"9"-19"0,15-48 0,-29 73 0,-1 1 0,0-1 0,0 1 0,-2-1 0,0 0 0,-1 0 0,-1-20 0,-7-16 0,-1-1 0,-3 2 0,-2-1 0,-2 2 0,-3 0 0,-34-66 0,51 111 0,0 0 0,0 0 0,-1 0 0,1 0 0,-1 0 0,-4-4 0,7 8 0,0 0 0,0 0 0,0-1 0,0 1 0,-1 0 0,1 0 0,0 0 0,0 0 0,-1 0 0,1-1 0,0 1 0,0 0 0,0 0 0,-1 0 0,1 0 0,0 0 0,0 0 0,-1 0 0,1 0 0,0 0 0,0 0 0,-1 0 0,1 0 0,0 0 0,0 0 0,-1 0 0,1 0 0,0 0 0,0 0 0,-1 1 0,1-1 0,0 0 0,0 0 0,0 0 0,-1 0 0,1 0 0,0 1 0,0-1 0,0 0 0,-1 0 0,1 0 0,0 1 0,0-1 0,0 0 0,0 0 0,0 0 0,0 1 0,-1-1 0,1 0 0,0 0 0,0 1 0,0-1 0,0 0 0,0 0 0,0 1 0,0-1 0,-2 17 0,2-16 0,0 35 0,2 0 0,1 0 0,15 64 0,-15-84 0,7 32 0,2 0 0,3-1 0,1 0 0,3-1 0,1-1 0,3 0 0,27 40 0,-39-69 0,1-1 0,19 20 0,-24-29 0,0 1 0,0-1 0,0 0 0,1-1 0,0 0 0,16 8 0,-12-10-1365,-3-2-5461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7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24575,'5'33'0,"4"15"0,1 8 0,0-1 0,2-5 0,-1-3 0,0-5 0,0-5 0,-1-2 0,0-4 0,-2-1 0,0-4 0,-1-3 0,1-3 0,-1-3 0,1-4 0,-1-2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39:58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1 119 24575,'152'74'0,"-102"-50"0,-25-13 0,1 0 0,42 11 0,-60-20 0,1 0 0,-1-1 0,1 0 0,-1 0 0,1 0 0,-1-1 0,1-1 0,0 0 0,-1 0 0,1 0 0,-1-1 0,12-4 0,-15 4 0,-1 0 0,0-1 0,0 1 0,-1-1 0,1 0 0,-1 0 0,1 0 0,-1-1 0,0 1 0,0-1 0,0 0 0,-1 1 0,1-1 0,-1 0 0,0-1 0,0 1 0,0 0 0,-1-1 0,0 1 0,0-1 0,0 1 0,0-1 0,0 1 0,-1-1 0,0 0 0,0 1 0,0-1 0,-1 0 0,0 1 0,0-1 0,0 1 0,0-1 0,0 1 0,-1-1 0,0 1 0,0 0 0,0 0 0,-1 0 0,1 0 0,-1 0 0,0 1 0,-5-6 0,2 3 0,0 1 0,-1 1 0,1-1 0,-14-6 0,19 10 0,0 0 0,-1 1 0,0-1 0,1 1 0,-1-1 0,1 1 0,-1 0 0,1 0 0,-1-1 0,0 1 0,1 0 0,-1 0 0,0 1 0,1-1 0,-1 0 0,1 0 0,-1 1 0,1-1 0,-1 1 0,1-1 0,-1 1 0,1 0 0,-1 0 0,1 0 0,0 0 0,-1 0 0,1 0 0,0 0 0,0 0 0,-2 1 0,0 3 0,0 0 0,0-1 0,0 1 0,1 0 0,-1 1 0,1-1 0,1 0 0,-1 1 0,1-1 0,0 1 0,0-1 0,0 1 0,1 0 0,0-1 0,0 1 0,0-1 0,1 1 0,1 8 0,1-1 0,1 0 0,0 0 0,1-1 0,0 0 0,0 0 0,15 22 0,-14-27 0,0 1 0,1-1 0,0 0 0,0 0 0,0-1 0,1 0 0,0 0 0,0-1 0,0 0 0,1-1 0,0 1 0,0-2 0,0 1 0,0-1 0,14 2 0,-13-3 0,0 0 0,0-1 0,0 0 0,0 0 0,0-1 0,0-1 0,0 0 0,0 0 0,0-1 0,0 0 0,-1-1 0,1 0 0,-1 0 0,17-9 0,-21 8 0,1 0 0,-1 0 0,0-1 0,0 1 0,-1-1 0,1-1 0,-1 1 0,0 0 0,-1-1 0,1 0 0,-1 0 0,0 0 0,-1 0 0,0-1 0,0 1 0,2-10 0,0-6 0,0 0 0,-2 0 0,-1-37 0,-2 36 0,0 15 0,1 0 0,0 0 0,0 0 0,0 0 0,4-12 0,-4 18 0,1 0 0,0 0 0,-1 0 0,1 0 0,0 0 0,0 0 0,1 1 0,-1-1 0,0 0 0,0 1 0,1-1 0,-1 1 0,1-1 0,0 1 0,-1 0 0,1-1 0,0 1 0,0 0 0,0 0 0,-1 0 0,1 1 0,0-1 0,0 0 0,1 1 0,-1-1 0,2 1 0,7-1-83,0 1-1,0 0 1,0 1-1,0 0 1,0 1-1,-1 0 1,16 5-1,-15-4-613,11 3-6129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0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24575,'2'-8'0,"0"1"0,-1-1 0,0 0 0,0 1 0,0-1 0,-1 0 0,-1 0 0,1 0 0,-1 1 0,-3-15 0,7 57 0,28 89 0,17 88 0,-17-55 0,-31-156 0,0-1 0,0 1 0,0 0 0,1 0 0,-1 0 0,0-1 0,0 1 0,1 0 0,-1 0 0,0 0 0,1-1 0,-1 1 0,0 0 0,1-1 0,-1 1 0,2 1 0,-2-2 0,1 0 0,-1 0 0,0 0 0,1 0 0,-1 0 0,0 0 0,0-1 0,1 1 0,-1 0 0,0 0 0,1 0 0,-1 0 0,0 0 0,0-1 0,1 1 0,-1 0 0,0 0 0,0-1 0,1 1 0,-1 0 0,0 0 0,0-1 0,0 1 0,1 0 0,-1 0 0,0-1 0,0 0 0,13-29 0,-12 26 0,4-10 0,1 0 0,1 1 0,9-16 0,-12 22 0,0 1 0,1 1 0,-1-1 0,1 1 0,0 0 0,0 0 0,1 0 0,10-6 0,-15 10 0,0 0 0,0 1 0,0 0 0,1-1 0,-1 1 0,0-1 0,0 1 0,1 0 0,-1 0 0,0 0 0,0 0 0,1 0 0,-1 0 0,0 0 0,0 0 0,1 1 0,1 0 0,0 0 0,-1 0 0,1 0 0,-1 1 0,1-1 0,-1 1 0,1-1 0,2 4 0,3 4 0,0-1 0,-1 1 0,7 11 0,-11-15 0,6 9 0,2 1 0,-1-2 0,2 1 0,0-1 0,19 15 0,-12-17 120,-18-11-148,-1 0 1,0 0-1,1 1 1,-1-1-1,0 0 1,1 0-1,-1 0 1,0 0-1,1 0 1,-1 0-1,1 0 1,-1 0-1,0 0 1,1 0-1,-1 0 1,0 0-1,1 0 1,-1 0-1,0 0 1,1 0-1,-1-1 1,0 1-1,1 0 1,-1 0-1,0 0 1,1 0-1,-1-1 1,0 1-1,1 0 1,-1 0-1,0-1 1,0 1-1,1 0 1,-1-1-1,0 1 1,0 0-1,0-1 1,0 1-1,1 0 1,-1-1-1,0 1 1,0 0-1,0-1 1,0 1-1,0 0 1,0-1-1,0 1 1,0 0-1,0-1 1,0 1-1,0-1 1,0 1-1,0-1 1,-1-7-6799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1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11 24575,'-8'-3'0,"-1"1"0,0 0 0,1 1 0,-1 0 0,0 0 0,0 1 0,0 0 0,0 0 0,1 1 0,-1 0 0,0 1 0,-11 3 0,15-4 0,0 1 0,1 0 0,-1 0 0,1 1 0,-1-1 0,1 1 0,0 0 0,0 0 0,0 0 0,0 0 0,1 1 0,0-1 0,-1 1 0,1 0 0,0 0 0,1 1 0,-1-1 0,1 0 0,0 1 0,0 0 0,0-1 0,1 1 0,-2 6 0,2-5 0,1 0 0,-1-1 0,2 1 0,-1 0 0,0 0 0,1 0 0,0 0 0,0 0 0,4 8 0,3 8 0,13 23 0,-5-10 0,3 15 0,21 93 0,-23-78 0,-14-50 0,1 1 0,1-1 0,7 18 0,-10-29 0,0 0 0,0 0 0,1 0 0,-1 0 0,1 0 0,0 0 0,0 0 0,1-1 0,-1 0 0,1 0 0,6 5 0,-3-4 0,-1-1 0,1 0 0,-1 0 0,1-1 0,0 0 0,0 0 0,0-1 0,12 2 0,5-2 0,30-2 0,-13-1 0,-35 2 24,1 0 0,-1-1 0,0 0 0,13-3 0,-16 3-130,-1 0 0,1 0 0,0 0 0,-1 0 0,1-1 0,-1 1-1,0-1 1,1 0 0,-1 1 0,0-1 0,0 0 0,0-1 0,2-1 0,2-7-6720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1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49 24575,'0'-2'0,"-4"-23"0,4 24 0,0 0 0,0-1 0,0 1 0,0 0 0,0 0 0,0-1 0,0 1 0,0 0 0,0 0 0,1-1 0,-1 1 0,1 0 0,-1 0 0,1 0 0,0-2 0,0 3 0,-1 0 0,0-1 0,0 1 0,1 0 0,-1 0 0,0 0 0,0 0 0,1 0 0,-1 0 0,0 0 0,0 0 0,1 0 0,-1 1 0,0-1 0,0 0 0,1 0 0,-1 0 0,0 0 0,0 0 0,1 0 0,-1 0 0,0 1 0,0-1 0,0 0 0,1 0 0,-1 0 0,0 0 0,0 1 0,0-1 0,0 0 0,0 0 0,1 1 0,-1-1 0,0 0 0,0 0 0,0 0 0,0 1 0,0-1 0,0 0 0,0 1 0,6 11 0,-6-11 0,5 17 0,-1 0 0,0 0 0,-2 0 0,0 1 0,0 21 0,2 22 0,1 8 0,3 24 0,-5-79 0,0 0 0,0-1 0,1 1 0,7 14 0,-10-27-94,-1-2 24,0 1-1,0 0 0,1-1 1,-1 1-1,0 0 0,1-1 1,-1 1-1,0-1 1,1 1-1,-1 0 0,1-1 1,-1 1-1,1-1 0,-1 1 1,1-1-1,-1 0 1,2 2-1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2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0 24575,'-9'2'0,"-11"2"0,-32 11 0,47-14 0,0 1 0,0 0 0,1 0 0,-1 1 0,1-1 0,0 1 0,0 0 0,0 0 0,0 0 0,0 1 0,1-1 0,-5 6 0,7-7 0,0-1 0,0 1 0,0-1 0,1 1 0,-1 0 0,0-1 0,1 1 0,0 0 0,-1-1 0,1 1 0,0 0 0,0 0 0,-1-1 0,1 1 0,1 0 0,-1 0 0,1 2 0,-1-1 0,1 0 0,1-1 0,-1 1 0,0 0 0,1-1 0,-1 1 0,1-1 0,0 0 0,3 4 0,4 2 0,0 0 0,0-1 0,1 0 0,10 6 0,-18-13 0,14 10 0,2-2 0,-1 0 0,1-1 0,0-1 0,0-1 0,1-1 0,0 0 0,0-1 0,0-1 0,0-1 0,0 0 0,22-4 0,-39 3-44,-1 0 0,1 0 0,-1 0 0,1 0 0,-1-1 0,1 1 0,-1-1 0,0 1 0,1-1 0,-1 1 0,0-1 0,1 0 0,-1 0 0,0 0 0,0 0 0,0 0 0,0 0 0,0 0-1,0 0 1,0 0 0,0 0 0,0 0 0,0-1 0,-1 1 0,1 0 0,0-1 0,-1 1 0,1 0 0,-1-1 0,1-2 0,0-7-6782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2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24575,'5'-2'0,"0"-1"0,0 1 0,0 0 0,0 0 0,1 0 0,-1 1 0,0 0 0,1 0 0,-1 0 0,11 0 0,-7 2 0,-1 0 0,1 0 0,0 0 0,-1 1 0,1 1 0,9 3 0,2 3 0,0 1 0,-1 1 0,0 1 0,27 22 0,49 48 0,-92-80 0,0 0 0,-1 0 0,1 1 0,0 0 0,-1-1 0,1 1 0,-1 0 0,0 0 0,0 0 0,0 0 0,-1 0 0,1 1 0,-1-1 0,1 1 0,-1-1 0,0 1 0,0-1 0,-1 1 0,1-1 0,-1 1 0,0 0 0,0-1 0,0 1 0,0 0 0,-1-1 0,1 1 0,-1 0 0,-1 3 0,-11 39 0,-6 36 0,18-72 0,0 0 0,0 0 0,1 0 0,0 0 0,1 0 0,3 14 0,4 7 0,2-1 0,1-1 0,1 0 0,2-1 0,0 0 0,21 29 0,-31-52 0,-1 1 0,0 0 0,0 0 0,-1 0 0,1 0 0,-1 1 0,2 12 0,-4-17 0,0 0 0,1-1 0,-1 1 0,0 0 0,0 0 0,0 0 0,-1 0 0,1 0 0,0 0 0,-1 0 0,1-1 0,-1 1 0,0 0 0,1 0 0,-1 0 0,0-1 0,0 1 0,0-1 0,0 1 0,-1-1 0,1 1 0,0-1 0,-1 1 0,1-1 0,0 0 0,-1 0 0,0 0 0,1 0 0,-1 0 0,0 0 0,-2 1 0,-5 0-210,1 0 0,-1-1 0,0 0-1,0 0 1,-16-1 0,24 0 106,-14-1-6722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3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33 24575,'-17'0'0,"-9"0"0,-2 0 0,1 0 0,5-2 0,4-2 0,2 1 0,2 1 0,0 0 0,1 1 0,1-3 0,2 1 0,1-3 0,1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3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299 105 24575,'-28'-15'0,"-11"-5"0,-4-2 0,2 4 0,6 3 0,7 6 0,5 4 0,4 5 0,3 2 0,1 4 0,4 1-8191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4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35 24575,'-3'-12'0,"3"10"0,0 0 0,-1 0 0,1 0 0,-1 0 0,1 0 0,-1 0 0,0 0 0,0 0 0,0 1 0,-1-3 0,1 6 0,1-1 0,-1 1 0,1-1 0,-1 1 0,1-1 0,0 1 0,-1-1 0,1 1 0,0 1 0,0 35 0,2 0 0,10 61 0,25 75 0,-23-113 0,-11-47 0,-2-6 0,1 0 0,0 0 0,0 0 0,1 0 0,0-1 0,6 11 0,-9-17 0,1-1 0,-1 1 0,1-1 0,-1 1 0,0-1 0,1 1 0,-1-1 0,1 0 0,-1 1 0,1-1 0,0 0 0,-1 0 0,1 1 0,-1-1 0,1 0 0,0 0 0,-1 0 0,1 0 0,-1 0 0,1 0 0,0 0 0,-1 0 0,1 0 0,-1 0 0,1 0 0,0 0 0,-1 0 0,1 0 0,-1-1 0,1 1 0,0 0 0,-1 0 0,1-1 0,-1 1 0,1 0 0,-1-1 0,1 1 0,-1 0 0,1-1 0,-1 1 0,0-1 0,1 0 0,4-3 0,-1-1 0,0 0 0,5-7 0,-5 5 0,3-1 0,0 0 0,0 0 0,0 0 0,1 1 0,0 0 0,1 1 0,12-8 0,-15 11 0,0 0 0,0 1 0,0 0 0,0 0 0,0 0 0,0 0 0,1 1 0,-1 0 0,0 1 0,1-1 0,-1 1 0,1 0 0,9 2 0,-4 0 0,-1 0 0,1 1 0,-1 0 0,0 1 0,0 0 0,0 1 0,0 0 0,0 0 0,-1 1 0,11 9 0,-19-14 0,-1 0 0,0 0 0,0 0 0,1 1 0,-1-1 0,0 0 0,0 0 0,0 1 0,0-1 0,0 0 0,-1 1 0,1-1 0,0 1 0,-1-1 0,1 1 0,-1 0 0,1-1 0,-1 1 0,0 0 0,1-1 0,-1 1 0,0 0 0,0-1 0,0 1 0,-1 0 0,1-1 0,0 1 0,-1-1 0,1 1 0,-1 0 0,1-1 0,-1 1 0,0-1 0,1 1 0,-1-1 0,0 0 0,0 1 0,-2 1 0,-2 2 0,1-1 0,-1 0 0,1-1 0,-1 1 0,0-1 0,-1 0 0,1 0 0,0 0 0,-10 2 0,-17 4 0,-1-1 0,-53 4 0,32-5 0,-44 8 0,70-11-1365,15-3-5461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24575,'-1'47'0,"3"69"0,-1-98 0,2-1 0,0 0 0,0 0 0,10 27 0,-1-12-36,16 39-1293,-23-62-5497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0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 24575,'-2'0'0,"-1"0"0,1 1 0,0-1 0,0 1 0,0 0 0,0 0 0,0 0 0,0 0 0,0 0 0,0 0 0,1 0 0,-1 0 0,0 1 0,-2 2 0,-22 26 0,23-25 0,-3 2 0,2 1 0,-1-1 0,1 1 0,0 0 0,1 1 0,0-1 0,0 1 0,1-1 0,-2 16 0,4-22 0,0-1 0,0 1 0,0-1 0,0 1 0,0-1 0,0 1 0,0-1 0,1 1 0,-1-1 0,1 1 0,-1-1 0,1 0 0,0 1 0,-1-1 0,1 0 0,0 0 0,0 1 0,0-1 0,0 0 0,0 0 0,0 0 0,0 0 0,0 0 0,0 0 0,1 0 0,-1 0 0,0-1 0,1 1 0,-1-1 0,0 1 0,3 0 0,5 2 0,0-1 0,0 0 0,0-1 0,11 1 0,-5-1 0,50 9-341,0 4 0,-2 2-1,68 26 1,-107-33-6485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746 0 24575,'-264'29'0,"57"-7"0,90-2 0,97-16 0,1 2 0,-1 1 0,-29 14 0,47-20 0,0 0 0,0-1 0,1 1 0,-1 1 0,0-1 0,1 0 0,-1 0 0,1 0 0,0 1 0,-1-1 0,1 1 0,0-1 0,0 1 0,0 0 0,0-1 0,-2 4 0,3-4 0,0 1 0,0-1 0,0 0 0,0 0 0,0 1 0,1-1 0,-1 0 0,0 1 0,1-1 0,-1 0 0,0 0 0,1 0 0,0 1 0,-1-1 0,1 0 0,0 0 0,-1 0 0,1 0 0,0 0 0,0 0 0,0 0 0,0 0 0,0-1 0,0 1 0,1 1 0,8 5 0,1 0 0,0-1 0,-1 0 0,24 8 0,51 13 0,-63-21 0,196 52 0,37 12 0,-240-66 0,-6-2 0,0 1 0,0 0 0,0 0 0,-1 1 0,14 8 0,-22-12 0,1 0 0,0 1 0,-1-1 0,1 1 0,0-1 0,-1 1 0,1-1 0,-1 1 0,1-1 0,-1 1 0,1 0 0,-1-1 0,0 1 0,1-1 0,-1 1 0,0 0 0,1 0 0,-1-1 0,0 1 0,0 0 0,0 0 0,1-1 0,-1 1 0,0 1 0,-1-1 0,1 0 0,0 0 0,-1 0 0,1 0 0,-1 0 0,1 0 0,-1 0 0,0-1 0,1 1 0,-1 0 0,0 0 0,0-1 0,1 1 0,-1 0 0,-1 0 0,-5 3 0,1-1 0,-1 1 0,-13 3 0,20-7 0,-54 17 0,-110 19 0,-61-8 0,109-15 0,-24-3 0,105-4-1365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24575,'-4'35'0,"-2"65"0,7-84 0,0 0 0,1 0 0,1 0 0,0 0 0,1 0 0,8 20 0,18 31-31,-18-43-303,0 2 1,-2-1-1,12 52 1,-19-62-6493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31 24575,'-30'-5'0,"-13"-2"0,-3 1 0,2 1 0,5 1 0,4 2 0,5 1 0,2 0 0,4 1 0,4 0 0,-1 1 0,2-1 0,1 0 0,1 0 0,4 3 0,1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62 241 24575,'1'2'0,"2"3"0,0 0 0,0 0 0,0 1 0,-1-1 0,1 1 0,2 11 0,-5-17 0,0 0 0,0 1 0,0-1 0,0 0 0,0 0 0,0 0 0,0 0 0,0 0 0,0 0 0,0 0 0,0 1 0,0-1 0,0 0 0,0 0 0,0 0 0,0 0 0,0 0 0,0 0 0,0 0 0,0 0 0,0 1 0,0-1 0,0 0 0,-1 0 0,1 0 0,0 0 0,0 0 0,0 0 0,0 0 0,0 0 0,0 0 0,0 0 0,0 1 0,0-1 0,0 0 0,-1 0 0,1 0 0,0 0 0,0 0 0,0 0 0,0 0 0,0 0 0,0 0 0,0 0 0,0 0 0,-1 0 0,-5-3 0,-6-7 0,6 2 0,0 0 0,1 0 0,0 0 0,0-1 0,1 0 0,0 0 0,-5-18 0,3 9 0,2-2 0,-4-38 0,7 38 0,0 0 0,3-24 0,-2 44 4,0-1 0,0 0 0,0 1 0,0-1 0,0 0 0,1 1 0,-1-1 0,0 0 0,0 1 0,0-1 0,1 0 0,-1 1 0,0-1 0,1 0 0,-1 1 0,1-1 0,-1 1 0,0-1 0,1 1 0,-1-1 0,1 1 0,-1-1 0,1 1 0,0 0 0,-1-1 0,1 1 0,-1 0 0,1-1 0,1 1 0,-1 0-82,0 0 0,0 0 0,0 0-1,0 0 1,0 1 0,0-1 0,0 0 0,0 1 0,0-1-1,0 1 1,0-1 0,0 1 0,0-1 0,0 1 0,0 0-1,0-1 1,-1 1 0,2 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3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24575,'0'9'0,"0"-1"0,1 0 0,0 1 0,0-1 0,3 12 0,-2-16 0,0 0 0,-1 0 0,1-1 0,1 1 0,-1 0 0,0-1 0,1 1 0,0-1 0,0 0 0,0 0 0,0 0 0,5 3 0,1 0 0,0 0 0,0 0 0,1-1 0,-1 0 0,1 0 0,0-1 0,1-1 0,-1 0 0,1 0 0,11 1 0,-18-4 0,1 1 0,-1-1 0,0 0 0,1 0 0,-1-1 0,0 1 0,1-1 0,-1 0 0,0 0 0,0 0 0,0-1 0,0 1 0,0-1 0,0 0 0,0 0 0,0-1 0,-1 1 0,1-1 0,-1 0 0,0 0 0,1 0 0,-2 0 0,1 0 0,0-1 0,-1 1 0,1-1 0,2-5 0,17-40 0,-22 48 0,0 1 0,1-1 0,-1 1 0,0-1 0,0 1 0,1-1 0,-1 1 0,0-1 0,1 1 0,-1 0 0,1-1 0,-1 1 0,0 0 0,1-1 0,-1 1 0,1 0 0,-1-1 0,1 1 0,-1 0 0,1 0 0,-1 0 0,1 0 0,-1-1 0,1 1 0,-1 0 0,2 0 0,-1 0 0,0 1 0,1-1 0,-1 0 0,0 1 0,1-1 0,-1 1 0,0-1 0,0 1 0,1 0 0,1 1 0,3 3 0,0 0 0,11 12 0,-12-12 0,50 44-51,-35-32-1263,-7-6-5512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3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24575,'-30'8'0,"1"0"0,0 2 0,1 1 0,-31 16 0,56-25 0,0 0 0,0 0 0,0 0 0,0 0 0,0 1 0,0-1 0,1 1 0,-1 0 0,-3 5 0,5-6 0,0-1 0,1 1 0,-1-1 0,1 1 0,-1-1 0,1 1 0,-1-1 0,1 1 0,0-1 0,0 1 0,0 0 0,0-1 0,0 1 0,0-1 0,0 1 0,0 0 0,1-1 0,-1 1 0,1-1 0,-1 1 0,1-1 0,-1 1 0,1-1 0,0 0 0,1 2 0,3 4 0,0-1 0,1 0 0,-1 0 0,1-1 0,1 0 0,-1 0 0,1 0 0,13 7 0,1-1 0,40 13 0,-43-18-124,0 0 0,0-2 0,0 0 0,1 0 0,0-2 0,-1-1-1,1 0 1,0-1 0,-1-1 0,31-6 0,-34 4-6702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3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24575,'0'5'0,"0"4"0,0 6 0,0 5 0,0 6 0,3 5 0,2 1 0,2 4 0,1-1 0,3 0 0,1-1 0,-2 1 0,1-1 0,1 0 0,-2-5 0,0-3 0,-2-7-8191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89 24575,'-28'-15'0,"-11"-5"0,-2 1 0,4 4 0,5 4 0,6 4 0,5 6 0,3 3 0,5 3 0,2 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24575,'-1'4'0,"0"0"0,0 0 0,1 0 0,0 0 0,-1-1 0,2 1 0,-1 0 0,0 0 0,1 0 0,0 0 0,-1 0 0,2-1 0,-1 1 0,0 0 0,1-1 0,-1 1 0,1-1 0,0 1 0,3 3 0,-4-6 0,1 1 0,-1-1 0,0 1 0,0-1 0,1 0 0,-1 1 0,1-1 0,0 0 0,-1 0 0,1 0 0,0 0 0,-1 0 0,1 0 0,0-1 0,0 1 0,0 0 0,0-1 0,0 0 0,0 1 0,0-1 0,0 0 0,0 0 0,-1 0 0,1 0 0,0 0 0,0-1 0,0 1 0,0-1 0,0 1 0,0-1 0,0 0 0,0 1 0,-1-1 0,1 0 0,0 0 0,-1 0 0,1-1 0,2-1 0,1-2 0,-1 0 0,1 0 0,-1 0 0,0 0 0,0-1 0,-1 0 0,1 0 0,-1 0 0,4-12 0,5-10 0,-11 27 0,-1 1 0,0-1 0,1 0 0,-1 1 0,0-1 0,1 0 0,-1 1 0,1-1 0,-1 1 0,1-1 0,-1 1 0,1-1 0,0 1 0,-1-1 0,1 1 0,-1-1 0,1 1 0,0 0 0,0-1 0,-1 1 0,1 0 0,0 0 0,-1 0 0,1-1 0,0 1 0,0 0 0,0 0 0,-1 0 0,1 0 0,0 0 0,0 0 0,-1 1 0,1-1 0,0 0 0,0 0 0,-1 0 0,1 1 0,0-1 0,-1 0 0,1 1 0,0-1 0,-1 1 0,1-1 0,-1 1 0,1-1 0,0 2 0,5 3 0,0 0 0,-1 1 0,8 11 0,-7-9 0,26 32-1365,-25-30-5461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174 256 24575,'0'1'0,"-1"-1"0,0 1 0,0-1 0,0 1 0,0-1 0,0 0 0,0 1 0,0-1 0,0 0 0,0 0 0,0 1 0,0-1 0,0 0 0,0 0 0,-1 0 0,1-1 0,0 1 0,0 0 0,0 0 0,0 0 0,0-1 0,0 1 0,0-1 0,0 1 0,0 0 0,1-1 0,-3 0 0,-22-18 0,10 4 0,0-1 0,2 0 0,0 0 0,1-2 0,0 1 0,2-2 0,-15-32 0,24 49 0,1 0 0,-1 0 0,0 1 0,1-1 0,-1 0 0,1 0 0,-1 0 0,1 0 0,0 0 0,0 0 0,0 1 0,0-1 0,0 0 0,1 0 0,-1 0 0,1-2 0,0 3 0,-1 0 0,1-1 0,0 1 0,0 0 0,0 0 0,0 1 0,0-1 0,0 0 0,0 0 0,0 0 0,0 1 0,0-1 0,1 0 0,-1 1 0,0-1 0,0 1 0,1 0 0,-1-1 0,0 1 0,0 0 0,1 0 0,-1 0 0,0 0 0,2 0 0,5 0 0,-1 0 0,0 1 0,0 0 0,1 0 0,-1 0 0,11 5 0,42 19 0,-23-9 0,93 33 0,-101-40 0,0-1 0,48 7 0,-74-15 0,1 0 0,-1 1 0,0-1 0,0-1 0,0 1 0,0 0 0,0-1 0,1 1 0,-1-1 0,0 0 0,5-2 0,-7 2 0,0 1 0,0-1 0,0 0 0,0 0 0,0 0 0,-1 0 0,1 0 0,0 0 0,0 0 0,0 0 0,-1 0 0,1 0 0,-1 0 0,1 0 0,-1 0 0,1-1 0,-1 1 0,0 0 0,1 0 0,-1-1 0,0 1 0,0 0 0,0 0 0,0-1 0,0 1 0,0 0 0,0-1 0,-1 1 0,1 0 0,0 0 0,-1-2 0,-1-1 0,1-1 0,-1 1 0,0-1 0,-1 1 0,1 0 0,-1-1 0,1 1 0,-1 1 0,0-1 0,-7-6 0,-3-1 0,-24-17 0,24 19 0,12 8 0,0 0 0,0 0 0,-1 0 0,1 1 0,0-1 0,0 0 0,-1 1 0,1-1 0,0 1 0,-1-1 0,1 1 0,0 0 0,-1-1 0,1 1 0,-1 0 0,1 0 0,-1 0 0,1 0 0,0 0 0,-1 1 0,1-1 0,-2 1 0,1-1 0,1 1 0,0 0 0,0 0 0,0 0 0,0 0 0,0 1 0,0-1 0,0 0 0,0 0 0,0 1 0,0-1 0,1 0 0,-1 1 0,1-1 0,-1 1 0,1-1 0,-1 1 0,1-1 0,0 1 0,0-1 0,0 2 0,-1 4 0,1 0 0,1 0 0,-1 0 0,1 0 0,0 0 0,1-1 0,0 1 0,0 0 0,0-1 0,1 1 0,0-1 0,6 10 0,4 4 0,0-2 0,24 27 0,-27-35 0,0 0 0,1-1 0,0 0 0,1-1 0,-1 0 0,2-1 0,-1 0 0,1-1 0,0 0 0,0-1 0,21 5 0,-18-6 0,0-1 0,1-1 0,-1 0 0,1-1 0,0-1 0,0 0 0,-1-2 0,1 0 0,23-5 0,-25 2-1365,-4-1-5461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24575,'28'0'0,"5"-1"0,1 2 0,-1 1 0,41 8 0,-70-9 0,0 0 0,0 0 0,0 0 0,-1 0 0,1 1 0,0 0 0,-1 0 0,0 0 0,1 0 0,-1 0 0,0 1 0,0-1 0,0 1 0,0 0 0,3 4 0,-3-2 0,0 0 0,-1 0 0,0 1 0,0-1 0,0 1 0,0-1 0,-1 1 0,0 0 0,1 10 0,-1-5 0,0 0 0,-1-1 0,-1 1 0,1 0 0,-2-1 0,1 1 0,-2 0 0,-6 19 0,8-26 0,-1 0 0,0 0 0,0 0 0,0-1 0,-1 1 0,1-1 0,-1 1 0,0-1 0,0 0 0,0 0 0,0 0 0,-1 0 0,1 0 0,-1-1 0,0 0 0,0 1 0,0-2 0,0 1 0,0 0 0,0-1 0,0 1 0,0-1 0,-1-1 0,-6 2 0,5-2 0,1-1 0,-1 1 0,0-1 0,1 0 0,-1-1 0,1 1 0,-1-1 0,1 0 0,0 0 0,-1-1 0,1 0 0,1 0 0,-7-4 0,-1-2 0,0 0 0,1-2 0,-18-18 0,22 21 0,1 1 0,0-1 0,0-1 0,1 1 0,0-1 0,0 0 0,1 0 0,1 0 0,-1-1 0,1 1 0,1-1 0,-3-19 0,5 27 5,0 0-1,0-1 1,0 1-1,0 0 0,1-1 1,-1 1-1,1 0 1,-1-1-1,1 1 1,0 0-1,0 0 0,0 0 1,0 0-1,0 0 1,0 0-1,1 0 1,-1 0-1,1 0 1,-1 1-1,1-1 0,0 0 1,0 1-1,0 0 1,0-1-1,0 1 1,2-1-1,-1 0-97,1 1 0,-1 0 1,1 0-1,0 0 0,-1 0 0,1 1 0,0-1 0,-1 1 1,1 0-1,0 0 0,-1 0 0,1 1 0,0-1 1,0 1-1,5 2 0,1 1-6733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6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434 443 24575,'-165'-220'-954,"120"170"1053,-2 1 0,-56-44-1,101 91-96,-4-2 13,1-1 0,0 1 0,-1 1 0,-11-6 1,17 8-4,-1 1 0,0 0 1,0-1-1,1 1 0,-1 0 1,0-1-1,0 1 0,0 0 1,0 0-1,1 0 0,-1 0 1,0 0-1,0 0 0,0 0 1,0 0-1,1 0 0,-1 1 1,0-1-1,0 0 0,0 0 1,0 1-1,1-1 0,-1 1 1,0-1-1,1 1 0,-1-1 1,0 1-1,1-1 0,-1 1 1,0-1-1,1 1 0,-1 0 1,1-1-1,-1 1 0,1 0 1,-1-1-1,1 1 0,0 0 1,-1 0-1,1 0 0,0-1 1,0 1-1,-1 0 0,1 0 1,0 0-1,0 1 0,-2 10-12,1 0 1,0-1-1,1 1 0,0 0 0,2 12 0,13 59 0,-11-61 0,19 80-182,57 156-1,69 86-182,-137-320 238,0 0 0,2-1 0,1-1 0,35 39 0,-37-47-6699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18 24575,'-32'-5'0,"-17"-2"0,-1 3 0,2 2 0,6 4 0,12 2-8191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8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56 24575,'-2'9'0,"0"0"0,1 1 0,0-1 0,0 0 0,1 0 0,0 1 0,1-1 0,0 0 0,0 1 0,1-1 0,0 0 0,1 0 0,0 0 0,0-1 0,1 1 0,9 14 0,-6-10 0,1-1 0,17 22 0,-21-29 0,1 0 0,0 0 0,0 0 0,0-1 0,0 0 0,1 0 0,0-1 0,8 5 0,-13-7 0,0-1 0,0 0 0,0 1 0,0-1 0,0 0 0,0 0 0,1 1 0,-1-1 0,0 0 0,0 0 0,0 0 0,0 0 0,0-1 0,0 1 0,0 0 0,0 0 0,0-1 0,0 1 0,0 0 0,0-1 0,0 1 0,0-1 0,0 1 0,0-1 0,0 0 0,0 1 0,-1-1 0,1 0 0,0 0 0,0 0 0,-1 1 0,1-1 0,-1 0 0,1 0 0,-1 0 0,1 0 0,-1 0 0,1 0 0,-1 0 0,1-2 0,0-1 0,0-1 0,0 1 0,0-1 0,0 1 0,-1-1 0,0 0 0,0 1 0,0-6 0,-4-9 0,-1 1 0,-1 0 0,0 1 0,-1-1 0,-1 1 0,-16-25 0,-7-17 0,30 55 0,-1 1 0,1-1 0,-1 0 0,1 0 0,0 0 0,0 0 0,0-6 0,1 9 0,0 1 0,0-1 0,0 0 0,0 0 0,1 1 0,-1-1 0,0 0 0,0 0 0,0 1 0,1-1 0,-1 0 0,0 1 0,1-1 0,-1 0 0,1 1 0,-1-1 0,1 1 0,0-2 0,0 2 0,0-1 0,0 1 0,0-1 0,0 1 0,0 0 0,0-1 0,0 1 0,0 0 0,0 0 0,0 0 0,0 0 0,0 0 0,0 0 0,0 0 0,1 0 0,-1 0 0,1 1 0,12 3-227,0 0-1,0 1 1,-1 1-1,0 1 1,16 9-1,-12-5-6598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 24575,'-19'-2'0,"1"-1"0,1 2 0,-19 0 0,31 1 0,1 0 0,0 1 0,0-1 0,0 1 0,0 0 0,0 0 0,0 0 0,0 1 0,0-1 0,1 1 0,-1 0 0,1 0 0,-1 0 0,-4 4 0,7-5 0,0 0 0,-1 1 0,1-1 0,0 0 0,0 1 0,0-1 0,0 1 0,0-1 0,1 1 0,-1-1 0,0 1 0,1 0 0,-1-1 0,1 1 0,-1 0 0,1-1 0,0 1 0,0 0 0,0 0 0,0-1 0,0 3 0,1-1 0,0 0 0,0 0 0,0-1 0,0 1 0,0 0 0,0 0 0,1-1 0,0 1 0,-1-1 0,1 1 0,3 2 0,2 2 0,1 0 0,0-1 0,0 0 0,0 0 0,1-1 0,10 6 0,-6-5 0,0-1 0,0 0 0,0-1 0,20 4 0,-29-7 0,0-1 0,0 1 0,1-1 0,-1 0 0,0 0 0,0 0 0,1-1 0,-1 1 0,0-1 0,0 0 0,1 0 0,-1-1 0,0 1 0,0-1 0,-1 0 0,1 0 0,0 0 0,4-4 0,-6 4 0,1-1 0,-1 0 0,-1 1 0,1-1 0,0 0 0,-1 0 0,1 0 0,-1 0 0,0-1 0,0 1 0,0 0 0,0-1 0,0-5 0,-1 6 0,1 0 0,-1 0 0,0 0 0,0 0 0,0 0 0,0 1 0,-1-1 0,1 0 0,-1 0 0,0 0 0,0 1 0,0-1 0,0 0 0,0 1 0,-1-1 0,-1-3 0,2 6 0,1 0 0,0 0 0,0 0 0,0 0 0,0 0 0,0 0 0,0 0 0,0 0 0,-1 0 0,1 0 0,0 0 0,0 0 0,0 0 0,0 0 0,0 0 0,-1 0 0,1 0 0,0 0 0,0 0 0,0 0 0,0 0 0,0 0 0,-1 0 0,1 0 0,0 0 0,0 0 0,0 0 0,0 0 0,0 0 0,0 0 0,0 0 0,-1 0 0,1 0 0,0 1 0,0-1 0,0 0 0,0 0 0,0 0 0,0 0 0,0 0 0,0 0 0,0 0 0,0 1 0,-1-1 0,1 0 0,0 0 0,0 0 0,0 0 0,0 0 0,0 1 0,0-1 0,0 0 0,0 0 0,0 0 0,0 0 0,0 0 0,0 0 0,0 1 0,-1 9 0,2-4 0,0 1 0,0-1 0,0 0 0,1 1 0,0-1 0,0 0 0,4 6 0,23 41 0,16 12-1365,-38-55-5461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24575,'21'72'0,"3"-2"0,3-1 0,4-1 0,74 123 0,-92-170 0,-6-12 0,0 1 0,-1 0 0,0 0 0,-1 1 0,4 12 0,-9-22 0,1 0 0,-1-1 0,0 1 0,1 0 0,-1 0 0,0 0 0,0 0 0,0-1 0,0 1 0,0 0 0,0 0 0,0 0 0,0 0 0,0 0 0,0-1 0,-1 1 0,1 0 0,0 0 0,-1 0 0,1-1 0,0 1 0,-1 0 0,1 0 0,-1-1 0,1 1 0,-1 0 0,-1 0 0,1 0 0,0-1 0,0 0 0,0 1 0,-1-1 0,1 1 0,0-1 0,0 0 0,-1 0 0,1 0 0,0 0 0,-1 0 0,1 0 0,0 0 0,-2-1 0,-5 0 0,0-1 0,0-1 0,0 0 0,-7-4 0,-35-19 0,46 23 0,-1 0 0,1-1 0,0 1 0,0-1 0,0 0 0,0 0 0,1 0 0,-5-6 0,8 9 0,-1 0 0,1 1 0,-1-1 0,1 0 0,-1 0 0,1 0 0,-1 0 0,1-1 0,0 1 0,0 0 0,0 0 0,-1 0 0,1 0 0,0 0 0,0 0 0,0 0 0,1 0 0,-1 0 0,0 0 0,0 0 0,1-1 0,-1 1 0,1-1 0,0 1 0,0-1 0,0 1 0,0 0 0,0 0 0,1-1 0,-1 1 0,0 0 0,1 0 0,-1 0 0,1 0 0,-1 1 0,1-1 0,1 0 0,5-2 0,-1 1 0,0 0 0,1 1 0,-1 0 0,12-1 0,11 2 0,0 1 0,0 1 0,43 9 0,-56-8 0,-1 2 0,0 0 0,0 0 0,0 2 0,-1 0 0,0 1 0,24 16 0,-34-20 0,0-1 0,0 1 0,-1 0 0,0 0 0,1 0 0,-2 1 0,1 0 0,0-1 0,-1 1 0,0 0 0,0 1 0,-1-1 0,1 1 0,-1-1 0,0 1 0,-1-1 0,1 1 0,-1 0 0,-1 0 0,1 0 0,-1 6 0,1-11-44,-1 0 0,-1 0 0,1 0 0,0 0 0,0 0 0,0 0 0,0 0 0,-1 0 0,1 0 0,0 0 0,-1 0 0,1 0 0,-1 0 0,1 0 0,-1 0 0,0-1 0,1 1 0,-1 0-1,0 0 1,1-1 0,-1 1 0,0 0 0,0-1 0,0 1 0,0-1 0,1 1 0,-1-1 0,0 1 0,0-1 0,-2 1 0,-6-1-6782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24575,'0'5'0,"0"4"0,0 3 0,0 3 0,0 0 0,0 1 0,0-3-8191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4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24575,'6'11'0,"1"0"0,-2 0 0,0 1 0,0-1 0,-1 1 0,0 0 0,-1 1 0,-1-1 0,0 0 0,0 1 0,-1-1 0,-2 25 0,1-36 0,0 1 0,0-1 0,0 0 0,-1 1 0,1-1 0,0 0 0,-1 0 0,1 1 0,-1-1 0,1 0 0,-1 0 0,0 0 0,0 0 0,1 0 0,-1 0 0,0 0 0,0 0 0,0 0 0,0 0 0,0-1 0,-2 2 0,1-1 0,0 0 0,0-1 0,0 1 0,0-1 0,0 1 0,0-1 0,0 0 0,0 0 0,0 0 0,-1 0 0,1 0 0,-2-1 0,-5-1 0,1-1 0,0 1 0,0-1 0,0-1 0,-11-6 0,12 5 0,-1 1 0,1-1 0,0-1 0,1 1 0,-1-1 0,1-1 0,-8-9 0,12 13 0,0 0 0,0 1 0,1-1 0,-1 0 0,1 0 0,0 0 0,0 0 0,0 0 0,0 0 0,1-1 0,-1 1 0,1 0 0,0 0 0,-1 0 0,2-1 0,-1 1 0,0 0 0,1 0 0,-1-1 0,1 1 0,0 0 0,0 0 0,2-5 0,-1 6-54,0-1-1,1 0 0,-1 1 1,0-1-1,1 1 1,0 0-1,-1-1 0,1 1 1,0 1-1,0-1 1,0 0-1,1 1 0,-1-1 1,0 1-1,0 0 0,1 0 1,-1 1-1,1-1 1,-1 1-1,0-1 0,1 1 1,-1 0-1,1 0 1,5 1-1,1 2-6771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0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24575,'0'2'0,"0"0"0,1 0 0,-1 0 0,1-1 0,0 1 0,-1 0 0,1 0 0,0-1 0,0 1 0,0 0 0,0-1 0,1 1 0,-1-1 0,0 0 0,2 2 0,24 18 0,-21-18 0,-1 0 0,1 0 0,-1 0 0,1-1 0,0 0 0,0 0 0,1 0 0,-1-1 0,0 0 0,11 1 0,-15-2 0,1 0 0,0-1 0,-1 1 0,1 0 0,-1-1 0,1 0 0,-1 0 0,1 1 0,-1-2 0,1 1 0,-1 0 0,0 0 0,1-1 0,-1 1 0,0-1 0,0 1 0,0-1 0,-1 0 0,1 0 0,0 0 0,-1 0 0,1 0 0,-1-1 0,1 1 0,-1 0 0,0-1 0,2-4 0,0-2 0,-2 4 0,0 1 0,1 0 0,0-1 0,0 1 0,0 0 0,5-7 0,-6 10 0,-1 1 0,1-1 0,-1 1 0,1-1 0,0 1 0,-1-1 0,1 1 0,0 0 0,-1-1 0,1 1 0,0 0 0,0-1 0,-1 1 0,1 0 0,0 0 0,0 0 0,0-1 0,0 1 0,1 1 0,-1-1 0,1 0 0,-1 1 0,1-1 0,-1 1 0,0-1 0,1 1 0,-1-1 0,0 1 0,1 0 0,-1 0 0,0 0 0,2 1 0,3 4-92,0 1 0,0 0 0,0 0 0,8 15 0,-9-14-813,3 5-5921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1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134 643 24575,'-11'-2'0,"0"0"0,-1 0 0,1 1 0,-1 0 0,-20 2 0,30-1 0,-1 1 0,1-1 0,-1 1 0,1 0 0,0-1 0,-1 1 0,1 0 0,0 1 0,0-1 0,0 0 0,-1 0 0,1 1 0,1-1 0,-3 3 0,2-2 0,1 0 0,0-1 0,0 1 0,0 0 0,0 0 0,1 0 0,-1 0 0,0 0 0,1 0 0,0 0 0,-1 0 0,1 1 0,0-1 0,0 0 0,0 0 0,0 0 0,1 0 0,-1 0 0,1 3 0,1 3 0,0 0 0,1-1 0,0 1 0,0-1 0,0 1 0,1-1 0,0 0 0,7 7 0,-9-11 0,0 0 0,0 0 0,1 0 0,0-1 0,-1 1 0,1-1 0,0 1 0,0-1 0,0 0 0,0 0 0,1-1 0,-1 1 0,0-1 0,1 1 0,-1-1 0,1 0 0,0-1 0,-1 1 0,7 0 0,-8-1 0,-1 0 0,1-1 0,-1 1 0,1 0 0,-1-1 0,1 1 0,-1-1 0,0 0 0,1 1 0,-1-1 0,0 0 0,0 0 0,1 0 0,-1 0 0,0 0 0,0 0 0,0 0 0,0 0 0,0 0 0,-1 0 0,1-1 0,0 1 0,0 0 0,-1-1 0,1 1 0,-1-1 0,1 1 0,-1 0 0,0-1 0,1 1 0,-1-3 0,1-6 0,0-1 0,-1 1 0,-2-17 0,1 13 0,0-41 0,1 55 0,0 0 0,0 1 0,0-1 0,0 0 0,0 0 0,0 0 0,0 0 0,0 0 0,0 0 0,0 0 0,0 0 0,0 0 0,1 0 0,-1 0 0,0 0 0,0 0 0,0 0 0,0 0 0,0 0 0,0 0 0,0 0 0,0 0 0,0 0 0,0 0 0,0 0 0,0 0 0,0 0 0,0 0 0,0 0 0,0 0 0,0 0 0,0 0 0,1 0 0,-1 0 0,0 0 0,0 0 0,0 0 0,0 0 0,0 0 0,0 0 0,0 0 0,0 0 0,0 0 0,0 0 0,0 0 0,0 0 0,0 0 0,0 0 0,0 0 0,0 0 0,0 0 0,0 0 0,0-1 0,0 1 0,0 0 0,0 0 0,0 0 0,0 0 0,0 0 0,0 0 0,0 0 0,0 0 0,0 0 0,6 7 0,4 9 0,-5-7 0,0-1 0,1 0 0,0 0 0,0-1 0,1 1 0,0-1 0,1-1 0,-1 1 0,1-2 0,0 1 0,13 6 0,-15-9 0,-1-1 0,1 1 0,0-1 0,0-1 0,-1 1 0,1-1 0,1 0 0,9 0 0,-11-1 0,-1 0 0,0-1 0,0 1 0,1-1 0,-1 0 0,0 0 0,0-1 0,0 1 0,0-1 0,0 0 0,-1 0 0,1 0 0,5-4 0,-6 2 0,0 1 0,0 0 0,0-1 0,0 0 0,-1 1 0,1-1 0,-1 0 0,0 0 0,0-1 0,-1 1 0,1 0 0,1-9 0,0-2 0,-1-1 0,2-22 0,-4 7 0,-1 0 0,-6-38 0,-16-62 0,11 69 0,7 39 0,-19-100 0,16 95 0,0-1 0,-15-31 0,22 56 0,-1 1 0,0 0 0,0-1 0,0 1 0,-1 0 0,1 0 0,-1 0 0,1 0 0,-1 0 0,-5-3 0,7 6 0,1-1 0,-1 1 0,0-1 0,0 1 0,0 0 0,0-1 0,1 1 0,-1 0 0,0 0 0,0-1 0,0 1 0,0 0 0,0 0 0,0 0 0,0 0 0,0 0 0,0 1 0,0-1 0,-1 0 0,1 1 0,0 0 0,-1-1 0,1 1 0,0 0 0,0 0 0,0 0 0,0 0 0,0 0 0,0 1 0,0-1 0,0 0 0,0 0 0,0 1 0,1-1 0,-2 3 0,-1 4 0,0 1 0,1-1 0,0 0 0,0 1 0,1 0 0,0 0 0,0-1 0,1 1 0,1 10 0,2 10 0,9 40 0,-5-41 15,1 0 0,1-1 0,2 1 0,0-2 0,2 0 0,0 0 0,34 44 0,-33-51-150,1-1 0,1-1 0,1 0 0,0-1 0,1-1 0,1-1 0,0 0 0,1-2 0,0 0 0,26 10 0,-30-15-6691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2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267 208 24575,'-15'-25'0,"-1"1"0,-30-36 0,35 48 0,0 0 0,0 2 0,-1-1 0,-1 1 0,0 1 0,-19-11 0,27 18 0,0-1 0,0 1 0,0 0 0,0 1 0,-8-2 0,12 2 0,0 1 0,0 0 0,0 0 0,0 0 0,0 0 0,-1 0 0,1 0 0,0 0 0,0 0 0,0 0 0,0 1 0,0-1 0,-1 0 0,1 1 0,0-1 0,0 1 0,0-1 0,0 1 0,0-1 0,0 1 0,0 0 0,1-1 0,-1 1 0,0 0 0,0 0 0,0 0 0,1 0 0,-1 0 0,0 0 0,1 0 0,-1 1 0,-3 9 0,0 0 0,1 1 0,1-1 0,0 1 0,1-1 0,-1 20 0,9 73 0,-4-84 0,7 59 0,35 130 0,41 72 0,-77-252 0,17 60 0,12 32 0,-38-119 0,0-1 0,1 0 0,-1 0 0,1 1 0,-1-1 0,1 0 0,0 0 0,-1 0 0,1 0 0,0 0 0,0 0 0,0 0 0,-1 0 0,1 0 0,0 0 0,0 0 0,2 1 0,-2-3 0,0 1 0,0 0 0,-1 0 0,1 0 0,0 0 0,0-1 0,0 1 0,-1 0 0,1-1 0,0 1 0,0-1 0,-1 1 0,1-1 0,0 1 0,-1-1 0,1 1 0,0-1 0,-1 1 0,1-1 0,-1 0 0,1 0 0,-1 1 0,1-1 0,-1 0 0,0 0 0,1 1 0,-1-2 0,7-11-1365,0 0-5461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2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32 24575,'-28'-5'0,"-14"-2"0,-2 1 0,4 1 0,5 1 0,5 2 0,5 0 0,3 2 0,4 0 0,2 0 0,1 0 0,3 3 0,2 1 0,-1-1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24575,'0'5'0,"0"5"0,3 2 0,0 2 0,0-1-8191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3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117 718 24575,'10'-37'0,"-1"0"0,-2-1 0,-2 0 0,-1 1 0,-2-1 0,-2-1 0,-1 1 0,-10-58 0,0 40 0,-2 0 0,-2 1 0,-27-64 0,40 115 0,0-1 0,-1 1 0,1 0 0,-5-5 0,7 8 0,-1 1 0,1-1 0,0 1 0,0-1 0,-1 1 0,1 0 0,-1-1 0,1 1 0,0-1 0,-1 1 0,1 0 0,-1-1 0,1 1 0,-1 0 0,1 0 0,-1 0 0,1-1 0,-1 1 0,1 0 0,-1 0 0,1 0 0,-1 0 0,1 0 0,-1 0 0,1 0 0,-1 0 0,0 0 0,1 0 0,-1 0 0,1 0 0,-1 0 0,1 0 0,-1 0 0,1 1 0,-1-1 0,1 0 0,-1 0 0,1 1 0,-1-1 0,1 0 0,0 1 0,-1-1 0,1 0 0,-1 1 0,1-1 0,0 1 0,-1-1 0,1 1 0,0-1 0,0 1 0,-1-1 0,1 1 0,0 0 0,-4 6 0,1 1 0,0 0 0,0 0 0,1 1 0,0-1 0,1 0 0,-1 1 0,1 9 0,1 6 0,4 40 0,0-33 0,2-1 0,1-1 0,2 1 0,0-1 0,26 52 0,-16-45 0,1-1 0,2-1 0,52 61 0,-54-73 0,27 23 0,-39-38 0,2 1 0,-1-2 0,1 1 0,0-1 0,0-1 0,12 5 0,-20-9-136,0 0-1,1-1 1,-1 1-1,0-1 1,1 1-1,-1-1 1,0 0-1,1 0 0,2 0 1,4-2-6690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3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24575,'1'42'0,"3"1"0,1-1 0,1 0 0,25 80 0,-3-44 0,57 117 0,-85-195-46,9 22 218,-9-22-209,0 1-1,1-1 1,-1 0 0,0 1 0,0-1-1,0 1 1,0-1 0,1 1-1,-1-1 1,0 1 0,0-1 0,0 1-1,0-1 1,0 1 0,0-1 0,0 1-1,-1-1 1,1 1 0,0-1-1,0 1 1,0-1 0,0 0 0,-1 1-1,1-1 1,0 1 0,0-1 0,-1 1-1,1-1 1,0 0 0,-1 1-1,1-1 1,0 0 0,-1 1 0,1-1-1,0 0 1,-1 0 0,1 1 0,-1-1-1,0 0 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1 266 24575,'41'19'0,"92"39"0,-105-48 0,1-1 0,52 11 0,-74-19 0,0 0 0,0-1 0,0 0 0,0 0 0,0 0 0,0-1 0,0 0 0,0 0 0,0 0 0,0-1 0,-1 0 0,1-1 0,-1 0 0,1 0 0,-1 0 0,0 0 0,0-1 0,0 0 0,-1-1 0,1 1 0,-1-1 0,0 0 0,-1 0 0,1 0 0,-1-1 0,0 0 0,0 0 0,-1 0 0,1 0 0,-1 0 0,-1-1 0,1 0 0,-1 1 0,-1-1 0,1 0 0,1-12 0,-3 12 0,1-38 0,-1 42 0,-1 0 0,1 0 0,0 0 0,-1 1 0,0-1 0,0 0 0,0 0 0,0 1 0,0-1 0,0 0 0,-1 1 0,-2-5 0,3 6 0,0 1 0,1-1 0,-1 1 0,0-1 0,1 0 0,-1 1 0,0-1 0,0 1 0,1-1 0,-1 1 0,0 0 0,0-1 0,0 1 0,0 0 0,0-1 0,0 1 0,1 0 0,-1 0 0,0 0 0,0 0 0,0 0 0,0 0 0,-1 0 0,0 1 0,0 0 0,1-1 0,-1 1 0,1 0 0,-1 0 0,1 0 0,-1 0 0,1 0 0,-1 0 0,1 0 0,-2 2 0,-1 2 0,0 0 0,1 0 0,-1 1 0,1-1 0,0 1 0,-2 5 0,3-4 0,0-1 0,0 1 0,0 0 0,1-1 0,0 1 0,1 0 0,-1 0 0,1 0 0,0 0 0,1-1 0,0 1 0,0 0 0,3 9 0,-2-10 0,0-1 0,1 1 0,0-1 0,0 1 0,0-1 0,1 0 0,0 0 0,0 0 0,0-1 0,0 1 0,1-1 0,-1 0 0,1 0 0,11 5 0,-4-2 0,0-1 0,0-1 0,1 0 0,0-1 0,-1 0 0,2-1 0,21 2 0,6-2 0,48-3 0,-45-1 0,-20 1 0,46-7 0,-64 6 0,0 0 0,0 0 0,0-1 0,0 0 0,0 0 0,-1 0 0,1-1 0,-1 0 0,0 0 0,0 0 0,0-1 0,0 0 0,6-5 0,-10 7 0,1-1 0,0 1 0,-1 0 0,1-1 0,-1 1 0,0-1 0,0 0 0,0 1 0,0-1 0,0 0 0,-1 0 0,1 1 0,-1-1 0,0-3 0,0 1 0,0 0 0,-1 0 0,0-1 0,0 1 0,0 0 0,-1 0 0,-1-5 0,-4-5 0,-1 1 0,0 0 0,-19-25 0,21 32 0,-2-4 0,-1 0 0,2-1 0,-1 0 0,-9-23 0,16 33 0,-1-1 0,2 0 0,-1 0 0,0 0 0,0 0 0,1 0 0,0 0 0,0 0 0,0 0 0,0 0 0,0 0 0,0 0 0,1 0 0,-1 0 0,1 0 0,0 0 0,0 0 0,0 0 0,0 0 0,1 1 0,-1-1 0,1 0 0,0 1 0,-1-1 0,1 1 0,0 0 0,0 0 0,4-3 0,-2 2-195,0-1 0,1 2 0,-1-1 0,1 0 0,-1 1 0,9-3 0,-3 2-6631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298 261 24575,'-74'-74'0,"-80"-80"0,151 152 0,-1-3 0,-1 1 0,0 0 0,0 0 0,0 0 0,-8-4 0,12 7 0,0 1 0,1 0 0,-1 0 0,0 0 0,1 0 0,-1-1 0,0 1 0,1 0 0,-1 0 0,0 0 0,1 0 0,-1 1 0,0-1 0,1 0 0,-1 0 0,0 0 0,1 0 0,-1 1 0,1-1 0,-1 0 0,0 1 0,1-1 0,-1 0 0,1 1 0,-1-1 0,1 1 0,-1-1 0,1 1 0,-1-1 0,1 1 0,0-1 0,-1 1 0,1-1 0,0 1 0,-1 0 0,1-1 0,0 1 0,0-1 0,-1 1 0,1 0 0,0 1 0,-2 3 0,1 1 0,0 0 0,-1 9 0,2-12 0,-1 25 0,1 1 0,1 0 0,2-1 0,1 0 0,11 42 0,50 136 0,-60-191 0,209 528 0,-199-507-1365,-11-23-5461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5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375 107 24575,'-31'-15'0,"-11"-5"0,-5 1 0,4 1 0,6 4 0,8 4 0,5 3 0,5 4 0,3 2 0,2 4 0,0 1 0,1 2 0,2 3 0,0 0 0,3 1 0,-1-1 0,2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24575,'9'29'0,"2"-2"0,21 42 0,-26-59 0,0 0 0,1 0 0,0-1 0,1 0 0,0 0 0,1 0 0,-1-1 0,2-1 0,11 9 0,-12-11 0,-1 0 0,1-1 0,0 0 0,0-1 0,0 0 0,1 0 0,16 2 0,-21-4 0,0 0 0,-1-1 0,1 0 0,-1 0 0,1 0 0,0 0 0,-1-1 0,1 0 0,-1 0 0,1 0 0,-1 0 0,0-1 0,1 0 0,-1 0 0,0 0 0,0 0 0,0-1 0,5-4 0,-7 5 0,1-1 0,-1 1 0,0-1 0,-1 1 0,1-1 0,0 0 0,-1 0 0,1 0 0,-1 0 0,0 0 0,0 0 0,-1 0 0,1-1 0,0-2 0,0-6 0,-1 1 0,-2-20 0,1 23 0,0 0 0,1 1 0,0-1 0,0 0 0,1 1 0,2-12 0,-3 18 0,0 1 0,0 0 0,0 0 0,0 0 0,0 0 0,0 0 0,0-1 0,0 1 0,0 0 0,0 0 0,0 0 0,0 0 0,0 0 0,0 0 0,0-1 0,1 1 0,-1 0 0,0 0 0,0 0 0,0 0 0,0 0 0,0 0 0,0 0 0,0 0 0,1 0 0,-1 0 0,0-1 0,0 1 0,0 0 0,0 0 0,0 0 0,1 0 0,-1 0 0,0 0 0,0 0 0,0 0 0,0 0 0,5 5 0,4 10 0,-8-13 0,21 42-29,-8-15-639,24 37 0,-29-53-6158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24575,'9'25'0,"19"42"0,-24-59 0,0-1 0,1 1 0,0-1 0,0 0 0,1 0 0,0-1 0,0 0 0,0 0 0,11 8 0,-16-14 0,0 1 0,0 0 0,1 0 0,-1 0 0,0-1 0,1 1 0,-1-1 0,1 1 0,-1-1 0,0 1 0,1-1 0,-1 0 0,1 0 0,-1 0 0,1 0 0,-1 0 0,1 0 0,-1 0 0,1 0 0,-1-1 0,3 0 0,-2 0 0,0 0 0,0 0 0,-1 0 0,1-1 0,0 1 0,-1-1 0,1 1 0,-1-1 0,0 1 0,1-1 0,-1 0 0,0 0 0,1-2 0,2-5 0,0 0 0,-1 0 0,-1 0 0,1 0 0,1-16 0,-4 22 0,1-3 0,0-1 0,0 0 0,0 1 0,4-9 0,-5 15 0,0-1 0,1 0 0,-1 0 0,0 0 0,1 0 0,-1 0 0,1 1 0,-1-1 0,1 0 0,-1 0 0,1 1 0,-1-1 0,1 0 0,0 1 0,-1-1 0,1 0 0,0 1 0,0-1 0,0 1 0,-1 0 0,1-1 0,0 1 0,0-1 0,0 1 0,0 0 0,0 0 0,0 0 0,-1-1 0,1 1 0,0 0 0,0 0 0,0 0 0,0 0 0,0 1 0,0-1 0,0 0 0,0 0 0,0 1 0,1 0 0,10 6 0,0 0 0,-1 1 0,0 1 0,0 0 0,-1 0 0,15 18 0,-6-8 0,-3-2-682,15 21-1,-24-29-6143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6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24575,'-7'1'0,"1"0"0,-1 1 0,1 0 0,0 0 0,-1 0 0,1 1 0,0-1 0,0 2 0,1-1 0,-1 1 0,1-1 0,-6 6 0,8-6 0,0 0 0,0 1 0,0-1 0,1 1 0,0-1 0,-1 1 0,1 0 0,0 0 0,1 0 0,-1 0 0,1 0 0,0 0 0,0 1 0,0-1 0,0 0 0,1 1 0,0-1 0,0 0 0,0 6 0,2-1 0,-1 0 0,2 0 0,-1-1 0,1 1 0,0-1 0,1 0 0,0 0 0,0 0 0,9 12 0,-3-6 0,1 0 0,1 0 0,25 21 0,-34-32-76,0-1 1,0 0-1,0 1 0,0-1 0,0 0 0,0-1 0,1 1 0,-1-1 1,1 1-1,-1-1 0,1 0 0,-1 0 0,1-1 0,-1 1 1,1-1-1,0 0 0,4 0 0,5-2-6750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24575,'24'149'0,"72"245"0,-93-383 0,3 7 0,0 0 0,14 26 0,-16-39 0,-4-13 0,-4-13 0,1 12 0,-2-8 0,0-1 0,1-1 0,-2-24 0,5 38 0,1 0 0,0 0 0,1 0 0,-1 0 0,1 0 0,0 1 0,0-1 0,0 0 0,1 0 0,-1 0 0,1 1 0,0-1 0,1 1 0,-1 0 0,1-1 0,0 1 0,5-5 0,-5 5 0,1 1 0,0 0 0,0 0 0,0 0 0,0 0 0,0 1 0,0 0 0,1 0 0,-1 0 0,1 0 0,-1 1 0,1 0 0,5-1 0,-2 1 0,-1 0 0,0 1 0,0 0 0,1 1 0,-1 0 0,0 0 0,0 0 0,9 4 0,-4-1 0,-1 0 0,1 2 0,-1-1 0,0 1 0,-1 1 0,1 0 0,-1 0 0,0 1 0,16 18 0,-22-20-80,0 0 0,0-1-1,-1 1 1,1 0 0,-2 1-1,1-1 1,-1 1 0,0-1-1,0 1 1,-1 0 0,1-1 0,-2 1-1,1 0 1,-1 0 0,0 0-1,-2 12 1,-1-7-6746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7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24575,'7'10'0,"3"8"0,0 7 0,-3 0 0,-4 0 0,-3-5-8191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7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5 24575,'0'0'0,"0"0"0,0 0 0,0-1 0,1 1 0,-1 0 0,0 0 0,0 0 0,0 0 0,0 0 0,1-1 0,-1 1 0,0 0 0,0 0 0,0 0 0,0 0 0,1 0 0,-1 0 0,0 0 0,0 0 0,0 0 0,1 0 0,-1 0 0,0 0 0,0 0 0,1 0 0,-1 0 0,0 0 0,0 0 0,0 0 0,1 0 0,-1 0 0,0 0 0,0 0 0,0 0 0,0 0 0,1 0 0,-1 0 0,0 1 0,5 9 0,-3 14 0,-2-23 0,2 40 0,-3 46 0,0-85 0,1 0 0,0 0 0,0 1 0,-1-1 0,1 0 0,-1 0 0,0 0 0,1 0 0,-1 0 0,0 0 0,0 0 0,0 0 0,-1 0 0,1-1 0,0 1 0,-1 0 0,-2 1 0,3-2 0,-1 0 0,0 0 0,1 0 0,-1 0 0,0-1 0,0 1 0,0-1 0,0 1 0,0-1 0,0 0 0,1 0 0,-1 0 0,0 0 0,0 0 0,0 0 0,0 0 0,0-1 0,0 1 0,-3-2 0,-4-1 0,-1-1 0,1-1 0,1 1 0,-1-2 0,1 1 0,-1-1 0,2 0 0,-1-1 0,1 0 0,0 0 0,-10-13 0,15 17 7,0 0-1,0 0 0,1 0 0,-1 0 1,1-1-1,0 1 0,0 0 1,0-1-1,1 1 0,-1-1 1,1 1-1,-1-1 0,1 1 0,0-1 1,1 1-1,-1-1 0,1 1 1,1-6-1,-1 4-120,1 1 0,0-1-1,0 1 1,0-1 0,0 1 0,1 0-1,0 0 1,-1 0 0,2 0 0,-1 1-1,0-1 1,8-5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8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24575,'32'49'0,"28"59"0,-56-101 0,-1-1 0,1 1 0,0-1 0,0 1 0,1-1 0,8 9 0,-12-14 0,1 0 0,-1 0 0,0 0 0,0 0 0,1 0 0,-1 0 0,1-1 0,-1 1 0,1-1 0,-1 1 0,1-1 0,-1 1 0,1-1 0,-1 0 0,1 1 0,-1-1 0,1 0 0,0 0 0,-1 0 0,1 0 0,-1-1 0,1 1 0,-1 0 0,1-1 0,-1 1 0,1-1 0,-1 1 0,1-1 0,-1 0 0,1 0 0,-1 0 0,0 1 0,0-1 0,1 0 0,-1-1 0,0 1 0,0 0 0,1-1 0,1-3 0,1 0 0,-1 0 0,-1-1 0,1 1 0,-1 0 0,0-1 0,0 1 0,2-12 0,-2 8 0,1 1 0,-1-1 0,9-14 0,-10 21 0,0 0 0,0 0 0,0 1 0,0-1 0,1 1 0,-1-1 0,0 1 0,1-1 0,-1 1 0,1 0 0,0 0 0,-1 0 0,1 0 0,0 0 0,0 0 0,0 0 0,0 0 0,0 1 0,0-1 0,0 1 0,2-1 0,-1 1 0,-1 1 0,0-1 0,0 0 0,0 1 0,1-1 0,-1 1 0,0 0 0,0 0 0,0 0 0,0 0 0,0 0 0,0 0 0,-1 0 0,1 0 0,0 1 0,0-1 0,2 4 0,4 4 0,-1 0 0,8 11 0,-7-8 0,62 86-1365,-61-85-5461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24575,'-4'15'0,"0"0"0,1 0 0,1 1 0,1-1 0,0 1 0,1 0 0,1-1 0,0 1 0,6 26 0,2-2 0,2-1 0,25 57 0,-10-43 0,-25-52-4,-1 0 0,1 0 0,-1 0 0,1 0 0,-1 0 0,0 1 0,0-1 0,0 0 0,0 0 0,0 0 0,0 0 0,0 1 0,0-1 0,0 0 0,0 0 0,-1 0 0,1 0 0,0 0-1,-1 1 1,0 1 0,-1-2 22,1 1 0,0 0 0,-1-1 0,1 1 0,-1-1 0,0 1 0,1-1 1,-1 0-1,0 0 0,-3 2 0,-4 0-337,-1 1 1,1-1-1,-19 3 1,26-6 113,-16 3-6621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0:5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684 30 24575,'106'-23'0,"-90"20"0,0 1 0,0 1 0,0 0 0,0 1 0,0 1 0,0 1 0,16 3 0,14 1 0,114-4 0,-104-3 0,-884 1 0,809-1 0,-33-6 0,1 0 0,77 17 0,-20-9 0,207 47 0,-150-31 0,81 35 0,-137-50 0,0 2 0,0-1 0,0 1 0,-1 0 0,0 1 0,1-1 0,-2 1 0,8 8 0,-11-11 0,-1-1 0,1 1 0,-1 0 0,0 0 0,0 0 0,0 0 0,0 0 0,0 0 0,0 0 0,0 0 0,-1 1 0,1-1 0,-1 0 0,0 0 0,1 1 0,-1-1 0,0 0 0,0 0 0,-1 1 0,1-1 0,0 0 0,-1 0 0,1 1 0,-1-1 0,0 0 0,0 0 0,0 0 0,0 0 0,0 0 0,0 0 0,0 0 0,-3 2 0,-2 2 0,1 0 0,-1 0 0,0-1 0,0 1 0,-1-2 0,0 1 0,-7 3 0,-56 25 0,24-13 0,-54 32 0,-97 68 0,59-40 0,76-47 0,34-19 0,16-8 0,1 0 0,0 0 0,-13 10 0,23-15 0,1-1 0,-1 0 0,1 0 0,0 1 0,-1-1 0,1 1 0,-1-1 0,1 0 0,-1 1 0,1-1 0,0 1 0,-1-1 0,1 1 0,0-1 0,0 1 0,-1-1 0,1 1 0,0 0 0,0-1 0,0 1 0,0-1 0,0 1 0,0-1 0,0 2 0,0-2 0,0 1 0,1-1 0,-1 1 0,0-1 0,1 1 0,-1-1 0,1 0 0,-1 1 0,1-1 0,-1 0 0,1 1 0,-1-1 0,1 0 0,-1 0 0,1 1 0,-1-1 0,1 0 0,0 0 0,0 0 0,33 3 0,-32-3 0,1032-2 0,-1027 2-116,-4 0 20,-1 0 0,0 1 0,1-1 0,-1-1 0,1 1 0,-1 0-1,0 0 1,1-1 0,-1 0 0,0 1 0,1-1 0,3-2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336 602 24575,'-78'-38'0,"31"14"0,-65-23 0,106 45 0,0 0 0,-1 0 0,0 0 0,1 1 0,-1 0 0,-7 0 0,12 1 0,0 0 0,1 1 0,-1-1 0,1 0 0,-1 1 0,1-1 0,-1 0 0,1 1 0,-1 0 0,1-1 0,-1 1 0,1 0 0,0 0 0,-1 0 0,1 0 0,0 0 0,0 0 0,-1 0 0,1 0 0,0 1 0,0-1 0,1 0 0,-1 1 0,0-1 0,0 0 0,1 1 0,-1-1 0,0 1 0,1-1 0,-1 4 0,-2 5 0,1 1 0,1 0 0,0 1 0,0-1 0,1 0 0,0 0 0,1 0 0,2 14 0,-2-19 0,1-1 0,-1 1 0,1-1 0,0 1 0,1-1 0,-1 0 0,1 0 0,0 0 0,0-1 0,1 1 0,-1-1 0,1 0 0,0 0 0,0 0 0,0 0 0,1 0 0,-1-1 0,7 3 0,0 0 0,1-1 0,0 0 0,0-1 0,0 0 0,1-1 0,-1-1 0,1 0 0,21 1 0,-27-3 0,-1 0 0,1-1 0,-1 0 0,1 0 0,-1 0 0,0-1 0,1 0 0,7-4 0,-10 4 0,-1 0 0,1 0 0,-1 0 0,0-1 0,0 1 0,0-1 0,0 0 0,0 0 0,-1 0 0,1 0 0,-1 0 0,0 0 0,0-1 0,3-5 0,-3 4 0,-1 1 0,0-1 0,0 1 0,0-1 0,-1 0 0,1 1 0,-1-1 0,0 0 0,0 1 0,-1-1 0,0 0 0,1 1 0,-3-7 0,-3-7 0,-1 1 0,-9-18 0,11 24 0,-76-136 0,27 52 0,46 81 0,-37-70 0,-41-103 0,83 176 0,5 12 0,7 17 0,51 112 0,44 85 0,-81-173 0,2-1 0,59 73 0,-64-92-455,0-1 0,29 22 0,-35-32-6371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2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24575,'3'7'0,"0"6"0,0 2 0,0-1-8191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2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24575,'8'0'0,"2"3"0,0 2 0,0 4 0,-1 3 0,0-1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329 147 24575,'-54'-37'0,"-104"-55"0,152 89 0,0 0 0,-1 1 0,0-1 0,1 1 0,-1 1 0,-8-2 0,13 3 0,0 0 0,0 0 0,1 0 0,-1 0 0,0 0 0,0 0 0,0 1 0,0-1 0,0 1 0,1-1 0,-1 1 0,0 0 0,0 0 0,1-1 0,-1 1 0,1 0 0,-1 1 0,1-1 0,-1 0 0,1 0 0,-1 1 0,1-1 0,0 1 0,0-1 0,0 1 0,0-1 0,-1 4 0,-2 3 0,1 0 0,1 0 0,0 0 0,0 1 0,0-1 0,0 16 0,2 55 0,1-67 0,1 23 0,2 0 0,2 0 0,1 0 0,2 0 0,14 34 0,76 162 0,-85-201 0,-1-1 0,-5-9 0,1-1 0,1 0 0,1 0 0,14 18 0,-23-36-151,-1 1-1,1 0 0,0 0 0,0-1 1,0 1-1,0-1 0,0 1 1,3 0-1,4 2-6674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76 24575,'-30'-11'0,"-10"-4"0,-1-1 0,4 2 0,6 4 0,11 4 0,9 2-8191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3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60 24575,'-16'-10'0,"-39"-23"0,50 30 0,-1 1 0,0 0 0,0 0 0,0 0 0,0 0 0,0 1 0,-11-1 0,15 2 0,1 0 0,-1 0 0,0 0 0,1 0 0,-1 0 0,0 1 0,0-1 0,1 1 0,-1-1 0,1 1 0,-1 0 0,0-1 0,1 1 0,-1 0 0,1 0 0,0 0 0,-1 0 0,1 0 0,0 0 0,0 1 0,-1-1 0,1 0 0,0 1 0,0-1 0,0 1 0,1-1 0,-1 1 0,0-1 0,1 1 0,-2 2 0,1 3 0,-1 0 0,1 0 0,0 0 0,1 0 0,-1 0 0,2 8 0,1 11 0,1-1 0,2 0 0,0 1 0,13 33 0,45 94 0,-27-76 0,5-1 0,2-2 0,66 84 0,-78-124-1365,-19-22-5461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0 326 24575,'345'-101'0,"-273"75"0,-62 21 0,-1 1 0,0-1 0,0-1 0,0 1 0,10-11 0,-17 14 0,0 0 0,1 0 0,-1-1 0,0 1 0,-1-1 0,1 0 0,0 0 0,-1 1 0,0-1 0,1 0 0,-1 0 0,0 0 0,-1 0 0,1 0 0,0-1 0,-1 1 0,0 0 0,0 0 0,0 0 0,0 0 0,0-1 0,-1 1 0,1 0 0,-1 0 0,0 0 0,0 0 0,0 0 0,0 0 0,0 0 0,-1 0 0,1 1 0,-1-1 0,0 0 0,0 1 0,0-1 0,0 1 0,-1 0 0,1 0 0,0 0 0,-1 0 0,1 0 0,-1 0 0,0 1 0,0-1 0,-3-1 0,3 2 0,-1 1 0,1-1 0,0 0 0,-1 1 0,1-1 0,0 1 0,-1 0 0,1 0 0,0 0 0,-1 1 0,1-1 0,0 1 0,-1 0 0,1 0 0,0 0 0,0 0 0,0 1 0,0-1 0,0 1 0,0 0 0,0-1 0,1 1 0,-1 1 0,-3 3 0,3-3 0,0 0 0,1 0 0,0 1 0,0-1 0,0 1 0,0 0 0,0 0 0,1-1 0,0 1 0,-1 0 0,1 0 0,1 0 0,-1 0 0,1 1 0,-1-1 0,1 0 0,1 0 0,-1 0 0,2 8 0,1-2 0,0-1 0,0 0 0,1 0 0,1 0 0,-1 0 0,1-1 0,1 0 0,0 0 0,0 0 0,0-1 0,1 0 0,0 0 0,0-1 0,13 9 0,-3-3 0,1-1 0,-1-1 0,2-1 0,-1-1 0,1 0 0,20 5 0,-18-8 0,-1 0 0,1-1 0,-1-1 0,1-2 0,0 0 0,0-1 0,0 0 0,0-2 0,-1-1 0,37-9 0,-54 11 0,0 0 0,0 0 0,-1 0 0,1 0 0,-1-1 0,1 1 0,-1-1 0,0 0 0,1 1 0,-1-1 0,0 0 0,0 0 0,0-1 0,-1 1 0,4-5 0,-4 5 0,0 0 0,-1 1 0,1-1 0,-1 0 0,1 0 0,-1 0 0,0 0 0,0 0 0,0 0 0,0 0 0,0 0 0,0 0 0,0 0 0,-1 0 0,1 0 0,-1 0 0,0 0 0,1 0 0,-1 0 0,0 1 0,0-1 0,0 0 0,-2-2 0,-6-6 0,1 1 0,-1 0 0,0 1 0,-1 0 0,0 1 0,-13-8 0,-8-6 0,27 18 0,0 1 0,1-1 0,-1 0 0,0 0 0,1-1 0,-5-5 0,7 9 0,1-1 0,0 1 0,-1-1 0,1 0 0,0 1 0,0-1 0,-1 1 0,1-1 0,0 0 0,0 1 0,0-1 0,0 1 0,0-1 0,0 0 0,0 1 0,0-1 0,0 0 0,0 1 0,0-1 0,0 0 0,1 0 0,0 0 0,-1 0 0,1 1 0,-1-1 0,1 0 0,0 0 0,0 1 0,-1-1 0,1 0 0,0 1 0,0-1 0,0 1 0,0-1 0,0 1 0,0-1 0,1 1 0,10-3 0,-1 0 0,0 2 0,1-1 0,-1 2 0,1-1 0,0 1 0,11 2 0,10 0 0,11-1 0,-20 1 0,0-2 0,0 0 0,0-2 0,43-8 0,-66 10 0,1 0 0,-1 0 0,0-1 0,0 1 0,0-1 0,1 1 0,-1-1 0,0 1 0,0-1 0,0 0 0,0 1 0,0-1 0,0 0 0,0 0 0,0 0 0,0 0 0,0 0 0,-1 0 0,1 0 0,0 0 0,-1 0 0,2-2 0,-2 2 0,0-1 0,0 1 0,0 0 0,0-1 0,0 1 0,0-1 0,-1 1 0,1-1 0,0 1 0,-1-1 0,1 1 0,-1 0 0,1-1 0,-1 1 0,0 0 0,-1-2 0,-2-3 0,-1 0 0,0 0 0,0 1 0,0 0 0,-1 0 0,-8-6 0,10 8 0,-1 0 0,0 0 0,0 1 0,0 0 0,0 0 0,-1 0 0,1 0 0,0 1 0,-1 0 0,1 0 0,-1 1 0,-6-1 0,9 1 0,1 0 0,-1 1 0,0-1 0,1 1 0,-1-1 0,1 1 0,-1 0 0,1 0 0,-1 0 0,1 0 0,0 0 0,0 1 0,-1-1 0,1 1 0,0-1 0,0 1 0,0 0 0,1 0 0,-1 0 0,0 0 0,1 0 0,-1 0 0,1 0 0,0 0 0,-1 1 0,1-1 0,-1 5 0,-1 3 0,1 1 0,0-1 0,1 0 0,0 1 0,1 0 0,0-1 0,0 1 0,1-1 0,1 1 0,0-1 0,0 0 0,1 1 0,0-1 0,8 16 0,-7-19 0,0-1 0,0 0 0,1 0 0,-1-1 0,1 1 0,1-1 0,-1 0 0,1-1 0,0 1 0,0-1 0,0 0 0,0-1 0,1 0 0,-1 1 0,9 1 0,-10-4 0,0 1 0,0-1 0,0 0 0,0-1 0,1 1 0,-1-1 0,0 0 0,0-1 0,0 1 0,0-1 0,0 0 0,0 0 0,0-1 0,0 1 0,0-1 0,0 0 0,-1 0 0,1-1 0,-1 0 0,1 1 0,-1-1 0,4-4 0,-4 3 0,0 0 0,-1 0 0,0 0 0,0 0 0,0 0 0,-1-1 0,1 1 0,-1-1 0,0 1 0,0-1 0,2-8 0,-4 12 0,0 0 0,0 0 0,0 1 0,0-1 0,0 0 0,1 0 0,-1 1 0,0-1 0,0 0 0,1 1 0,-1-1 0,1 0 0,-1 1 0,1-1 0,-1 1 0,1-1 0,-1 0 0,1 1 0,-1-1 0,1 1 0,-1-1 0,1 1 0,0 0 0,0-1 0,-1 1 0,1 0 0,0-1 0,-1 1 0,1 0 0,0 0 0,0 0 0,-1 0 0,1 0 0,0 0 0,0 0 0,-1 0 0,1 0 0,0 0 0,0 0 0,0 0 0,1 1 0,2 1 0,1 0 0,0 1 0,0 0 0,-1 0 0,6 5 0,12 8 0,-12-12 0,-1-1 0,1 1 0,0-2 0,0 0 0,15 2 0,51-1 0,-9-2 0,-58 0-151,-1 1-1,-1 0 0,1 0 0,0 0 1,0 1-1,-1 1 0,0-1 1,14 9-1,-12-6-6674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4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16 24575,'-7'5'0,"0"0"0,0 0 0,1 1 0,-1 0 0,1 0 0,1 1 0,-1-1 0,1 1 0,-6 11 0,9-14 0,0 0 0,0 1 0,0-1 0,1 1 0,0 0 0,0-1 0,0 1 0,0 0 0,1 0 0,0-1 0,0 1 0,0 0 0,1 0 0,-1-1 0,1 1 0,0 0 0,0-1 0,3 7 0,1-2 0,-1 0 0,1 0 0,0-1 0,1 0 0,0 0 0,13 12 0,-7-8 0,1 0 0,29 19 0,-37-28 0,-1-1 0,1 1 0,0-1 0,0 0 0,0 0 0,0-1 0,1 1 0,-1-1 0,0 0 0,1-1 0,-1 1 0,0-1 0,1 0 0,-1 0 0,1-1 0,-1 0 0,0 0 0,1 0 0,6-3 0,-3 0 0,1 0 0,-1 0 0,0-1 0,0-1 0,-1 0 0,0 0 0,0 0 0,0-1 0,9-10 0,-11 10 0,-1 0 0,0-1 0,0 1 0,-1-1 0,0 0 0,0 0 0,5-16 0,-2-4 0,5-30 0,-6 29 0,-6 26 0,1 1 0,-1-1 0,1 0 0,-1 1 0,0-1 0,0 0 0,-1 1 0,1-1 0,0 1 0,-1-1 0,0 0 0,1 1 0,-1-1 0,0 1 0,-3-5 0,3 6 0,0-1 0,0 1 0,0 0 0,0 0 0,-1 0 0,1 0 0,0 0 0,-1 0 0,1 0 0,-1 0 0,1 1 0,-1-1 0,1 1 0,-1-1 0,0 1 0,1-1 0,-1 1 0,0 0 0,1 0 0,-1 0 0,0 0 0,1 0 0,-1 0 0,0 0 0,1 0 0,-3 1 0,-1 1 0,0 0 0,0 0 0,1 0 0,-1 0 0,1 1 0,0 0 0,0 0 0,0 0 0,0 0 0,0 1 0,0-1 0,1 1 0,0 0 0,0 0 0,0 0 0,0 1 0,-3 7 0,3-8 0,1 1 0,0 0 0,0 0 0,0 0 0,1 0 0,-1 0 0,1 0 0,1 0 0,-1 1 0,1-1 0,0 0 0,0 1 0,0-1 0,1 0 0,-1 0 0,1 0 0,2 6 0,1-3 0,0-1 0,0 0 0,1 0 0,0 0 0,0 0 0,1-1 0,0 1 0,0-1 0,1-1 0,11 9 0,2-1 0,1 0 0,33 13 0,-23-13 0,0-1 0,1-1 0,1-2 0,64 9 0,52-7-1365,-132-10-5461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5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0 356 24575,'45'-3'0,"56"-5"0,-82 5 0,-1-1 0,1 0 0,22-9 0,-38 12 0,1 0 0,0-1 0,-1 0 0,1 0 0,-1 0 0,0 0 0,0 0 0,0-1 0,0 1 0,0-1 0,0 0 0,0 0 0,-1 0 0,3-4 0,-3 3 0,0 0 0,-1 0 0,0 0 0,0 0 0,0 0 0,0 0 0,0 0 0,-1-1 0,0 1 0,0 0 0,0 0 0,0-1 0,-2-3 0,0-3 0,0 1 0,-1 0 0,0 1 0,-1-1 0,0 1 0,-1-1 0,-9-13 0,4 8 0,-1 0 0,-1 1 0,-19-19 0,24 27 0,1 1 0,-1 0 0,0 0 0,0 0 0,0 1 0,0 0 0,-1 0 0,0 1 0,0 0 0,-10-2 0,15 4 0,0 1 0,0-1 0,0 1 0,0 0 0,-1 0 0,1 0 0,0 0 0,0 1 0,0-1 0,0 1 0,0 0 0,0-1 0,0 2 0,0-1 0,0 0 0,0 0 0,1 1 0,-1 0 0,0-1 0,1 1 0,0 0 0,-1 0 0,1 1 0,0-1 0,0 0 0,0 1 0,0-1 0,0 1 0,1 0 0,-2 3 0,0-2 0,1 1 0,0 0 0,0 1 0,0-1 0,1 0 0,0 0 0,0 1 0,0-1 0,1 1 0,0-1 0,0 0 0,0 1 0,0-1 0,2 8 0,0-5 0,1-1 0,0 1 0,0-1 0,0 0 0,1 0 0,0 0 0,0 0 0,10 11 0,5 1 0,1 0 0,0-1 0,1-1 0,37 23 0,-40-29 0,1-1 0,0 0 0,1-1 0,0-1 0,0-1 0,0-1 0,1 0 0,0-2 0,31 3 0,-43-6-105,0-1 0,0 0 0,0-1 0,0 0 0,0 0 0,0-1 0,0 0 0,-1-1 0,1 0 0,-1 0 0,0 0 0,10-6 0,-3-2-6721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69 24575,'-12'-5'0,"-27"-12"0,-1 2 0,-58-14 0,94 28 0,0 0 0,0 1 0,0 0 0,0-1 0,0 1 0,0 0 0,0 1 0,1-1 0,-6 2 0,8-2 0,-1 1 0,1-1 0,-1 1 0,1 0 0,0 0 0,0-1 0,-1 1 0,1 0 0,0 0 0,0 0 0,0 0 0,0 0 0,0 0 0,0 1 0,0-1 0,1 0 0,-1 0 0,0 1 0,1-1 0,-1 1 0,1-1 0,-1 0 0,1 1 0,0-1 0,-1 1 0,1-1 0,0 3 0,0 6 0,0 0 0,1 1 0,0-1 0,1 0 0,0 0 0,1 0 0,0 0 0,0-1 0,1 1 0,1-1 0,-1 1 0,1-2 0,1 1 0,0 0 0,0-1 0,1 0 0,9 9 0,-9-10 0,1 0 0,0-1 0,-1 0 0,2-1 0,-1 0 0,1 0 0,-1 0 0,12 3 0,-13-6 0,0 0 0,-1 0 0,1-1 0,0 0 0,0 0 0,0-1 0,0 0 0,0 0 0,-1 0 0,1-1 0,0 0 0,8-3 0,-12 4 0,-1-1 0,1-1 0,0 1 0,-1 0 0,1-1 0,-1 1 0,0-1 0,1 0 0,-1 1 0,0-1 0,0 0 0,0-1 0,0 1 0,0 0 0,-1-1 0,1 1 0,-1-1 0,1 1 0,-1-1 0,0 1 0,0-1 0,0 0 0,1-5 0,-1-1 0,0 0 0,0-1 0,-1 1 0,0-1 0,0 1 0,-2-10 0,2 18 0,0 1 0,0-1 0,0 0 0,0 1 0,0-1 0,0 0 0,-1 1 0,1-1 0,0 0 0,0 1 0,0-1 0,-1 1 0,1-1 0,0 0 0,-1 1 0,1-1 0,0 1 0,-1-1 0,1 1 0,-1-1 0,1 1 0,-1-1 0,1 1 0,-1-1 0,1 1 0,-1 0 0,1-1 0,-1 1 0,0 0 0,0-1 0,0 1 0,1 1 0,-1-1 0,0 1 0,0-1 0,1 0 0,-1 1 0,0 0 0,1-1 0,-1 1 0,0-1 0,1 1 0,-1 0 0,1-1 0,-1 1 0,1 0 0,-1 0 0,1-1 0,0 1 0,-1 0 0,1 0 0,0 0 0,0-1 0,-1 3 0,-1 5 0,1 1 0,0-1 0,0 0 0,1 1 0,0 0 0,0-1 0,1 1 0,0-1 0,0 0 0,4 12 0,4 7 0,20 46 0,18 20 0,-4-12 0,-34-55-1365,-7-15-5461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0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24575,'17'-23'0,"9"-9"0,5 0 0,-1 5 0,0 8 0,-2 7 0,-5 6 0,-2 3 0,-3 3 0,-5-2 0,-4-2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6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73 24575,'-4'16'0,"1"1"0,1-1 0,1 1 0,0 0 0,3 22 0,-1-31 0,0 0 0,1 0 0,0 0 0,1-1 0,0 1 0,0-1 0,0 1 0,1-1 0,0 0 0,0-1 0,1 1 0,0-1 0,7 8 0,-11-13 0,-1-1 0,1 1 0,-1 0 0,1 0 0,0-1 0,-1 1 0,1-1 0,0 1 0,-1-1 0,1 1 0,0-1 0,0 1 0,0-1 0,-1 0 0,1 1 0,0-1 0,0 0 0,0 0 0,0 0 0,0 1 0,-1-1 0,1 0 0,0 0 0,0 0 0,0 0 0,1-1 0,-1 0 0,-1 1 0,1-1 0,0 0 0,-1 1 0,0-1 0,1 0 0,-1 0 0,1 0 0,-1 1 0,0-1 0,1 0 0,-1 0 0,0 0 0,0 0 0,0 0 0,0 0 0,0 0 0,0 0 0,0 1 0,0-1 0,0 0 0,0 0 0,0 0 0,-1 0 0,1 0 0,-1-1 0,-4-15 0,-2 0 0,0 1 0,-1-1 0,-11-17 0,1 2 0,11 20 0,-6-12 0,1 0 0,-15-45 0,24 49 0,7 14 0,-4 5 0,0 1 0,1 0 0,-1 0 0,1 0 0,-1 0 0,1 0 0,-1 1 0,1-1 0,-1 0 0,1 0 0,-1 0 0,1 0 0,-1 0 0,1 1 0,-1-1 0,1 0 0,-1 0 0,0 1 0,1-1 0,11 9 0,-1 0 0,18 21 0,-19-19 0,1-1 0,21 17 0,-15-14 0,2-1 0,-1-1 0,1 0 0,40 14 0,-57-24 0,-1-1 0,1 1 0,0-1 0,-1 1 0,1-1 0,0 0 0,-1 0 0,1 1 0,0-1 0,0 0 0,-1-1 0,1 1 0,0 0 0,-1-1 0,1 1 0,0 0 0,-1-1 0,1 0 0,-1 1 0,1-1 0,-1 0 0,1 0 0,-1 0 0,1 0 0,-1 0 0,0 0 0,1 0 0,-1-1 0,0 1 0,0 0 0,0-1 0,0 1 0,0-1 0,-1 1 0,1-1 0,0 1 0,-1-1 0,1 0 0,-1 1 0,1-4 0,1-7 0,0 0 0,-1-1 0,0 1 0,-3-21 0,1 18 0,1-1 0,-1 9 0,4 20 0,4 15 0,2 0 0,1-1 0,1-1 0,1 1 0,28 44 0,-29-54-455,0-1 0,17 19 0,-18-25-6371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7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 24575,'-7'-14'0,"7"14"0,0 0 0,0 0 0,0 0 0,0 0 0,-1 0 0,1 0 0,0 0 0,0 0 0,0 0 0,0 0 0,0 0 0,0 0 0,-1 0 0,1 0 0,0 0 0,0 0 0,0 0 0,0 0 0,0 0 0,0 0 0,0 0 0,-1 0 0,1 0 0,0 0 0,0 0 0,0 0 0,0 0 0,0 1 0,0-1 0,0 0 0,0 0 0,0 0 0,0 0 0,-1 0 0,1 0 0,0 0 0,0 0 0,0 0 0,0 1 0,0-1 0,0 0 0,0 0 0,0 0 0,0 0 0,0 0 0,0 0 0,0 1 0,0-1 0,0 0 0,0 0 0,-1 4 0,1-1 0,0 1 0,-1 0 0,1-1 0,1 6 0,6 40 0,25 85 0,-5-24 0,-26-104 0,0-3 0,0 2 0,0-1 0,0 0 0,-1 0 0,1 0 0,-1 0 0,0 0 0,-1 0 0,1 1 0,-2 4 0,2-9 0,0 0 0,0 1 0,0-1 0,0 0 0,0 0 0,0 0 0,0 0 0,0 0 0,0 0 0,0 0 0,0 0 0,0 0 0,0 1 0,0-1 0,0 0 0,0 0 0,0 0 0,0 0 0,0 0 0,-1 0 0,1 0 0,0 0 0,0 0 0,0 0 0,0 0 0,0 0 0,0 0 0,0 0 0,0 1 0,0-1 0,-1 0 0,1 0 0,0 0 0,0 0 0,0 0 0,0 0 0,0 0 0,0 0 0,0 0 0,0 0 0,-1 0 0,1 0 0,0 0 0,0-1 0,0 1 0,0 0 0,0 0 0,0 0 0,0 0 0,0 0 0,-1 0 0,-2-7 0,-1-9 0,4 12 0,0 1 0,0 0 0,0-1 0,1 1 0,-1 0 0,1 0 0,0-1 0,-1 1 0,2 0 0,-1 0 0,0 0 0,1 0 0,-1 0 0,1 0 0,0 0 0,0 1 0,0-1 0,0 0 0,0 1 0,1 0 0,-1 0 0,1-1 0,-1 2 0,1-1 0,0 0 0,0 0 0,0 1 0,0-1 0,0 1 0,7-2 0,-3 2 0,1-1 0,0 1 0,-1 0 0,1 1 0,0 0 0,0 0 0,-1 1 0,1 0 0,0 0 0,-1 1 0,1 0 0,10 4 0,0 1 0,1 1 0,-2 1 0,1 1 0,-1 0 0,-1 1 0,0 1 0,15 14 0,-29-25 0,-1 1 0,1-1 0,-1 1 0,0-1 0,1 1 0,-1 0 0,0-1 0,0 1 0,0 0 0,-1 0 0,1 0 0,0 0 0,-1 0 0,1 0 0,-1 0 0,1 0 0,-1 0 0,0 0 0,0 0 0,0 0 0,0 0 0,0 0 0,-1 0 0,1 0 0,0 0 0,-2 4 0,0-4 0,1 1 0,-1 0 0,0-1 0,0 0 0,0 1 0,0-1 0,0 0 0,0 0 0,-1 0 0,1 0 0,-1-1 0,1 1 0,-1-1 0,0 1 0,1-1 0,-1 0 0,-4 1 0,-11 2 0,-1-1 0,1-1 0,0-1 0,0-1 0,-28-2 0,0 0 0,-50 1-1365,82 1-5461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24575,'0'3'0,"-1"0"0,1 0 0,-1 0 0,1-1 0,-3 6 0,-3 13 0,6-5 0,2 1 0,-1-1 0,2 0 0,0 0 0,10 27 0,-6-18 0,7 20 0,-8-27 0,-1 0 0,0 1 0,4 30 0,-10-37-1365,-1-3-5461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24575,'-5'0'0,"-1"0"0,1 1 0,0-1 0,0 1 0,0 0 0,0 0 0,-1 1 0,2-1 0,-1 1 0,-8 4 0,11-4 0,-1-1 0,1 1 0,1 0 0,-1 0 0,0 0 0,0 0 0,1 0 0,-1 0 0,1 0 0,-1 0 0,1 0 0,0 1 0,0-1 0,0 1 0,0-1 0,0 1 0,1-1 0,-1 1 0,1-1 0,0 1 0,0 0 0,-1-1 0,2 4 0,-1-3 0,0 0 0,1 0 0,-1 0 0,1 0 0,0 0 0,0 0 0,0 0 0,0 0 0,1-1 0,-1 1 0,1 0 0,3 4 0,-1-3 0,0 0 0,0 0 0,0 0 0,1 0 0,-1-1 0,9 5 0,-3-3 0,1 0 0,-1 0 0,1-1 0,1-1 0,-1 0 0,15 3 0,-2-3 0,20 4 0,57 0 0,-74-5-1365,-18 1-5461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0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 24575,'-6'-3'0,"4"7"0,5 11 0,3-6 0,-1-1 0,2 1 0,-1-1 0,1 0 0,13 11 0,44 32 0,-44-36 0,248 163-1365,-253-169-5461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0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24575,'-18'13'0,"-8"3"0,-2 3 0,4-1 0,3-2 0,5-2 0,3-1 0,1 0 0,1 1 0,-2-3 0,0 0 0,0-2 0,1-3-8191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47 24575,'-19'-9'0,"0"0"0,0 1 0,-28-8 0,41 15 0,0-1 0,0 2 0,0-1 0,0 0 0,0 1 0,1 0 0,-1 1 0,0-1 0,0 1 0,0 0 0,0 1 0,1-1 0,-1 1 0,0 0 0,1 1 0,-9 4 0,11-5 0,-1 0 0,1 0 0,0 1 0,1-1 0,-1 1 0,0-1 0,1 1 0,-1 0 0,1 0 0,0 0 0,0 0 0,0 1 0,0-1 0,1 0 0,-1 1 0,1 0 0,0-1 0,0 1 0,0 0 0,1-1 0,-1 1 0,1 0 0,0 0 0,0-1 0,0 1 0,0 0 0,1 0 0,0-1 0,1 5 0,1 3 0,1 1 0,0-1 0,1 0 0,0 0 0,1-1 0,10 15 0,48 56 0,-34-46 0,-8-8 0,35 55 0,-52-72 0,1 0 0,-2 0 0,0 0 0,0 0 0,-1 1 0,0 0 0,0-1 0,-2 1 0,1 0 0,-1 13 0,-2 1 0,0-16 0,1 0 0,0 0 0,0 0 0,2 9 0,-2-16 0,1 0 0,-1 1 0,1-1 0,0 0 0,0 0 0,0 0 0,0 1 0,0-1 0,0 0 0,1 0 0,-1-1 0,1 1 0,-1 0 0,1 0 0,0-1 0,0 1 0,0-1 0,-1 0 0,6 3 0,-1-1 0,1 0 0,0-1 0,0 0 0,1 0 0,-1-1 0,0 0 0,9 0 0,55-2 0,-31 0 0,-37 1-76,1 0 1,-1 0-1,0 0 0,0-1 0,0 1 0,1-1 0,-1 0 0,0 0 1,0 0-1,0 0 0,0 0 0,0-1 0,-1 1 0,1-1 1,0 0-1,-1 0 0,3-2 0,3-4-6750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24575,'1'8'0,"0"-1"0,0 1 0,0-1 0,1 1 0,0-1 0,1 0 0,0 0 0,0 0 0,0 0 0,8 10 0,-3-5 0,0 0 0,1-1 0,1 0 0,19 17 0,-26-25 0,0-1 0,1 1 0,-1-1 0,1 1 0,-1-1 0,1 0 0,0-1 0,0 1 0,0-1 0,0 0 0,0 0 0,6 1 0,-8-2 0,1 0 0,0 0 0,-1 0 0,1-1 0,-1 1 0,1-1 0,0 1 0,-1-1 0,0 0 0,1 0 0,-1 0 0,1 0 0,-1-1 0,0 1 0,0 0 0,0-1 0,0 0 0,0 0 0,0 1 0,0-1 0,1-3 0,2-2 0,0 0 0,-1-1 0,0 0 0,0 0 0,-1 0 0,0 0 0,0-1 0,-1 1 0,2-14 0,-1 10 0,-3 10 0,0 0 0,1 0 0,-1 0 0,1 0 0,0 0 0,-1 0 0,1 0 0,0 1 0,0-1 0,0 0 0,0 0 0,1 1 0,-1-1 0,0 1 0,1 0 0,2-3 0,-3 3 0,1 1 0,-1 0 0,0-1 0,1 1 0,-1 0 0,1-1 0,-1 1 0,1 0 0,-1 0 0,1 0 0,-1 1 0,1-1 0,-1 0 0,1 0 0,-1 1 0,1-1 0,-1 1 0,0-1 0,1 1 0,-1 0 0,0 0 0,0-1 0,2 3 0,22 14 0,0 2 0,30 31 0,-10-8 0,-3-6-1365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30 24575,'-28'-5'0,"-11"-2"0,-2 1 0,4 1 0,5 1 0,6 2 0,5 3 0,6 2-8191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24575,'-2'8'0,"1"1"0,0 0 0,1 0 0,0-1 0,0 1 0,0 0 0,1 0 0,4 14 0,-2-9 0,7 48 0,29 96 0,-29-128-72,16 56-1221,-24-77-5533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24575,'-20'8'0,"13"-5"0,-1 1 0,0 0 0,1 0 0,-1 0 0,-6 6 0,12-9 0,1 1 0,0-1 0,0 0 0,0 0 0,0 1 0,0-1 0,0 0 0,0 1 0,0-1 0,0 1 0,0-1 0,1 1 0,-1 0 0,1-1 0,-1 1 0,1 0 0,0-1 0,0 1 0,0 0 0,0-1 0,0 1 0,0 0 0,0-1 0,0 1 0,0 0 0,1-1 0,-1 1 0,1 0 0,0-1 0,-1 1 0,2 1 0,1 3 0,1-1 0,0 1 0,0-1 0,0 0 0,1 0 0,0-1 0,0 1 0,0-1 0,0 0 0,1 0 0,-1-1 0,1 1 0,8 2 0,10 4 0,50 14 0,-71-23 0,24 6 0,1-2 0,1-1 0,-1-1 0,0-1 0,1-2 0,32-3 0,-59 3-76,0-1 1,1 1-1,-1 0 0,0-1 0,0 1 0,1-1 0,-1 0 0,0 1 1,0-1-1,0 0 0,0-1 0,0 1 0,0 0 0,0 0 1,0-1-1,0 1 0,1-3 0,3-5-6750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3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24575,'13'-3'0,"1"0"0,-1 1 0,1 1 0,-1 0 0,1 1 0,18 2 0,-27-1 0,0 0 0,-1 0 0,1 0 0,0 0 0,-1 1 0,1 0 0,-1 0 0,0 0 0,1 0 0,-1 1 0,0 0 0,-1 0 0,1 0 0,0 0 0,-1 0 0,0 1 0,1 0 0,-1-1 0,-1 1 0,1 0 0,2 6 0,26 63 0,29 105 0,-35-76 0,4 12 0,6 8 0,13 34 0,-47-154 0,0 0 0,-1 1 0,1-1 0,0 0 0,-1 0 0,0 0 0,1 1 0,-1-1 0,0 0 0,0 0 0,0 1 0,0-1 0,-1 0 0,1 0 0,-1 1 0,0 2 0,0-4 0,0 0 0,-1 1 0,1-1 0,0 0 0,0 1 0,-1-1 0,1 0 0,-1 0 0,1 0 0,-1 0 0,1 0 0,-1-1 0,1 1 0,-1 0 0,0-1 0,0 1 0,1-1 0,-1 0 0,0 0 0,0 1 0,-2-1 0,-10 0-3,1 0 0,-1-1-1,0 0 1,-15-4 0,-2 0-1346,11 2-5477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24575,'8'3'0,"3"0"0,0 0 0,13 6 0,-24-9 0,0 0 0,0 0 0,1 0 0,-1 0 0,0 0 0,0 1 0,0-1 0,1 0 0,-1 0 0,0 0 0,0 0 0,1 0 0,-1 0 0,0 0 0,0 0 0,0 1 0,0-1 0,1 0 0,-1 0 0,0 0 0,0 1 0,0-1 0,0 0 0,1 0 0,-1 0 0,0 1 0,0-1 0,0 0 0,0 0 0,0 0 0,0 1 0,0-1 0,0 0 0,0 0 0,0 1 0,0-1 0,0 0 0,0 0 0,0 1 0,0-1 0,-10 4 0,-17-2 0,6-1 0,-99-3 0,97-4-1365,14 3-5461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4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53 24575,'-22'-10'0,"-11"-3"0,-1 0 0,2 3 0,4 5 0,4 4 0,4 4 0,3 2 0,1 3 0,2-1 0,2-1-8191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43 24575,'18'-8'0,"-15"6"0,1 1 0,-1 0 0,0-1 0,0 0 0,0 0 0,0 1 0,-1-2 0,1 1 0,0 0 0,-1-1 0,3-2 0,-5 5 0,0 0 0,0 0 0,0-1 0,0 1 0,0 0 0,1 0 0,-1 0 0,0 0 0,0-1 0,0 1 0,0 0 0,0 0 0,0 0 0,0 0 0,0-1 0,0 1 0,0 0 0,0 0 0,0 0 0,0 0 0,0-1 0,0 1 0,-1 0 0,1 0 0,0 0 0,0 0 0,0-1 0,0 1 0,0 0 0,0 0 0,0 0 0,0 0 0,-1 0 0,1 0 0,0-1 0,0 1 0,-9-2 0,-9 2 0,-590 13 0,461-13 0,143 0 0,2 0 0,1-1 0,-1 1 0,0 0 0,1 0 0,-1 0 0,1 0 0,-1 1 0,0-1 0,1 0 0,-1 1 0,1-1 0,-1 1 0,1 0 0,-1-1 0,1 1 0,-2 1 0,3-2 0,0 1 0,0-1 0,0 1 0,0-1 0,1 0 0,-1 1 0,0-1 0,0 1 0,0-1 0,1 0 0,-1 1 0,0-1 0,1 0 0,-1 1 0,0-1 0,1 0 0,-1 1 0,0-1 0,1 0 0,-1 0 0,0 0 0,1 1 0,-1-1 0,1 0 0,12 7 0,-12-6 0,34 14 0,70 20 0,-50-17 0,359 124 0,-405-140 0,-1 2 0,0-1 0,-1 1 0,1 0 0,8 7 0,-15-10 0,1 0 0,-1-1 0,0 1 0,-1 0 0,1 0 0,0 0 0,0 0 0,0 0 0,0 0 0,-1 0 0,1 0 0,0 0 0,-1 0 0,1 0 0,-1 0 0,1 0 0,-1 1 0,0-1 0,1 0 0,-1 0 0,0 1 0,0-1 0,0 0 0,0 0 0,0 1 0,0-1 0,0 0 0,-1 0 0,1 1 0,0-1 0,-1 0 0,1 0 0,-1 0 0,1 1 0,-1-1 0,1 0 0,-1 0 0,0 0 0,0 0 0,1 0 0,-1 0 0,0 0 0,0-1 0,0 1 0,-2 1 0,-8 6 0,0-1 0,-1 0 0,1-1 0,-2 0 0,1-1 0,-23 6 0,4 0 0,-37 16 0,0 2 0,-74 46 0,97-49 0,19-12 0,-38 27 0,62-38 0,-18 14 0,18-16 0,1 0 0,0 0 0,0 0 0,0 1 0,0-1 0,0 0 0,0 1 0,0-1 0,1 1 0,-1-1 0,1 1 0,-2 2 0,3-4 0,-1 1 0,0 0 0,0-1 0,0 1 0,0 0 0,1-1 0,-1 1 0,0-1 0,1 1 0,-1-1 0,1 1 0,-1 0 0,0-1 0,1 1 0,-1-1 0,1 0 0,-1 1 0,1-1 0,-1 1 0,1-1 0,0 0 0,-1 1 0,1-1 0,0 0 0,-1 0 0,1 1 0,0-1 0,22 6 0,-20-6 0,35 6 0,-1-3 0,1-1 0,47-3 0,-20-1 0,-64 2-5,425 9-1355,-388-7-5466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7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24575,'0'-9'0,"0"1"0,1 14 0,8 41 0,17 45 0,-21-75 0,54 136 0,-21-66 0,-25-45-1365,-9-32-5461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7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24575,'-5'2'0,"1"-1"0,-1 1 0,0 0 0,0 0 0,1 1 0,-1-1 0,1 1 0,0 0 0,0 0 0,0 0 0,-4 5 0,7-7 0,0 0 0,0 1 0,0-1 0,0 0 0,1 1 0,-1-1 0,0 1 0,1-1 0,-1 0 0,1 1 0,-1-1 0,1 1 0,0 0 0,0-1 0,-1 1 0,1 2 0,1-3 0,-1 1 0,1 0 0,-1 0 0,1-1 0,0 1 0,0 0 0,0-1 0,0 1 0,0 0 0,0-1 0,0 1 0,0-1 0,1 0 0,-1 1 0,0-1 0,1 0 0,1 1 0,11 7 0,-1 0 0,2-2 0,-1 0 0,1 0 0,0-1 0,0-1 0,20 4 0,-6-3 0,-1-2 0,1 0 0,34-2 0,-44-1-106,20-1 337,-35 0-380,-1-1 0,0 1 0,0-1 0,0 0 0,0 0 0,0 0 0,0 0 0,0 0 0,4-2 0,1-4-6677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76 24575,'-22'-12'0,"-11"-5"0,-1 1 0,2 3 0,4 4 0,4 3 0,6 3-8191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8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59 24575,'-30'-12'0,"-13"-5"0,-1 1 0,4 6 0,7 7 0,6 4 0,7 1-8191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24575,'-3'1'0,"0"0"0,0 0 0,0 1 0,0-1 0,0 1 0,0 0 0,0 0 0,0 0 0,0 0 0,1 0 0,-1 1 0,1-1 0,0 1 0,0 0 0,0-1 0,0 1 0,0 0 0,0 0 0,1 0 0,0 0 0,-1 1 0,1-1 0,0 0 0,1 1 0,-1-1 0,1 0 0,-1 1 0,1-1 0,0 1 0,0-1 0,0 1 0,1-1 0,1 6 0,-1-3 0,1 0 0,0 1 0,0-1 0,0 0 0,1 0 0,0 0 0,0 0 0,1-1 0,-1 1 0,1-1 0,0 0 0,1 0 0,-1-1 0,1 1 0,0-1 0,0 0 0,7 4 0,-6-4 0,1-1 0,0 0 0,0 0 0,0-1 0,0 0 0,0 0 0,1-1 0,-1 1 0,1-2 0,-1 1 0,1-1 0,14-1 0,-18 0 0,0 0 0,0 0 0,0 0 0,0-1 0,0 1 0,0-1 0,0 0 0,-1 0 0,1 0 0,0 0 0,-1-1 0,0 0 0,0 1 0,1-1 0,-2 0 0,1-1 0,0 1 0,-1 0 0,1-1 0,-1 0 0,0 1 0,0-1 0,-1 0 0,3-5 0,-3 4 0,0 0 0,1-1 0,-2 1 0,1 0 0,-1-1 0,1 1 0,-2 0 0,1-1 0,0 1 0,-1 0 0,0-1 0,0 1 0,-1 0 0,-2-7 0,2 9 0,1 0 0,-1-1 0,1 1 0,-1 1 0,0-1 0,0 0 0,-1 0 0,1 1 0,-1-1 0,1 1 0,-1 0 0,0 0 0,1 0 0,-1 0 0,0 0 0,0 1 0,-1-1 0,1 1 0,0 0 0,0 0 0,-1 0 0,1 0 0,-4 0 0,-7 0-1365,2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2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36 24575,'-3'0'0,"0"0"0,0 0 0,0 1 0,0-1 0,0 1 0,0-1 0,0 1 0,0 0 0,0 0 0,0 0 0,0 1 0,1-1 0,-1 1 0,1-1 0,-1 1 0,1 0 0,-1 0 0,1 0 0,0 0 0,0 0 0,0 1 0,-2 2 0,2-1 0,0 1 0,0-1 0,0 1 0,1-1 0,-1 1 0,1 0 0,0-1 0,1 1 0,-1 0 0,1 0 0,0 0 0,0-1 0,1 7 0,3 18 0,2 0 0,11 32 0,-17-58 0,10 24 0,-10-26 0,1 1 0,0-1 0,0 1 0,-1 0 0,1-1 0,0 0 0,0 1 0,0-1 0,1 1 0,-1-1 0,0 0 0,2 1 0,-3-3 0,1 0 0,-1 0 0,0 0 0,0 0 0,0 0 0,0-1 0,0 1 0,0 0 0,0 0 0,0 0 0,0 0 0,0-1 0,-1 0 0,-7-26 0,-1 1 0,-2 0 0,-22-41 0,-2-5 0,24 44 0,11 27 0,-1-1 0,1 1 0,-1 0 0,1 0 0,0 0 0,0 0 0,0-1 0,0 1 0,0 0 0,1 0 0,0-4 0,-1 5 0,1 1 0,-1-1 0,1 1 0,-1-1 0,0 1 0,1-1 0,-1 1 0,1 0 0,0-1 0,-1 1 0,1-1 0,-1 1 0,1 0 0,-1 0 0,1-1 0,0 1 0,-1 0 0,1 0 0,0 0 0,-1 0 0,1 0 0,0 0 0,-1 0 0,1 0 0,0 0 0,-1 0 0,1 0 0,0 0 0,-1 0 0,1 0 0,0 1 0,-1-1 0,1 0 0,0 1 0,26 12 0,-23-10 0,44 26 0,58 48 0,-7-4 0,-75-58 0,0-1 0,35 16 0,-47-25 0,-1-1 0,17 4 0,-24-7 0,0 0 0,0-1 0,0 1 0,0-1 0,1 0 0,-1 0 0,0 0 0,0-1 0,0 1 0,7-3 0,-9 2 0,0 0 0,0 0 0,0-1 0,0 1 0,0 0 0,-1-1 0,1 0 0,0 1 0,-1-1 0,1 0 0,-1 0 0,0 0 0,0 0 0,1 0 0,-1 0 0,-1 0 0,1 0 0,0 0 0,0-1 0,-1 1 0,1 0 0,-1-1 0,0 1 0,0 0 0,0-5 0,0-2 0,-1-1 0,0 1 0,0 0 0,-1 0 0,-3-10 0,-21-54 120,22 63-368,-1 0 1,0 1-1,-1 0 1,0 0-1,-8-10 1,3 8-6579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352 106 24575,'-93'-58'0,"77"49"0,0 1 0,-1 1 0,0 0 0,-19-4 0,29 9 0,1 1 0,-1 0 0,0 0 0,0 1 0,0 0 0,1 0 0,-1 0 0,0 1 0,-11 2 0,14-2 0,0 1 0,0 0 0,0-1 0,0 1 0,0 0 0,0 1 0,1-1 0,-1 1 0,1-1 0,0 1 0,-1 0 0,1 1 0,1-1 0,-1 0 0,0 1 0,-2 4 0,3-4 0,0 0 0,0 0 0,0 0 0,0 1 0,0-1 0,1 1 0,0-1 0,0 1 0,0-1 0,1 1 0,-1 6 0,2-8 0,-1 0 0,1 1 0,0-1 0,0 0 0,0 0 0,0 0 0,0 0 0,1 0 0,-1 0 0,1 0 0,0 0 0,0 0 0,0-1 0,0 1 0,0-1 0,5 4 0,2 1 0,0 0 0,1 0 0,-1-1 0,1-1 0,1 0 0,-1 0 0,1-1 0,15 4 0,-17-5 0,0-1 0,0-1 0,0 0 0,0 0 0,0-1 0,1 0 0,-1 0 0,0-1 0,0 0 0,16-5 0,-21 5 0,-1 0 0,0 0 0,0 0 0,0-1 0,0 1 0,-1-1 0,1 0 0,0 0 0,-1 0 0,1 0 0,-1-1 0,0 1 0,0-1 0,0 1 0,0-1 0,0 0 0,0 0 0,-1 1 0,1-1 0,-1 0 0,0-1 0,2-5 0,-3 4 0,1 0 0,0 0 0,-1 0 0,0 0 0,-1 0 0,1 0 0,-1 1 0,1-1 0,-2 0 0,1 0 0,0 0 0,-1 1 0,0-1 0,-4-6 0,0 3 0,3 14 0,6 15 0,3-4 0,1 0 0,0 0 0,1-1 0,13 18 0,46 57 0,-58-83-1365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24575,'0'12'0,"-1"8"0,1 0 0,1-1 0,1 1 0,1-1 0,0 0 0,9 28 0,46 93 0,0 0 0,-54-129 0,-1 0 0,3 12 0,-5-19 0,-1-1 0,1 1 0,-1-1 0,0 1 0,0-1 0,0 1 0,-1-1 0,1 0 0,-1 1 0,-2 6 0,3-9-85,-1 0 0,0 0-1,1 0 1,-1 0 0,0 0-1,0 0 1,1 0 0,-1 0-1,0-1 1,0 1 0,0 0-1,0-1 1,0 1 0,0 0-1,-2 0 1,-6 2-6741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24575,'-21'7'0,"13"-5"0,0 0 0,0 1 0,1 0 0,-13 7 0,17-9 0,1 1 0,0 0 0,-1 0 0,1 0 0,0 0 0,0 0 0,1 1 0,-1-1 0,0 1 0,1-1 0,-1 1 0,1-1 0,0 1 0,0 0 0,0 0 0,0-1 0,0 5 0,0-5 0,1 1 0,-1-1 0,1 0 0,0 1 0,0-1 0,0 1 0,0-1 0,1 0 0,-1 1 0,0-1 0,1 0 0,0 1 0,0-1 0,-1 0 0,1 0 0,0 0 0,1 0 0,-1 0 0,0 0 0,1 0 0,-1 0 0,1 0 0,2 2 0,0-1 0,-1-1 0,1 0 0,0 0 0,-1 0 0,1 0 0,0 0 0,0-1 0,1 0 0,-1 0 0,0 0 0,0 0 0,6 0 0,210 23 0,-91-8 0,-110-14-1365,-4-1-5461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24575,'2'12'0,"0"0"0,1 0 0,0 0 0,0-1 0,2 0 0,-1 0 0,2 0 0,-1 0 0,1-1 0,1 0 0,0 0 0,0 0 0,1-1 0,0 0 0,1-1 0,0 0 0,14 10 0,-14-12 0,1 0 0,0 0 0,0-1 0,1-1 0,-1 0 0,1 0 0,0-1 0,13 2 0,-20-4 0,1-1 0,0 0 0,0 0 0,-1 0 0,1 0 0,0-1 0,-1 0 0,1 0 0,7-2 0,-9 1 0,0 1 0,0-1 0,0 1 0,0-1 0,0 0 0,-1 0 0,1 0 0,-1-1 0,0 1 0,1 0 0,-1-1 0,0 0 0,0 1 0,-1-1 0,3-4 0,-2 2 0,0-1 0,0 0 0,0 1 0,-1-1 0,0 0 0,0 0 0,0-11 0,-4-44 0,1 34 0,5 62 0,0 0 0,3-1 0,13 48 0,6-4 0,22 77 0,-41-132 0,-2 1 0,-1 0 0,0 1 0,-2 38 0,-1-61 0,0 1 0,-1 0 0,1 0 0,0-1 0,-1 1 0,0 0 0,0 0 0,0-1 0,0 1 0,0-1 0,0 1 0,-1-1 0,1 0 0,-4 4 0,4-5 0,-1 0 0,1 0 0,0 0 0,-1 0 0,1 0 0,0-1 0,-1 1 0,1-1 0,-1 1 0,1-1 0,-1 0 0,1 1 0,-1-1 0,0 0 0,1 0 0,-1 0 0,1 0 0,-1 0 0,0 0 0,1-1 0,-1 1 0,1-1 0,-1 1 0,1-1 0,-1 1 0,1-1 0,-2-1 0,-7-3 0,0-2 0,0 1 0,1-2 0,0 1 0,0-1 0,1 0 0,0-1 0,1 0 0,-1 0 0,2-1 0,-9-15 0,13 21 10,0-1 0,0 0 0,0 0 0,1 0 0,0 0 0,0 0 0,0 0 0,0 0 0,1 0 0,0-1 0,1-4 0,-1 6-93,0 1 1,1 0-1,0 0 1,0-1-1,0 1 1,0 0-1,0 0 1,1 0-1,0 0 1,-1 0-1,1 0 1,0 0-1,0 1 1,0-1-1,1 1 1,-1-1-1,5-2 1,4-2-6744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16 24575,'-299'-15'0,"296"14"0,1 1 0,-1 1 0,0-1 0,1 0 0,-1 1 0,1-1 0,-1 1 0,1 0 0,-3 0 0,4 0 0,1-1 0,-1 1 0,1-1 0,-1 1 0,1-1 0,-1 1 0,1 0 0,-1-1 0,1 1 0,-1 0 0,1-1 0,0 1 0,-1 0 0,1-1 0,0 1 0,0 0 0,0-1 0,0 1 0,-1 0 0,1 0 0,0-1 0,0 1 0,0 0 0,0 0 0,1-1 0,-1 1 0,0 0 0,0 0 0,0-1 0,1 1 0,-1 0 0,0-1 0,0 1 0,1 0 0,0 0 0,10 21 0,2 0 0,15 20 0,-15-22 0,0 0 0,15 32 0,-13-15 0,-2 1 0,-2 0 0,-1 1 0,7 56 0,-9-14 0,-5-41 0,2 0 0,15 56 0,-20-94 0,1 0 0,0-1 0,0 1 0,0 0 0,0 0 0,0-1 0,0 1 0,0-1 0,0 1 0,1-1 0,-1 0 0,0 1 0,1-1 0,0 0 0,-1 0 0,1 0 0,-1 0 0,1 0 0,0 0 0,0 0 0,0-1 0,0 1 0,-1-1 0,1 1 0,3-1 0,5 1 0,0 0 0,1-1 0,18-3 0,-5 1 0,30 2 0,26-1 0,-77 1-151,-1-1-1,1 1 0,0-1 0,-1 1 1,1-1-1,-1 0 0,1 0 1,2-2-1,5-3-6674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24575,'0'8'0,"1"-1"0,0 1 0,1-1 0,0 0 0,0 0 0,0 1 0,1-1 0,0-1 0,1 1 0,0 0 0,0-1 0,6 8 0,-2-3 0,1-1 0,0 0 0,0-1 0,1 0 0,0-1 0,15 9 0,-22-14 0,1-1 0,-1-1 0,1 1 0,-1-1 0,1 1 0,-1-1 0,1 0 0,0 0 0,-1 0 0,1-1 0,0 1 0,0-1 0,7-1 0,-9 1 0,0 0 0,0-1 0,0 0 0,0 0 0,0 0 0,0 1 0,0-2 0,0 1 0,0 0 0,0 0 0,0-1 0,-1 1 0,1-1 0,-1 1 0,1-1 0,-1 0 0,1 1 0,-1-1 0,0 0 0,0 0 0,0 0 0,0 0 0,0 0 0,-1 0 0,2-3 0,-1-2 0,1 0 0,-1 0 0,-1-1 0,1 1 0,-2-11 0,1 11 0,0-1 0,0 1 0,1-1 0,1-10 0,-2 18 0,1-1 0,-1 1 0,0 0 0,0-1 0,0 1 0,0-1 0,0 1 0,1-1 0,-1 1 0,0 0 0,0-1 0,1 1 0,-1 0 0,0-1 0,0 1 0,1 0 0,-1-1 0,0 1 0,1 0 0,-1 0 0,0-1 0,1 1 0,-1 0 0,1 0 0,-1 0 0,0-1 0,1 1 0,-1 0 0,1 0 0,-1 0 0,1 0 0,-1 0 0,1 0 0,-1 0 0,0 0 0,1 0 0,-1 0 0,1 0 0,-1 0 0,1 0 0,-1 1 0,0-1 0,1 0 0,-1 0 0,1 0 0,-1 1 0,0-1 0,1 0 0,-1 0 0,0 1 0,1-1 0,-1 1 0,23 20 0,-18-16 0,23 23 0,-5-5 0,0-2 0,30 21 0,-44-36-1365,0-3-5461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27 24575,'-15'-5'0,"-8"-1"0,-5-1 0,1 2 0,1 1 0,1 5 0,1 1 0,3 3 0,5 1-8191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24575,'3'23'0,"0"12"0,3 8 0,2 1 0,1-1 0,0-1 0,2-2 0,-1-3 0,0-3 0,-2-2 0,1-2 0,-2 0 0,1-1 0,-1-3 0,-2-3 0,-1-3 0,-2-2 0,-1-5-8191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5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24575,'-8'0'0,"-1"1"0,0 0 0,1 0 0,-1 1 0,1 0 0,-11 5 0,16-6 0,0 0 0,1 0 0,-1 0 0,0 0 0,1 1 0,-1 0 0,0-1 0,1 1 0,0 0 0,-1 0 0,1 0 0,0 1 0,0-1 0,0 0 0,1 1 0,-1-1 0,0 1 0,1 0 0,0-1 0,-2 7 0,2-7 0,1 0 0,0 1 0,0-1 0,1 1 0,-1-1 0,0 1 0,1-1 0,-1 1 0,1-1 0,0 0 0,0 0 0,0 1 0,0-1 0,0 0 0,1 0 0,-1 0 0,1 0 0,-1 0 0,1 0 0,0 0 0,-1-1 0,5 4 0,2 0 0,0 1 0,0-1 0,0 0 0,13 5 0,-5-4 0,0-1 0,0 0 0,1-1 0,23 3 0,68-1 0,-100-6-119,-2 0-130,0 0 0,0 0 0,0 0-1,10-3 1,-7 0-6577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3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24575,'11'-16'0,"28"-28"0,-35 39 0,1 0 0,0 1 0,0 0 0,1 0 0,-1 1 0,1-1 0,0 1 0,0 0 0,11-3 0,-14 6 0,1-1 0,-1 1 0,1 0 0,-1 0 0,1 0 0,-1 0 0,0 1 0,1 0 0,-1-1 0,1 1 0,-1 0 0,0 1 0,0-1 0,0 0 0,6 5 0,4 2 0,0 1 0,14 13 0,-17-13 0,3 2 0,-1 0 0,17 20 0,-24-25 0,-1-1 0,0 1 0,-1 0 0,1 1 0,-1-1 0,0 0 0,-1 1 0,4 11 0,0 25 0,-1-1 0,-2 0 0,-4 56 0,5 69 0,-1-146 0,1 0 0,1 0 0,0 0 0,2-1 0,0 1 0,2-1 0,17 30 0,-23-45 0,-1 0 0,1 0 0,-1 0 0,0 0 0,0 1 0,0-1 0,-1 1 0,1 5 0,-2-9 0,0 0 0,0-1 0,0 1 0,0 0 0,0 0 0,0 0 0,-1-1 0,1 1 0,-1 0 0,1 0 0,-1-1 0,0 1 0,0-1 0,0 1 0,0 0 0,0-1 0,0 0 0,0 1 0,0-1 0,0 0 0,-1 1 0,1-1 0,-1 0 0,1 0 0,-1 0 0,1 0 0,-1 0 0,-2 1 0,-11 3-62,-1 0-1,1-1 0,-22 3 1,18-3-1053,-2 0-5711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31 133 24575,'0'-16'0,"-1"0"0,-1 0 0,0 0 0,-1 0 0,0 0 0,-7-16 0,7 28 0,1 4 0,-1 12 0,2 18 0,6 186 0,0-159 0,20 100 0,-7-83 0,44 237 0,-61-299 0,0 0 0,-2 17 0,1-24 0,-1 0 0,1 0 0,-1 0 0,-1 0 0,1 0 0,-1 0 0,0-1 0,-2 6 0,4-9-72,-1 0 1,1-1-1,-1 1 0,1 0 0,-1 0 0,0-1 0,1 1 0,-1-1 1,0 1-1,1-1 0,-1 1 0,0-1 0,1 1 0,-1-1 0,0 1 1,0-1-1,0 0 0,-1 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10 305 24575,'-8'-135'0,"7"133"0,1-1 0,0 1 0,0-1 0,0 1 0,0 0 0,1-1 0,-1 1 0,1-1 0,-1 1 0,1 0 0,0 0 0,0-1 0,0 1 0,0 0 0,0 0 0,1 0 0,-1 0 0,1 0 0,-1 0 0,1 0 0,-1 1 0,1-1 0,0 0 0,0 1 0,0 0 0,3-2 0,5-2 0,0 1 0,0 0 0,0 1 0,19-4 0,0 0 0,30-9 0,119-15 0,65 11 0,-214 18 0,481-4 0,-309 7 0,-195-1-73,19 1-358,0-2 1,26-5-1,-34 3-6395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4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24575,'2'0'0,"-1"1"0,0-1 0,1 0 0,-1 1 0,1-1 0,-1 1 0,0 0 0,1-1 0,-1 1 0,0 0 0,0 0 0,0 0 0,1 0 0,-1 0 0,0 0 0,0 0 0,-1 0 0,1 0 0,1 2 0,16 30 0,-12-22 0,6 14 0,-1 1 0,-2 0 0,0 0 0,-2 1 0,0 1 0,4 53 0,-6 173 0,-7-154 0,8 90 0,-2-143 0,21 93 0,-21-123-151,-1 0-1,-1 0 0,0 0 0,-1 0 1,-1 0-1,0 0 0,-2 0 1,-4 27-1,2-31-6674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2013 15 24575,'-50'-4'0,"-27"-3"0,-90 3 0,146 7 0,0 0 0,1 1 0,-29 10 0,-13 3 0,-5-5-53,-113 6-1,-69-13-422,220-5 473,-447-24 3,23 1 0,447 23-58,-3 0 98,0 0-1,0 1 1,-13 2 0,20-3-77,0 0 0,0 1 1,1-1-1,-1 1 0,0 0 1,1-1-1,-1 1 0,0 0 1,1 0-1,-1 0 0,1 0 1,0 0-1,-1 0 0,1 1 1,0-1-1,-1 0 1,1 1-1,0-1 0,0 1 1,0-1-1,0 1 0,1-1 1,-2 4-1,0 5-6789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91 224 24575,'-5'16'0,"2"0"0,0 0 0,1 0 0,0 0 0,1 0 0,1 0 0,1 0 0,0 1 0,1-1 0,1 0 0,0-1 0,1 1 0,1 0 0,0-1 0,15 28 0,-11-24 0,-7-13 0,0 0 0,0-1 0,1 0 0,0 1 0,0-1 0,5 6 0,-7-18 0,-3-3 0,-12-31 0,-24-45 0,20 46 0,-16-49 0,27 65 0,-22-79 0,26 86 0,0 0 0,1 0 0,1 0 0,0-21 0,1 35 0,1 0 0,-1 1 0,0-1 0,1 1 0,-1-1 0,1 1 0,0-1 0,0 1 0,0-1 0,0 1 0,0 0 0,0-1 0,1 1 0,-1 0 0,1 0 0,0 0 0,-1 0 0,1 0 0,0 0 0,0 1 0,0-1 0,0 1 0,1-1 0,-1 1 0,0 0 0,1 0 0,-1 0 0,1 0 0,-1 0 0,1 0 0,-1 1 0,4-1 0,2 0 0,0 1 0,-1 0 0,1 0 0,0 1 0,0 0 0,0 0 0,-1 1 0,1 0 0,13 5 0,7 6 0,-1 1 0,0 1 0,36 26 0,-22-10 0,46 45 0,-73-62 0,-1 0 0,0 1 0,0 0 0,-2 1 0,0 0 0,17 34 0,-25-43 0,0 1 0,0-1 0,-1 1 0,0 0 0,0-1 0,-1 1 0,0 0 0,0 0 0,-1 0 0,0 0 0,0 0 0,-1 0 0,0 0 0,0 0 0,-1 0 0,0-1 0,-1 1 0,1-1 0,-8 13 0,5-11 0,-1 0 0,-1 0 0,0-1 0,0 0 0,0 0 0,-1-1 0,0 0 0,-1-1 0,1 1 0,-1-2 0,0 1 0,-1-1 0,0 0 0,1-1 0,-1-1 0,-11 4 0,-18 2 0,0-1 0,-77 5 0,82-10 0,-29 2-1365,40-2-5461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6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37 24575,'-1'-20'0,"1"19"0,0 0 0,0 0 0,0 0 0,0 0 0,-1 1 0,1-1 0,0 0 0,0 0 0,-1 0 0,1 0 0,0 1 0,-1-1 0,1 0 0,-1 0 0,1 1 0,-1-1 0,0 0 0,1 1 0,-2-2 0,2 2 0,-1 0 0,1 0 0,-1 1 0,1-1 0,-1 0 0,1 0 0,0 0 0,-1 0 0,1 0 0,-1 1 0,1-1 0,-1 0 0,1 0 0,0 1 0,-1-1 0,1 0 0,0 1 0,-1-1 0,1 0 0,0 1 0,0-1 0,-1 1 0,1-1 0,0 0 0,0 1 0,-1 0 0,-5 13 0,5-13 0,-3 12 0,0 1 0,0 1 0,1-1 0,1 0 0,0 1 0,1 19 0,8 88 0,7-39 0,44 153 0,-1-14 0,-31-64 0,-23-121 0,-1 0 0,-3 49 0,1-80 0,-1 0 0,0 0 0,0 0 0,0-1 0,-1 1 0,0 0 0,-3 6 0,5-12 0,0 0 0,0 0 0,0 0 0,0 0 0,0 0 0,0 1 0,-1-1 0,1 0 0,0 0 0,0 0 0,0 0 0,0 0 0,0 0 0,-1 0 0,1 0 0,0 0 0,0 0 0,0 0 0,0 0 0,0 0 0,-1 0 0,1 0 0,0 0 0,0 0 0,0 0 0,0 0 0,0 0 0,-1 0 0,1 0 0,0-1 0,0 1 0,0 0 0,0 0 0,0 0 0,0 0 0,0 0 0,-1 0 0,1 0 0,0 0 0,0-1 0,0 1 0,0 0 0,0 0 0,0 0 0,0 0 0,0 0 0,0 0 0,0-1 0,0 1 0,0 0 0,-5-8 0,5 7 0,-25-65-1365,19 48-5461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7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17 199 24575,'-4'-10'0,"1"0"0,0 0 0,1 0 0,0-1 0,0-14 0,2 22 0,0 1 0,0 0 0,0-1 0,0 1 0,1 0 0,-1 0 0,1 0 0,-1-1 0,1 1 0,0 0 0,0 0 0,0 0 0,0 0 0,1 0 0,-1 0 0,0 1 0,1-1 0,-1 0 0,1 1 0,0-1 0,-1 1 0,1-1 0,0 1 0,0 0 0,0 0 0,0 0 0,0 0 0,0 0 0,0 0 0,0 0 0,4 0 0,46-10 0,1 2 0,78-3 0,109 11 0,-120 3 0,13-1 0,298-12 0,-272-8 0,-142 15-1365,-3 0-5461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1355 36 24575,'2'-3'0,"0"1"0,0-1 0,-1 1 0,1-1 0,1 1 0,-1 0 0,0 0 0,0 0 0,1 0 0,0 1 0,-1-1 0,1 0 0,0 1 0,-1 0 0,1 0 0,0 0 0,0 0 0,0 0 0,0 0 0,0 1 0,0 0 0,6-1 0,-4 2 0,1 0 0,0 0 0,0 1 0,0-1 0,-1 1 0,1 0 0,-1 1 0,1 0 0,-1-1 0,9 8 0,15 13 0,50 48 0,-77-69 0,-1-1 0,0 1 0,0-1 0,0 1 0,0-1 0,0 1 0,0-1 0,0 1 0,-1 0 0,1 0 0,-1-1 0,1 1 0,-1 0 0,0 0 0,1 0 0,-1-1 0,0 4 0,-1 2 0,0 0 0,0-1 0,-4 11 0,-1 10 0,2 11 0,1 0 0,4 51 0,15 77 0,84 383 0,-94-524 0,0-1 0,-2 1 0,-1 1 0,-2-1 0,0 0 0,-3 34 0,-1-46 0,0 3 0,3-15 0,0-1 0,0 1 0,1 0 0,-1-1 0,0 1 0,0 0 0,1-1 0,-1 1 0,0 0 0,1-1 0,-1 1 0,0-1 0,1 1 0,-1-1 0,1 1 0,-1-1 0,1 1 0,-1-1 0,1 1 0,0-1 0,-1 0 0,2 1 0,-1-1 0,-1 1 0,1-1 0,0 1 0,0-1 0,0 1 0,0-1 0,-1 1 0,1-1 0,0 1 0,-1 0 0,1-1 0,0 1 0,-1 0 0,1 0 0,-1-1 0,1 1 0,-1 0 0,1 0 0,-1 0 0,0 0 0,1-1 0,-1 1 0,0 2 0,0-2 0,0 0 0,-1 0 0,1 0 0,0 0 0,-1 0 0,1 0 0,-1-1 0,0 1 0,1 0 0,-1 0 0,0 0 0,1-1 0,-1 1 0,0 0 0,0-1 0,0 1 0,0-1 0,0 1 0,1-1 0,-1 1 0,0-1 0,0 0 0,-1 1 0,-23 7 0,-1-1 0,-28 5 0,12-3 0,-36 6 1,-116 8 0,-80-13-9,89-4-90,-414 2-426,372-22-213,205 13-6089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24575,'-5'25'0,"-1"11"0,2 1 0,2 1 0,2-5 0,2-5 0,2-5 0,0-4 0,2-2 0,-1-2 0,0-1 0,-2 0 0,0-3-8191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8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24575,'26'-16'0,"0"2"0,2 1 0,51-18 0,-69 28 0,0 1 0,0 0 0,-1 0 0,1 1 0,0 0 0,0 1 0,0 0 0,0 1 0,0 0 0,0 0 0,0 1 0,0 1 0,0-1 0,-1 1 0,13 6 0,-10-3 0,-1 1 0,1 0 0,-1 0 0,-1 1 0,1 1 0,-1 0 0,-1 0 0,1 1 0,-2 0 0,1 0 0,-2 1 0,1 0 0,-1 1 0,-1 0 0,0 0 0,-1 0 0,0 1 0,-1-1 0,0 1 0,-1 0 0,-1 0 0,0 0 0,0 1 0,-2-1 0,1 0 0,-2 1 0,0-1 0,-5 25 0,4-28 0,-1 0 0,0 0 0,-1 0 0,0 0 0,0-1 0,-1 0 0,0 0 0,-1 0 0,0 0 0,0-1 0,-1 0 0,0 0 0,0-1 0,-1 0 0,0 0 0,0-1 0,0 0 0,-1-1 0,0 1 0,0-2 0,-13 6 0,5-4 30,-1-1 0,0 0 0,-37 4 0,-55-3-1515,79-6-5341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4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2401 1 24575,'-1'0'0,"1"1"0,0 0 0,-1-1 0,1 1 0,0 0 0,-1-1 0,1 1 0,-1-1 0,1 1 0,-1 0 0,1-1 0,-1 0 0,0 1 0,1-1 0,-1 1 0,0-1 0,1 0 0,-1 1 0,-1-1 0,-18 8 0,15-6 0,-8 2 0,0-1 0,0-1 0,0 0 0,-26 1 0,3-1 0,-214 8 0,85-6 0,-224 4-426,27-1 42,-280 2 384,461-2 408,3 1-6,128-8-1767,31 0-5461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 24575,'0'0'0,"0"0"0,-1-1 0,1 1 0,0 0 0,-1-1 0,1 1 0,-1 0 0,1-1 0,-1 1 0,1 0 0,0 0 0,-1 0 0,1-1 0,-1 1 0,1 0 0,-1 0 0,1 0 0,-1 0 0,1 0 0,-1 0 0,1 0 0,-1 0 0,1 0 0,-1 0 0,1 0 0,-1 1 0,1-1 0,-1 0 0,1 0 0,-1 0 0,1 0 0,-1 1 0,1-1 0,0 0 0,-1 1 0,1-1 0,-1 0 0,1 1 0,0-1 0,-1 0 0,1 1 0,0-1 0,-1 1 0,1-1 0,0 1 0,0-1 0,0 0 0,-1 1 0,1-1 0,0 2 0,-2 1 0,1 0 0,0 1 0,0-1 0,0 1 0,-1 5 0,2 3 0,0 1 0,1 0 0,1-1 0,0 1 0,0-1 0,1 1 0,6 13 0,-1 2 0,9 23 0,-11-34 0,0 0 0,-1 0 0,4 34 0,-9-36-1365,-2-3-5461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32 24575,'-25'-5'0,"-13"-2"0,-4 1 0,5 0 0,4 3 0,7 0 0,4 2 0,4 1 0,2 0 0,4 0-8191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76 382 24575,'-14'-16'0,"2"-1"0,-12-19 0,21 30 0,-1-1 0,0-1 0,1 1 0,1 0 0,-1-1 0,1 1 0,1-1 0,-2-12 0,3 15 0,0 0 0,1 0 0,-1 1 0,1-1 0,0 0 0,1 1 0,-1-1 0,1 1 0,0 0 0,3-6 0,5-7 0,14-18 0,-9 15 0,-9 12 0,0-1 0,1 1 0,1 1 0,-1 0 0,1 0 0,0 0 0,1 1 0,0 0 0,0 1 0,0 0 0,0 0 0,1 1 0,0 0 0,13-3 0,-7 3 0,-1 1 0,1 1 0,0 0 0,0 1 0,0 1 0,0 1 0,-1 0 0,30 6 0,-4 2 0,0 2 0,41 17 0,-61-19 0,-1 0 0,-1 2 0,1 0 0,-2 1 0,30 24 0,-39-28 0,1 1 0,0 0 0,0 1 0,12 15 0,-5 0 0,19 34 0,-30-47 0,-1 0 0,0 0 0,-1 0 0,0 1 0,3 19 0,-5-23 0,3 21 0,-1 0 0,-1 1 0,-2 45 0,-2-67 0,1-1 0,-2 0 0,1 0 0,-1 0 0,0 0 0,-1-1 0,1 1 0,-2-1 0,1 1 0,-1-1 0,0 0 0,-1 0 0,1-1 0,-1 1 0,-1-1 0,1 0 0,-1 0 0,-9 6 0,1-2 0,-1-1 0,0 0 0,0-1 0,0-1 0,-1-1 0,-1 0 0,-17 4 0,7-5 0,0 0 0,0-2 0,-48-1 0,47-3 0,0-1 0,0-1 0,-45-11 0,53 8 0,0 0 0,1-2 0,0 0 0,0-1 0,-30-19 0,44 24 2,0 1 1,0-2-1,0 1 0,1 0 0,-1-1 1,1 0-1,0 0 0,1 0 0,-1-1 0,1 1 1,0-1-1,0 0 0,1 1 0,0-1 0,0 0 1,0-1-1,0 1 0,0-9 0,1-7-45,1 0 0,0 1 0,2-1 0,4-22 0,2-27-1149,-7 55-5634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2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2080 1 24575,'0'1'0,"-1"-1"0,1 1 0,0-1 0,0 1 0,-1 0 0,1-1 0,0 1 0,-1-1 0,1 1 0,-1-1 0,1 1 0,-1-1 0,1 0 0,-1 1 0,1-1 0,-1 1 0,1-1 0,-1 0 0,1 0 0,-1 1 0,0-1 0,1 0 0,-1 0 0,1 1 0,-1-1 0,0 0 0,1 0 0,-2 0 0,-18 2 0,2-3 0,-31-5 0,-10 0 0,-351 13 37,114 1-982,-96 0 945,-29-1 0,313-6-13,-138-3-31,211-3-1160,25 1-4818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30 24575,'-7'-5'0,"6"2"0,15-2 0,21 3 0,-35 2 0,100-7 0,-2 0 0,93 14 0,-39 0 0,408-6 69,-284-1-1503,-257 0-5392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4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300 184 24575,'-68'-48'0,"31"21"0,-66-36 0,71 44 0,-13-5 0,45 24 0,-1 0 0,1-1 0,0 1 0,-1 0 0,1 0 0,-1-1 0,1 1 0,-1 0 0,1 0 0,0 0 0,-1 0 0,1 0 0,-1 0 0,1 0 0,-1 0 0,1 0 0,-1 0 0,1 0 0,-1 0 0,1 0 0,-1 0 0,1 0 0,0 0 0,-1 0 0,1 1 0,-1-1 0,1 0 0,-1 1 0,1-1 0,-1 1 0,1 0 0,0 0 0,0-1 0,0 1 0,0 0 0,0-1 0,0 1 0,0 0 0,0-1 0,0 1 0,0 0 0,0-1 0,1 1 0,-1 0 0,1 0 0,14 30 0,-14-30 0,3 6 0,0-1 0,1 0 0,0 0 0,0-1 0,0 1 0,11 7 0,39 23 0,-43-30 0,-2 0 0,1 1 0,-1 1 0,0 0 0,0 0 0,-1 0 0,11 14 0,-19-20 0,1-1 0,-1 1 0,0 0 0,0 0 0,0 0 0,0 0 0,0 0 0,0 0 0,-1 1 0,1-1 0,-1 0 0,1 0 0,-1 0 0,0 1 0,0-1 0,0 0 0,0 0 0,-1 5 0,0-5 0,0 0 0,0 1 0,0-1 0,0 0 0,-1 0 0,1 0 0,-1 0 0,1 0 0,-1 0 0,0 0 0,1-1 0,-1 1 0,0 0 0,0-1 0,0 0 0,-5 3 0,-3 0-47,-1 1 1,0-2-1,0 0 0,-22 4 0,14-3-1084,-2 0-5695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590 114 24575,'4'3'0,"0"1"0,0-1 0,0 1 0,3 4 0,-6-7 0,-1-1 0,1 0 0,-1 1 0,0-1 0,1 1 0,-1-1 0,0 1 0,0-1 0,1 0 0,-1 1 0,0-1 0,0 1 0,0-1 0,1 1 0,-1-1 0,0 1 0,0-1 0,0 1 0,0-1 0,0 1 0,0 0 0,0-1 0,0 1 0,0-1 0,0 1 0,-1-1 0,1 1 0,0-1 0,0 1 0,0-1 0,-1 1 0,1-1 0,0 0 0,-1 1 0,1-1 0,0 1 0,-1-1 0,1 0 0,0 1 0,-1-1 0,1 0 0,-1 1 0,1-1 0,0 0 0,-1 0 0,1 1 0,-1-1 0,1 0 0,-1 0 0,1 0 0,-1 0 0,1 1 0,-1-1 0,1 0 0,-1 0 0,-1 0 0,-10 2 0,0-1 0,-1 0 0,1 0 0,-22-3 0,-52-9 0,72 8 0,-42-7 0,1-3 0,-1-3 0,2-2 0,1-2 0,-66-35 0,97 43 0,17 10 0,15 7 0,22 12 0,298 173 0,-317-182 0,33 24 0,-42-29 0,0 0 0,0 0 0,-1 1 0,0-1 0,1 1 0,-1 0 0,-1 0 0,5 8 0,-6-11 0,-1 0 0,1 0 0,-1 1 0,1-1 0,-1 0 0,0 0 0,0 0 0,0 0 0,0 0 0,0 0 0,0 1 0,0-1 0,0 0 0,0 0 0,0 0 0,0 0 0,-1 0 0,1 0 0,0 1 0,-1-1 0,1 0 0,-1 0 0,0 1 0,-1-1 0,1 1 0,-1 0 0,0-1 0,0 1 0,0-1 0,0 1 0,0-1 0,0 0 0,0 0 0,-4 1 0,-4 2 0,1-2 0,-1 1 0,0-2 0,-12 2 0,-62 8-1365,69-9-5461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21 104 24575,'-1'0'0,"0"0"0,0-1 0,-1 1 0,1 0 0,0-1 0,0 1 0,0-1 0,0 0 0,0 1 0,0-1 0,0 0 0,0 0 0,0 0 0,0 0 0,0 0 0,1 0 0,-1 0 0,0 0 0,0-1 0,1 2 0,0-1 0,0 1 0,0 0 0,0-1 0,0 1 0,0 0 0,0 0 0,0-1 0,0 1 0,0 0 0,0-1 0,0 1 0,1 0 0,-1-1 0,0 1 0,0 0 0,0-1 0,0 1 0,1 0 0,-1 0 0,0-1 0,0 1 0,1 0 0,-1 0 0,0-1 0,16-4 0,43 1 0,-8 1 0,98-16 0,161-18 0,1 24 0,-268 14-341,-1 1 0,0 3-1,65 14 1,-85-12-6485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8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428 193 24575,'-9'-5'0,"0"-1"0,0-1 0,0 0 0,1 0 0,0-1 0,1 0 0,0 0 0,0-1 0,-7-11 0,7 9 0,-1 1 0,0-1 0,-1 1 0,0 1 0,-17-14 0,19 19 0,0 0 0,1 1 0,-1 0 0,0 0 0,-1 0 0,-11-2 0,3 2 0,0 1 0,-18-1 0,29 3 0,-1 1 0,1-1 0,0 1 0,0 1 0,0-1 0,0 1 0,0-1 0,1 1 0,-1 1 0,0-1 0,1 1 0,0 0 0,-1 0 0,1 0 0,0 0 0,1 1 0,-1-1 0,1 1 0,-4 5 0,0 0 0,0 0 0,1 1 0,0-1 0,1 2 0,0-1 0,1 0 0,-6 20 0,9-26 0,0 0 0,1-1 0,-1 1 0,1 0 0,0 0 0,0-1 0,0 1 0,0 0 0,1 0 0,-1-1 0,1 1 0,0 0 0,0-1 0,1 1 0,2 4 0,-2-4 0,1 0 0,-1 0 0,1-1 0,1 1 0,-1-1 0,0 0 0,1 0 0,-1 0 0,1 0 0,0 0 0,0-1 0,5 3 0,8 2 0,1 1 0,0-2 0,0-1 0,1 0 0,0-1 0,-1-1 0,1 0 0,0-2 0,1 0 0,33-4 0,-50 3 0,0-1 0,0 0 0,-1 0 0,1 0 0,0 0 0,-1 0 0,1 0 0,0-1 0,-1 1 0,1-1 0,-1 0 0,0 0 0,0 0 0,0 0 0,0 0 0,0 0 0,0 0 0,0-1 0,-1 1 0,1-1 0,-1 1 0,0-1 0,1 0 0,-1 1 0,-1-1 0,1 0 0,1-4 0,-1 1 0,0 0 0,0 0 0,-1 0 0,0 0 0,0 0 0,0 1 0,-1-1 0,0 0 0,0 0 0,0 0 0,-1 0 0,-3-8 0,2 10 0,2 7 0,2 5 0,10 21 0,1-1 0,26 42 0,-26-48 0,-4-9-1365,0-3-5461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59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24575,'1'-6'0,"1"-2"0,-1 0 0,1 0 0,1 0 0,5-13 0,-7 19 0,0 0 0,1 0 0,-1 0 0,1 0 0,-1 0 0,1 0 0,0 0 0,0 1 0,0-1 0,0 0 0,0 1 0,0 0 0,0 0 0,0-1 0,1 1 0,-1 0 0,0 1 0,1-1 0,-1 0 0,3 0 0,3 1 0,-1-1 0,1 1 0,-1 0 0,0 1 0,1 0 0,-1 0 0,0 0 0,0 1 0,12 5 0,-9-3 0,0 0 0,0 1 0,0 0 0,-1 1 0,17 13 0,-23-17 0,-1 0 0,0 1 0,1-1 0,-1 0 0,0 1 0,-1-1 0,1 1 0,0-1 0,-1 1 0,1 0 0,-1 0 0,0 0 0,0 0 0,0 0 0,0 0 0,-1 0 0,1 6 0,-1-6 0,0 1 0,-1-1 0,1 1 0,-1-1 0,0 0 0,0 1 0,0-1 0,-1 0 0,1 0 0,-1 0 0,0 0 0,0 0 0,0 0 0,0 0 0,-4 4 0,-1-1 0,1 0 0,-1-1 0,0 0 0,-11 6 0,10-7 0,1 0 0,1 1 0,-1 0 0,-8 7 0,14-11 0,1 0 0,-1 0 0,0-1 0,0 1 0,1 0 0,-1 0 0,0 0 0,1 0 0,-1 0 0,1 0 0,-1 0 0,1 0 0,0 0 0,-1 0 0,1 0 0,0 0 0,0 0 0,0 0 0,0 0 0,0 0 0,0 0 0,0 0 0,0 3 0,1-3 0,0 0 0,0 1 0,-1-1 0,1 0 0,0 1 0,0-1 0,0 0 0,1 0 0,-1 0 0,0 0 0,0 0 0,1 0 0,-1 0 0,2 1 0,6 2 0,0-1 0,0 0 0,0 0 0,10 2 0,-18-5 0,19 4 0,0-1 0,0-1 0,1-1 0,39-2 0,-57 0-195,1 0 0,0 1 0,0-1 0,-1-1 0,1 1 0,3-2 0,6-4-6631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16 311 24575,'-3'-9'0,"1"0"0,0-1 0,0 1 0,0-1 0,1-9 0,1 14 0,0 1 0,0 0 0,1-1 0,-1 1 0,1 0 0,0-1 0,0 1 0,1 0 0,-1 0 0,1 0 0,0 0 0,0 0 0,4-4 0,8-9 0,0 1 0,2 0 0,-1 1 0,2 1 0,20-13 0,-37 27 0,12-10 0,1 1 0,1 1 0,-1 0 0,1 1 0,22-8 0,-16 9 0,1 2 0,-1 0 0,1 1 0,0 1 0,39 2 0,27 0 0,117 4 0,-166 0 0,1 1 0,-1 1 0,48 16 0,-75-18 0,202 69 0,-179-58 0,-1 0 0,0 2 0,-2 2 0,34 25 0,-17-8 0,57 47 0,-99-76 0,1 0 0,-1 0 0,-1 0 0,1 1 0,-1 0 0,0 0 0,-1 0 0,0 1 0,0-1 0,-1 1 0,0 0 0,2 12 0,-1-1 0,-1 0 0,-1 0 0,-1 1 0,-2 32 0,-1-30 0,-2 1 0,0-1 0,-1 1 0,-2-1 0,0-1 0,-1 1 0,-2-1 0,-14 26 0,18-40 0,0 0 0,0 0 0,0-1 0,-1 0 0,-1 0 0,1 0 0,-1-1 0,-10 6 0,3-3 0,-1 0 0,1-1 0,-31 10 0,-5-4 0,-1-3 0,-72 8 0,55-10 0,-13 2 0,-124 2 0,187-13 0,-100-4 0,97 2 0,1-1 0,-1-1 0,-29-9 0,16 1 0,-43-21 0,63 26 0,0-2 0,1 0 0,0 0 0,0-2 0,-13-12 0,3-2 0,1-1 0,1 0 0,2-2 0,-23-38 0,20 24 0,2-1 0,-23-69 0,40 99-455,-1 0 0,-10-17 0,7 16-6371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81 24575,'-18'-24'0,"-7"-9"0,23 30 0,-1 1 0,1-1 0,-1 1 0,0 0 0,1 0 0,-1 0 0,0 0 0,-6-2 0,9 4 0,-1-1 0,1 1 0,-1 0 0,1 0 0,-1 0 0,0 0 0,1 0 0,-1 0 0,1 0 0,-1 0 0,1 0 0,-1 0 0,0 0 0,1 1 0,-1-1 0,1 0 0,-1 0 0,1 0 0,-1 1 0,1-1 0,-1 0 0,1 1 0,-1-1 0,1 0 0,0 1 0,-1-1 0,1 1 0,-1-1 0,1 1 0,0-1 0,-1 1 0,1-1 0,0 1 0,0-1 0,0 1 0,-1-1 0,1 1 0,0-1 0,0 1 0,0-1 0,0 1 0,0 0 0,0 0 0,-2 30 0,2-28 0,51 575 0,-39-411 0,-3-38 0,-3-24-1365,-6-91-5461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569 247 24575,'-6'-13'0,"0"1"0,0-1 0,-9-10 0,13 20 0,0 0 0,0 0 0,0 1 0,-1-1 0,1 0 0,-1 1 0,0 0 0,1-1 0,-1 1 0,0 0 0,-1 1 0,1-1 0,0 0 0,0 1 0,-1 0 0,-5-2 0,7 3 0,0 0 0,1 0 0,-1 0 0,0 0 0,0 0 0,1 0 0,-1 1 0,0-1 0,1 1 0,-1-1 0,0 1 0,1-1 0,-1 1 0,1 0 0,-1 0 0,1 0 0,-1 0 0,-1 1 0,1 1 0,0-1 0,0 1 0,0-1 0,0 1 0,0 0 0,1 0 0,-1 0 0,-2 6 0,1 0 0,1 1 0,0 0 0,0-1 0,1 1 0,-1 14 0,2-16 0,0 0 0,0 0 0,-1 0 0,0 0 0,-1 0 0,-2 8 0,3-14 0,0 1 0,0-1 0,-1 0 0,1 1 0,-1-1 0,1 0 0,-1 0 0,1 0 0,-1 0 0,0 0 0,0-1 0,0 1 0,0-1 0,-1 1 0,1-1 0,0 0 0,0 1 0,-1-1 0,1 0 0,-1-1 0,1 1 0,-5 0 0,1 0 0,-1 0 0,1 0 0,-1-1 0,0 0 0,1 0 0,-1-1 0,1 0 0,-1 0 0,-9-3 0,6 0 0,0 0 0,1 0 0,-1-1 0,1 0 0,-12-9 0,3 0 0,0-2 0,1 0 0,1-1 0,-24-31 0,23 22 13,2 0 1,0-1-1,-12-30 0,-3-9-1431,24 57-5408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15 131 24575,'0'-24'0,"-1"0"0,-1 1 0,-8-36 0,8 101 0,17 121 0,-11-119 0,2-1 0,19 71 0,42 79 0,-61-178-114,0 0 1,-1 0-1,-1 1 0,0-1 0,-1 1 1,-1 0-1,0 0 0,-1 0 0,-1 0 1,0 1-1,-3 15 0,-1-16-6712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300 122 24575,'-30'-19'0,"-70"-42"0,85 53 0,0 1 0,-1 1 0,0 0 0,-30-7 0,44 13 0,0-1 0,-1 1 0,1-1 0,0 1 0,-1 0 0,1 0 0,-1 0 0,1 1 0,0-1 0,-1 0 0,1 1 0,0 0 0,0-1 0,-1 1 0,1 0 0,-4 2 0,5-1 0,-1-1 0,1 1 0,-1-1 0,1 1 0,0 0 0,0 0 0,-1-1 0,1 1 0,1 0 0,-1 0 0,0 0 0,0 0 0,1 0 0,-1 0 0,1 0 0,0 0 0,-1 1 0,1 2 0,-1 27 0,1-1 0,6 47 0,-5-71 0,1 0 0,-1 0 0,2 0 0,-1 0 0,0-1 0,1 1 0,1-1 0,-1 0 0,1 0 0,0 0 0,0 0 0,0 0 0,1-1 0,0 0 0,0 0 0,1 0 0,-1-1 0,1 1 0,0-2 0,0 1 0,0 0 0,1-1 0,-1 0 0,1-1 0,7 3 0,-3-2 0,-1 0 0,1 0 0,-1-1 0,1 0 0,18 0 0,-26-2 0,0 0 0,0 0 0,0-1 0,0 1 0,0-1 0,0 0 0,0 0 0,0 0 0,0 0 0,0 0 0,0-1 0,-1 1 0,1-1 0,-1 0 0,1 0 0,-1 0 0,0 0 0,1 0 0,-1-1 0,0 1 0,-1-1 0,1 1 0,0-1 0,2-4 0,-1-2 0,-1 0 0,1 0 0,-1 0 0,-1 0 0,0-1 0,0 1 0,-1 0 0,0-1 0,0 1 0,-1-1 0,-1 1 0,1 0 0,-4-10 0,0 11 0,3 13 0,2 16 0,4-2-341,1-1 0,2 0-1,16 35 1,-17-40-6485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3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24575,'11'20'0,"4"9"0,1 2 0,-2-1 0,-4-6-8191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102 281 24575,'-12'-35'0,"9"26"0,0 1 0,0-1 0,-1-9 0,3 15 0,1-1 0,0 1 0,0 0 0,0-1 0,0 1 0,0 0 0,1-1 0,0 1 0,0 0 0,-1 0 0,2-1 0,0-2 0,5-8 0,0 1 0,1-1 0,0 2 0,13-16 0,-15 22 0,-1 0 0,1 0 0,0 1 0,0 0 0,1 0 0,0 0 0,-1 1 0,2 0 0,13-5 0,-2 3 0,1 2 0,0 0 0,0 2 0,25-1 0,213 3 0,-223 3 0,1 2 0,-1 1 0,0 1 0,-1 3 0,58 22 0,-31-4 0,0 2 0,60 41 0,-66-34 0,57 48 0,-94-68 0,-1 2 0,0 0 0,16 25 0,-33-44 0,8 11 0,0 0 0,10 22 0,-15-27 0,-1 0 0,0 1 0,0-1 0,-1 0 0,1 0 0,-1 1 0,-1-1 0,1 8 0,-1 1 0,-1 0 0,-4 26 0,4-34 0,-1-1 0,0 0 0,0 0 0,0-1 0,-1 1 0,0 0 0,0-1 0,-1 1 0,-5 6 0,-25 27 0,-3-2 0,0-2 0,-72 52 0,92-75 0,-1 0 0,0-1 0,-1-1 0,0-1 0,0-1 0,-1 0 0,0-2 0,-25 6 0,8-5 0,0-3 0,-50 2 0,61-7 0,1 0 0,-1-2 0,1-1 0,-33-9 0,-4-6 0,-115-56 0,84 35 0,-14-7 0,84 35 0,1 0 0,-32-24 0,46 29 0,0 0 0,0 0 0,1 0 0,0-1 0,0 0 0,1-1 0,0 1 0,1-1 0,0 0 0,0-1 0,1 1 0,0-1 0,0 0 0,1 0 0,1 0 0,0 0 0,0-1 0,1 1 0,0-1 0,1 1 0,0-1 0,0 1 0,2-1 0,-1 1 0,5-15 0,30-77-208,-25 77-949,-3 4-5669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5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24575,'5'26'0,"2"9"0,2 3 0,-1-3 0,2-8 0,-2-5 0,-2-7-8191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478 123 24575,'-4'-17'0,"2"9"0,0-1 0,0 1 0,-1 0 0,0 0 0,-4-8 0,7 16 0,0 0 0,0-1 0,0 1 0,0 0 0,0 0 0,0 0 0,-1 0 0,1 0 0,0 0 0,0-1 0,0 1 0,0 0 0,0 0 0,0 0 0,0 0 0,-1 0 0,1 0 0,0 0 0,0 0 0,0 0 0,0-1 0,0 1 0,-1 0 0,1 0 0,0 0 0,0 0 0,0 0 0,0 0 0,0 0 0,-1 0 0,1 0 0,0 0 0,0 0 0,0 0 0,0 0 0,0 0 0,-1 0 0,1 0 0,0 0 0,0 1 0,0-1 0,0 0 0,-1 0 0,-4 8 0,-1 12 0,6-20 0,-9 37 0,-27 87 0,31-111 0,-1 1 0,0-2 0,-1 1 0,0-1 0,-1 0 0,0 0 0,-11 10 0,17-19 0,0-1 0,-1 1 0,1-1 0,-1 0 0,0 0 0,0 0 0,1-1 0,-1 1 0,-1 0 0,1-1 0,0 0 0,0 0 0,0 0 0,-1 0 0,-5 0 0,7-1 0,-1 0 0,1 0 0,-1-1 0,1 1 0,-1-1 0,1 1 0,-1-1 0,1 0 0,-1 0 0,1 0 0,0 0 0,0-1 0,0 1 0,0-1 0,-1 1 0,2-1 0,-1 0 0,0 1 0,0-1 0,1 0 0,-2-2 0,-25-37 0,-28-56 0,22 34 0,24 47 0,1-1 0,-1 0 0,-1 0 0,-1 1 0,-18-21 0,15 23-1365,4 3-5461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24575,'-7'13'0,"-3"6"0,3 3 0,2 2 0,6 0 0,1 1 0,4-1 0,3-3 0,0-2 0,1-1 0,-2-2 0,-1-1 0,0-3 0,-1-1 0,1-3 0,-1 1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7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15 24575,'-30'-2'0,"-13"-1"0,-1-1 0,4 2 0,7 0 0,6 1 0,5 0 0,4 1 0,2 3 0,5 0-8191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8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24575,'9'-12'0,"1"-1"0,0 1 0,1 0 0,1 1 0,16-13 0,-21 19 0,0 1 0,-1 0 0,1 0 0,1 0 0,-1 1 0,0 0 0,1 1 0,0 0 0,-1 0 0,1 0 0,0 1 0,13 0 0,17 1 0,67 8 0,-92-6 0,0 1 0,-1 0 0,1 1 0,-1 0 0,1 1 0,-2 0 0,1 1 0,20 14 0,-17-9 0,-1 1 0,0 1 0,-1 0 0,-1 0 0,0 1 0,0 1 0,-2 0 0,0 1 0,-1 0 0,0 0 0,-1 1 0,-1 0 0,-1 0 0,0 1 0,-1 0 0,-1 0 0,-1 0 0,-1 1 0,1 23 0,-3-36 0,0 5 0,0 0 0,0 0 0,-1-1 0,-1 1 0,-3 12 0,4-20 0,0 0 0,0 0 0,-1 0 0,1-1 0,-1 1 0,1 0 0,-1-1 0,0 1 0,0-1 0,0 0 0,-1 1 0,1-1 0,-1 0 0,1 0 0,-1-1 0,1 1 0,-1-1 0,0 1 0,0-1 0,0 0 0,0 0 0,-4 1 0,-8 2 0,-1-2 0,0 0 0,1-1 0,-26-1 0,-62-9 0,80 5 0,1 0 0,-1-1 0,-23-9 0,33 9 0,1 0 0,-1-1 0,1-1 0,0 0 0,0-1 0,-14-11 0,23 16 0,0 0 0,0 1 0,1-1 0,-1-1 0,1 1 0,-1 0 0,1 0 0,0-1 0,0 0 0,1 1 0,-1-1 0,1 0 0,0 0 0,0 1 0,0-1 0,0 0 0,1 0 0,-1 0 0,1 0 0,1-5 0,-1 2 0,2 0 0,-1 0 0,1 1 0,0-1 0,0 1 0,1 0 0,0 0 0,0-1 0,0 2 0,1-1 0,4-5 0,1 0-1365,-2 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9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24575,'-2'10'0,"-4"6"0,-1 3 0,2 3 0,0 2 0,5 1 0,1 0 0,4 1 0,3 2 0,3 0 0,2-1 0,-1-1 0,0 0 0,0-1 0,-2-3 0,-2-3 0,-3-1 0,-2-5-8191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0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24575,'2'-8'0,"2"13"0,2 15 0,28 99 0,7 36 0,-38-140 0,3 17 0,3 60 0,-9-77-1,6 26 1,-3-26 33,0 23 1,-3-33-193,0 0 0,0 1 0,-1-1 0,0 0 0,0 1 0,0-1 0,-1 0 0,-2 5 0,-2 3-6667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3358 15 24575,'-63'-5'0,"7"-1"0,-103 2 0,131 8 0,-32 7 0,36-6 0,0 0 0,-28 0 0,-231-4 0,139-2 0,27-6 0,3 0 0,96 7 0,-1 1 0,0 1 0,1 0 0,-21 6 0,-172 43 0,157-41 0,-108 4 0,39-6 0,-21-1 0,135-7 0,-55 0 0,-71 9 0,91-5 0,-57-3 0,-3 0 0,40 6 0,35-3 0,-32 0 0,-24-5 0,-97 2 0,75 14 0,19-2 0,-241 3-1365,304-16-5461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19 24575,'-1'-1'0,"1"0"0,-1-1 0,1 1 0,-1 0 0,0 0 0,1 0 0,-1 0 0,0 0 0,0 1 0,0-1 0,1 0 0,-1 0 0,0 0 0,0 1 0,0-1 0,0 0 0,-1 1 0,1-1 0,0 1 0,0 0 0,0-1 0,0 1 0,0 0 0,-1-1 0,1 1 0,0 0 0,0 0 0,-1 0 0,1 0 0,0 0 0,0 1 0,0-1 0,-1 0 0,1 0 0,0 1 0,0-1 0,0 1 0,0-1 0,0 1 0,-2 0 0,-1 2 0,-1 0 0,1 0 0,0 1 0,0-1 0,0 1 0,1 0 0,-7 8 0,8-9 0,-2 2 0,1 0 0,0 0 0,0 1 0,0-1 0,-3 9 0,6-12 0,-1-1 0,1 0 0,0 1 0,0-1 0,0 1 0,-1-1 0,2 1 0,-1-1 0,0 1 0,0-1 0,0 1 0,1-1 0,-1 1 0,0-1 0,1 0 0,0 1 0,-1-1 0,1 0 0,0 1 0,0-1 0,-1 0 0,1 0 0,0 0 0,0 0 0,0 0 0,0 0 0,1 0 0,0 1 0,12 6 0,0 0 0,0-1 0,0 0 0,1-1 0,22 5 0,3 3 0,80 24-1365,-98-30-5461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34 24575,'-1'-4'0,"1"3"0,0-1 0,-1 0 0,1 0 0,0 1 0,-1-1 0,0 0 0,1 1 0,-1-1 0,0 1 0,0-1 0,1 1 0,-1-1 0,0 1 0,-1 0 0,1-1 0,0 1 0,0 0 0,-2-2 0,2 3 0,0 0 0,1 0 0,-1 1 0,1-1 0,-1 0 0,1 0 0,-1 0 0,1 1 0,-1-1 0,1 0 0,-1 0 0,1 1 0,0-1 0,-1 1 0,1-1 0,-1 0 0,1 1 0,0-1 0,-1 1 0,1-1 0,0 1 0,-1-1 0,1 0 0,0 1 0,0-1 0,0 1 0,-1 1 0,-5 16 0,5-17 0,-3 13 0,0-1 0,-1 0 0,-1 0 0,0 0 0,-15 22 0,18-32 0,1 0 0,-1 0 0,0 0 0,0-1 0,0 1 0,0-1 0,0 1 0,0-1 0,-1 0 0,1 0 0,-5 1 0,5-2 0,0 0 0,0-1 0,0 1 0,0-1 0,0 0 0,0 0 0,0 0 0,0 0 0,0 0 0,0-1 0,0 1 0,0-1 0,0 0 0,0 0 0,0 0 0,-3-2 0,-17-9-682,-40-29-1,48 31-6143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3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3641 31 24575,'-20'-7'0,"0"1"0,-1 0 0,1 2 0,-1 1 0,-40-2 0,-1261 7 0,702-3 0,561 1 0,-308 9 0,89 6 0,-279 6 0,317-8-1365,205-12-5461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55 24575,'-3'-5'0,"1"1"0,0-1 0,0 0 0,0 1 0,1-1 0,-1 0 0,1 0 0,-1-9 0,2 14 0,0 0 0,0 0 0,0 0 0,0 0 0,0 0 0,0 0 0,0-1 0,0 1 0,0 0 0,0 0 0,0 0 0,0 0 0,0 0 0,0 0 0,0 0 0,0 0 0,0 0 0,0 0 0,0 0 0,0 0 0,0-1 0,0 1 0,1 0 0,-1 0 0,0 0 0,0 0 0,0 0 0,0 0 0,0 0 0,0 0 0,0 0 0,0 0 0,0 0 0,0 0 0,0 0 0,0 0 0,0 0 0,0 0 0,1 0 0,-1 0 0,0 0 0,0 0 0,0 0 0,0 0 0,0 0 0,0 0 0,0 0 0,0 0 0,0 0 0,0 0 0,0 0 0,1 0 0,-1 0 0,0 0 0,0 0 0,0 0 0,0 0 0,0 0 0,0 0 0,0 0 0,7 6 0,4 8 0,4 12 0,0 0 0,-2 1 0,10 31 0,16 31 0,345 575 0,-325-570 0,-4 2 0,63 157 0,21 109 0,-52-130 0,-74-207 0,0-1 0,2 0 0,1-1 0,0-1 0,2-1 0,25 25 0,-3-7 0,-25-26 0,0 1 0,-1 0 0,-1 1 0,0 1 0,16 26 0,-21-28-114,9 19 357,-16-31-358,-1 1 0,1-1 0,0 0 0,-1 1 0,0-1 0,1 1 0,-1-1 0,0 1 1,0-1-1,-1 1 0,1-1 0,-1 4 0,-2 3-6711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36 24575,'-35'-15'0,"26"10"0,0 1 0,-17-5 0,26 9 0,0 0 0,0 0 0,0 0 0,0 0 0,0 0 0,0 0 0,0 0 0,0 0 0,0 0 0,0 0 0,0 0 0,0 0 0,0 0 0,-1 0 0,1 0 0,0 0 0,0 0 0,0 0 0,0 0 0,0 0 0,0 0 0,0 0 0,0 0 0,0 0 0,0 0 0,0 0 0,0 0 0,0 0 0,-1 0 0,1 0 0,0 0 0,0 0 0,0 0 0,0 0 0,0 0 0,0 0 0,0 0 0,0 0 0,0 0 0,0 0 0,0 0 0,0 0 0,0 0 0,0 0 0,0 0 0,0 0 0,0 0 0,0 0 0,0 1 0,0-1 0,0 0 0,0 0 0,-1 0 0,1 0 0,0 0 0,0 0 0,0 0 0,0 0 0,0 0 0,0 0 0,1 0 0,-1 0 0,0 0 0,0 1 0,4 4 0,8 7 0,41 29 0,59 35 0,5-10 0,-116-65 0,0 0 0,1-1 0,-1 1 0,0 0 0,0 0 0,0 0 0,0 0 0,0 0 0,0 1 0,0-1 0,0 0 0,1 3 0,-2-4 0,0 0 0,0 0 0,0 0 0,0 0 0,0 1 0,0-1 0,0 0 0,0 0 0,0 0 0,0 0 0,0 1 0,0-1 0,0 0 0,0 0 0,0 0 0,0 0 0,0 1 0,0-1 0,0 0 0,-1 0 0,1 0 0,0 0 0,0 0 0,0 0 0,0 1 0,0-1 0,0 0 0,-1 0 0,1 0 0,0 0 0,0 0 0,0 0 0,0 0 0,0 0 0,-1 0 0,-12 1 0,-4-5 0,0-1 0,1 0 0,0-2 0,-28-13 0,17 7 0,-28-13 0,2-1 0,0-3 0,-54-43 0,104 71 0,1 0 0,0 1 0,0-1 0,0 0 0,0 1 0,-1 0 0,1 0 0,-4-2 0,6 3 0,0 0 0,-1 0 0,1 0 0,0 0 0,0 0 0,-1 0 0,1 0 0,0 0 0,-1 0 0,1 0 0,0 0 0,0 0 0,-1 0 0,1 0 0,0 1 0,0-1 0,-1 0 0,1 0 0,0 0 0,0 0 0,-1 0 0,1 1 0,0-1 0,0 0 0,0 0 0,-1 0 0,1 1 0,-1 0 0,1 0 0,0 1 0,-1-1 0,1 0 0,0 0 0,0 1 0,-1-1 0,1 0 0,0 0 0,1 2 0,0 13 0,1-1 0,1 0 0,6 19 0,-5-17 0,6 35 0,-9-43-124,0-1 0,-1 0 0,0 1 0,0-1 0,-1 0 0,0 1-1,-1-1 1,0 0 0,0 0 0,-5 11 0,2-9-6702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16 24575,'-30'2'0,"-13"2"0,-1-4 0,4 0 0,7-2 0,5-2 0,7 0 0,3 0 0,2 0 0,2 2 0,0 1 0,3 0-8191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451 155 24575,'-9'-1'0,"-133"-14"0,106 9 0,-67-19 0,83 16 0,0 0 0,1-1 0,0-1 0,-19-14 0,32 21 0,3 2 0,0 0 0,-1 0 0,1 0 0,0 0 0,1 0 0,-1 0 0,0-1 0,1 1 0,-1-1 0,1 0 0,0 0 0,-3-5 0,5 8 0,0 0 0,0 0 0,0-1 0,0 1 0,0 0 0,0 0 0,1 0 0,-1-1 0,0 1 0,0 0 0,0 0 0,0 0 0,0 0 0,1-1 0,-1 1 0,0 0 0,0 0 0,0 0 0,1 0 0,-1 0 0,0 0 0,0 0 0,0-1 0,1 1 0,-1 0 0,0 0 0,0 0 0,1 0 0,-1 0 0,0 0 0,0 0 0,0 0 0,1 0 0,-1 0 0,0 0 0,0 0 0,1 0 0,-1 1 0,0-1 0,0 0 0,0 0 0,1 0 0,-1 0 0,0 0 0,0 0 0,0 0 0,1 1 0,12 3 0,49 28 0,46 20 0,-13-12 0,-80-32 0,0 0 0,-1 0 0,0 1 0,15 14 0,-28-22 0,0 0 0,0 0 0,0 0 0,0 0 0,0 0 0,0 0 0,0 0 0,0 1 0,0-1 0,-1 0 0,1 1 0,0-1 0,-1 0 0,1 1 0,-1-1 0,0 1 0,1-1 0,-1 1 0,0-1 0,0 1 0,0-1 0,0 1 0,0 2 0,-1-2 0,0 0 0,0 0 0,0 0 0,0-1 0,0 1 0,0 0 0,0 0 0,-1-1 0,1 1 0,-1-1 0,1 1 0,-1-1 0,0 0 0,1 1 0,-1-1 0,-3 1 0,-7 4 0,0 0 0,-1-2 0,1 0 0,-24 5 0,-56 4 0,63-9 0,-79 5-1365,81-8-5461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1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 24575,'-1'0'0,"1"-1"0,-1 0 0,1 1 0,-1-1 0,1 1 0,-1-1 0,1 1 0,-1-1 0,1 1 0,-1-1 0,0 1 0,1 0 0,-1-1 0,0 1 0,1 0 0,-1 0 0,0-1 0,-1 1 0,2 0 0,0 1 0,0 0 0,0-1 0,0 1 0,0-1 0,0 1 0,0-1 0,0 1 0,0-1 0,0 1 0,0-1 0,0 1 0,0-1 0,0 1 0,0-1 0,1 1 0,-1-1 0,1 1 0,13 30 0,-1-11 0,0-1 0,2 0 0,0-1 0,30 27 0,78 54 0,-112-91 0,5 4 0,0 0 0,20 20 0,-33-26-1365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0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9 24575,'-1'-1'0,"0"0"0,-1 1 0,1-1 0,0 0 0,-1 0 0,1 1 0,-1-1 0,1 0 0,-1 1 0,1 0 0,-1-1 0,1 1 0,-1 0 0,1 0 0,-1 0 0,1 0 0,-1 0 0,1 0 0,-1 0 0,1 0 0,-1 1 0,1-1 0,-1 0 0,-2 2 0,2 0 0,0-1 0,0 1 0,0 0 0,0 0 0,1 0 0,-1 0 0,1 0 0,-1 0 0,1 0 0,-1 1 0,1-1 0,0 0 0,-1 6 0,-2 5 0,1 0 0,0 1 0,1 0 0,0 16 0,2-19 0,-1-1 0,0 1 0,0 0 0,-1-1 0,-1 0 0,0 1 0,0-1 0,-7 13 0,6-15-170,-1-1-1,0 1 0,-1-1 1,0 0-1,0-1 0,0 0 1,-12 9-1,9-8-6655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0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47 24575,'-16'-6'0,"-81"-23"0,83 25 0,-1 2 0,0-1 0,0 2 0,-24 0 0,37 1 0,1 0 0,-1 0 0,1 0 0,-1 0 0,0 0 0,1 0 0,-1 1 0,1-1 0,-1 1 0,1-1 0,-1 1 0,1 0 0,-1-1 0,1 1 0,-1 0 0,1 0 0,0 0 0,-1 0 0,1 0 0,0 0 0,0 1 0,0-1 0,0 0 0,0 1 0,0-1 0,0 0 0,1 1 0,-1-1 0,0 1 0,1-1 0,-1 1 0,1-1 0,0 1 0,-1 0 0,1-1 0,0 1 0,0 0 0,0 2 0,1 2 0,0-1 0,0 1 0,0 0 0,1-1 0,-1 1 0,1-1 0,1 0 0,-1 1 0,6 7 0,5 5 0,1-1 0,17 18 0,-18-22 0,0 1 0,-1 1 0,16 25 0,-17-19 0,-1 0 0,-1 0 0,11 44 0,-11-24 0,6 54 0,-12-9 0,-3-84 0,0-1 0,0 0 0,0 0 0,0 0 0,1 1 0,-1-1 0,0 0 0,1 0 0,-1 0 0,0 0 0,1 0 0,-1 0 0,1 0 0,0 0 0,-1 0 0,1 0 0,0 0 0,0 0 0,0 0 0,-1 0 0,1-1 0,0 1 0,0 0 0,0-1 0,0 1 0,0 0 0,0-1 0,1 1 0,-1-1 0,0 0 0,0 1 0,0-1 0,0 0 0,0 0 0,1 0 0,-1 0 0,0 0 0,0 0 0,0 0 0,1 0 0,-1 0 0,2-1 0,6-1 0,0-1 0,0 0 0,0 0 0,12-7 0,-8 4 0,-9 5-65,0-1 0,0 0 0,1 0 0,-1 0 0,0-1 0,-1 1 0,1-1 0,0 0 0,-1 0 0,0 0 0,1-1 0,-1 1 0,-1-1 0,1 1 0,0-1 0,-1 0 0,0 0 0,0-1 0,0 1 0,2-8 0,-1-1-6761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24575,'0'0'0,"0"0"0,-1 0 0,1 0 0,0 1 0,-1-1 0,1 0 0,0 0 0,-1 0 0,1 0 0,0 1 0,-1-1 0,1 0 0,0 0 0,0 0 0,-1 1 0,1-1 0,0 0 0,0 1 0,-1-1 0,1 0 0,0 0 0,0 1 0,0-1 0,0 0 0,0 1 0,-1-1 0,1 0 0,0 1 0,0-1 0,0 1 0,0-1 0,0 0 0,0 1 0,0-1 0,0 0 0,0 1 0,0-1 0,0 0 0,1 1 0,-1 0 0,4 16 0,-3-17 0,2 9 0,1 0 0,0-1 0,1 1 0,0-1 0,0-1 0,10 12 0,-11-15 0,0 1 0,0-1 0,0 0 0,1 0 0,0-1 0,0 1 0,0-1 0,0 0 0,0 0 0,1 0 0,7 1 0,-12-3 0,1-1 0,-1 1 0,1-1 0,0 0 0,-1 1 0,1-1 0,0 0 0,-1 0 0,1 0 0,0-1 0,-1 1 0,1 0 0,0-1 0,-1 1 0,1-1 0,-1 1 0,1-1 0,-1 0 0,1 0 0,-1 1 0,1-1 0,-1 0 0,0 0 0,0 0 0,1-1 0,-1 1 0,0 0 0,0 0 0,0-1 0,0 1 0,0-1 0,1-1 0,1-5 0,-1 0 0,1 1 0,-1-1 0,0 0 0,0-12 0,1 2 0,0-7 0,0-7 0,-3 30 0,1 0 0,-1 0 0,1 1 0,-1-1 0,1 0 0,0 0 0,0 0 0,0 0 0,0 1 0,0-1 0,2-2 0,-3 4 0,0-1 0,1 1 0,-1 0 0,1 0 0,-1-1 0,1 1 0,-1 0 0,1 0 0,-1 0 0,1-1 0,0 1 0,-1 0 0,1 0 0,-1 0 0,1 0 0,-1 0 0,1 0 0,-1 0 0,1 0 0,-1 0 0,1 0 0,0 1 0,-1-1 0,1 0 0,-1 0 0,1 0 0,-1 1 0,1-1 0,-1 0 0,1 1 0,15 13 0,-12-10 0,71 71 133,-21-19-1631,-44-47-5328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1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24575,'13'-9'0,"66"-46"0,-65 47 0,0 0 0,0 1 0,28-10 0,-39 16 0,1 0 0,0 0 0,-1 0 0,1 1 0,-1-1 0,1 1 0,0 0 0,0 0 0,-1 0 0,1 1 0,0-1 0,-1 1 0,1 0 0,6 3 0,-4-2 0,-1 2 0,0-1 0,0 1 0,0-1 0,0 1 0,0 1 0,7 8 0,3 6 0,0 0 0,-2 0 0,0 2 0,-2-1 0,0 2 0,-1-1 0,-1 1 0,-1 1 0,-1 0 0,-1 0 0,5 43 0,-8-38 0,3 23 0,0 52 0,-6-75 0,-1 31 0,1-58 5,0 0 0,0 0 0,-1 1-1,1-1 1,0 0 0,-1 0 0,1 0 0,-1 1-1,1-1 1,-1 0 0,1 0 0,-1 0 0,0 0-1,0 0 1,0 0 0,1 0 0,-1 0-1,0 0 1,0-1 0,0 1 0,0 0 0,0 0-1,-1-1 1,0 1 0,-2 1-217,0-1 0,0 0 0,0 0-1,0-1 1,0 1 0,-5-1 0,-6 1-6614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4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73 112 24575,'-13'-20'0,"-14"-34"0,9 16 0,25 56 0,-1-1 0,-1 1 0,0-1 0,1 22 0,-3-24 0,16 102 0,8 41 0,-24-140 0,-3-13 0,1-1 0,-1 1 0,1 0 0,1-1 0,-1 1 0,0-1 0,1 1 0,0-1 0,4 7 0,-6-11 0,0 0 0,0 0 0,1 0 0,-1 0 0,0 0 0,0 0 0,0 0 0,0 0 0,0 0 0,0 0 0,0 0 0,1 0 0,-1 0 0,0 0 0,0 0 0,0 0 0,0 0 0,0 0 0,0 0 0,0 0 0,1 0 0,-1 0 0,0 0 0,0 0 0,0 0 0,0-1 0,0 1 0,0 0 0,0 0 0,0 0 0,0 0 0,1 0 0,-1 0 0,0 0 0,0 0 0,0-1 0,0 1 0,0 0 0,0 0 0,0 0 0,0 0 0,0 0 0,0 0 0,0 0 0,0-1 0,0 1 0,0 0 0,0 0 0,0 0 0,0 0 0,0 0 0,0 0 0,0-1 0,2-8 0,-2 7 0,0-2 0,1 0 0,0-1 0,0 1 0,0 0 0,1 0 0,-1 0 0,1 0 0,0 1 0,0-1 0,1 0 0,-1 1 0,1-1 0,0 1 0,0 0 0,0 0 0,0 0 0,0 0 0,0 1 0,1-1 0,0 1 0,-1 0 0,1 0 0,0 0 0,0 0 0,0 1 0,0-1 0,0 1 0,0 0 0,1 1 0,-1-1 0,0 1 0,7 0 0,-4 0 0,0 1 0,-1 1 0,1 0 0,0 0 0,0 0 0,-1 0 0,12 7 0,-16-8 0,1 1 0,0-1 0,-1 1 0,1 0 0,-1 0 0,0 0 0,1 0 0,-1 0 0,0 0 0,0 0 0,0 1 0,-1-1 0,1 1 0,-1 0 0,1-1 0,-1 1 0,0 0 0,0 0 0,1 5 0,-2-5 0,0-1 0,0 0 0,0 1 0,-1-1 0,1 1 0,-1-1 0,0 0 0,0 0 0,0 1 0,0-1 0,0 0 0,0 0 0,-1 0 0,1 0 0,-1 0 0,1 0 0,-1 0 0,0-1 0,1 1 0,-1-1 0,0 1 0,0-1 0,-4 2 0,-3 3 0,-1-2 0,0 1 0,-19 5 0,9-5 0,0-1 0,-1-1 0,1 0 0,-1-2 0,1 0 0,-36-4 0,53 2-85,-1 1 0,1 0-1,0-1 1,0 1 0,0-1-1,0 0 1,-1 0 0,1 0-1,1 0 1,-1-1 0,0 1-1,0-1 1,0 0 0,1 0-1,-4-2 1,0-5-6741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4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30 24575,'-5'2'0,"-68"23"0,65-22 0,0 1 0,0 0 0,1 0 0,-1 1 0,1 0 0,-11 10 0,17-14 0,0 0 0,0-1 0,0 1 0,0 0 0,1 0 0,-1 0 0,0 0 0,1 1 0,-1-1 0,0 0 0,1 0 0,-1 0 0,1 0 0,0 1 0,-1-1 0,1 0 0,0 0 0,0 1 0,0-1 0,0 0 0,0 1 0,0-1 0,0 2 0,1-1 0,0 0 0,0 0 0,0 0 0,0-1 0,0 1 0,0 0 0,1-1 0,-1 1 0,1-1 0,-1 1 0,1-1 0,-1 0 0,3 2 0,5 2 0,0 0 0,0 0 0,1-1 0,16 5 0,-10-4 0,0-1 0,0-1 0,1-1 0,0 0 0,-1-1 0,1-1 0,0-1 0,0 0 0,-1-1 0,20-5 0,-33 6 0,0 1 0,-1-1 0,1 0 0,-1 0 0,1-1 0,-1 1 0,1 0 0,-1-1 0,0 0 0,0 1 0,0-1 0,0 0 0,0 0 0,0 0 0,0 0 0,0-1 0,-1 1 0,0 0 0,1-1 0,-1 1 0,0-1 0,0 1 0,0-1 0,0 0 0,-1 1 0,1-1 0,-1 0 0,1 0 0,-1 1 0,0-1 0,0 0 0,0 0 0,-1-4 0,0 1 0,0 0 0,-1 0 0,1 1 0,-1-1 0,0 0 0,-1 1 0,1-1 0,-1 1 0,0-1 0,0 1 0,-1 0 0,0 1 0,0-1 0,-6-6 0,6 8-227,0 1-1,0-1 1,0 1-1,0-1 1,-6-1-1,-3-1-6598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5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24575,'-1'0'0,"0"0"0,0 0 0,0 0 0,0 0 0,1 1 0,-1-1 0,0 0 0,0 1 0,0-1 0,0 1 0,1-1 0,-1 1 0,0-1 0,0 1 0,1 0 0,-1-1 0,1 1 0,-1 0 0,0-1 0,1 1 0,-1 0 0,1 0 0,-1 0 0,1-1 0,0 1 0,-1 0 0,1 0 0,0 0 0,0 0 0,0 0 0,0 0 0,-1 1 0,1 4 0,-1 1 0,1-1 0,1 9 0,-1-12 0,11 86 0,-2-24 0,-8-63 0,0 11 0,0-1 0,1 1 0,1 0 0,5 16 0,-7-29 0,-1 1 0,0-1 0,0 1 0,0-1 0,1 1 0,-1-1 0,0 0 0,1 1 0,-1-1 0,0 0 0,1 1 0,-1-1 0,0 0 0,1 1 0,-1-1 0,1 0 0,-1 1 0,0-1 0,1 0 0,-1 0 0,1 0 0,-1 0 0,1 1 0,-1-1 0,1 0 0,-1 0 0,1 0 0,-1 0 0,1 0 0,-1 0 0,1 0 0,-1 0 0,1 0 0,-1-1 0,1 1 0,-1 0 0,1 0 0,-1 0 0,1 0 0,-1-1 0,1 1 0,-1 0 0,1-1 0,21-18 0,-14 11 0,-3 4 0,0 1 0,1 0 0,-1 1 0,1-1 0,0 1 0,-1 0 0,1 0 0,0 1 0,0 0 0,0 0 0,0 0 0,12 1 0,-7 0 0,1 1 0,0 0 0,0 1 0,-1 0 0,20 7 0,-23-6 0,0 1 0,0 0 0,-1 0 0,1 0 0,-1 1 0,0 0 0,10 10 0,-15-13 0,0 0 0,0 0 0,0 1 0,-1-1 0,1 1 0,0-1 0,-1 1 0,0 0 0,0 0 0,1 0 0,-1 2 0,0-3 0,-1 0 0,0 0 0,0 0 0,0 0 0,0 0 0,0 0 0,-1 0 0,1 0 0,0 0 0,-1 0 0,0 0 0,1 0 0,-1-1 0,0 1 0,0 0 0,0 0 0,0-1 0,-2 3 0,-1 1 0,-1-1 0,1 0 0,-1 0 0,1 0 0,-1-1 0,0 0 0,-1 0 0,1 0 0,0-1 0,-1 1 0,0-1 0,1 0 0,-1-1 0,-9 2 0,-8 0 0,0-1 0,-32-1 0,52-1-105,-1 0 0,1-1 0,-1 1 0,1 0 0,-1-1 0,1 0 0,0 0 0,-1 0 0,1 0 0,0 0 0,0-1 0,-4-2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24575,'0'12'0,"2"7"0,2 3 0,1 0 0,1-4-8191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 24575,'-2'-3'0,"-1"0"0,1 0 0,-1 0 0,0 1 0,0-1 0,-6-3 0,9 6 0,0-1 0,-1 1 0,1 0 0,-1 0 0,1 0 0,0-1 0,-1 1 0,1 0 0,-1 0 0,1 0 0,0 0 0,-1 0 0,1 0 0,-1 0 0,1 0 0,-1 0 0,1 0 0,-1 0 0,1 0 0,0 0 0,-1 0 0,1 1 0,-1-1 0,1 0 0,-1 0 0,0 1 0,1 0 0,-1 0 0,1 0 0,-1 0 0,1 0 0,0 0 0,-1 0 0,1-1 0,0 1 0,-1 0 0,1 0 0,0 0 0,0 0 0,0 0 0,0 0 0,0 0 0,0 1 0,2 22 0,1 0 0,12 45 0,-8-40 0,5 36 0,-9-35 0,-2-1 0,-3 50 0,-3-65 0,2-11 0,0-10 0,3 5 0,0-1 0,0 1 0,0-1 0,1 1 0,-1-1 0,1 1 0,-1-1 0,1 1 0,0 0 0,0-1 0,0 1 0,0 0 0,0 0 0,1 0 0,-1-1 0,1 1 0,-1 1 0,1-1 0,0 0 0,0 0 0,0 1 0,3-3 0,-1 1 0,0 0 0,0 1 0,1 0 0,-1-1 0,1 1 0,0 1 0,-1-1 0,1 1 0,0 0 0,7-1 0,-7 2 0,1 0 0,-1 0 0,1 0 0,-1 1 0,1 0 0,-1 1 0,1-1 0,-1 1 0,0 0 0,9 4 0,-4 0 0,0 0 0,-1 0 0,0 1 0,10 10 0,-17-16 0,-1 0 0,0 0 0,0 0 0,0 0 0,0 0 0,0 0 0,0 0 0,0 0 0,-1 1 0,1-1 0,0 0 0,-1 1 0,1-1 0,-1 0 0,1 1 0,-1-1 0,1 1 0,-1-1 0,0 1 0,0-1 0,0 1 0,0-1 0,0 1 0,0-1 0,0 0 0,-1 1 0,1-1 0,0 1 0,-1-1 0,1 1 0,-1-1 0,0 0 0,1 1 0,-1-1 0,0 0 0,0 0 0,-1 2 0,-1 0 0,0 0 0,0-1 0,0 0 0,0 1 0,0-1 0,-1 0 0,1 0 0,-1-1 0,1 1 0,-1-1 0,0 0 0,1 0 0,-7 1 0,-15 0 11,0-1-1,-27-2 1,8-1-1408,28 2-5429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24575,'7'-2'0,"0"0"0,1 1 0,-1 0 0,0 0 0,1 1 0,-1 0 0,0 0 0,9 2 0,-13-2 0,0 1 0,0 0 0,0 0 0,0 0 0,0 1 0,-1-1 0,1 1 0,0-1 0,-1 1 0,0 0 0,1 0 0,-1 0 0,0 0 0,0 1 0,0-1 0,0 0 0,0 1 0,-1 0 0,1-1 0,-1 1 0,1 0 0,0 3 0,0-1 0,-1-1 0,0 0 0,0 0 0,0 1 0,0-1 0,-1 0 0,0 1 0,0-1 0,0 1 0,0-1 0,-1 0 0,1 1 0,-1-1 0,0 0 0,-2 5 0,-1 0 0,-1 0 0,1-1 0,-1 1 0,-1-1 0,-11 13 0,16-19 0,-1 0 0,0 0 0,1 0 0,-1 0 0,1 1 0,0-1 0,-1 0 0,0 5 0,2-6 0,0-1 0,0 1 0,0 0 0,0 0 0,0 0 0,0-1 0,0 1 0,0 0 0,0 0 0,1 0 0,-1-1 0,0 1 0,1 0 0,-1 0 0,0-1 0,1 1 0,-1 0 0,1-1 0,-1 1 0,1 0 0,-1-1 0,1 1 0,0-1 0,-1 1 0,1-1 0,0 1 0,-1-1 0,1 0 0,0 1 0,0-1 0,-1 0 0,2 1 0,5 2 0,1-1 0,-1 1 0,1-2 0,-1 1 0,1-1 0,12 1 0,51-3 0,-33 0 0,-4 0-1365,-20 1-5461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2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30 340 24575,'-5'-6'0,"2"0"0,-1-1 0,1 0 0,0 0 0,0 0 0,1 0 0,0 0 0,1 0 0,-1-1 0,1 1 0,1-1 0,-1 1 0,1-1 0,0 1 0,1-1 0,0 1 0,0-1 0,1 1 0,0 0 0,0 0 0,1 0 0,4-10 0,-2 8 0,0-1 0,1 1 0,1 0 0,0 0 0,0 1 0,0 0 0,1 0 0,0 1 0,1 0 0,-1 0 0,1 1 0,1 0 0,-1 0 0,1 1 0,0 1 0,0 0 0,20-6 0,12 0 0,0 1 0,0 3 0,0 1 0,49 1 0,-32 4 0,-1 3 0,116 20 0,30 26 0,-156-35 0,-2 2 0,55 27 0,-55-21 0,-19-10 0,36 21 0,-56-28 0,27 17 0,56 45 0,-81-58 0,1 0 0,-1 0 0,-1 1 0,0 0 0,-1 1 0,1 0 0,-2 0 0,0 0 0,8 22 0,-7-9 0,-1 1 0,-2 0 0,0 1 0,-2-1 0,0 1 0,-2-1 0,-4 32 0,3-42 0,-1-1 0,-1 1 0,0-1 0,-1 0 0,0 0 0,-1-1 0,-1 1 0,0-1 0,-1 0 0,0 0 0,-1-1 0,0 0 0,-11 10 0,7-9 0,0-1 0,-1 0 0,0-2 0,-1 1 0,0-1 0,-1-1 0,0-1 0,0 0 0,-1-1 0,-27 9 0,-3-4 0,0-2 0,0-2 0,-1-2 0,0-2 0,-50-3 0,57-1 0,0-1 0,0-3 0,1-1 0,-44-11 0,56 8 0,-1-2 0,1-1 0,1 0 0,0-2 0,-39-27 0,47 28 0,2 0 0,0-1 0,1-1 0,0-1 0,1 0 0,0-1 0,2-1 0,-19-29 0,25 34 0,1-1 0,-1 1 0,2-1 0,0 0 0,-4-24 0,-1-69 0,9 96-273,-1 0 0,-1 0 0,0 0 0,-3-12 0,0 7-6553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206 149 24575,'18'-19'0,"-8"9"0,0-1 0,0 2 0,1-1 0,0 1 0,1 1 0,0 0 0,24-12 0,-12 11 0,1 1 0,1 1 0,-1 1 0,52-4 0,106 6 0,-150 4 0,-13 0 0,-1 1 0,1 1 0,-1 1 0,1 1 0,-1 0 0,0 2 0,22 8 0,-26-7 0,-1 1 0,0 0 0,0 0 0,0 2 0,-1-1 0,-1 2 0,0 0 0,0 0 0,11 15 0,51 75 0,-45-59 0,41 46 0,79 86 0,-143-166 0,0-1 0,-1 1 0,-1 0 0,1 1 0,-1-1 0,-1 1 0,1 0 0,-2 0 0,4 18 0,-5-21 0,-1 0 0,1 0 0,-2 0 0,1-1 0,-1 1 0,1 0 0,-2 0 0,1 0 0,-1-1 0,0 1 0,0-1 0,0 1 0,-1-1 0,0 0 0,0 0 0,0 0 0,-4 5 0,-19 17 0,0 0 0,-2-2 0,-1-1 0,-38 25 0,32-27 0,0-2 0,-2-1 0,-49 19 0,71-33 0,0 0 0,-1-1 0,1 0 0,-1-1 0,0-1 0,0 0 0,0-1 0,0-1 0,0 0 0,0-2 0,1 0 0,-1 0 0,-20-7 0,-1-1 0,1-2 0,1-1 0,0-2 0,-65-38 0,-63-43 0,45 28 0,85 48 0,-81-53 0,103 65 0,0-1 0,0-1 0,1 1 0,1-2 0,-1 1 0,2-1 0,-11-17 0,16 23-97,1 0-1,0 0 1,0 0-1,0-1 1,1 1-1,-1 0 1,1-1-1,1 1 1,-1-1-1,1 1 1,0-1-1,0 1 0,1-8 1,2-4-6729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1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0 344 24575,'5'-23'0,"0"1"0,14-36 0,-15 49 0,0 1 0,1-1 0,0 1 0,0 0 0,0 0 0,1 1 0,1 0 0,-1 0 0,10-8 0,5-2 0,1 0 0,0 1 0,1 2 0,1 0 0,1 1 0,0 2 0,0 0 0,54-13 0,-46 17 0,0 3 0,63-2 0,68 15 0,-103-1 0,93 25 0,56 32 0,-161-47 0,68 35 0,-102-45 0,-1 1 0,-1 0 0,1 1 0,-2 1 0,1 0 0,-1 0 0,13 18 0,-11-10 0,-1 0 0,-1 0 0,-1 2 0,15 34 0,0 5 0,-7-16 0,24 80 0,-40-112 0,3 13 0,6 43 0,-11-58 0,-1-1 0,0 1 0,0-1 0,-1 1 0,0-1 0,-1 1 0,0-1 0,-4 11 0,-1-3 0,-1 0 0,0 0 0,-1 0 0,-1-1 0,0-1 0,-17 19 0,9-14 0,-1-1 0,-1 0 0,-37 26 0,32-26 0,13-10 0,0 0 0,-1-1 0,0 0 0,-22 9 0,13-9 0,0-2 0,-1 0 0,1-2 0,-40 4 0,-93-6 0,105-3 0,11-2 0,1-1 0,-1-2 0,1-2 0,0-1 0,-43-17 0,31 6 0,0-2 0,-53-33 0,84 44 0,-20-11 0,2-1 0,-54-45 0,74 54 0,1-2 0,0 0 0,1 0 0,1-1 0,1-1 0,0 0 0,-10-22 0,17 27-114,1 0 1,0 0-1,1 0 0,1-1 0,0 1 1,0-1-1,2 0 0,0 0 0,0 0 1,1 0-1,4-27 0,0 15-6712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2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25 132 24575,'-6'-16'0,"-9"-33"0,14 44 0,0 0 0,0 0 0,1-1 0,0 1 0,0 0 0,0-1 0,0 1 0,1 0 0,0 0 0,2-9 0,-1 13 0,-1 5 0,0 7 0,1 73 0,-2-39 0,2-1 0,13 71 0,-1-61 0,4-1 0,38 85 0,-2-8 0,-50-123 0,-2 1 0,1 0 0,-1 0 0,-1 0 0,2 15 0,-3-21 0,0 0 0,0 0 0,0 0 0,0 1 0,-1-1 0,1 0 0,-1 0 0,1 0 0,-1 0 0,0 0 0,0 0 0,0 0 0,0 0 0,0 0 0,0 0 0,-1-1 0,1 1 0,-1-1 0,1 1 0,-1-1 0,0 1 0,1-1 0,-1 0 0,0 1 0,0-1 0,-3 1 0,-11 4-1365,0-2-5461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32 24575,'-1'-1'0,"1"0"0,-1 0 0,1 0 0,0 0 0,-1 0 0,1-1 0,0 1 0,0 0 0,0 0 0,0 0 0,0 0 0,0 0 0,0-1 0,0 1 0,1 0 0,-1 0 0,0 0 0,1 0 0,-1 0 0,0 0 0,1 0 0,0 0 0,1-2 0,-2 2 0,1 1 0,0-1 0,0 1 0,0 0 0,0-1 0,0 1 0,0 0 0,0 0 0,0 0 0,0-1 0,0 1 0,0 0 0,0 1 0,0-1 0,0 0 0,0 0 0,-1 0 0,1 0 0,0 1 0,0-1 0,0 0 0,0 1 0,0-1 0,0 1 0,0-1 0,-1 1 0,1-1 0,1 2 0,94 70 0,-89-64 0,-11-7 0,-15-8 0,-27-19 0,32 17 0,0 1 0,-1 0 0,0 1 0,0 1 0,-22-7 0,35 13 0,0-1 0,0 1 0,0 0 0,0-1 0,0 1 0,0 0 0,0 0 0,0 0 0,0 0 0,0 1 0,0-1 0,0 1 0,0-1 0,1 1 0,-1-1 0,0 1 0,0 0 0,0 0 0,1 0 0,-1 0 0,0 0 0,-2 2 0,3 0 0,-1-1 0,0 1 0,1-1 0,0 1 0,-1 0 0,1 0 0,0-1 0,0 1 0,1 0 0,-1 0 0,1 0 0,-1 0 0,1 0 0,0 4 0,0 6 0,0-4 0,0-1 0,-1 0 0,1 1 0,-4 11 0,3-17 0,0 0 0,-1 0 0,1 0 0,0-1 0,-1 1 0,0-1 0,1 1 0,-1-1 0,0 0 0,0 1 0,0-1 0,-1 0 0,1 0 0,0-1 0,-1 1 0,-3 2 0,-8 2-1365,1-1-5461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24575,'-7'20'0,"1"0"0,1 1 0,0 0 0,2 0 0,0 0 0,2 0 0,0 0 0,2 0 0,0 0 0,1 0 0,6 25 0,9 23 0,50 132 0,-33-111 0,-30-80-68,-3-9-18,0 1-1,0 0 1,0-1-1,-1 1 1,1 0-1,0-1 1,-1 1-1,1 0 1,-1 0-1,0-1 1,1 1-1,-1 0 1,0 0-1,0 3 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4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24575,'157'49'0,"-133"-39"0,-1 0 0,0 2 0,-1 0 0,30 23 0,-31-17 0,-21-18 0,0 0 0,0 0 0,0 0 0,0 0 0,0 0 0,0 0 0,0 0 0,0 0 0,-1 0 0,1 0 0,0 0 0,0 0 0,0 0 0,0 0 0,0 0 0,0 0 0,0 0 0,0 0 0,0 0 0,0 0 0,0 0 0,0 0 0,0 0 0,0 0 0,0 0 0,0 0 0,0 0 0,0 0 0,0 0 0,0 0 0,0 0 0,0 0 0,0 0 0,-1 0 0,1 0 0,0 1 0,0-1 0,0 0 0,0 0 0,0 0 0,0 0 0,0 0 0,0 0 0,0 0 0,0 0 0,0 0 0,0 0 0,0 0 0,0 0 0,0 0 0,0 0 0,0 0 0,0 0 0,0 0 0,0 0 0,0 0 0,0 0 0,0 0 0,0 1 0,-8-3 0,-11-5 0,-14-9 0,-45-18 0,68 31 0,0 0 0,0 0 0,0 1 0,-1 0 0,-18-1 0,26 3 0,1 0 0,0 0 0,-1 1 0,1-1 0,0 0 0,0 1 0,-1 0 0,1-1 0,0 1 0,0 0 0,0 0 0,0 0 0,0 0 0,0 1 0,0-1 0,0 1 0,0-1 0,0 1 0,1-1 0,-1 1 0,1 0 0,-1 0 0,1 0 0,-2 3 0,-1 3 0,1 1 0,0 0 0,0 0 0,-3 18 0,5-18 0,-1-1 0,0 0 0,0 0 0,-6 13 0,-11 2-1365,9-13-5461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4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51 24575,'-4'-5'0,"-22"-24"0,24 27 0,0 0 0,0 1 0,-1-1 0,1 1 0,0-1 0,0 1 0,-1 0 0,1 0 0,-1 0 0,1 0 0,-6-1 0,7 2 0,0 0 0,0 0 0,0 1 0,0-1 0,0 0 0,0 0 0,0 0 0,0 1 0,1-1 0,-1 1 0,0-1 0,0 0 0,0 1 0,0 0 0,1-1 0,-1 1 0,0-1 0,0 1 0,1 0 0,-1 0 0,0-1 0,1 1 0,-1 0 0,1 0 0,-1 0 0,1 0 0,0 0 0,-1-1 0,1 1 0,0 0 0,-1 0 0,1 2 0,-1 3 0,-1 1 0,1 0 0,0 10 0,1-14 0,0 23 0,1 0 0,1 0 0,1 0 0,1 0 0,8 26 0,47 125 0,-52-157 0,15 36-1365,-16-43-5461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24575,'45'9'0,"-1"1"0,0 2 0,-1 3 0,-1 1 0,0 1 0,73 45 0,-183-97 0,24 9 0,25 14 0,1 1 0,-2 1 0,0 1 0,-32-12 0,50 21 0,-1-1 0,1 1 0,0-1 0,0 1 0,0 0 0,-1 0 0,1 0 0,0 0 0,0 0 0,0 0 0,-1 1 0,-2 0 0,4 0 0,0-1 0,0 1 0,0 0 0,0-1 0,0 1 0,0 0 0,0 0 0,1 0 0,-1 0 0,0 0 0,0 0 0,1 0 0,-1 0 0,0 0 0,1 0 0,-1 0 0,1 0 0,-1 0 0,1 1 0,0-1 0,0 0 0,-1 0 0,1 3 0,-1 9 34,1 0-1,2 17 0,-1-19-399,-1 0 0,0 1-1,-2 18 1,-1-16-6460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47 24575,'-3'-17'0,"2"13"0,0 0 0,0-1 0,0 1 0,-3-8 0,2 12 0,1 4 0,0 6 0,-1 35 0,3 1 0,1-1 0,17 89 0,-11-102 0,-4-17 0,0 0 0,-1 0 0,2 26 0,-5-40-91,0 0 0,0 1 0,-1-1 0,1 0 0,0 1 0,0-1 0,-1 0 0,1 0 0,-1 1 0,1-1 0,-1 0 0,1 0 0,-1 0 0,-1 2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3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24575,'-3'0'0,"1"0"0,-1 1 0,1-1 0,-1 1 0,1 0 0,-1 0 0,1 0 0,-1 0 0,1 0 0,0 0 0,-1 1 0,1-1 0,0 1 0,0-1 0,0 1 0,0 0 0,0 0 0,1 0 0,-1 0 0,1 0 0,-1 0 0,1 0 0,-2 4 0,2-3 0,-1-1 0,1 1 0,0 0 0,0-1 0,1 1 0,-1 0 0,1 0 0,-1 0 0,1 0 0,0 0 0,0-1 0,0 1 0,0 0 0,1 0 0,-1 0 0,1 0 0,-1 0 0,1-1 0,0 1 0,0 0 0,2 2 0,2 2 0,0-1 0,1 0 0,-1 0 0,1 0 0,1-1 0,-1 0 0,1 0 0,0-1 0,0 0 0,0 0 0,0 0 0,1-1 0,9 3 0,2 0 0,-1-1 0,0-2 0,1 1 0,32 0 0,-45-4-116,26 0 366,-31 0-305,0 0-1,0 0 0,0-1 1,0 1-1,0 0 1,0 0-1,0-1 1,0 1-1,0 0 1,0-1-1,0 1 1,0-1-1,-1 1 1,1-1-1,0 0 1,0 1-1,-1-1 1,1 0-1,0 1 1,-1-1-1,1 0 1,-1 0-1,1 0 1,-1 1-1,1-1 0,0-2 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24575,'-13'0'0,"-6"0"0,-3 0 0,0 0 0,1 0 0,2 0 0,2 0 0,0 0 0,2 0 0,0 0 0,0 0 0,1 0 0,2 0-8191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24575,'-15'0'0,"-7"0"0,-3 0 0,0 0 0,3 0 0,-1 0 0,1 0 0,3 3 0,1 0 0,4 0-8191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1:15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47 24575,'-4'0'0,"0"1"0,0 1 0,0-1 0,0 0 0,0 1 0,0 0 0,0 0 0,1 0 0,-1 1 0,1-1 0,-1 1 0,1 0 0,0 0 0,0 0 0,-4 5 0,5-6 0,1 1 0,-1 0 0,1-1 0,0 1 0,0 0 0,0 0 0,0 0 0,0 0 0,1 0 0,-1 0 0,1 1 0,0-1 0,0 0 0,0 0 0,0 0 0,0 0 0,1 0 0,0 0 0,-1 0 0,1 0 0,2 5 0,2 1 0,-1 0 0,2-1 0,-1 1 0,1-1 0,0-1 0,0 1 0,1-1 0,0 0 0,1-1 0,11 9 0,-10-9 0,0 0 0,0-1 0,1 0 0,-1 0 0,1-1 0,0 0 0,1-1 0,-1 0 0,15 2 0,-22-4 0,1-1 0,-1 0 0,1 0 0,0 0 0,-1 0 0,1-1 0,-1 1 0,1-1 0,-1 0 0,1 0 0,-1 0 0,0 0 0,1-1 0,4-2 0,-5 2 0,-1 0 0,0 0 0,0-1 0,0 1 0,0 0 0,0-1 0,0 1 0,-1-1 0,1 1 0,-1-1 0,0 0 0,0 0 0,0 0 0,0 0 0,0 1 0,0-1 0,-1-5 0,1-2 9,0 0 1,-2 0-1,1 0 0,-1 0 0,-1 0 1,0 0-1,0 0 0,-1 0 0,0 1 0,0 0 1,-1-1-1,-8-13 0,8 16-96,0 1-1,-1-1 1,1 1 0,-1 0-1,0 0 1,-1 1 0,1 0-1,-1 0 1,0 0-1,0 0 1,-1 1 0,1 0-1,-1 0 1,0 1 0,0 0-1,-14-4 1,6 4-6739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6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24575,'0'1'0,"-1"-1"0,0 0 0,1 0 0,-1 1 0,0-1 0,1 0 0,-1 1 0,1-1 0,-1 1 0,1-1 0,-1 1 0,1-1 0,-1 1 0,1-1 0,-1 1 0,1 0 0,-1-1 0,1 1 0,0-1 0,0 1 0,-1 0 0,1 0 0,0-1 0,0 1 0,0 0 0,-1-1 0,1 1 0,0 0 0,0 0 0,0 0 0,1 24 0,4 2 35,1 0 0,10 25 0,-8-29-525,-2 1 0,8 47 0,-13-58-6336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6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4 24575,'-30'-2'0,"-13"1"0,-1 1 0,2 1 0,5 2 0,7 1 0,5 2 0,5 1 0,6-2-8191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24575,'7'-16'0,"0"1"0,1 0 0,1 1 0,0-1 0,1 2 0,0-1 0,1 2 0,1-1 0,0 2 0,0-1 0,1 2 0,1-1 0,0 2 0,0 0 0,1 1 0,0 0 0,1 1 0,-1 1 0,1 0 0,25-5 0,-10 5 0,62-4 0,-78 10 0,0 0 0,0 1 0,0 1 0,0 0 0,0 1 0,18 6 0,-8 0 0,-1 1 0,0 1 0,0 1 0,-1 1 0,0 1 0,-2 1 0,37 31 0,-50-38 0,-1 1 0,1 0 0,-1 0 0,-1 0 0,0 1 0,0 0 0,-1 0 0,7 19 0,-5-10 0,-2 1 0,0 0 0,4 40 0,-8-53 0,-1 0 0,1 0 0,-2 1 0,1-1 0,-1 0 0,0 0 0,-1 0 0,1 0 0,-2 0 0,1 0 0,-1-1 0,0 1 0,-7 11 0,7-13 0,-2 1 0,1-2 0,0 1 0,-1 0 0,0-1 0,0 0 0,0 0 0,0-1 0,-1 1 0,1-1 0,-1 0 0,0-1 0,0 1 0,0-1 0,-11 2 0,-11 1 0,1-1 0,-1-2 0,-46-1 0,-82-17 0,121 10 0,-54-16 0,72 16 0,1 0 0,-1-1 0,1-1 0,0 0 0,-15-12 0,27 18-80,0-1 0,0 0-1,1 0 1,-1 0 0,1-1-1,0 1 1,0-1 0,0 0-1,1 0 1,-1 0 0,1 0 0,0 0-1,0 0 1,0-1 0,0 1-1,0-6 1,1-3-6746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24575,'7'-9'0,"-4"15"0,-4 16 0,-1-2 0,0 0 0,1-1 0,1 1 0,1 0 0,1 0 0,1-1 0,1 1 0,0-1 0,8 20 0,5 23-1365,-13-50-5461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7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31 24575,'-28'-5'0,"-11"-1"0,-2-1 0,4 2 0,5 2 0,6 0 0,2 2 0,3 1 0,3 2 0,-2 2 0,1-1 0,1 0 0,1-1 0,1 2 0,1 0 0,0-1 0,0 0 0,3-1-8191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8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24575,'15'-20'0,"1"1"0,1 0 0,22-19 0,-31 31 0,1 0 0,1 1 0,-1 0 0,1 0 0,0 1 0,0 0 0,1 1 0,0 0 0,15-4 0,55-3 0,-24 4 0,-50 6 0,1 1 0,-1-1 0,1 1 0,-1 1 0,1-1 0,-1 1 0,1 1 0,-1-1 0,14 6 0,-10-3 0,-1 1 0,1 1 0,-1 0 0,0 0 0,16 14 0,-8-3 0,0 1 0,-1 1 0,-1 0 0,0 1 0,15 28 0,-23-34 0,1 1 0,-2 0 0,0 0 0,-1 0 0,-1 1 0,0 0 0,4 29 0,-8-39 0,0 0 0,-1 0 0,0-1 0,0 1 0,0 0 0,-1-1 0,0 1 0,0 0 0,-1-1 0,1 1 0,-1-1 0,0 0 0,-1 1 0,1-1 0,-1 0 0,0 0 0,0-1 0,-1 1 0,1-1 0,-1 1 0,0-1 0,0 0 0,-1 0 0,1-1 0,-9 6 0,-1-2 0,0 0 0,-1-1 0,0-1 0,0 0 0,0-1 0,-1 0 0,1-2 0,-1 1 0,-21-1 0,-9-2 0,-87-11 0,120 9-94,-11-1 207,-28-7 0,45 8-279,0 0-1,0 0 1,1-1 0,-1 0-1,0 0 1,1-1 0,0 0-1,-8-6 1,6 3-6660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24575,'7'-21'0,"-6"20"0,-1-1 0,0 1 0,1 0 0,-1 1 0,1-1 0,0 0 0,-1 0 0,1 0 0,0 0 0,-1 0 0,1 0 0,0 1 0,0-1 0,0 0 0,0 1 0,0-1 0,1 0 0,-2 1 0,0 0 0,1 0 0,-1 0 0,0 0 0,1 0 0,-1 0 0,0 1 0,0-1 0,1 0 0,-1 0 0,0 0 0,1 0 0,-1 0 0,0 1 0,0-1 0,1 0 0,-1 0 0,0 0 0,0 1 0,0-1 0,1 0 0,-1 1 0,0-1 0,0 0 0,0 0 0,0 1 0,0-1 0,1 1 0,3 11 0,-4-10 0,60 218 0,-57-210 0,0 1 0,0 0 0,-1 0 0,-1 0 0,0 0 0,-1 0 0,0 16 0,0-27 1,0 1 1,0-1-1,0 0 0,0 0 0,0 0 1,0 0-1,0 1 0,0-1 0,0 0 0,0 0 1,0 0-1,0 1 0,0-1 0,0 0 1,0 0-1,0 0 0,0 0 0,0 1 1,0-1-1,-1 0 0,1 0 0,0 0 0,0 0 1,0 0-1,0 1 0,0-1 0,0 0 1,0 0-1,-1 0 0,1 0 0,0 0 0,0 0 1,0 0-1,0 0 0,0 1 0,-1-1 1,1 0-1,0 0 0,0 0 0,0 0 0,0 0 1,-1 0-1,1 0 0,0 0 0,0 0 1,0 0-1,0 0 0,-1 0 0,1 0 0,0 0 1,0 0-1,0 0 0,0 0 0,-1 0 1,1 0-1,0-1 0,0 1 0,-8-8-587,7 5-264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3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31 24575,'0'-2'0,"1"1"0,-1-1 0,0 1 0,1-1 0,0 1 0,-1-1 0,1 1 0,0-1 0,0 1 0,0 0 0,0-1 0,0 1 0,0 0 0,0 0 0,0 0 0,0 0 0,0 0 0,1 0 0,-1 0 0,0 0 0,1 0 0,1 0 0,0 0 0,0 1 0,-1-1 0,1 1 0,-1 0 0,1 0 0,0 0 0,-1 0 0,1 1 0,-1-1 0,1 1 0,0 0 0,3 1 0,3 1 0,-1 2 0,1-1 0,-1 1 0,0 0 0,0 0 0,11 11 0,-19-16 0,1 1 0,-1-1 0,0 0 0,0 0 0,0 0 0,0 0 0,0 0 0,0 0 0,1 0 0,-1 0 0,0 0 0,0 0 0,0 0 0,0 1 0,0-1 0,0 0 0,0 0 0,0 0 0,1 0 0,-1 0 0,0 0 0,0 1 0,0-1 0,0 0 0,0 0 0,0 0 0,0 0 0,0 0 0,0 1 0,0-1 0,0 0 0,0 0 0,0 0 0,0 0 0,0 0 0,0 1 0,0-1 0,0 0 0,0 0 0,0 0 0,0 0 0,0 0 0,0 0 0,-1 1 0,1-1 0,0 0 0,-9 0 0,-17-5 0,24 4 0,-24-6 0,-33-3 0,50 9 0,0 0 0,-1 1 0,1 0 0,0 0 0,0 1 0,0 1 0,-12 2 0,15-1 8,0-1-1,1 1 0,0 1 1,0-1-1,0 1 1,0-1-1,0 1 0,1 1 1,0-1-1,0 1 0,-5 7 1,-21 19-1462,21-23-5372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17 24575,'-14'-15'0,"7"13"0,7 2 0,-1 1 0,1-1 0,0 0 0,0 1 0,-1-1 0,1 0 0,0 1 0,0-1 0,0 1 0,-1-1 0,1 0 0,0 1 0,0-1 0,0 1 0,0-1 0,0 0 0,0 1 0,0-1 0,0 1 0,0-1 0,0 1 0,2 22 0,1 0 0,0-1 0,14 43 0,-9-33 0,19 58 0,-26-84-1365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24575,'0'-1'0,"0"1"0,0-1 0,0 1 0,0-1 0,1 1 0,-1-1 0,0 1 0,0 0 0,0-1 0,1 1 0,-1-1 0,0 1 0,0 0 0,1-1 0,-1 1 0,0 0 0,1-1 0,-1 1 0,1 0 0,-1 0 0,0-1 0,1 1 0,-1 0 0,1 0 0,-1 0 0,1-1 0,-1 1 0,0 0 0,1 0 0,-1 0 0,1 0 0,-1 0 0,1 0 0,-1 0 0,1 0 0,-1 0 0,1 0 0,-1 0 0,1 0 0,-1 0 0,1 1 0,20 5 0,14 10 0,46 18 0,-84-35 0,0 0 0,0 1 0,0-1 0,0 1 0,0 0 0,0 0 0,-1 0 0,1 0 0,0 0 0,0 1 0,0-1 0,0 1 0,0 0 0,-4 2 0,6-2 0,-1-1 0,0 1 0,0 1 0,0-1 0,0 0 0,1 0 0,-1 1 0,1-1 0,-1 1 0,1-1 0,-1 1 0,1 0 0,0-1 0,0 1 0,0 0 0,0 0 0,0 0 0,0 0 0,1 0 0,-1 0 0,0 4 0,-3 50-1365,2-46-5461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1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3313 33 24575,'3'-1'0,"-1"0"0,1 0 0,-1 0 0,1-1 0,-1 1 0,0-1 0,3-2 0,-5 4 0,0 0 0,1-1 0,-1 1 0,0 0 0,0-1 0,1 1 0,-1 0 0,0 0 0,0-1 0,1 1 0,-1-1 0,0 1 0,0 0 0,0-1 0,0 1 0,0 0 0,0-1 0,0 1 0,0 0 0,0-1 0,0 1 0,0-1 0,0 0 0,0 1 0,-1-1 0,1 1 0,-1-1 0,1 1 0,-1 0 0,1-1 0,0 1 0,-1-1 0,1 1 0,-1 0 0,0 0 0,1-1 0,-1 1 0,1 0 0,-1 0 0,1 0 0,-1 0 0,0-1 0,0 1 0,-19-2 0,-1 1 0,1 0 0,0 1 0,-1 1 0,-26 6 0,14-3 0,-492 28-184,-2-30-153,34-1 173,296 6 164,-59 1 0,178-8 56,-282 9 573,54-3-629,262-6 0,27 0 0,0 2 0,-16 3 0,15-2 0,-30 2 0,29-4 0,-28 5 0,28-3 0,-29 2 0,38-5 0,4-1 0,0 1 0,0 0 0,0 1 0,0 0 0,0 0 0,-6 2 0,10-3 0,0 1 0,0 0 0,1 0 0,-1 0 0,0 0 0,1 0 0,-1 1 0,1-1 0,0 0 0,-1 1 0,1-1 0,0 1 0,0 0 0,0-1 0,0 1 0,0 0 0,0-1 0,0 1 0,0 0 0,1 0 0,-1 0 0,1 0 0,-1 2 0,-2 19 0,2 0 0,0 0 0,3 33 0,0-2 0,1 2 0,2 0 0,16 70 0,4 25-1365,-21-131-5461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2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94 24575,'-106'-19'0,"-151"-31"0,177 26 0,70 23 0,12 6 0,15 9 0,125 74 0,-90-57 0,-49-30 0,6 5 0,1 0 0,12 12 0,-20-17 0,-1 0 0,1 1 0,-1-1 0,1 1 0,-1-1 0,0 1 0,1-1 0,-1 1 0,0 0 0,0 0 0,0 0 0,-1-1 0,1 1 0,0 0 0,-1 0 0,1 0 0,-1 0 0,1 0 0,-1 1 0,0-1 0,0 2 0,-1-2 0,1-1 0,-1 0 0,0 1 0,1-1 0,-1 0 0,0 1 0,0-1 0,0 0 0,0 0 0,0 0 0,0 0 0,0 0 0,0 0 0,-1 0 0,1 0 0,0 0 0,0 0 0,-1-1 0,1 1 0,-1-1 0,1 1 0,-2 0 0,-4 1 0,0 0 0,0-1 0,-9 1 0,-70 0-595,75-2-175,-11-1-6056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3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11 235 24575,'0'0'0,"-1"0"0,0-1 0,0 1 0,0-1 0,1 1 0,-1-1 0,0 1 0,1-1 0,-1 0 0,0 1 0,1-1 0,-1 0 0,1 1 0,-1-2 0,1 2 0,0-1 0,-1 1 0,1 0 0,0-1 0,0 1 0,0 0 0,0-1 0,0 1 0,0-1 0,0 1 0,0 0 0,0-1 0,0 1 0,1 0 0,-1-1 0,0 1 0,0 0 0,0-1 0,0 1 0,0 0 0,1-1 0,-1 1 0,1-1 0,0 0 0,0 0 0,0 0 0,1 0 0,-1 0 0,1 0 0,-1 1 0,1-1 0,-1 0 0,1 1 0,-1-1 0,1 1 0,3-1 0,16-1 0,39 1 0,7 0 0,296-15 8,-175 11-140,354-10-492,359 8 589,-554 8 27,-192 1-55,165-4 917,-256-4-854,-1-2 0,78-21 0,-93 19 0,-27 6 0,1 2 0,-1 1 0,33 2 0,-30-1 0,-65-17 0,-33-10 0,-84-26 0,157 53 0,-24-4 0,24 4 0,1-1 0,-1 1 0,1 0 0,0 0 0,-1 0 0,1 0 0,-1 0 0,1 0 0,-1 0 0,1 1 0,-1-1 0,1 0 0,0 0 0,-1 0 0,1 0 0,-1 1 0,1-1 0,-1 0 0,1 0 0,0 1 0,-1-1 0,1 0 0,0 0 0,-1 1 0,1-1 0,0 0 0,0 1 0,-1-1 0,1 1 0,0-1 0,0 0 0,-1 1 0,1-1 0,0 1 0,0-1 0,0 1 0,0-1 0,0 0 0,0 1 0,0-1 0,0 1 0,0-1 0,0 1 0,0-1 0,0 1 0,0-1 0,0 1 0,0-1 0,0 0 0,1 1 0,1 6 0,1-1 0,0 0 0,0 0 0,0 0 0,1-1 0,5 8 0,31 31 0,-34-37 0,45 43 0,-30-31 0,0 2 0,-1 0 0,23 35 0,-41-53 15,0 0 0,-1 0 0,1 0 0,-1 0 0,1 1 0,-1-1 0,1 5 0,-2-7-63,0 0 0,0 0 0,0 0 0,0 0 0,0-1 1,0 1-1,0 0 0,0 0 0,0 0 0,-1 0 0,1 0 0,0 0 0,-1 0 0,1 0 0,0 0 1,-1-1-1,1 1 0,-1 0 0,1 0 0,-1 0 0,0-1 0,1 1 0,-1 0 0,0-1 0,1 1 0,-1-1 1,0 1-1,0-1 0,0 1 0,-1 0 0,-8 2-6778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4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24575,'-2'0'0,"-1"0"0,1 0 0,0 0 0,-1 1 0,1-1 0,0 1 0,0-1 0,-1 1 0,1 0 0,0 0 0,0 0 0,0 0 0,0 0 0,0 0 0,-3 2 0,5-3 0,0 0 0,0 0 0,0 0 0,0 0 0,0 1 0,0-1 0,0 0 0,0 0 0,0 0 0,0 0 0,0 0 0,0 0 0,0 0 0,0 0 0,0 0 0,0 0 0,0 0 0,0 0 0,0 0 0,0 0 0,0 0 0,0 0 0,0 0 0,0 0 0,0 0 0,0 1 0,0-1 0,0 0 0,0 0 0,0 0 0,0 0 0,0 0 0,0 0 0,0 0 0,0 0 0,0 0 0,0 0 0,0 0 0,0 0 0,0 0 0,0 0 0,0 0 0,0 0 0,0 0 0,0 0 0,0 0 0,0 1 0,0-1 0,0 0 0,0 0 0,0 0 0,0 0 0,1 0 0,-1 0 0,0 0 0,0 0 0,0 0 0,0 0 0,0 0 0,0 0 0,6 1 0,8 0 0,42-3 0,109 14 0,15 18 0,89 14 0,717 59-967,-759-81 1110,317 28 681,-434-38-824,112 9 0,-72-19-82,-101-3-1201,-36 1-5543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116 239 24575,'142'8'0,"-57"-1"0,20-7 0,-58 0 0,-84-18 0,-75-33 0,28 11 0,35 18 0,1-2 0,-60-41 0,94 55 0,7 5 0,1 1 0,-1 0 0,-11-6 0,17 10 0,1 0 0,0 0 0,0 0 0,0 0 0,0 0 0,0 0 0,-1 0 0,1 0 0,0 0 0,0 0 0,0 0 0,0 0 0,0 0 0,0 0 0,-1 0 0,1 0 0,0 0 0,0 1 0,0-1 0,0 0 0,0 0 0,0 0 0,0 0 0,0 0 0,-1 0 0,1 0 0,0 0 0,0 1 0,0-1 0,0 0 0,0 0 0,0 0 0,0 0 0,0 0 0,0 1 0,0-1 0,0 0 0,0 0 0,0 0 0,0 0 0,0 0 0,0 1 0,0-1 0,0 0 0,0 0 0,0 0 0,0 0 0,0 0 0,0 0 0,0 1 0,0-1 0,0 0 0,1 0 0,-1 0 0,0 0 0,0 0 0,0 0 0,0 0 0,0 0 0,0 1 0,1-1 0,3 10 0,2-1 0,1 0 0,0 0 0,0-1 0,1 1 0,0-1 0,0-1 0,14 10 0,71 39 0,-38-24 0,-48-28 0,207 139 0,-212-141 0,5 3 0,-1 0 0,0 0 0,0 1 0,0 0 0,4 7 0,-9-12 0,0 0 0,0 0 0,-1 0 0,1 0 0,-1 0 0,1 0 0,-1 0 0,1 0 0,-1 1 0,0-1 0,0 0 0,1 0 0,-1 0 0,0 1 0,0-1 0,0 0 0,0 0 0,0 0 0,-1 1 0,1-1 0,0 0 0,0 0 0,-1 0 0,1 0 0,-1 0 0,1 1 0,-1-1 0,1 0 0,-1 0 0,0 0 0,0 0 0,1-1 0,-1 1 0,0 0 0,0 0 0,0 0 0,0-1 0,0 1 0,0 0 0,0-1 0,0 1 0,-2 0 0,-8 4 14,1 0-1,-1 0 0,-1-1 0,1-1 0,-13 2 1,-61 7-624,62-9-225,-5 0-5991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6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 24575,'-7'-14'0,"3"10"0,4 11 0,3 3 0,-1 0 0,2-1 0,-1 0 0,1 1 0,1-1 0,7 11 0,-3-6 0,1 0 0,0-1 0,14 13 0,-19-21 0,0 0 0,1-1 0,0 0 0,0 0 0,0 0 0,1 0 0,-1-1 0,1 0 0,0-1 0,-1 0 0,11 2 0,-15-3 0,1 0 0,-1-1 0,1 0 0,-1 0 0,1 0 0,0 0 0,-1 0 0,1 0 0,-1-1 0,1 1 0,0-1 0,-1 0 0,1 1 0,-1-1 0,0-1 0,1 1 0,-1 0 0,0 0 0,0-1 0,0 1 0,0-1 0,0 0 0,0 0 0,0 0 0,0 0 0,-1 0 0,1 0 0,-1 0 0,1 0 0,-1 0 0,0-1 0,0 1 0,0-1 0,1-2 0,3-14 0,-1-1 0,-1 0 0,1-26 0,0 7 0,-4 38 0,0 0 0,0 1 0,0-1 0,0 0 0,0 0 0,0 0 0,0 0 0,0 1 0,1-1 0,-1 0 0,0 0 0,1 1 0,-1-1 0,0 0 0,1 0 0,4 9 0,0 22 0,7 47 0,3-1 0,32 97 0,-40-149 0,33 120 0,-35-121 0,-1 0 0,-1 1 0,-1 0 0,-1 29 0,-1-50 0,-1-1 0,1 1 0,0-1 0,0 0 0,-1 1 0,0-1 0,1 1 0,-1-1 0,0 0 0,0 1 0,0-1 0,-1 0 0,1 0 0,0 0 0,-1 0 0,1 0 0,-1 0 0,0-1 0,0 1 0,1 0 0,-4 1 0,2-1 0,-1-1 0,1 0 0,0 0 0,0 0 0,0 0 0,-1-1 0,1 1 0,0-1 0,-1 0 0,1 0 0,0 0 0,-1 0 0,1-1 0,0 1 0,-6-2 0,-7-4 0,0 0 0,0-1 0,1-1 0,0 0 0,0-1 0,1-1 0,0 0 0,1-1 0,-13-13 0,22 21 0,1 0 0,0-1 0,0 1 0,1-1 0,-1 1 0,1-1 0,0 0 0,0 0 0,0 0 0,0 0 0,-1-5 0,3 7 0,0 0 0,-1 0 0,1 0 0,0 0 0,0 0 0,0 1 0,1-1 0,-1 0 0,0 0 0,1 0 0,-1 0 0,1 0 0,-1 0 0,1 1 0,0-1 0,0 0 0,0 1 0,0-1 0,0 0 0,0 1 0,1-1 0,-1 1 0,0 0 0,1-1 0,-1 1 0,1 0 0,2-2 0,9-3-7,-1 0 0,1 0-1,0 1 1,0 1-1,1 0 1,-1 1 0,26-3-1,8-2-1298,-33 5-5520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7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92 24575,'-25'-9'0,"-171"-50"0,162 51 0,1 2 0,-1 1 0,0 2 0,-35 1 0,55 2 0,-24 2 0,36-2 0,0 0 0,0 0 0,0 1 0,0-1 0,0 1 0,0-1 0,0 1 0,1 0 0,-1 0 0,0 0 0,0 0 0,1 0 0,-1 0 0,1 0 0,-2 2 0,2-2 0,0 1 0,1-1 0,-1 1 0,1-1 0,-1 1 0,1-1 0,-1 1 0,1 0 0,0-1 0,0 1 0,0-1 0,0 1 0,0-1 0,0 1 0,0 0 0,1-1 0,-1 1 0,1 2 0,12 27 0,55 85 0,-23-40 0,-38-63 0,-1 0 0,-1 1 0,1 0 0,-2 0 0,0 0 0,2 21 0,4 89 0,-6-51 0,-4-69 0,5 68 0,25 117 0,-30-186 0,1 0 0,0 0 0,0 0 0,0-1 0,0 1 0,0 0 0,1-1 0,-1 1 0,1-1 0,0 1 0,0-1 0,0 0 0,0 0 0,0 0 0,0 0 0,0 0 0,5 3 0,-3-4 0,-1 0 0,0 1 0,1-1 0,-1-1 0,1 1 0,-1 0 0,1-1 0,0 0 0,-1 1 0,1-2 0,-1 1 0,1 0 0,-1-1 0,5 0 0,6-2-151,-1 0-1,0-1 0,0-1 0,0 0 1,-1 0-1,0-1 0,0-1 1,15-11-1,-18 11-6674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8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24575,'0'0'0,"0"0"0,0 0 0,0 0 0,0 0 0,0-1 0,-1 1 0,1 0 0,0 0 0,0 0 0,0 0 0,0 0 0,0 0 0,0 0 0,0 0 0,0 0 0,0-1 0,0 1 0,0 0 0,0 0 0,0 0 0,0 0 0,0 0 0,-1 0 0,1 0 0,0 0 0,0 0 0,0 0 0,0 0 0,0 0 0,0 0 0,0 0 0,0 0 0,0 0 0,-1 0 0,1 0 0,0 0 0,0 0 0,0 0 0,0 0 0,0 0 0,0 0 0,0 0 0,-1 0 0,1 0 0,0 0 0,0 0 0,0 0 0,0 0 0,0 0 0,0 0 0,0 0 0,0 0 0,0 0 0,0 0 0,-1 0 0,1 1 0,0-1 0,0 0 0,0 0 0,2 9 0,5 12 0,6 8 0,22 38 0,-29-57 0,0-1 0,1 0 0,1 0 0,-1 0 0,1-1 0,1 0 0,12 9 0,-19-15 0,1 0 0,-1-1 0,1 1 0,0-1 0,0 0 0,-1 1 0,1-1 0,0-1 0,0 1 0,0 0 0,0-1 0,6 1 0,-7-1 0,0-1 0,0 1 0,-1 0 0,1-1 0,0 1 0,0-1 0,-1 0 0,1 1 0,0-1 0,-1 0 0,1 0 0,-1 0 0,0 0 0,1 0 0,-1-1 0,0 1 0,1 0 0,-1-1 0,0 1 0,0-1 0,0 1 0,0-1 0,0-1 0,4-8 0,-1 1 0,3-13 0,-3 11 0,0 0 0,7-15 0,-10 24 0,1 0 0,-1 1 0,1-1 0,0 0 0,0 1 0,0-1 0,1 1 0,-1 0 0,0 0 0,1-1 0,0 2 0,-1-1 0,5-2 0,-4 3 0,1 0 0,-1 0 0,0 1 0,0-1 0,0 1 0,0 0 0,1-1 0,-1 2 0,0-1 0,0 0 0,0 1 0,0-1 0,6 3 0,5 2 0,22 10 0,-26-10 0,21 11 0,-1 2 0,0 0 0,-1 3 0,27 24 0,-49-39-170,-1-1-1,0 2 0,0-1 1,0 1-1,0 0 0,-1 0 1,6 11-1,-6-7-6655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49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24575,'5'-9'0,"1"1"0,0 1 0,0-1 0,1 1 0,0 0 0,0 0 0,15-9 0,-19 14 0,0 0 0,-1 1 0,1 0 0,0-1 0,1 1 0,-1 0 0,0 0 0,0 1 0,0-1 0,1 1 0,-1-1 0,0 1 0,0 0 0,1 0 0,-1 0 0,0 1 0,0-1 0,1 1 0,-1 0 0,0 0 0,0 0 0,0 0 0,0 1 0,0-1 0,0 1 0,5 3 0,-3-1 0,0 0 0,0 1 0,0-1 0,0 1 0,-1 0 0,0 0 0,0 0 0,0 1 0,-1 0 0,0-1 0,5 13 0,-5-8 0,0 1 0,0 0 0,-2 0 0,1 0 0,-1 0 0,-1 14 0,1 54 0,3 0 0,15 79 0,-10-110 0,2-1 0,2 0 0,2-1 0,32 68 0,-35-90 0,-1-3 0,-1 1 0,8 26 0,-17-46-4,0 0-1,-1 0 1,1 1-1,-1-1 1,0 0-1,0 0 1,0 1 0,0-1-1,0 0 1,0 0-1,0 1 1,-1-1-1,1 0 1,-1 0-1,0 0 1,0 0-1,-2 4 1,2-3 21,-1-1-1,0 1 1,0-1 0,-1 0-1,1 0 1,0 0 0,-1 0-1,1 0 1,-1-1 0,0 1-1,-4 1 1,-4 1-265,0 0 1,0-1-1,0-1 1,0 0-1,-21 1 1,10-2-6579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5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181 178 24575,'-18'-21'0,"-31"-33"0,43 48 0,-1 0 0,1 1 0,-1-1 0,-1 1 0,-13-7 0,20 12 0,-1-1 0,1 0 0,0 1 0,-1-1 0,1 1 0,-1-1 0,1 1 0,-1 0 0,1-1 0,-1 1 0,1 0 0,-1 0 0,1 0 0,-1 0 0,1 1 0,-1-1 0,1 0 0,-1 0 0,1 1 0,0-1 0,-1 1 0,1 0 0,-2 0 0,1 1 0,0-1 0,1 1 0,-1 0 0,1 0 0,0-1 0,-1 1 0,1 0 0,0 0 0,0 0 0,0 1 0,1-1 0,-1 0 0,-1 4 0,0 5 0,1 0 0,0 0 0,1 0 0,0 0 0,1 12 0,0-19 0,-1 1 0,1 0 0,0-1 0,1 1 0,-1-1 0,1 1 0,0-1 0,0 0 0,0 0 0,1 0 0,0 0 0,3 5 0,-1-4 0,0 0 0,1 0 0,-1 0 0,1-1 0,0 0 0,0 0 0,11 4 0,-7-3 0,1-1 0,0-1 0,0 0 0,0 0 0,0-1 0,0 0 0,1-1 0,-1 0 0,0-1 0,14-2 0,-21 2 0,-1 0 0,0-1 0,1 0 0,-1 1 0,0-1 0,1 0 0,-1-1 0,0 1 0,0-1 0,0 1 0,0-1 0,0 0 0,0 0 0,0 0 0,-1-1 0,1 1 0,-1 0 0,0-1 0,0 0 0,0 0 0,0 1 0,0-1 0,0 0 0,-1 0 0,1-1 0,-1 1 0,0 0 0,0 0 0,0-1 0,-1 1 0,1-1 0,-1 1 0,1 0 0,-1-1 0,0 1 0,-1-1 0,0-5 0,-1 0 0,0-1 0,-1 1 0,1 0 0,-2 0 0,0 0 0,0 0 0,-10-15 0,3 8 0,-1 0 0,-25-25 0,33 36 0,0 1 0,0 1 0,-1-1 0,0 1 0,1-1 0,-1 2 0,-1-1 0,1 0 0,-10-2 0,13 4 0,1 1 0,-1-1 0,0 1 0,0 0 0,0 0 0,1 0 0,-1 0 0,0 0 0,0 0 0,0 0 0,0 1 0,1-1 0,-1 1 0,0-1 0,0 1 0,1 0 0,-1 0 0,0 0 0,1-1 0,-1 2 0,1-1 0,-1 0 0,1 0 0,0 0 0,0 1 0,-1-1 0,1 0 0,0 1 0,0 0 0,0-1 0,0 1 0,0-1 0,1 1 0,-2 2 0,-1 8 0,-1 0 0,1 0 0,1 1 0,0-1 0,0 19 0,-1 1 0,-3 43-1365,6-57-5461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2:53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100 106 24575,'-10'-10'0,"5"4"0,-2-1 0,1 1 0,-1 0 0,0 0 0,0 1 0,0 0 0,-1 0 0,1 1 0,-11-4 0,18 8 0,-1-1 0,1 1 0,0 0 0,0 0 0,-1 0 0,1 0 0,0 0 0,0 0 0,-1 0 0,1 0 0,0-1 0,0 1 0,-1 0 0,1 0 0,0 0 0,-1 0 0,1 0 0,0 1 0,0-1 0,-1 0 0,1 0 0,0 0 0,-1 0 0,1 0 0,0 0 0,0 0 0,-1 0 0,1 1 0,0-1 0,0 0 0,0 0 0,-1 0 0,1 1 0,0-1 0,0 0 0,0 0 0,0 0 0,-1 1 0,1-1 0,0 0 0,0 0 0,0 1 0,0-1 0,0 0 0,0 1 0,0-1 0,0 0 0,0 0 0,0 1 0,0-1 0,0 0 0,0 1 0,0-1 0,0 0 0,0 0 0,0 1 0,0-1 0,0 0 0,0 0 0,0 1 0,8 17 0,0-4 0,1 0 0,1 0 0,21 22 0,40 32 0,-64-62 0,20 16 0,-25-20 0,0-1 0,0 0 0,0 0 0,0 1 0,0-1 0,1-1 0,-1 1 0,0 0 0,1-1 0,-1 1 0,4 0 0,-5-1 0,-1 0 0,1 0 0,0-1 0,-1 1 0,1 0 0,0 0 0,-1 0 0,1-1 0,-1 1 0,1 0 0,0 0 0,-1-1 0,1 1 0,-1-1 0,1 1 0,-1 0 0,1-1 0,-1 1 0,1-1 0,-1 1 0,0-1 0,1 0 0,-1 1 0,0-1 0,1 1 0,-1-1 0,0 0 0,0 1 0,1-1 0,-1 0 0,0 1 0,0-1 0,0 0 0,0 1 0,0-1 0,0 0 0,0 0 0,0-3 0,0 1 0,-1 0 0,1-1 0,-1 1 0,0-1 0,-1-3 0,-11-20 0,0 0 0,-2 1 0,-1 0 0,-34-40 0,49 64 0,-2-2 0,-1-1 0,0 1 0,0 0 0,-6-5 0,10 8 0,-1 1 0,1 0 0,-1-1 0,0 1 0,1 0 0,-1-1 0,1 1 0,-1 0 0,0 0 0,1 0 0,-1-1 0,0 1 0,1 0 0,-1 0 0,0 0 0,1 0 0,-1 0 0,0 0 0,0 0 0,0 1 0,0-1 0,1 1 0,-1-1 0,1 1 0,-1-1 0,0 1 0,1 0 0,-1-1 0,1 1 0,-1-1 0,1 1 0,0 0 0,-1 0 0,1-1 0,0 1 0,-1 0 0,1 0 0,0-1 0,0 1 0,0 1 0,-2 9-350,1-1 1,0 18-1,1-25 34,1 13-6510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1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638 148 24575,'-209'-116'0,"198"110"0,0 2 0,1-1 0,-2 1 0,1 1 0,0 0 0,-1 1 0,1 0 0,-1 1 0,1 0 0,-1 0 0,0 2 0,1-1 0,-20 4 0,-70 20 0,86-19 0,0 0 0,0 1 0,1 1 0,-22 13 0,32-17 0,0 1 0,0-1 0,0 1 0,1 0 0,-1 0 0,1 0 0,0 0 0,0 0 0,0 1 0,0 0 0,1-1 0,0 1 0,0 0 0,1 0 0,-1 0 0,-1 11 0,1 4 0,0 1 0,1 0 0,3 22 0,-1-8 0,-1-16 0,1 0 0,1 0 0,1 0 0,0 0 0,2 0 0,0 0 0,12 27 0,-13-37 0,1 1 0,0-1 0,0 0 0,1-1 0,1 1 0,-1-1 0,1-1 0,1 1 0,-1-1 0,1 0 0,1-1 0,-1 0 0,1 0 0,0-1 0,14 7 0,-9-7 0,-1-1 0,1 0 0,0-1 0,-1-1 0,1 0 0,0 0 0,1-2 0,-1 1 0,17-3 0,-21 1 0,0-1 0,0 0 0,0 0 0,0-1 0,0 0 0,0-1 0,-1 0 0,0 0 0,0-1 0,0 0 0,0-1 0,-1 0 0,11-10 0,-15 12 0,-1 0 0,0 0 0,0-1 0,0 1 0,-1-1 0,3-6 0,3-5 0,-8 16 0,0 0 0,0-1 0,0 1 0,0-1 0,0 1 0,1 0 0,-1-1 0,0 1 0,0 0 0,1 0 0,-1-1 0,0 1 0,0 0 0,1-1 0,-1 1 0,0 0 0,1 0 0,-1 0 0,0-1 0,1 1 0,-1 0 0,0 0 0,1 0 0,5 4 0,-6-4 0,0 1 0,0-1 0,1 1 0,-1-1 0,0 0 0,0 0 0,1 1 0,-1-1 0,0 0 0,0 1 0,1-1 0,-1 0 0,0 0 0,1 1 0,-1-1 0,1 0 0,-1 0 0,0 0 0,1 0 0,-1 0 0,0 0 0,1 1 0,-1-1 0,1 0 0,-1 0 0,1 0 0,-1-1 0,0 1 0,1 0 0,-1-1 0,0 1 0,0 0 0,0-1 0,1 1 0,-1 0 0,0-1 0,0 1 0,0 0 0,0-1 0,0 1 0,0 0 0,0-1 0,0 1 0,0-1 0,0 1 0,0 0 0,0-1 0,0 1 0,0 0 0,0-1 0,0 1 0,0-1 0,0 1 0,0 0 0,-1-1 0,-3-13 0,3 14 0,0-3 0,-1 1 0,0 0 0,1-1 0,-1 1 0,0 0 0,-1 0 0,1 0 0,0 0 0,0 1 0,-1-1 0,1 0 0,-1 1 0,0 0 0,1 0 0,-1 0 0,0 0 0,0 0 0,-4-1 0,-7-1 0,0 1 0,-19-1 0,28 2-114,1 1 1,-1 0-1,1 0 0,-1 1 0,1-1 1,-1 1-1,1 0 0,0 0 0,-1 1 1,1-1-1,-4 3 0,-2 2-6712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 24575,'33'-14'0,"0"-2"0,-1-1 0,56-39 0,-84 53 0,-1-1 0,0 1 0,1-1 0,-2 0 0,1 0 0,0 0 0,-1 0 0,0 0 0,0 0 0,0-1 0,0 1 0,-1-1 0,0 1 0,0-1 0,0 0 0,0-7 0,0 9 0,-1 0 0,0 1 0,0-1 0,-1 1 0,1-1 0,0 1 0,-1-1 0,0 1 0,1-1 0,-1 1 0,0-1 0,0 1 0,0 0 0,-1-1 0,1 1 0,-1 0 0,1 0 0,-1 0 0,0 0 0,1 0 0,-1 0 0,0 1 0,0-1 0,-1 1 0,1-1 0,0 1 0,0 0 0,-1 0 0,1 0 0,0 0 0,-4-1 0,4 2 0,0-1 0,0 1 0,0-1 0,0 1 0,0 0 0,0 0 0,0 0 0,0 0 0,0 1 0,0-1 0,0 0 0,0 1 0,0-1 0,0 1 0,1 0 0,-1 0 0,-3 1 0,2 0 0,1 0 0,0 0 0,0 0 0,0 1 0,0-1 0,0 0 0,0 1 0,0-1 0,1 1 0,-3 4 0,1 2 0,0-1 0,1 1 0,0 0 0,0-1 0,1 1 0,-1 17 0,2-16 0,1 0 0,-1-1 0,1 1 0,1 0 0,4 13 0,-4-17 0,0 0 0,1-1 0,0 1 0,0-1 0,0 0 0,1 0 0,-1 0 0,1-1 0,0 1 0,6 4 0,4 4 0,1-1 0,21 14 0,-30-22 0,0-1 0,0 0 0,0 0 0,1-1 0,0 1 0,-1-2 0,1 1 0,0-1 0,13 1 0,-2-1 0,-1-1 0,30-5 0,-39 4 0,0-1 0,-1 0 0,1 0 0,-1-1 0,1 0 0,-1 0 0,0-1 0,8-5 0,-12 7 0,-1 0 0,1 0 0,-1-1 0,0 1 0,0 0 0,0-1 0,0 1 0,0-1 0,-1 0 0,1 0 0,-1 0 0,2-4 0,0-2 0,-1 0 0,2-17 0,-4 22 0,0 3 0,0 1 0,0-1 0,0 1 0,0 0 0,0-1 0,0 1 0,0-1 0,0 1 0,0-1 0,0 1 0,0 0 0,0-1 0,1 1 0,-1-1 0,0 1 0,0 0 0,0-1 0,1 1 0,-1 0 0,0-1 0,0 1 0,1 0 0,-1-1 0,0 1 0,0 0 0,1-1 0,-1 1 0,0 0 0,1 0 0,-1 0 0,1-1 0,-1 1 0,0 0 0,1 0 0,-1 0 0,0 0 0,1 0 0,-1 0 0,1-1 0,-1 1 0,1 0 0,-1 0 0,0 0 0,1 0 0,-1 1 0,1-1 0,-1 0 0,0 0 0,1 0 0,-1 0 0,1 0 0,-1 0 0,0 1 0,1-1 0,-1 0 0,0 0 0,1 1 0,-1-1 0,0 0 0,1 1 0,4 3 0,-1 0 0,1 1 0,5 6 0,-3-3 0,1 0 0,1 0 0,0-1 0,1 0 0,0 0 0,0-1 0,18 8 0,-23-12 0,-1 0 0,1 0 0,0-1 0,0 0 0,0 0 0,1 0 0,-1 0 0,0-1 0,0 1 0,0-2 0,1 1 0,-1 0 0,0-1 0,0 0 0,0 0 0,0-1 0,7-2 0,-8 2 0,-1 0 0,1-1 0,-1 1 0,0-1 0,0 0 0,0 0 0,0 0 0,0-1 0,3-4 0,-5 5 0,1 1 0,0-1 0,0 1 0,0-1 0,0 1 0,1-1 0,-1 1 0,1 0 0,-1 0 0,1 0 0,0 1 0,0-1 0,-1 1 0,1-1 0,0 1 0,4-1 0,66-7 0,-55 8 0,1-1 0,0-1 0,-1-1 0,23-7 0,-38 10 0,0 0 0,0 0 0,0-1 0,-1 1 0,1-1 0,-1 0 0,1 0 0,-1 0 0,0 0 0,1 0 0,-1 0 0,0 0 0,0-1 0,-1 1 0,1-1 0,-1 0 0,1 1 0,-1-1 0,0 0 0,2-4 0,-2-1 0,1 1 0,-2-1 0,1 0 0,-1 0 0,0 1 0,-2-16 0,2 21 0,0 1 0,0 0 0,-1 0 0,1 0 0,0-1 0,-1 1 0,1 0 0,0 0 0,-1 0 0,0 0 0,1 0 0,-1 0 0,0 0 0,1 0 0,-1 0 0,0 0 0,0 0 0,-2-1 0,3 1 0,-1 1 0,0 0 0,1 0 0,-1 0 0,0 0 0,1 0 0,-1 0 0,0 0 0,1 0 0,-1 0 0,0 0 0,1 0 0,-1 0 0,0 1 0,1-1 0,-1 0 0,0 0 0,1 1 0,-1-1 0,1 0 0,-1 1 0,0-1 0,1 1 0,-1-1 0,1 0 0,-1 1 0,1 0 0,0-1 0,-1 1 0,1-1 0,-1 1 0,1-1 0,0 1 0,-1 0 0,-3 7 0,0-1 0,0 1 0,1 0 0,0 0 0,0 0 0,1 0 0,0 1 0,-1 12 0,1-4 0,1 1 0,1-1 0,3 22 0,-3-34 0,1-1 0,0 0 0,0 1 0,1-1 0,-1 0 0,1 0 0,0 0 0,0 0 0,0 0 0,1 0 0,-1-1 0,1 1 0,0-1 0,0 1 0,0-1 0,1 0 0,-1-1 0,1 1 0,-1 0 0,1-1 0,0 0 0,0 0 0,0 0 0,0 0 0,6 1 0,2 0 0,0 0 0,0 0 0,0-1 0,0-1 0,0 0 0,1-1 0,-1 0 0,14-3 0,75-14 0,-57 8 0,55-4 0,-67 11 0,42-9 0,-72 11 0,-1-1 0,1 1 0,-1 0 0,1-1 0,-1 1 0,0-1 0,1 0 0,-1 1 0,0-1 0,1 0 0,-1 0 0,0 0 0,0 0 0,0 0 0,0 0 0,2-1 0,-3 1 0,1 0 0,-1 0 0,1-1 0,-1 1 0,0 0 0,0 0 0,1 0 0,-1 0 0,0 0 0,0 0 0,0-1 0,0 1 0,0 0 0,0 0 0,0 0 0,-1-2 0,-1-4 0,-1 1 0,0-1 0,0 1 0,-1 0 0,-6-10 0,2 5 0,-16-23 0,16 24 0,0-1 0,1 0 0,-9-17 0,15 27-54,1-1-1,-1 1 0,0-1 1,1 0-1,-1 1 1,0-1-1,1 0 0,0 0 1,0 1-1,-1-1 1,1 0-1,0 0 0,0 1 1,0-1-1,1 0 0,-1 0 1,0 1-1,1-1 1,-1 0-1,1 1 0,0-1 1,-1 0-1,1 1 1,1-3-1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180 465 24575,'-7'-4'0,"-15"-6"0,-30-9 0,47 17 0,-1 1 0,0-1 0,0 1 0,-1 0 0,1 1 0,0-1 0,0 1 0,0 1 0,0-1 0,-9 2 0,14-1 0,0-1 0,0 1 0,-1-1 0,1 1 0,0-1 0,0 1 0,0 0 0,-1-1 0,1 1 0,0 0 0,0 0 0,0 0 0,0 0 0,1 0 0,-1 0 0,0 0 0,0 0 0,1 1 0,-1-1 0,0 0 0,1 0 0,-1 0 0,1 1 0,0-1 0,-1 0 0,1 1 0,0-1 0,0 0 0,0 1 0,0-1 0,0 1 0,0-1 0,0 0 0,0 1 0,1-1 0,-1 0 0,1 2 0,1 6 0,1 0 0,0-1 0,1 1 0,5 9 0,-7-14 0,8 14 0,0-1 0,1 0 0,1-1 0,26 28 0,-37-43 0,0 1 0,1-1 0,-1 0 0,0 1 0,1-1 0,-1 0 0,1 0 0,0 0 0,-1 0 0,1 0 0,0 0 0,0 0 0,0-1 0,0 1 0,-1-1 0,1 1 0,0-1 0,0 0 0,0 1 0,0-1 0,0 0 0,0-1 0,0 1 0,0 0 0,0 0 0,0-1 0,0 1 0,0-1 0,-1 0 0,1 1 0,0-1 0,0 0 0,0 0 0,-1 0 0,1 0 0,-1-1 0,1 1 0,1-2 0,1-1 0,-1 0 0,0 0 0,1 0 0,-2-1 0,1 1 0,0-1 0,-1 0 0,0 0 0,0 0 0,0 0 0,-1 0 0,1 0 0,-1-7 0,-1-10 0,-3 17 0,-3 15 0,5-6 0,0 1 0,0-1 0,0 1 0,0 0 0,1-1 0,-1 1 0,1 0 0,1-1 0,-1 1 0,0 0 0,1-1 0,0 1 0,0 0 0,1-1 0,-1 0 0,1 1 0,0-1 0,0 0 0,4 6 0,-3-6 0,0-1 0,-1 0 0,1 0 0,0-1 0,0 1 0,0-1 0,1 1 0,-1-1 0,1 0 0,-1 0 0,1 0 0,0-1 0,-1 1 0,1-1 0,0 0 0,0 0 0,0 0 0,0-1 0,0 0 0,0 1 0,0-1 0,0-1 0,5 1 0,0-2 0,0 1 0,0-2 0,0 1 0,0-1 0,0 0 0,-1-1 0,1 0 0,-1 0 0,0-1 0,0 0 0,-1-1 0,1 1 0,-1-1 0,0-1 0,-1 0 0,1 1 0,-2-2 0,1 1 0,-1-1 0,0 0 0,6-13 0,-3 3 0,0-1 0,-2 0 0,0 0 0,-1-1 0,-1 0 0,-1 1 0,-1-1 0,0-1 0,-2-19 0,-3 2 0,-1 1 0,-1 0 0,-3 0 0,-1 0 0,-1 1 0,-2 1 0,-17-36 0,28 70 0,1 0 0,0 0 0,-1 0 0,1 0 0,0 1 0,-1-1 0,1 0 0,-1 0 0,0 0 0,1 1 0,-1-1 0,1 0 0,-1 0 0,0 1 0,0-1 0,1 1 0,-1-1 0,0 1 0,0-1 0,0 1 0,0-1 0,0 1 0,0 0 0,1-1 0,-1 1 0,-2 0 0,2 0 0,0 1 0,0-1 0,0 0 0,0 1 0,0 0 0,0-1 0,0 1 0,0 0 0,0-1 0,0 1 0,0 0 0,1 0 0,-1 0 0,0-1 0,0 1 0,1 0 0,-1 0 0,1 0 0,-1 0 0,1 0 0,-1 0 0,0 2 0,-4 14 0,0-1 0,1 1 0,0-1 0,2 1 0,-1 18 0,1-1 0,6 53 0,-1-64 0,1 1 0,1-1 0,1 0 0,1 0 0,1-1 0,1 1 0,23 39 0,-4-18 0,1-2 0,56 62 0,-65-81-1365,-5-4-5461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 24575,'12'-15'0,"0"1"0,0 1 0,1 0 0,1 1 0,19-14 0,-26 21 0,1 0 0,1 0 0,-1 0 0,1 1 0,-1 0 0,1 1 0,0 0 0,1 0 0,-1 1 0,0 1 0,19-2 0,-25 3 0,0 0 0,0 0 0,0 0 0,0 1 0,0-1 0,0 1 0,0 0 0,0 0 0,0 0 0,-1 0 0,1 0 0,0 1 0,-1-1 0,1 1 0,-1 0 0,1 0 0,-1 0 0,0 0 0,1 0 0,-1 0 0,0 1 0,-1-1 0,1 1 0,0-1 0,-1 1 0,1 0 0,-1-1 0,0 1 0,0 0 0,0 0 0,0 3 0,1 1 0,-1 1 0,-1-1 0,1 0 0,-1 1 0,0-1 0,-1 1 0,0-1 0,0 0 0,-1 0 0,1 1 0,-6 11 0,-2 0 0,-1 0 0,-1-1 0,-15 19 0,-12 22 0,37-57 0,0-1 0,0 1 0,0 0 0,0 0 0,0-1 0,1 1 0,-1 0 0,1 0 0,-1 0 0,1 0 0,0 0 0,0 0 0,0 0 0,0 0 0,0 0 0,0-1 0,0 1 0,1 0 0,0 3 0,1-2 0,-1-1 0,0 0 0,1 0 0,-1 0 0,1 0 0,0 0 0,-1-1 0,1 1 0,0-1 0,0 1 0,0-1 0,0 1 0,1-1 0,-1 0 0,3 1 0,104 42 0,-90-38 0,0-1 0,1-1 0,38 4 0,-53-8-80,0 0 0,1 0-1,-1-1 1,0 1 0,0-1-1,0 0 1,0-1 0,0 1-1,0-1 1,0 0 0,0-1 0,0 1-1,-1-1 1,1 0 0,-1 0-1,6-5 1,-1-1-6746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4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24575,'8'22'0,"2"13"0,-1 6 0,1 0 0,-1-2 0,-2-2 0,0-4 0,-2-7 0,0-7-8191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24575,'-2'6'0,"0"-1"0,1 1 0,0 0 0,0 0 0,0-1 0,1 1 0,0 0 0,0 9 0,1-13 0,-1 0 0,0 0 0,1 0 0,0 0 0,-1 0 0,1 0 0,0-1 0,0 1 0,0 0 0,0 0 0,0-1 0,0 1 0,0 0 0,1-1 0,-1 1 0,1-1 0,-1 1 0,1-1 0,0 0 0,-1 0 0,1 0 0,0 0 0,0 0 0,0 0 0,-1 0 0,1-1 0,4 2 0,3-1 0,0 0 0,0 0 0,1-1 0,-1 0 0,0 0 0,1-1 0,-1 0 0,0-1 0,0 0 0,13-5 0,7-4 0,48-25 0,-68 31 0,-5 3 0,-1 0 0,1 1 0,0 0 0,-1-1 0,1 1 0,0 0 0,0 1 0,0-1 0,0 1 0,-1 0 0,1 0 0,0 0 0,0 0 0,5 1 0,-7 0 0,0 0 0,1 0 0,-1 0 0,0 0 0,1 0 0,-1 0 0,0 1 0,0-1 0,0 1 0,0-1 0,0 1 0,0 0 0,0 0 0,-1 0 0,1 0 0,-1 0 0,1 0 0,-1 0 0,0 1 0,0-1 0,0 0 0,1 4 0,1 8-1365,0-2-5461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118 502 24575,'-16'8'0,"0"1"0,-19 14 0,30-20 0,1 1 0,-1-1 0,1 1 0,0 0 0,0 1 0,1-1 0,-1 1 0,1-1 0,0 1 0,0 0 0,-3 9 0,5-12 0,1 0 0,-1 1 0,1-1 0,0 0 0,0 0 0,0 1 0,0-1 0,0 0 0,0 0 0,0 0 0,1 1 0,-1-1 0,1 0 0,-1 0 0,3 3 0,-1-1 0,0 0 0,0-1 0,0 1 0,1-1 0,-1 0 0,1 0 0,0 0 0,4 3 0,-2-2 0,1 0 0,0 0 0,0 0 0,1 0 0,-1-1 0,1 0 0,0-1 0,0 0 0,10 3 0,-10-4 0,1 0 0,-1-1 0,0 1 0,1-1 0,-1-1 0,1 0 0,13-2 0,-18 2 0,0 0 0,0 0 0,0-1 0,0 1 0,-1-1 0,1 1 0,0-1 0,-1 0 0,1 0 0,-1 0 0,0 0 0,1 0 0,-1-1 0,0 1 0,-1-1 0,1 1 0,0-1 0,-1 0 0,1 0 0,-1 0 0,1-3 0,1-4 0,-1-1 0,0 0 0,0 1 0,-1-1 0,-1 0 0,0 0 0,0 1 0,-1-1 0,-4-17 0,-4-8 0,-18-49 0,-10-9 0,-58-102 0,34 74 0,100 221 0,-27-70-113,12 27-305,-2 1 1,18 75 0,-34-106-6409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5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59 24575,'3'-2'0,"0"0"0,0 0 0,0 0 0,1 0 0,-1 1 0,0-1 0,1 1 0,-1 0 0,8-1 0,-10 1 0,1 1 0,-1 0 0,0 0 0,1 1 0,-1-1 0,1 0 0,-1 0 0,1 1 0,-1-1 0,0 0 0,1 1 0,-1 0 0,1-1 0,-1 1 0,0 0 0,0 0 0,0-1 0,1 1 0,-1 0 0,0 0 0,0 0 0,0 1 0,0-1 0,-1 0 0,1 0 0,1 3 0,2 4 0,-1 0 0,0 0 0,-1 1 0,0-1 0,0 1 0,-1 0 0,0 0 0,0-1 0,-1 1 0,0 0 0,-1 0 0,0 0 0,-3 9 0,4-15 0,-1 1 0,0-1 0,-1 0 0,1 0 0,-1 0 0,1-1 0,-1 1 0,0 0 0,0-1 0,0 1 0,0-1 0,0 1 0,-1-1 0,1 0 0,-4 2 0,2-2 0,0 1 0,0-1 0,-1-1 0,1 1 0,0-1 0,-1 1 0,1-1 0,-1-1 0,-7 2 0,-1-2 0,1-1 0,0 0 0,0 0 0,0-1 0,0-1 0,0 0 0,-14-6 0,17 6 0,-1-2 0,0 1 0,1-1 0,0-1 0,0 0 0,0 0 0,1-1 0,-11-10 0,17 15 0,-1-1 0,1 0 0,0 1 0,0-1 0,0 0 0,0 0 0,1 0 0,-1 0 0,1-1 0,0 1 0,-1 0 0,2-1 0,-1 1 0,0-1 0,1 1 0,-1-1 0,1 1 0,0-1 0,0 1 0,1-1 0,-1 1 0,1-1 0,-1 1 0,1 0 0,0-1 0,1 1 0,-1 0 0,4-7 0,-2 5-50,0 0-1,1 0 1,0 0-1,0 0 0,0 1 1,1-1-1,-1 1 1,1 0-1,0 0 1,0 1-1,1 0 0,-1 0 1,1 0-1,0 0 1,-1 1-1,1 0 1,0 0-1,0 1 0,0-1 1,1 1-1,-1 1 1,0-1-1,0 1 1,1 0-1,-1 0 1,11 3-1,-4 0-6775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102 204 24575,'0'0'0,"0"-1"0,0 1 0,0 0 0,0 0 0,0 0 0,-1 0 0,1-1 0,0 1 0,0 0 0,0 0 0,-1 0 0,1 0 0,0 0 0,0 0 0,0 0 0,-1-1 0,1 1 0,0 0 0,0 0 0,0 0 0,-1 0 0,1 0 0,0 0 0,0 0 0,-1 0 0,1 0 0,0 0 0,0 0 0,0 0 0,-1 1 0,1-1 0,0 0 0,0 0 0,0 0 0,-1 0 0,-3 8 0,1 14 0,3-22 0,-1 54 0,1-54 0,0 0 0,0 0 0,0 1 0,0-1 0,0 0 0,0 0 0,0 0 0,0 1 0,0-1 0,0 0 0,0 0 0,-1 0 0,1 1 0,0-1 0,0 0 0,0 0 0,0 0 0,0 1 0,0-1 0,0 0 0,-1 0 0,1 0 0,0 0 0,0 1 0,0-1 0,0 0 0,-1 0 0,1 0 0,0 0 0,0 0 0,0 0 0,-1 0 0,1 0 0,0 1 0,0-1 0,0 0 0,-1 0 0,1 0 0,-8-6 0,-7-13 0,15 18 0,-9-13 0,1-1 0,1-1 0,0 1 0,1-1 0,1 0 0,0 0 0,1-1 0,1 0 0,-1-17 0,4 27 17,0 0 0,0 0 1,1 0-1,0 0 0,1 1 0,3-12 0,-4 15-37,-1 1 0,2 0 0,-1 0 0,0 0-1,0 0 1,1 0 0,-1 0 0,1 0 0,3-3 0,-4 4-44,0 0 0,0 0-1,0 1 1,0-1 0,0 1 0,0-1 0,1 1-1,-1-1 1,0 1 0,0 0 0,1 0 0,-1-1-1,0 1 1,0 0 0,1 0 0,-1 0 0,0 0-1,0 1 1,3-1 0,4 3-6762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7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124 542 24575,'-11'0'0,"1"0"0,0 0 0,-1 1 0,1 0 0,0 0 0,-10 3 0,17-3 0,1-1 0,0 1 0,0 0 0,0 0 0,0 0 0,-1 1 0,2-1 0,-1 0 0,0 1 0,0-1 0,0 1 0,1-1 0,-1 1 0,0 0 0,1 0 0,0 0 0,-1 0 0,1 0 0,0 0 0,0 0 0,0 0 0,1 1 0,-1-1 0,0 0 0,1 0 0,-1 1 0,1 3 0,0-1 0,0 1 0,0 0 0,1 0 0,-1 0 0,1-1 0,1 1 0,-1 0 0,1-1 0,0 1 0,0-1 0,1 0 0,0 1 0,0-1 0,0 0 0,6 6 0,-8-8 0,2-1 0,-1 0 0,0 0 0,0 0 0,1 0 0,-1 0 0,1 0 0,-1-1 0,1 1 0,0-1 0,0 1 0,0-1 0,0 0 0,0 0 0,0-1 0,0 1 0,0-1 0,0 1 0,0-1 0,0 0 0,0 0 0,0 0 0,0-1 0,1 1 0,-1-1 0,0 1 0,0-1 0,0 0 0,-1 0 0,6-3 0,-5 2 0,1 0 0,0-1 0,-1 1 0,1-1 0,-1 0 0,0 1 0,0-2 0,0 1 0,0 0 0,-1-1 0,5-5 0,-4 2 0,0 1 0,-1 0 0,1-1 0,-1 0 0,0 0 0,1-10 0,-1-4 0,-1-1 0,-2 1 0,-4-38 0,-10-32 0,-44-149 0,24 109 0,32 118 0,-2-4 0,4 20 0,0 11 0,4 36 0,3-1 0,1 0 0,2-1 0,18 53 0,-17-71 0,1 0 0,1-1 0,2 0 0,19 29 0,-22-40 0,1-1 0,1 0 0,0-1 0,1-1 0,1 0 0,1-1 0,21 15 0,-30-24 0,0-1 0,1 0 0,-1 0 0,1-1 0,0 0 0,-1-1 0,1 1 0,1-1 0,14 1 0,-19-2 0,1-1 0,-1 0 0,1 0 0,-1-1 0,0 1 0,1-1 0,-1 0 0,0 0 0,0 0 0,1-1 0,-1 0 0,0 1 0,0-1 0,-1-1 0,1 1 0,0-1 0,-1 1 0,1-1 0,5-6 0,-3 1 0,0-1 0,-1 1 0,0-1 0,0 0 0,-1-1 0,0 1 0,-1-1 0,0 0 0,0 0 0,2-20 0,-4 17 0,0-1 0,0 0 0,-2 0 0,1 0 0,-2 0 0,0 1 0,-6-23 0,8 35 0,0 0 0,-1 1 0,1-1 0,0 0 0,-1 0 0,1 0 0,0 0 0,-1 0 0,1 0 0,-1 0 0,1 1 0,-1-1 0,0 0 0,1 0 0,-1 1 0,0-1 0,1 0 0,-1 1 0,0-1 0,0 1 0,0-1 0,0 1 0,-1-1 0,1 1 0,-1 0 0,1 0 0,0 0 0,0 0 0,0 1 0,0-1 0,0 0 0,0 1 0,0-1 0,0 1 0,0-1 0,0 1 0,0-1 0,0 1 0,0 0 0,0-1 0,-1 2 0,-1 2 0,-1 0 0,0 0 0,1 1 0,0-1 0,0 1 0,0-1 0,-2 8 0,1-2 0,1-1 0,0 1 0,1-1 0,-2 14 0,4-19 0,0-1 0,0 0 0,0 0 0,0 1 0,1-1 0,-1 0 0,1 0 0,0 1 0,0-1 0,0 0 0,0 0 0,1 0 0,-1 0 0,1 0 0,0-1 0,4 6 0,-3-5 0,1 1 0,-1-1 0,1 0 0,0 0 0,0-1 0,1 1 0,-1-1 0,1 0 0,-1 0 0,1 0 0,5 1 0,9 1 0,31 4 0,-10-3 0,26 10 0,-43-8 0,0-2 0,0 0 0,1-2 0,45 1 0,-67-4 0,0-1 0,-1 1 0,1 0 0,0-1 0,0 1 0,-1-1 0,1 1 0,0-1 0,0 0 0,-1 0 0,1 0 0,-1 0 0,1 0 0,-1 0 0,1 0 0,-1 0 0,0 0 0,2-3 0,-1 1 0,0 1 0,-1-1 0,1 0 0,-1 0 0,0 0 0,0-1 0,0 1 0,0 0 0,0-5 0,0-4 0,-1 0 0,0 0 0,0 0 0,-4-18 0,-6-18 0,5 28 0,1 0 0,-2-25 0,5 39 0,1 1 0,0-1 0,1 1 0,-1 0 0,1-1 0,0 1 0,0 0 0,1-1 0,-1 1 0,1 0 0,0 0 0,1 0 0,3-5 0,-6 8-36,1 1 0,0 0 0,0 0 1,0 0-1,-1 0 0,1 0 0,0 0 0,0 0 0,1 0 0,-1 0 0,0 0 0,0 1 0,0-1 0,0 0 0,1 1 0,-1-1 0,0 1 1,1-1-1,-1 1 0,0 0 0,1-1 0,-1 1 0,0 0 0,1 0 0,-1 0 0,1 0 0,-1 0 0,0 0 0,1 1 0,-1-1 0,0 0 1,1 1-1,-1-1 0,0 1 0,1-1 0,-1 1 0,1 1 0,8 5-6790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8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30 101 24575,'3'32'0,"11"84"0,-11-101 0,1 0 0,0-1 0,1 1 0,0-1 0,12 21 0,5-6 0,-21-28 0,0 1 0,1 0 0,-1-1 0,1 0 0,0 1 0,-1-1 0,1 0 0,0 0 0,0 0 0,0 0 0,0 0 0,0 0 0,0 0 0,2 0 0,-3-1 0,-1 0 0,1 0 0,-1 0 0,1 0 0,-1-1 0,1 1 0,-1 0 0,1 0 0,-1 0 0,1-1 0,-1 1 0,0 0 0,1 0 0,-1-1 0,1 1 0,-1-1 0,0 1 0,1 0 0,-1-1 0,0 1 0,1-1 0,-1 1 0,0 0 0,0-1 0,1 1 0,-1-1 0,0 1 0,0-1 0,0 1 0,0-1 0,0 1 0,0-1 0,0 1 0,0-1 0,0 1 0,0-1 0,0 1 0,0-1 0,-3-21 0,-2 5 0,0 1 0,-2 1 0,0-1 0,-11-16 0,-2-6 0,-3-8 0,-13-23 0,32 59 0,0 0 0,1 0 0,0-1 0,0 1 0,0-12 0,2 20 0,1 1 0,0-1 0,0 0 0,0 0 0,0 1 0,0-1 0,0 0 0,0 1 0,1-1 0,-1 0 0,1 1 0,-1-1 0,1 0 0,0 1 0,-1-1 0,1 1 0,0-1 0,0 1 0,0-1 0,0 1 0,0 0 0,0 0 0,3-3 0,-2 4 0,0-1 0,0 0 0,0 0 0,0 1 0,0-1 0,0 1 0,0-1 0,0 1 0,0 0 0,0 0 0,0 0 0,0 0 0,1 0 0,-1 1 0,0-1 0,0 1 0,0-1 0,0 1 0,2 1 0,12 5-195,-1 1 0,0 1 0,0 1 0,-1 0 0,0 0 0,13 14 0,-12-10-6631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29 24575,'-23'-4'0,"-39"-6"0,-82-4 0,142 14 0,0-1 0,0 1 0,0 0 0,0 1 0,0-1 0,0 0 0,0 1 0,0-1 0,0 1 0,1-1 0,-1 1 0,0 0 0,0 0 0,0 0 0,1 0 0,-1 0 0,0 0 0,-1 2 0,2-2 0,1 1 0,-1-1 0,0 0 0,1 0 0,-1 1 0,1-1 0,0 1 0,-1-1 0,1 0 0,0 1 0,0-1 0,0 1 0,0-1 0,0 1 0,0-1 0,0 0 0,0 1 0,1-1 0,-1 1 0,0-1 0,1 0 0,-1 1 0,1-1 0,0 0 0,1 2 0,1 3 0,0-1 0,1 0 0,0-1 0,0 1 0,0-1 0,1 0 0,-1 0 0,1 0 0,0 0 0,0-1 0,6 3 0,6 3 0,1 0 0,21 6 0,-32-13 0,0 0 0,0 0 0,-1-1 0,1 1 0,0-2 0,0 1 0,0-1 0,10 0 0,-15-1 0,1 1 0,-1 0 0,0-1 0,1 0 0,-1 1 0,0-1 0,0 0 0,1 0 0,-1 0 0,0-1 0,0 1 0,0 0 0,0-1 0,0 1 0,-1-1 0,1 0 0,0 1 0,-1-1 0,1 0 0,-1 0 0,0 0 0,1 0 0,-1-1 0,0 1 0,0 0 0,1-5 0,4-6 0,-6 13 0,0 0 0,0 0 0,0 0 0,0 0 0,0 0 0,0-1 0,1 1 0,-1 0 0,0 0 0,0 0 0,0 0 0,0 0 0,1 0 0,-1 0 0,0 0 0,0 0 0,0 0 0,0 0 0,1 0 0,-1 0 0,0 0 0,0 0 0,0 0 0,0 0 0,1 0 0,-1 0 0,0 0 0,0 0 0,0 0 0,0 0 0,1 0 0,-1 0 0,0 0 0,0 1 0,0-1 0,0 0 0,1 0 0,0 2 0,1 1 0,0-1 0,-1 1 0,1 0 0,-1 0 0,2 2 0,-3-3 0,6 12-1365,-1-1-5461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9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24575,'35'240'0,"-21"-178"0,40 109 0,-45-149 0,2 4 0,-2 0 0,0 1 0,8 46 0,-16-71 0,-1-1 0,0 0 0,0 0 0,0 1 0,0-1 0,0 0 0,0 0 0,0 0 0,0 1 0,0-1 0,-1 0 0,1 0 0,0 0 0,-1 1 0,1-1 0,-1 0 0,1 0 0,-1 0 0,0 0 0,-1 2 0,1-2 0,0-1 0,0 1 0,0-1 0,0 0 0,0 1 0,0-1 0,0 0 0,0 1 0,0-1 0,0 0 0,0 0 0,0 0 0,0 0 0,0 0 0,0 0 0,-1 0 0,1 0 0,-1-1 0,-5-1 0,1 0 0,0-1 0,0 1 0,0-1 0,1-1 0,-8-4 0,2 0 0,0-1 0,-18-19 0,26 25 0,0 0 0,0 0 0,1-1 0,0 1 0,-1-1 0,1 1 0,1-1 0,-1 0 0,0 0 0,1 1 0,0-1 0,0 0 0,0-1 0,0-4 0,1 8 0,0-1 0,0 1 0,0-1 0,1 1 0,-1 0 0,0-1 0,1 1 0,0 0 0,-1-1 0,1 1 0,0 0 0,-1-1 0,1 1 0,0 0 0,0 0 0,0 0 0,0 0 0,0 0 0,0 0 0,0 0 0,1 0 0,-1 1 0,0-1 0,0 0 0,1 1 0,-1-1 0,1 1 0,-1-1 0,0 1 0,1-1 0,-1 1 0,3 0 0,4-1 0,1 0 0,0 1 0,18 1 0,-25-1 0,110 15 0,-70-8 0,48 3 0,-29-11 0,19 2 0,-79-1 0,0 0 0,1 0 0,-1 1 0,1-1 0,-1 1 0,0-1 0,1 1 0,-1-1 0,0 1 0,1 0 0,-1 0 0,0-1 0,0 1 0,0 0 0,0 0 0,0 0 0,0 0 0,0 1 0,0-1 0,0 0 0,-1 0 0,1 0 0,0 1 0,-1-1 0,1 0 0,-1 1 0,1-1 0,-1 0 0,0 1 0,1 2 0,0 5 0,-1 0 0,1 0 0,-2 0 0,0 9 0,-1-1 0,4 13-1365,1-17-5461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0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24575,'5'3'0,"1"3"0,3 5 0,2 7 0,-1 7 0,1 2 0,-2-2 0,-3-4-8191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0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75 24575,'1'4'0,"0"0"0,0 0 0,0 0 0,0 0 0,0 0 0,-1 1 0,0-1 0,0 0 0,0 0 0,0 0 0,-1 0 0,0 0 0,0 0 0,0 0 0,0 0 0,0 0 0,-1 0 0,0 0 0,0 0 0,0-1 0,-3 4 0,3-2 0,-1-1 0,0 0 0,0 0 0,0-1 0,-1 1 0,1 0 0,-1-1 0,0 0 0,0 0 0,0 0 0,0-1 0,-1 1 0,1-1 0,-1 0 0,1 0 0,-1-1 0,-6 2 0,5-2 0,0-2 0,1 1 0,-1 0 0,0-1 0,0 0 0,1-1 0,-1 1 0,0-1 0,1 0 0,0-1 0,-8-3 0,8 3 0,1 1 0,-1-1 0,1 0 0,0 0 0,0-1 0,0 1 0,0-1 0,1 0 0,-1 0 0,1 0 0,0 0 0,-4-9 0,5 9 0,1 0 0,0 0 0,0-1 0,0 1 0,1 0 0,0 0 0,0 0 0,0 0 0,0-1 0,0 1 0,1 0 0,0 0 0,0 0 0,0 0 0,0 0 0,1 0 0,-1 0 0,1 0 0,0 1 0,0-1 0,1 0 0,-1 1 0,1 0 0,0 0 0,0-1 0,0 2 0,3-4 0,-1 2 0,0 0 0,0 0 0,1 0 0,-1 1 0,1 0 0,0 0 0,-1 1 0,1-1 0,0 1 0,0 1 0,1-1 0,-1 1 0,0 0 0,1 0 0,-1 1 0,0 0 0,10 1 0,-5 1 0,-1 1 0,0 0 0,-1 0 0,1 1 0,17 9 0,43 34 0,-9-7 0,25 17 0,2 2 0,-87-58 0,1 0 0,-1-1 0,0 1 0,0 0 0,1-1 0,-1 1 0,0-1 0,1 1 0,-1-1 0,0 0 0,1 0 0,-1 1 0,1-1 0,-1 0 0,1 0 0,-1 0 0,0-1 0,1 1 0,-1 0 0,3-1 0,-3 0 0,0 0 0,0 0 0,0 0 0,0 0 0,0 0 0,0 0 0,0 0 0,0 0 0,-1 0 0,1-1 0,0 1 0,-1 0 0,1 0 0,-1-1 0,0 1 0,1 0 0,-1-1 0,0 1 0,0-1 0,1-1 0,-2-37 0,0 34 0,1 1 0,0-1 0,-1 0 0,2 0 0,-1 0 0,1 1 0,0-1 0,0 0 0,0 0 0,1 1 0,4-11 0,-5 15 0,0-1 0,0 1 0,0-1 0,1 1 0,-1 0 0,0 0 0,1-1 0,-1 1 0,0 0 0,1 0 0,0 1 0,-1-1 0,1 0 0,-1 0 0,1 1 0,0-1 0,2 0 0,-1 1 0,0-1 0,1 1 0,-1 0 0,0 1 0,1-1 0,-1 0 0,0 1 0,6 1 0,2 2 0,0 1 0,0 0 0,-1 0 0,11 8 0,31 20 0,-19-10 0,1-2 0,1-1 0,46 18 0,-39-24 26,27 12-1417,-58-21-5435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311 632 24575,'-69'-19'0,"21"6"0,0 2 0,-51-6 0,95 17 0,0-1 0,1 1 0,-1 0 0,0 1 0,0-1 0,0 0 0,-3 2 0,6-2 0,0 1 0,1-1 0,-1 0 0,0 1 0,1-1 0,-1 0 0,1 1 0,-1-1 0,1 1 0,-1-1 0,0 1 0,1-1 0,0 1 0,-1-1 0,1 1 0,-1-1 0,1 1 0,0 0 0,-1-1 0,1 1 0,0 0 0,0-1 0,-1 1 0,1 0 0,0-1 0,0 1 0,0 0 0,0-1 0,0 1 0,0 0 0,0 0 0,0-1 0,0 1 0,0 0 0,1-1 0,-1 1 0,0 0 0,0-1 0,1 1 0,-1 0 0,0-1 0,1 1 0,-1-1 0,1 2 0,4 5 0,-1 0 0,1-1 0,0 1 0,0-1 0,1 0 0,0 0 0,10 7 0,5 3 0,24 13 0,-30-21 0,-1 0 0,1-1 0,1-1 0,16 5 0,-25-9 0,0 0 0,0-1 0,0 0 0,0 0 0,1-1 0,-1 1 0,0-2 0,0 1 0,1-1 0,-1 0 0,12-3 0,-17 3 0,0 0 0,1 0 0,-1 0 0,0 0 0,0-1 0,0 1 0,0-1 0,0 1 0,0-1 0,0 0 0,0 1 0,-1-1 0,1 0 0,-1 0 0,1 0 0,-1-1 0,0 1 0,0 0 0,0 0 0,0-1 0,0 1 0,0-1 0,-1 1 0,2-5 0,-2 4 0,0-1 0,0 1 0,0-1 0,-1 1 0,1 0 0,-1-1 0,0 1 0,1 0 0,-2-1 0,1 1 0,0 0 0,-1 0 0,1 0 0,-1 0 0,0 0 0,0 0 0,-3-3 0,4 5 0,1 1 0,0-1 0,-1 1 0,1-1 0,-1 1 0,1 0 0,-1-1 0,1 1 0,-1 0 0,1-1 0,-1 1 0,1 0 0,-1 0 0,1-1 0,-1 1 0,0 0 0,1 0 0,-1 0 0,1 0 0,-1 0 0,0 0 0,1 0 0,-1 0 0,1 0 0,-1 0 0,0 0 0,1 0 0,-1 0 0,1 0 0,-1 1 0,0-1 0,1 0 0,-1 0 0,1 1 0,-1-1 0,1 0 0,-1 1 0,1-1 0,-1 1 0,1-1 0,0 1 0,-1-1 0,1 1 0,-1-1 0,1 1 0,0-1 0,0 1 0,-1-1 0,1 1 0,0-1 0,0 1 0,-1 0 0,0 2 0,0 0 0,0 0 0,0-1 0,0 1 0,1 0 0,-1 0 0,1 0 0,0 0 0,0 0 0,0 3 0,1 0 0,1-1 0,0 0 0,1 1 0,-1-1 0,1 0 0,0 0 0,0-1 0,0 1 0,1-1 0,0 1 0,0-1 0,0 0 0,4 3 0,3 1 0,-1 0 0,1-1 0,0 0 0,19 8 0,-18-11 0,-1 0 0,0 0 0,1-1 0,0 0 0,-1-1 0,1-1 0,0 0 0,0-1 0,0 0 0,20-2 0,-27 1 0,0 0 0,1 0 0,-1-1 0,0 1 0,0-1 0,0 0 0,0 0 0,0-1 0,0 1 0,-1-1 0,1 0 0,-1-1 0,0 1 0,0-1 0,0 0 0,0 0 0,0 0 0,-1 0 0,0-1 0,0 1 0,0-1 0,-1 0 0,1 0 0,-1 0 0,2-6 0,-1-4 0,0-1 0,-1 0 0,0 0 0,-1 0 0,-1 1 0,-1-1 0,-3-24 0,-30-109 0,26 119 0,-26-90 0,-57-137 0,84 245 0,7 12 0,0 0 0,0 0 0,0 0 0,0 0 0,0 0 0,0-1 0,0 1 0,0 0 0,0 0 0,0 0 0,-1 0 0,1 0 0,0 0 0,0 0 0,0 0 0,0 0 0,0 0 0,0 0 0,0 0 0,0 0 0,-1 0 0,1 0 0,0 0 0,0 0 0,0 0 0,0 0 0,0 0 0,0 0 0,0 0 0,0 1 0,0-1 0,-1 0 0,1 0 0,0 0 0,0 0 0,0 0 0,0 0 0,0 0 0,0 0 0,0 0 0,0 0 0,0 0 0,0 0 0,0 1 0,0-1 0,0 0 0,0 0 0,0 0 0,0 0 0,0 0 0,0 0 0,0 0 0,-3 25 0,4 8 0,1 0 0,10 50 0,23 65 0,-26-108 0,7 19 40,2-1 0,44 97 0,-47-124-252,2-1 0,1 0 0,1-2-1,2 0 1,0-1 0,35 33 0,-39-45-6614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248 150 24575,'-13'-15'0,"-56"-57"0,58 62 0,0 1 0,0 0 0,-1 0 0,-21-10 0,32 18 0,-1 0 0,1 0 0,-1 1 0,1-1 0,-1 1 0,1-1 0,-1 1 0,1-1 0,-1 1 0,0 0 0,1 0 0,-1 0 0,0 0 0,1 0 0,-1 0 0,0 0 0,1 1 0,-1-1 0,1 1 0,-1-1 0,0 1 0,1-1 0,-1 1 0,1 0 0,0 0 0,-1 0 0,1 0 0,0 0 0,-1 0 0,1 0 0,0 0 0,0 0 0,0 1 0,0-1 0,0 0 0,0 1 0,0-1 0,0 3 0,-4 6 0,1 0 0,1 0 0,0 0 0,-3 20 0,5-24 0,-3 22 0,0 0 0,2 0 0,2 0 0,0-1 0,2 1 0,9 47 0,-1-30 0,2-2 0,2 1 0,26 56 0,97 188 0,-130-276-1365,-1-3-5461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2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325 107 24575,'-28'-15'0,"-13"-5"0,-4 0 0,5 3 0,6 2 0,6 5 0,6 4 0,3 3 0,4 4 0,0 5 0,4 4 0,1 0 0,2 0 0,3 2 0,1-1-8191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24575,'-2'3'0,"-1"3"0,-1 3 0,2 2 0,0 3 0,3 0 0,2 2 0,0-1 0,2 0 0,3 1 0,0-4-8191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3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3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211 714 24575,'3'-46'0,"-2"0"0,-1-1 0,-3 1 0,-2-1 0,-2 1 0,-1 1 0,-3-1 0,-17-45 0,-70-147 0,98 237 0,0 0 0,-1 0 0,1 0 0,0 1 0,0-1 0,-1 0 0,1 0 0,-1 1 0,1-1 0,-1 0 0,1 1 0,-1-1 0,1 0 0,-1 1 0,0-1 0,1 1 0,-1-1 0,0 1 0,1-1 0,-1 1 0,0 0 0,0-1 0,0 1 0,1 0 0,-3-1 0,2 1 0,1 1 0,-1-1 0,0 1 0,0-1 0,0 1 0,0-1 0,1 1 0,-1-1 0,0 1 0,0 0 0,1-1 0,-1 1 0,1 0 0,-1 0 0,0-1 0,1 1 0,0 0 0,-1 1 0,-3 5 0,1 1 0,1-1 0,-1 0 0,-1 11 0,0 11 0,1 0 0,1 1 0,2-1 0,1 0 0,1 0 0,1 1 0,2-1 0,15 52 0,-9-49 0,1 0 0,2-1 0,1-1 0,1 0 0,1-1 0,2-1 0,31 36 0,-33-43 0,1-1 0,1 0 0,1-2 0,35 26 0,-42-38-1365,-3-3-5461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4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24575,'7'45'0,"2"0"0,2-1 0,27 69 0,66 119 0,-41-99 0,-59-123-341,0 0 0,0 0-1,3 15 1,-5-12-6485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4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0 348 24575,'95'33'0,"-47"-16"0,85 20 0,-126-36 0,1 0 0,-1-1 0,1 0 0,-1 0 0,0-1 0,1 0 0,-1 0 0,0 0 0,0-1 0,0 0 0,0-1 0,0 1 0,0-2 0,0 1 0,7-5 0,-9 4 0,0 1 0,-1-1 0,1 1 0,-1-1 0,0 0 0,0-1 0,-1 1 0,1-1 0,-1 0 0,0 1 0,0-1 0,0-1 0,-1 1 0,0 0 0,0-1 0,0 1 0,-1-1 0,0 1 0,1-12 0,-1 4 0,-1 0 0,-1 1 0,-4-25 0,5 34 0,-1 0 0,1 0 0,-1 1 0,0-1 0,0 0 0,0 1 0,0-1 0,-1 0 0,1 1 0,-1-1 0,1 1 0,-1 0 0,0 0 0,0 0 0,0 0 0,0 0 0,0 0 0,0 0 0,-1 0 0,1 1 0,0-1 0,-1 1 0,-4-2 0,5 3 0,0 0 0,1-1 0,-1 1 0,0 0 0,0 0 0,1 0 0,-1 1 0,0-1 0,1 0 0,-1 1 0,0-1 0,1 1 0,-1 0 0,0-1 0,1 1 0,-1 0 0,1 0 0,-1 0 0,1 0 0,0 0 0,-1 0 0,1 0 0,0 1 0,0-1 0,0 0 0,0 1 0,0-1 0,0 1 0,0-1 0,0 1 0,0 2 0,-1 0 0,0 1 0,0-1 0,1 1 0,0-1 0,0 1 0,0-1 0,1 1 0,-1-1 0,1 1 0,1 9 0,0-5 0,1 0 0,1 1 0,-1-1 0,2 0 0,-1 0 0,1-1 0,0 1 0,1-1 0,0 0 0,0 0 0,1 0 0,0-1 0,0 1 0,1-2 0,0 1 0,0-1 0,11 8 0,-14-12 0,0 0 0,0 0 0,1-1 0,-1 1 0,0-1 0,1 0 0,-1 0 0,0 0 0,7 0 0,43-2 0,-27-1 0,-3 1 0,0 0 0,0-2 0,33-8 0,-50 9 0,1 0 0,0 0 0,-1-1 0,0 0 0,1-1 0,-1 1 0,-1-1 0,1-1 0,-1 1 0,1-1 0,-1-1 0,0 1 0,-1-1 0,7-7 0,-11 11 0,0-1 0,0 1 0,0-1 0,0 1 0,0-1 0,0 1 0,-1-1 0,1 1 0,-1-1 0,1 0 0,-1 1 0,0-1 0,0 0 0,0 1 0,-1-1 0,1 0 0,-1 1 0,1-1 0,-1 1 0,0-1 0,-2-4 0,-3-5 0,0 1 0,-1 0 0,-11-13 0,6 7 0,-34-56 0,41 62 0,0 0 0,0 0 0,1-1 0,0 1 0,-2-13 0,6 22 0,-1 0 0,1 0 0,0 0 0,0 0 0,0 0 0,0 0 0,0 0 0,1 0 0,-1 0 0,0 0 0,1 0 0,0 0 0,-1 1 0,1-1 0,0 0 0,0 0 0,0 1 0,0-1 0,0 0 0,0 1 0,3-3 0,-3 3 0,0 0 0,0 1 0,1-1 0,-1 0 0,1 0 0,-1 1 0,1-1 0,-1 1 0,1-1 0,-1 1 0,1 0 0,-1 0 0,1 0 0,-1-1 0,1 1 0,-1 1 0,1-1 0,-1 0 0,1 0 0,0 1 0,-1-1 0,1 0 0,-1 1 0,0 0 0,1-1 0,-1 1 0,3 1 0,1 2-195,1 0 0,-1 0 0,0 0 0,0 1 0,0-1 0,7 11 0,-2-1-6631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5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152 318 24575,'0'-32'0,"-2"0"0,-1 0 0,-7-32 0,8 52 0,-1 0 0,-1 1 0,0 0 0,0 0 0,-1 0 0,0 0 0,-1 1 0,0 0 0,-1 0 0,0 1 0,-13-14 0,18 21 0,0 0 0,1 1 0,-1-1 0,0 1 0,0 0 0,-1-1 0,1 1 0,0 0 0,0 0 0,-1 0 0,-2 0 0,4 1 0,0 0 0,0 0 0,1 0 0,-1 0 0,0 0 0,0 0 0,0 0 0,0 0 0,0 1 0,0-1 0,0 0 0,0 1 0,0-1 0,1 1 0,-1-1 0,0 1 0,0-1 0,0 1 0,1-1 0,-1 1 0,0 0 0,1-1 0,-1 1 0,1 0 0,-1 0 0,0-1 0,1 1 0,0 0 0,-1 0 0,1 0 0,-1 1 0,-2 6 0,1-1 0,0 1 0,0 0 0,1 0 0,-1 13 0,3 45 0,-1-47 0,4 46-166,3 0-1,17 77 1,45 125-334,-47-192 500,4-2 0,42 88 0,-66-157 37,3 6-171,1 0-1,9 14 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61 24575,'-10'-10'0,"-6"-3"0,-3 0 0,0 3 0,0 3 0,1 2 0,1 3 0,1 3 0,-2 3 0,0-1 0,2 3 0,2 0 0,1 1 0,3 0-8191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24575,'6'7'0,"-1"0"0,9 13 0,7 9 0,-2-8 0,1-1 0,25 20 0,-38-35 0,1 1 0,-1-1 0,1 0 0,0-1 0,0 0 0,0 0 0,1-1 0,-1 0 0,1 0 0,15 2 0,-23-5 0,1 0 0,0 0 0,0 1 0,0-1 0,-1-1 0,1 1 0,0 0 0,0 0 0,-1-1 0,1 1 0,0-1 0,-1 1 0,1-1 0,-1 0 0,1 1 0,0-1 0,-1 0 0,0 0 0,1 0 0,-1-1 0,1 1 0,-1 0 0,0 0 0,0-1 0,0 1 0,0 0 0,0-1 0,0 1 0,0-1 0,0 0 0,-1 1 0,1-1 0,-1 0 0,1 1 0,0-3 0,0-7 0,0 0 0,0 1 0,-1-1 0,-2-20 0,0 7 0,2 12 0,-1 6 0,1 0 0,0 0 0,0 1 0,1-1 0,1-9 0,-2 15 0,0-1 0,0 1 0,0 0 0,0-1 0,0 1 0,1 0 0,-1 0 0,0-1 0,0 1 0,0 0 0,0-1 0,0 1 0,1 0 0,-1 0 0,0 0 0,0-1 0,0 1 0,1 0 0,-1 0 0,0 0 0,0-1 0,1 1 0,-1 0 0,0 0 0,0 0 0,1 0 0,-1 0 0,0 0 0,1 0 0,-1-1 0,9 7 0,6 15 0,-13-19 0,67 94 0,-61-86 0,1 0 0,0-1 0,1 0 0,0-1 0,0 0 0,23 13 0,-32-20 0,1 0 0,-1-1 0,0 1 0,1 0 0,-1-1 0,1 1 0,-1-1 0,1 1 0,-1-1 0,1 0 0,-1 0 0,1 0 0,-1 1 0,1-2 0,-1 1 0,1 0 0,-1 0 0,1 0 0,-1-1 0,1 1 0,-1-1 0,1 1 0,-1-1 0,0 1 0,1-1 0,-1 0 0,0 0 0,2-1 0,-1 0 0,0 0 0,-1-1 0,1 1 0,-1-1 0,1 1 0,-1-1 0,0 0 0,0 1 0,0-1 0,0 0 0,0 0 0,-1 0 0,1 0 0,-1-3 0,-1-43 0,0 41 0,0-1 0,1 0 0,0 0 0,1 0 0,2-17 0,-3 26 0,1-1 0,-1 1 0,0-1 0,0 1 0,0 0 0,1-1 0,-1 1 0,0-1 0,0 1 0,1 0 0,-1-1 0,1 1 0,-1 0 0,0-1 0,1 1 0,-1 0 0,0-1 0,1 1 0,-1 0 0,1 0 0,-1 0 0,1-1 0,-1 1 0,1 0 0,-1 0 0,1 0 0,-1 0 0,1 0 0,-1 0 0,1 0 0,-1 0 0,1 0 0,-1 0 0,1 0 0,-1 0 0,0 0 0,1 1 0,-1-1 0,1 0 0,-1 0 0,1 0 0,0 1 0,23 14 0,-15-9 0,-7-4 0,1-1 0,-1 0 0,1 0 0,-1-1 0,1 1 0,-1-1 0,1 1 0,0-1 0,-1 0 0,1 0 0,0 0 0,-1 0 0,1 0 0,0 0 0,-1-1 0,4-1 0,4-1 0,0-1 0,17-9 0,-16 7 0,-9 5 0,1 1 0,-1-1 0,0 0 0,1 1 0,-1-1 0,1 1 0,-1 0 0,1 0 0,-1 0 0,1 0 0,-1 0 0,0 1 0,1-1 0,-1 1 0,1-1 0,-1 1 0,0 0 0,1 0 0,-1 0 0,4 3 0,4 2 0,1 1 0,-1 1 0,8 9 0,-1-3 0,48 34 0,-65-48 0,0 1 0,0-1 0,0 0 0,1 0 0,-1 0 0,0 0 0,0 1 0,1-1 0,-1 0 0,0 0 0,1 0 0,-1 0 0,0 0 0,1 0 0,-1 0 0,0 0 0,0 0 0,1 0 0,-1 0 0,0 0 0,1 0 0,-1 0 0,0 0 0,1 0 0,-1 0 0,0 0 0,1 0 0,-1 0 0,0 0 0,0 0 0,1-1 0,-1 1 0,0 0 0,0 0 0,1 0 0,-1-1 0,0 1 0,0 0 0,0 0 0,1 0 0,-1-1 0,0 1 0,0 0 0,0-1 0,0 1 0,1 0 0,-1 0 0,0-1 0,0 1 0,0 0 0,0-1 0,0 1 0,0 0 0,0-1 0,0 1 0,0 0 0,0-1 0,1-24 0,-1 18 0,0 6-3,0 0-1,0 0 0,0 0 1,0 0-1,0 0 0,0 0 1,0 1-1,0-1 0,1 0 1,-1 0-1,0 0 0,1 0 1,-1 1-1,0-1 0,1 0 1,-1 0-1,1 1 0,-1-1 1,1 0-1,-1 1 0,2-2 1,-1 2 12,-1 0-1,1 0 1,-1 0 0,1 0-1,0 0 1,-1 0 0,1 0-1,-1 1 1,1-1 0,0 0 0,-1 0-1,1 0 1,-1 1 0,1-1-1,-1 0 1,1 1 0,-1-1-1,1 0 1,-1 1 0,1-1 0,-1 1-1,1 0 1,3 4-306,1 0 0,-1 0 0,-1 1 0,5 7 0,-2 0-6529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6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24575,'-5'5'0,"-2"5"0,4 2 0,3 2 0,3 1 0,3 3 0,3 2 0,3 1 0,1 0 0,1-1 0,-1-1 0,-1-4 0,-2-5-8191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28 24575,'-10'-6'0,"-1"2"0,1 0 0,-1 0 0,0 1 0,-13-3 0,21 6 0,0 0 0,1-1 0,-1 1 0,0 0 0,0 1 0,1-1 0,-1 0 0,0 1 0,0 0 0,1-1 0,-6 3 0,7-2 0,-1 0 0,1 0 0,-1 0 0,1 0 0,0 1 0,0-1 0,-1 0 0,1 1 0,0-1 0,0 1 0,0-1 0,0 1 0,1-1 0,-1 1 0,0 0 0,1-1 0,-1 1 0,1 0 0,-1 0 0,1 2 0,-1 4 0,1 1 0,0-1 0,1 1 0,0-1 0,0 1 0,1-1 0,0 1 0,0-1 0,1 0 0,0 0 0,0 0 0,9 14 0,4 4 0,2 0 0,23 27 0,-33-44 24,0 1 0,0-2 0,1 1 0,16 11 0,-22-18-81,-1 0 0,0-1 0,1 1 0,0-1-1,-1 1 1,1-1 0,0 0 0,-1-1 0,1 1 0,0 0 0,0-1 0,0 1-1,0-1 1,0 0 0,-1 0 0,1 0 0,0 0 0,0-1 0,0 1 0,0-1 0,0 0-1,-1 1 1,1-1 0,0-1 0,2 0 0,5-4-6769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8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24575,'31'241'0,"33"196"0,-62-417 0,-1-15 0,-1 0 0,1 0 0,-1 0 0,1 0 0,1 0 0,-1 0 0,1 0 0,0 0 0,5 8 0,-7-13 0,0 0 0,1 0 0,-1 1 0,0-1 0,0 0 0,1 0 0,-1 0 0,0 0 0,1 0 0,-1 0 0,0-1 0,0 1 0,1 0 0,-1 0 0,0 0 0,1 0 0,-1 0 0,0 0 0,0 0 0,1-1 0,-1 1 0,0 0 0,0 0 0,1 0 0,-1 0 0,0-1 0,0 1 0,0 0 0,0 0 0,1-1 0,-1 1 0,0 0 0,0 0 0,0-1 0,0 1 0,0 0 0,0-1 0,0 1 0,1 0 0,-1 0 0,0-1 0,5-12 0,1-8 0,1 0 0,1 1 0,19-38 0,-22 50 0,1-1 0,-1 1 0,2 0 0,-1 0 0,1 1 0,0 0 0,0 0 0,1 1 0,0 0 0,16-10 0,-22 15 0,0 0 0,1-1 0,-1 1 0,0 1 0,1-1 0,-1 0 0,0 1 0,1-1 0,-1 1 0,1 0 0,-1 0 0,1 0 0,-1 0 0,1 0 0,-1 0 0,1 1 0,-1-1 0,5 2 0,-4 0 0,0 0 0,0-1 0,0 1 0,-1 0 0,1 1 0,-1-1 0,1 0 0,-1 1 0,0-1 0,0 1 0,0 0 0,2 3 0,2 7 0,0 0 0,-1 0 0,0 0 0,-1 1 0,3 19 0,-1-3-455,-1 0 0,1 54 0,-7-72-6371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8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24575,'10'-21'0,"3"-3"0,0 5 0,-5 10 0,-4 9 0,-5 10 0,-3 6 0,0 2 0,1-2-8191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1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297 135 24575,'-2'4'0,"0"0"0,0 0 0,0 0 0,-1 0 0,1 0 0,-1 0 0,0-1 0,0 1 0,-1-1 0,1 0 0,0 0 0,-1 0 0,0 0 0,0-1 0,0 1 0,0-1 0,0 0 0,-1-1 0,1 1 0,-6 1 0,-1 0 0,0-1 0,-1 0 0,1 0 0,-1-1 0,1-1 0,-24-1 0,30 0 0,0 0 0,0-1 0,0 0 0,0 0 0,0 0 0,0 0 0,0-1 0,1 1 0,-1-1 0,1-1 0,0 1 0,0 0 0,0-1 0,-4-5 0,2 3 0,1 0 0,1-1 0,-1 1 0,1-1 0,0 0 0,1 0 0,-1 0 0,2 0 0,-3-9 0,4 13 0,0 1 0,1-1 0,-1 1 0,1-1 0,0 0 0,0 0 0,0 1 0,0-1 0,0 0 0,1 1 0,-1-1 0,1 0 0,0 1 0,0-1 0,0 1 0,0-1 0,0 1 0,0-1 0,1 1 0,-1 0 0,1 0 0,-1 0 0,1 0 0,0 0 0,2-2 0,0 1 0,1 0 0,-1 1 0,1-1 0,-1 1 0,1 0 0,0 0 0,0 1 0,0-1 0,0 1 0,0 0 0,0 0 0,7 1 0,3-1 0,0 2 0,-1 0 0,1 1 0,0 1 0,-1 0 0,0 0 0,1 2 0,-1 0 0,20 10 0,9 8 0,61 45 0,-100-66 0,-3-1 0,0 0 0,-1 0 0,1-1 0,0 1 0,0 0 0,0-1 0,0 1 0,0-1 0,0 0 0,0 1 0,0-1 0,0 0 0,0 1 0,0-1 0,0 0 0,0 0 0,0 0 0,1 0 0,-1 0 0,0 0 0,0 0 0,0 0 0,0-1 0,0 1 0,0 0 0,1-1 0,-1 0 0,0 0 0,0-1 0,0 1 0,0 0 0,0-1 0,0 1 0,-1 0 0,1-1 0,0 1 0,-1-1 0,1 1 0,-1-1 0,0 0 0,1 1 0,-1-1 0,0 1 0,0-4 0,0-2 0,0 0 0,1-1 0,1 1 0,-1 0 0,1-1 0,3-6 0,-4 11 0,0 1 0,0 0 0,0 0 0,0 0 0,1 0 0,-1 0 0,1 0 0,0 0 0,-1 1 0,1-1 0,0 1 0,0-1 0,0 1 0,0-1 0,0 1 0,1 0 0,-1 0 0,0 0 0,0 0 0,1 1 0,-1-1 0,3 0 0,2 0 0,-1 1 0,1 0 0,-1 0 0,1 0 0,-1 1 0,1 0 0,-1 0 0,0 1 0,1-1 0,7 5 0,7 3 0,31 19 0,-9-4 0,29 15 0,19 9 0,-79-42-1365,-2 0-5461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0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24575,'1'10'0,"0"0"0,0 0 0,1-1 0,0 1 0,1 0 0,4 12 0,30 56 0,-14-32 0,53 141 0,-27-63 0,11 29 0,58 219 0,-113-354 0,-3-13 0,0 1 0,-1-1 0,0 1 0,1 5 0,-4-10 0,-1-6 0,-3-7 0,-1-3-1365,0-1-5461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24575,'30'13'0,"13"6"0,3 0 0,-2-3 0,-5-2 0,-6-3 0,-6-3 0,-6-4 0,-3-5 0,-5-4 0,-4-4 0,-5-6 0,-2-2 0,-4-2 0,-2 1 0,0 3-8191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1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24575,'25'47'0,"34"46"0,72 87 0,38 59 0,-164-232-117,-2-4 13,-1 1 0,1 0 0,-1 0 0,0 0 0,0 0 0,0 0 0,-1 1 0,1-1 0,-1 1 0,0-1 0,1 6 0,-4-1-6722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1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24575,'-3'2'0,"0"0"0,0 1 0,1-1 0,-1 0 0,1 1 0,-1-1 0,1 1 0,0 0 0,0 0 0,0 0 0,1 0 0,-1 0 0,1 0 0,-1 1 0,1-1 0,0 0 0,1 1 0,-2 6 0,0 5 0,0 0 0,2 29 0,2-10 0,1-1 0,2 0 0,2-1 0,1 1 0,14 35 0,74 152 0,-76-178 0,3-2 0,1-1 0,1-1 0,57 64 0,-77-97-105,1 1 0,-1-1 0,1 0 0,0-1 0,0 1 0,1-1 0,-1-1 0,1 1 0,0-1 0,0 0 0,0-1 0,12 4 0,-6-5-6721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2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24575,'22'-5'0,"0"1"0,0 0 0,1 2 0,0 1 0,42 2 0,-48 1 0,0 1 0,-1 0 0,1 1 0,-1 1 0,0 1 0,0 0 0,-1 1 0,23 14 0,-21-11 0,-1 1 0,-1 1 0,0 0 0,18 19 0,-28-26 0,0 1 0,0 0 0,-1 0 0,0 0 0,0 0 0,-1 1 0,1-1 0,-1 1 0,-1 0 0,1 0 0,-1 0 0,-1 0 0,1 0 0,0 11 0,-3-4 0,0 0 0,0 0 0,-2-1 0,-6 23 0,-3 18 0,12-52 0,0 0 0,0 1 0,-1-1 0,2 0 0,-1 1 0,0-1 0,0 0 0,1 0 0,-1 1 0,1-1 0,0 0 0,0 0 0,0 0 0,2 5 0,-1-4 0,1 0 0,0 0 0,0 0 0,-1 0 0,2 0 0,-1 0 0,6 3 0,4 1 0,1 0 0,-1-1 0,24 7 0,-34-12 0,12 4 0,1-1 0,-1-1 0,1 0 0,0-1 0,0 0 0,0-1 0,20-2 0,-33 0-136,1 0-1,-1 0 1,1 0-1,-1 0 1,1 0-1,-1-1 1,1 1-1,-1-1 0,4-3 1,2-1-6690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2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0 24575,'-30'0'0,"-15"0"0,-2 0 0,4 0 0,7 0 0,7 0 0,3 0 0,4 3 0,1 0 0,1 0 0,1 3 0,5-1-8191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2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24575,'38'15'-97,"0"2"1,-1 2-1,0 1 0,-2 2 0,0 1 0,-2 2 0,-1 1 1,-1 1-1,-1 2 0,-1 1 0,46 65 0,-42-47 97,-3 2 0,32 69 0,-48-86 0,0 1 0,-3 1 0,-1 0 0,10 67 0,-18-89 76,-1 0-1,-1 0 0,0 0 1,-1 0-1,0 0 1,-1 0-1,-6 21 0,4-24-204,1 0-1,-2 0 0,1-1 0,-1 0 1,-1 0-1,1 0 0,-2 0 0,1-1 1,-15 14-1,-1-3-6205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32 24575,'-31'-3'0,"-11"-3"0,-2 0 0,4 0 0,6 2 0,7 1 0,6 1 0,3 1 0,2 1 0,4 3 0,2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 24575,'-30'-8'0,"-10"-2"-8191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24575,'0'-11'0,"3"22"0,0 6 0,24 73 0,55 125 0,-80-210 0,11 31 0,-12-34 0,0 0 0,-1 0 0,1 1 0,-1-1 0,0 0 0,1 1 0,-1-1 0,0 0 0,-1 1 0,1-1 0,0 0 0,-1 4 0,1-6 0,0 0 0,0 0 0,0 0 0,-1 0 0,1 0 0,0 0 0,0 1 0,0-1 0,0 0 0,0 0 0,0 0 0,0 0 0,0 0 0,0 0 0,0 0 0,0 0 0,0 0 0,0 0 0,0 0 0,0 1 0,0-1 0,0 0 0,0 0 0,0 0 0,0 0 0,-1 0 0,1 0 0,0 0 0,0 0 0,0 0 0,0 0 0,0 0 0,0 0 0,0 0 0,0 0 0,0 0 0,-1 0 0,1 0 0,0 0 0,0 0 0,0 0 0,0 0 0,0 0 0,0 0 0,0 0 0,0 0 0,0 0 0,0 0 0,-1 0 0,1 0 0,0 0 0,0 0 0,0 0 0,0 0 0,0-1 0,0 1 0,-4-7 0,0-9 0,3 8 0,0-1 0,0 1 0,1 0 0,0-1 0,1 1 0,0 0 0,4-16 0,-4 21 0,0 0 0,0 0 0,0 0 0,0 1 0,1-1 0,-1 1 0,1-1 0,0 1 0,0-1 0,0 1 0,0 0 0,0 0 0,1 0 0,-1 0 0,1 0 0,-1 0 0,1 1 0,-1-1 0,1 1 0,0 0 0,0 0 0,0 0 0,0 0 0,0 0 0,3 0 0,3 1 0,0-1 0,-1 1 0,1 0 0,0 1 0,0 0 0,0 1 0,-1 0 0,1 0 0,-1 1 0,10 4 0,5 3 0,-1 1 0,29 19 0,-45-27 0,-1 1 0,1 0 0,-1 1 0,0-1 0,0 1 0,0 0 0,-1 0 0,0 0 0,5 9 0,-7-12 0,-1 0 0,0 1 0,-1-1 0,1 0 0,0 0 0,-1 1 0,1-1 0,-1 0 0,0 1 0,0-1 0,0 1 0,0-1 0,0 0 0,0 1 0,0-1 0,-1 0 0,0 1 0,1-1 0,-1 0 0,0 1 0,0-1 0,0 0 0,0 0 0,0 0 0,-1 0 0,1 0 0,-1 0 0,1 0 0,-4 2 0,-2 2 0,0-1 0,0 0 0,0 0 0,-1 0 0,1-1 0,-1-1 0,0 1 0,0-1 0,-1 0 0,-14 2 0,4-1 0,-1-2 0,0 0 0,-32-1 0,34-2-273,1 0 0,-1-1 0,1-1 0,-26-8 0,34 7-6553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48 24575,'0'0'0,"-1"0"0,1 0 0,-1 0 0,1 0 0,0 0 0,-1 0 0,1 0 0,-1 0 0,1 0 0,0 0 0,-1 1 0,1-1 0,-1 0 0,1 0 0,0 0 0,-1 1 0,1-1 0,0 0 0,-1 0 0,1 1 0,0-1 0,-1 0 0,1 1 0,0-1 0,0 0 0,-1 1 0,1-1 0,0 1 0,0-1 0,0 0 0,0 1 0,-1-1 0,1 1 0,0-1 0,0 1 0,0-1 0,0 0 0,0 1 0,-3 9 0,-11 19 0,9-20 0,0 0 0,1 1 0,-4 11 0,7-17 0,0 0 0,1 0 0,-1 0 0,1 0 0,0 0 0,0 0 0,0 0 0,0-1 0,1 1 0,0 0 0,0 0 0,1 5 0,1-3 0,0 1 0,1-1 0,-1 0 0,1 0 0,1 0 0,-1-1 0,1 1 0,0-1 0,0 0 0,0 0 0,1-1 0,0 0 0,11 7 0,-3-4 0,0 0 0,0 0 0,1-2 0,0 1 0,19 3 0,-31-9 0,-1 1 0,1-1 0,-1 0 0,1 1 0,-1-1 0,1 0 0,-1-1 0,1 1 0,-1 0 0,1-1 0,-1 1 0,1-1 0,-1 0 0,1 0 0,-1 0 0,0 0 0,0 0 0,3-2 0,-3 1 0,0 0 0,0 0 0,0 0 0,0-1 0,0 1 0,0 0 0,-1-1 0,1 1 0,-1-1 0,0 0 0,1 0 0,-1 1 0,-1-1 0,1 0 0,0-4 0,0-3 0,0 1 0,-1-1 0,0 1 0,-1 0 0,0-1 0,0 1 0,-1 0 0,0 0 0,-1 0 0,0 0 0,0 0 0,-8-13 0,3 8 0,0 1 0,-1 0 0,0 0 0,-1 1 0,0 1 0,-22-20 0,28 27-72,-1 1 1,1 0-1,-1 0 0,1 0 0,-1 1 0,0-1 0,0 1 0,-1 0 1,1 1-1,0-1 0,0 1 0,-1 0 0,1 0 0,-1 1 0,1 0 1,-1 0-1,1 0 0,-11 2 0,6 2-6754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24575,'2'7'0,"4"8"0,3 4 0,0 1 0,1 2 0,2 0 0,-2 1 0,0 0 0,-1 0 0,0-1 0,-2-2 0,-2-1 0,2-2 0,-2-4-8191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 24575,'-30'-2'0,"-12"-1"0,-5-1 0,1 4 0,6 2 0,5 2 0,3 2 0,2 1 0,4 0 0,6-1-8191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8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40 24575,'-5'-5'0,"-18"-17"0,21 21 0,0-1 0,0 1 0,0 0 0,1 0 0,-1 0 0,0 0 0,-1 0 0,1 0 0,0 0 0,-4 0 0,5 1 0,1 0 0,0 0 0,-1 0 0,1 0 0,0 0 0,-1 0 0,1 1 0,0-1 0,0 0 0,-1 0 0,1 0 0,0 0 0,-1 1 0,1-1 0,0 0 0,0 0 0,-1 1 0,1-1 0,0 0 0,0 0 0,0 1 0,0-1 0,-1 0 0,1 1 0,0-1 0,0 0 0,0 1 0,0-1 0,0 0 0,0 1 0,0-1 0,0 0 0,0 1 0,0-1 0,0 0 0,0 1 0,0-1 0,0 0 0,0 1 0,0-1 0,3 18 0,-2-16 0,5 23 0,2 0 0,1 0 0,17 32 0,45 69 0,-47-85 0,-19-31 0,1-1 0,0 0 0,0 0 0,1-1 0,10 10 0,-16-17 0,0 0 0,0 0 0,1 0 0,-1 0 0,1 0 0,-1 0 0,1 0 0,-1 0 0,1 0 0,-1-1 0,1 1 0,0-1 0,-1 1 0,1-1 0,0 1 0,-1-1 0,1 0 0,0 0 0,0 0 0,-1 0 0,1 0 0,0-1 0,0 1 0,-1 0 0,1-1 0,0 1 0,-1-1 0,1 0 0,-1 1 0,1-1 0,0 0 0,-1 0 0,0 0 0,1 0 0,-1 0 0,0 0 0,1-1 0,-1 1 0,0 0 0,2-3 0,18-25 0,-15 21 0,0-1 0,0 1 0,14-13 0,-17 19 0,-1 0 0,1 0 0,0 0 0,1 0 0,-1 0 0,0 0 0,0 1 0,1 0 0,-1 0 0,1 0 0,-1 0 0,1 0 0,-1 1 0,8-1 0,-4 2 0,-1-1 0,1 1 0,0 1 0,-1-1 0,1 1 0,-1 0 0,1 1 0,-1-1 0,0 1 0,0 1 0,0-1 0,-1 1 0,1 0 0,7 7 0,-10-9 0,-1 1 0,1-1 0,0 1 0,-1 0 0,0 0 0,1 0 0,-1 0 0,0 1 0,-1-1 0,1 0 0,-1 1 0,1-1 0,-1 1 0,0 0 0,0-1 0,-1 1 0,1 0 0,-1 0 0,0-1 0,0 1 0,0 0 0,0 0 0,-1-1 0,1 1 0,-1 0 0,0 0 0,-2 4 0,0-4 0,1 0 0,-1 0 0,0-1 0,0 1 0,0-1 0,0 1 0,-1-1 0,1 0 0,-1 0 0,0-1 0,0 1 0,0-1 0,0 0 0,0 0 0,0 0 0,-1-1 0,1 1 0,-6 0 0,-7 2 0,0-1 0,-1 0 0,-25-1 0,30-1 0,-11-1 0,-49 7 0,68-6-227,-1 0-1,1 0 1,-1 0-1,0-1 1,-9-1-1,2-1-6598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8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24575,'2'18'0,"2"8"0,1 2 0,1-1 0,2-3 0,1-3 0,0-2 0,1-2 0,-2-4-8191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24575,'1'-1'0,"12"-8"0,0 0 0,0 0 0,1 2 0,21-10 0,-32 16 0,0 0 0,1 0 0,-1 0 0,0 0 0,0 0 0,0 1 0,1 0 0,-1-1 0,0 1 0,0 0 0,1 1 0,-1-1 0,0 1 0,0-1 0,1 1 0,-1 0 0,0 0 0,0 0 0,0 1 0,0-1 0,0 1 0,0-1 0,-1 1 0,1 0 0,0 0 0,-1 0 0,0 1 0,3 2 0,2 5 0,0 1 0,0 0 0,-1 0 0,-1 1 0,0-1 0,0 1 0,-1 0 0,-1 1 0,0-1 0,-1 1 0,0-1 0,-1 1 0,0 0 0,-1 16 0,-2-22 0,0 0 0,0-1 0,0 1 0,0 0 0,-1-1 0,-1 1 0,1-1 0,-9 12 0,-4 8 0,16-26 0,0 1 0,-1 0 0,1-1 0,0 1 0,-1 0 0,1 0 0,0-1 0,0 1 0,0 0 0,0 0 0,0 0 0,0-1 0,0 1 0,0 0 0,0 0 0,0-1 0,0 1 0,0 0 0,0 0 0,1-1 0,-1 1 0,0 0 0,1 1 0,0-1 0,0 0 0,1 1 0,-1-1 0,0 0 0,0 0 0,1 0 0,-1 0 0,1 0 0,-1 0 0,3 1 0,3 1 0,0 0 0,1-1 0,12 3 0,-12-3-85,-1-1 0,1 0-1,0-1 1,0 1 0,0-1-1,0-1 1,0 0 0,0 0-1,-1 0 1,1-1 0,0 0-1,-1-1 1,1 0 0,-1 0-1,11-7 1,-9 4-6741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9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24575,'-30'3'0,"-13"0"0,-1 3 0,4 0 0,7 1 0,8 0-8191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2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35 24575,'-30'-8'0,"-12"-2"0,-2 0 0,4 5 0,6 3 0,7 4 0,5 3 0,7-1-8191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0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24575,'10'30'0,"3"15"0,2 5 0,1-1 0,1-4 0,-4-7 0,0-7 0,-3-10-8191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24575,'8'20'0,"4"12"0,4 2 0,0 2 0,-1-2 0,1-3 0,-2-2 0,-1-1 0,0-3 0,-2-3 0,-4-5-8191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0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13 24575,'-30'-5'0,"-13"1"0,-1 1 0,4 3 0,7 3 0,6-1 0,5 3 0,1 1 0,5-2-8191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24575,'7'18'0,"0"0"0,-1 0 0,4 20 0,-3-7 0,-4-22 0,12 46 0,-2 0 0,8 69 0,-18-108 0,-3-16 0,0 0 0,0 0 0,0 0 0,0 0 0,0 0 0,0 0 0,0 1 0,0-1 0,0 0 0,0 0 0,0 0 0,0 0 0,0 0 0,0 0 0,1 0 0,-1 0 0,0 0 0,0 0 0,0 0 0,0 1 0,0-1 0,0 0 0,0 0 0,0 0 0,1 0 0,-1 0 0,0 0 0,0 0 0,0 0 0,0 0 0,0 0 0,0 0 0,0 0 0,1 0 0,-1 0 0,0 0 0,0 0 0,0 0 0,0 0 0,0-1 0,0 1 0,0 0 0,1 0 0,-1 0 0,0 0 0,0 0 0,0 0 0,0 0 0,0 0 0,12-21 0,-5 6 0,-3 9 0,-1 1 0,1-1 0,0 1 0,0 0 0,1 0 0,-1 1 0,1-1 0,0 1 0,1 0 0,-1 0 0,1 1 0,-1 0 0,1 0 0,0 0 0,0 1 0,1-1 0,-1 1 0,0 1 0,1-1 0,-1 1 0,1 1 0,-1-1 0,1 1 0,-1 0 0,14 2 0,-4 1 0,0 0 0,0 2 0,17 6 0,-28-9 0,1 1 0,0-1 0,0 1 0,-1 1 0,0-1 0,0 1 0,0 0 0,0 0 0,0 0 0,-1 1 0,5 5 0,-8-8 0,1 0 0,-1 0 0,0 0 0,0 0 0,0 0 0,0 0 0,0 0 0,-1 1 0,1-1 0,-1 0 0,1 1 0,-1-1 0,0 0 0,0 1 0,0-1 0,0 0 0,0 0 0,-1 4 0,0-3 0,0-1 0,-1 1 0,1 0 0,0-1 0,-1 1 0,0-1 0,1 1 0,-1-1 0,0 0 0,0 0 0,-1 0 0,-3 3 0,-2 0 0,0 0 0,-1 0 0,1-1 0,-1 0 0,0 0 0,-1-1 0,-15 3 0,-11 1 0,0-3 0,-62 1 0,71-2-1365,18 0-5461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24575,'4'-9'0,"1"0"0,1 0 0,0 1 0,0 0 0,0 0 0,11-9 0,-14 14 0,-1 1 0,0 0 0,1 0 0,-1 1 0,1-1 0,-1 0 0,1 1 0,0-1 0,-1 1 0,1 0 0,0 0 0,0 0 0,0 0 0,0 1 0,0-1 0,0 1 0,0 0 0,0 0 0,0 0 0,0 0 0,1 0 0,-1 1 0,0 0 0,0-1 0,3 2 0,-3 0 0,1 0 0,-1 1 0,0-1 0,-1 0 0,1 1 0,0 0 0,-1-1 0,1 1 0,-1 0 0,0 0 0,0 0 0,2 5 0,1 2 0,0 0 0,5 21 0,-8-24 0,-1 0 0,1 0 0,-2-1 0,1 1 0,-1 0 0,0 0 0,0 0 0,-1 0 0,1 0 0,-3 7 0,-2 0 0,0 0 0,0 0 0,-13 21 0,11-20-1365,1-3-5461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2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24575,'32'-8'0,"9"-3"0,0 2 0,61-6 0,-99 15 0,0 0 0,-1 0 0,1 0 0,-1 0 0,1 0 0,-1 1 0,1-1 0,-1 1 0,1-1 0,-1 1 0,1 0 0,-1 0 0,0 1 0,1-1 0,-1 0 0,0 1 0,0-1 0,0 1 0,0-1 0,0 1 0,0 0 0,2 4 0,-2-3 0,-1 0 0,1 0 0,-1 0 0,0 0 0,0 1 0,0-1 0,0 1 0,0-1 0,-1 1 0,0-1 0,1 1 0,-1-1 0,-1 1 0,1-1 0,0 1 0,-2 3 0,-3 11 0,-1-1 0,0 0 0,-1 0 0,-13 22 0,9-19 0,2 0 0,-10 27 0,17-42 0,1 0 0,-1 1 0,1-1 0,1 0 0,-1 1 0,1-1 0,0 1 0,0 0 0,2 10 0,-2-14 0,1 1 0,0-1 0,0 1 0,0-1 0,0 0 0,1 1 0,-1-1 0,0 0 0,1 0 0,0 0 0,-1 0 0,1 0 0,0 0 0,0-1 0,0 1 0,0-1 0,1 1 0,-1-1 0,0 0 0,0 1 0,1-1 0,4 1 0,10 2 0,-1-2 0,1 1 0,0-2 0,0 0 0,27-3 0,-9 1 0,-4-2-1365,-19 0-5461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 24575,'-28'0'0,"-11"0"0,-2 2 0,4 2 0,5 1 0,4 1 0,3-1 0,4-1 0,3 1 0,5 0-8191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40 24575,'-28'-10'0,"-11"-1"0,-2 2 0,4 2 0,3 5 0,5 2 0,4 2 0,5 3 0,5 0-8191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24575,'4'-4'0,"0"0"0,0 0 0,0 1 0,1 0 0,-1 0 0,1 0 0,0 0 0,-1 1 0,7-3 0,-9 5 0,0-1 0,1 1 0,-1-1 0,0 1 0,0 0 0,1 0 0,-1 0 0,0 0 0,0 1 0,1-1 0,-1 0 0,0 1 0,0 0 0,0-1 0,1 1 0,-1 0 0,0 0 0,0 0 0,0 1 0,-1-1 0,1 0 0,0 1 0,3 2 0,4 6 0,0 0 0,0 0 0,-1 1 0,7 11 0,-12-16 0,0 0 0,0 0 0,0 0 0,-1 0 0,0 0 0,0 1 0,0-1 0,-1 0 0,0 1 0,0 6 0,-1-9 0,0 1 0,-1-2 0,0 1 0,0 0 0,0 0 0,0 0 0,-1 0 0,0-1 0,1 1 0,-1 0 0,-1-1 0,1 0 0,-3 4 0,-5 5 0,-1-1 0,-13 11 0,13-12 0,-16 11 0,22-18 0,0 0 0,0 0 0,0 1 0,1 0 0,-1 0 0,1 0 0,0 0 0,1 1 0,-1 0 0,-3 6 0,6-10 0,1 0 0,0 0 0,-1 0 0,1 0 0,0-1 0,0 1 0,0 0 0,-1 0 0,1 0 0,0 0 0,0 0 0,1 0 0,-1 0 0,0 0 0,0 0 0,0 0 0,1 0 0,-1 0 0,0 0 0,1 0 0,0 1 0,0-1 0,0 1 0,1-1 0,-1 1 0,0-1 0,1 0 0,-1 0 0,1 0 0,-1 0 0,1 0 0,2 1 0,5 1 0,-1 0 0,0-1 0,16 3 0,-23-5 0,35 4-57,0-2 0,42-3 0,-36 0-1137,-28 1-5632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6127 120 24575,'12'0'0,"-7"0"0,-11 0 0,-190 1 0,-214-3 0,271-5 0,-42-1 0,-973 8 0,559 1 0,336-18 0,3-19 0,-106-10 0,216 40 0,1 7 0,-265 35 0,362-30 0,0-3 0,-82-3 0,87-5 0,-47-12 0,55 9 0,0 2 0,-55-3 0,61 8 0,-132 3 0,128 1 0,-50 13 0,39-6 0,17-4 0,16-3 0,-1-1 0,0 0 0,-14 0 0,-57-1 0,1-5 0,-86-14 0,-6-3 0,128 18 28,-68 5 1,-45 13-372,88-7-736,41-6-5747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5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27 24575,'-30'-5'0,"-15"-2"0,-8 1 0,1 1 0,1 1 0,2 4 0,4 2 0,3 4 0,3 0 0,5 1 0,9 1-8191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18 24575,'-14'-16'0,"6"15"0,8 1 0,-1 0 0,1 1 0,0-1 0,-1 0 0,1 1 0,0-1 0,-1 1 0,1-1 0,0 0 0,0 1 0,0-1 0,-1 1 0,1-1 0,0 1 0,0-1 0,0 1 0,0-1 0,0 1 0,0-1 0,0 1 0,0 7 0,0-1 0,1 1 0,0-1 0,0 1 0,1-1 0,0 0 0,1 0 0,5 13 0,-2-4 0,10 23 0,37 65 0,32 30 0,-65-102 0,-17-28-45,39 67 216,-39-64-358,1 1 1,-1 0 0,0 0-1,-1 0 1,0 1 0,0-1-1,0 14 1,-1-10-6640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 24575,'-1'0'0,"1"0"0,0 0 0,0 0 0,0 0 0,0-1 0,0 1 0,0 0 0,-1 0 0,1 0 0,0 0 0,0 0 0,0-1 0,0 1 0,-1 0 0,1 0 0,0 0 0,0 0 0,0 0 0,-1 0 0,1 0 0,0 0 0,0 0 0,0 0 0,-1 0 0,1 0 0,0 0 0,0 0 0,-1 0 0,1 0 0,0 0 0,0 0 0,0 0 0,-1 0 0,1 0 0,0 0 0,0 0 0,0 0 0,-1 1 0,1-1 0,0 0 0,0 0 0,-4 11 0,4 14 0,2-10 0,1-1 0,1 1 0,0-1 0,1 0 0,1 0 0,7 14 0,50 77 0,-48-82 0,15 20-3,-18-28-338,-1 1 1,-1 0-1,11 24 1,-17-31-6486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24575,'-30'3'0,"-15"0"0,-2 0 0,1 2 0,7 1 0,4 0 0,4 1 0,4 1 0,4-1 0,7-2-8191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59 24575,'-15'-5'0,"-22"-8"0,-1 1 0,-1 2 0,-57-7 0,93 16 0,-1 1 0,0 0 0,1 0 0,-1 0 0,1 1 0,-1-1 0,1 1 0,-1 0 0,1 0 0,0 0 0,-1 0 0,-5 4 0,7-4 0,0 1 0,0-1 0,0 1 0,1-1 0,-1 1 0,1 0 0,-1 0 0,1 0 0,0 0 0,0 0 0,0 0 0,0 0 0,0 0 0,0 1 0,0-1 0,1 0 0,-1 1 0,1-1 0,0 0 0,-1 4 0,1 3 0,1 1 0,0 0 0,0 0 0,1 0 0,0-1 0,0 1 0,1-1 0,1 0 0,0 0 0,0 0 0,0 0 0,1 0 0,0-1 0,1 0 0,7 8 0,-3-4 0,1-1 0,0 0 0,0-1 0,1 0 0,0-1 0,1-1 0,0 0 0,0 0 0,18 6 0,-21-10 0,0-1 0,1 0 0,-1-1 0,14 2 0,-18-3 0,-1-1 0,1 0 0,0 0 0,0 0 0,-1-1 0,1 0 0,0 0 0,-1 0 0,9-4 0,-12 4 0,0 0 0,0 0 0,0-1 0,-1 1 0,1-1 0,-1 0 0,1 1 0,-1-1 0,0 0 0,0 0 0,1 0 0,-1 0 0,-1 0 0,1 0 0,0 0 0,0 0 0,-1 0 0,1 0 0,-1 0 0,0-1 0,1 1 0,-1-4 0,0-3 0,0 1 0,-1-1 0,0 0 0,-2-12 0,-1 6 0,-1 0 0,0 0 0,0 0 0,-2 1 0,0 0 0,0 1 0,-1-1 0,-1 1 0,-15-16 0,15 22 0,10 14 0,8 17 0,-9-22 0,80 144-704,-71-131 43,1 1-6165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24575,'12'22'0,"8"11"0,-1 1 0,-1-2 0,0-4 0,-4-7-8191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24575,'64'-26'0,"-40"14"0,1 2 0,0 1 0,1 1 0,50-10 0,-72 18 0,-1 0 0,1-1 0,-1 1 0,1 0 0,0 1 0,-1-1 0,1 1 0,0 0 0,-1-1 0,1 2 0,-1-1 0,0 0 0,1 1 0,-1-1 0,3 3 0,-3-2 0,-1 0 0,0 1 0,1-1 0,-1 0 0,0 1 0,-1 0 0,1-1 0,0 1 0,-1 0 0,1 0 0,-1 0 0,0 0 0,0 0 0,0 0 0,-1 0 0,1 0 0,0 4 0,-1 8 0,0 0 0,-1-1 0,-1 1 0,0-1 0,-1 1 0,0-1 0,-9 23 0,6-22 0,2 0 0,0 0 0,0 0 0,2 1 0,0-1 0,0 24 0,3-35 0,-1 1 0,1-1 0,1 0 0,-1 0 0,1 0 0,-1 0 0,1 0 0,0 0 0,1 0 0,-1-1 0,1 1 0,-1-1 0,1 0 0,0 1 0,0-1 0,1 0 0,-1-1 0,1 1 0,-1-1 0,6 3 0,-1-1 0,-1 0 0,1 0 0,-1-1 0,1-1 0,0 1 0,0-1 0,0 0 0,0-1 0,1 0 0,7 0 0,-12-2 11,0 1 0,0-1 0,0 0 0,-1 1 0,1-2 0,0 1-1,-1 0 1,1-1 0,-1 0 0,6-3 0,-2 0-382,0 0-1,0-1 1,9-10 0,-7 6-6455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24575,'-27'0'0,"-13"0"0,-1 0 0,4 0 0,5 0 0,6 2 0,5 2 0,4-1 0,-1 2 0,0 0 0,4-1-8191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39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12 24575,'-27'-5'0,"-15"1"0,-2 1 0,1 4 0,3 1 0,5 3 0,7 1 0,8-1-8191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0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24575,'16'30'0,"6"13"0,1 3 0,-2 0 0,-5-3 0,-1-5 0,-5-5 0,-2-4 0,-4-4 0,-3-6-8191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0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24575,'13'15'0,"4"8"0,1 4 0,-2 1 0,-1-2 0,-3-4 0,-4-1 0,-1-4 0,-1-1 0,0-1 0,0 0 0,-1-1 0,-2-2-8191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24575,'-28'0'0,"-11"0"0,-2 3 0,4 0 0,3 3 0,5 0 0,4 1 0,5 0 0,5-1-8191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1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94 24575,'-19'-12'0,"-57"-35"0,63 41 0,1 0 0,-1 0 0,-1 1 0,-15-3 0,28 7 0,-1 0 0,0 1 0,0 0 0,0-1 0,0 1 0,0 0 0,-1 0 0,1 0 0,0 0 0,0 0 0,0 1 0,0-1 0,0 1 0,0-1 0,1 1 0,-1 0 0,0-1 0,0 1 0,0 0 0,0 0 0,1 1 0,-1-1 0,1 0 0,-1 0 0,1 1 0,-1-1 0,1 1 0,0-1 0,-1 1 0,1 0 0,0-1 0,0 1 0,0 0 0,1 0 0,-1 0 0,0 0 0,1 0 0,-1 0 0,1 0 0,0 0 0,-1 2 0,0 7 0,0-1 0,1 0 0,0 0 0,1 1 0,0-1 0,1 0 0,0 0 0,0 0 0,1 0 0,0-1 0,1 1 0,0-1 0,1 1 0,8 12 0,-6-11 0,2 0 0,-1 0 0,1 0 0,1-1 0,0 0 0,1-1 0,0-1 0,0 1 0,0-2 0,15 8 0,-18-11 0,0 0 0,-1-1 0,1 0 0,0 0 0,1-1 0,14 3 0,-21-5 0,0 0 0,-1 0 0,1 0 0,0 0 0,0 0 0,0 0 0,0-1 0,0 1 0,0-1 0,-1 1 0,1-1 0,0 0 0,0 0 0,-1 0 0,1 0 0,0 0 0,-1 0 0,1 0 0,-1 0 0,1-1 0,-1 1 0,0 0 0,0-1 0,0 1 0,1-1 0,-2 0 0,1 1 0,0-1 0,0 0 0,0 0 0,-1 1 0,1-1 0,-1 0 0,1 0 0,-1-4 0,1 1 0,0 0 0,-1-1 0,0 1 0,0-1 0,-1 1 0,1-1 0,-1 1 0,-2-7 0,-17-41 0,13 34 0,36 66-1365,-22-33-5461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24575,'50'-6'0,"-9"1"0,0 2 0,52 2 0,-90 1 0,-1 0 0,0 0 0,0 0 0,1 1 0,-1-1 0,0 1 0,0 0 0,0-1 0,0 1 0,0 0 0,1 0 0,-2 0 0,1 1 0,0-1 0,0 0 0,0 1 0,-1-1 0,1 1 0,-1 0 0,1-1 0,-1 1 0,1 0 0,-1 0 0,1 3 0,-1-2 0,0 0 0,0 1 0,0-1 0,-1 0 0,1 1 0,-1-1 0,0 1 0,0-1 0,-1 0 0,1 1 0,0-1 0,-1 0 0,0 1 0,0-1 0,-2 5 0,-2 3 0,-1 1 0,-1-1 0,-11 16 0,12-19 0,0 1 0,0 0 0,1 0 0,0 0 0,1 1 0,-4 9 0,7-16 0,1-1 0,-1 0 0,1 0 0,0 0 0,-1 0 0,1 1 0,0-1 0,1 0 0,-1 0 0,0 1 0,0-1 0,1 0 0,0 0 0,-1 0 0,1 0 0,0 0 0,0 0 0,2 3 0,-1-2 0,0 0 0,1-1 0,-1 1 0,1-1 0,0 0 0,-1 0 0,1 0 0,0 0 0,0 0 0,7 2 0,2 0 0,0 0 0,0-1 0,1-1 0,0 0 0,17 1 0,-20-3-136,-1 0-1,1 0 1,-1-1-1,1 0 1,-1 0-1,0-1 1,0 0-1,0-1 0,17-7 1,-17 6-6690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24575,'8'-10'0,"1"0"0,0 1 0,1 0 0,0 0 0,1 1 0,13-8 0,-21 14 0,1 0 0,0 0 0,-1 1 0,1-1 0,0 1 0,-1 0 0,1 0 0,0 0 0,0 1 0,0 0 0,0-1 0,0 1 0,0 1 0,0-1 0,0 0 0,0 1 0,0 0 0,-1 0 0,1 0 0,0 0 0,0 1 0,-1 0 0,1-1 0,5 5 0,-2-1 0,0 0 0,-1 1 0,0-1 0,0 1 0,0 1 0,-1-1 0,1 1 0,-2 0 0,1 0 0,-1 0 0,0 1 0,0 0 0,-1-1 0,0 1 0,-1 0 0,0 0 0,0 1 0,1 8 0,-3-6 0,1 0 0,-1 0 0,-1 0 0,0 0 0,-1-1 0,0 1 0,0 0 0,-1-1 0,0 1 0,-1-1 0,0 0 0,-1 0 0,-10 14 0,11-18 0,1 0 0,-1 1 0,1-1 0,0 0 0,0 1 0,1 0 0,-3 12 0,5-17 0,0 1 0,-1 0 0,1-1 0,1 1 0,-1 0 0,0-1 0,1 1 0,-1 0 0,1-1 0,0 1 0,-1 0 0,1-1 0,1 1 0,-1-1 0,0 0 0,1 1 0,-1-1 0,1 0 0,-1 0 0,1 0 0,0 0 0,3 3 0,5 3 0,-1-1 0,1 0 0,0-1 0,1 0 0,21 9 0,-26-13 0,1 0 0,-1 0 0,1-1 0,-1 0 0,1 0 0,-1 0 0,1-1 0,0 0 0,-1 0 0,1-1 0,0 1 0,8-4 0,-13 4-170,1-1-1,-1 0 0,0 0 1,0 0-1,0 0 0,1 0 1,1-2-1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24575,'-28'0'0,"-11"0"0,-2 0 0,4 0 0,5 0 0,6 3 0,5 0 0,1 0 0,1 0 0,1 1 0,2 0 0,3 0-8191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9 24575,'-28'-2'0,"-11"-2"0,-2 1 0,4 3 0,3 2 0,4 2 0,6 1 0,4 3 0,5-1-8191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3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24575,'5'-8'0,"0"1"0,1-1 0,0 1 0,0 0 0,1 1 0,0-1 0,8-5 0,-13 11 0,0 0 0,0 0 0,0 0 0,0 0 0,0 0 0,0 0 0,0 1 0,0-1 0,0 1 0,0-1 0,0 1 0,0 0 0,0 0 0,0 0 0,0 0 0,0 0 0,0 0 0,0 0 0,1 1 0,-1-1 0,0 1 0,0 0 0,0 0 0,-1-1 0,1 1 0,0 0 0,0 1 0,0-1 0,-1 0 0,1 0 0,0 1 0,-1-1 0,0 1 0,1-1 0,-1 1 0,2 3 0,2 3 0,0-1 0,-1 1 0,0 0 0,0 1 0,-1-1 0,-1 1 0,1-1 0,-1 1 0,0 0 0,0 15 0,-1-5 0,-1-1 0,0 0 0,-2 1 0,-4 22 0,2-23 0,-2 1 0,1-1 0,-2 0 0,0 0 0,-18 28 0,25-45 0,-1 0 0,0 0 0,0 1 0,1-1 0,-1 0 0,1 0 0,-1 0 0,1 1 0,0-1 0,-1 0 0,1 1 0,0-1 0,0 0 0,0 1 0,0-1 0,0 0 0,1 3 0,-1-3 0,0-1 0,1 1 0,-1 0 0,1 0 0,0 0 0,-1 0 0,1-1 0,0 1 0,-1 0 0,1-1 0,0 1 0,0-1 0,-1 1 0,1 0 0,0-1 0,0 0 0,0 1 0,1 0 0,5 1 0,0-1 0,0 0 0,0 0 0,0 0 0,10-1 0,-5 1 0,3 0-1365,-2 2-5461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4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24575,'3'1'0,"1"-1"0,-1 1 0,0-1 0,1 1 0,3 2 0,12 3 0,-3-4 13,0-1-1,1 0 1,-1-2-1,32-3 1,62-20-416,-65 13-622,-32 8-5801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3:59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03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992 2970 24575,'-108'-172'0,"76"127"0,-65-69 0,26 36-6175,2-4 5006,-126-177 8513,-79-105-7344,255 342 0,2-1 0,1 0 0,0-1 0,2-1 0,1-1 0,-12-33 0,18 39 0,2 0 0,1-1 0,0 0 0,1 1 0,2-1 0,0-36 0,1-25 0,2-54 0,-1 127 0,1 0 0,0 0 0,0-1 0,1 2 0,1-1 0,-1 0 0,1 1 0,9-14 0,6-6 0,24-27 0,-19 25 0,-1 3 0,1 2 0,28-24 0,-15 14 0,-20 21 0,0 1 0,1 0 0,1 1 0,0 1 0,34-15 0,107-31 0,-110 40 0,13-4 0,284-83 0,-85 67 0,-119 22 0,778-68 0,-798 75 0,281-15 0,-205 13 0,167-4 0,313-41 0,-301 15 0,-72 6 0,43-5 0,-179 17 0,366-56 0,338-41 0,-800 111 0,381-29 0,-39 34 0,-248 4 0,263 24 0,-261-11 0,252 26-288,206 12 2,-194-35 286,-33-2 0,-75 4 0,454 85 0,-511-50 0,-154-30 0,242 67 0,-293-73 0,25 8 115,-1 4 0,-2 4 0,-1 3-1,134 83 1,-190-102-115,-1 2 0,-1 0 0,0 2 0,-2 1 0,43 51 0,-51-51 0,13 28 0,12 18 0,-14-25 0,-1 1 0,-2 2 0,28 75 0,13 93 0,-62-203 0,11 59 0,9 113 0,-21-160 0,11 167 0,-8-122 0,-7 117 0,-2-154 0,-3-1 0,0 0 0,-13 38 0,12-49 0,-1-1 0,-1-1 0,0 1 0,-1-1 0,-1-1 0,-23 29 0,-92 85 0,78-84 0,21-21 0,-2-1 0,-33 21 0,41-32 0,-1-2 0,-1 0 0,-44 17 0,-77 13 0,83-28-130,-31 1-6524,3-8 6067,-119 1 7958,-47-17-7371,76-3 0,-191-16 0,-247-32 0,291 36 0,175 14 0,102 7 0,-395-33 0,-119-4 0,219 55 0,41 0 0,142-14 0,-239-3 0,134-12 0,162 8 0,-112-3 0,112 8 0,-136 18 0,76 2 0,17-4 0,-59 7 0,-240-5 0,375-17 0,-402-16 0,399 9 0,-245-32 0,119 0 0,-182-28 0,261 53 0,-1 5 0,0 6 0,-236 24 0,9 53 0,346-73 0,-91 23 0,-456 124 0,314-84 0,35-10 0,-258 43 0,365-81 0,5-2 0,0-3 0,-123-2 0,151-11 0,1-3 0,-1-2 0,1-3 0,-84-25 0,-84-49 0,182 63 0,1-3 0,-74-51 0,80 46-455,1-1 0,-44-45 0,68 60-6371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08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11242 0 24575,'0'4'0,"-1"0"0,0 1 0,0-1 0,0 0 0,0 0 0,-1 0 0,1 0 0,-1-1 0,0 1 0,0 0 0,-1-1 0,-2 5 0,-4 3 0,0-1 0,-15 13 0,-10 5 0,-2-2 0,-52 30 0,61-40 0,-9 5 0,0-1 0,-2-1 0,0-3 0,-1 0 0,-52 11 0,-181 22 0,71-16 0,140-20 0,-74 26 0,106-28 0,1 1 0,1 2 0,0 0 0,-33 24 0,-148 102 0,-11-18 0,121-76 0,-196 64 0,-78-2 0,205-64 0,-199 25 0,-177-22 0,-55-43 0,328-6 0,158 2 0,-125 1 0,24 13 0,-207 21 0,37 28 0,172-24 0,-245 43 0,100-43 0,126-16 0,-208 19 0,344-34 0,-328 16 0,-53 5 0,-58-14 0,438-21 0,0-4 0,-160-37 0,228 40 0,1-1 0,0-2 0,1 0 0,0-2 0,0 0 0,1-2 0,-40-31 0,-26-35 0,58 49 0,-43-33 0,30 35 0,-50-26 0,-25-14 0,-7-21 0,102 69 0,1 0 0,-40-46 0,46 45 0,-36-44 0,-120-114 0,73 99 0,-171-104 0,144 102-1365,99 64-5461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09.8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34 24575,'-1'-1'0,"1"1"0,0 0 0,-1-1 0,1 1 0,0 0 0,0-1 0,-1 1 0,1-1 0,0 1 0,0-1 0,0 1 0,0-1 0,-1 1 0,1 0 0,0-1 0,0 1 0,0-1 0,0 1 0,0-1 0,0 1 0,0-1 0,0 1 0,0-1 0,1 1 0,-1-1 0,0 1 0,0-1 0,0 1 0,0-1 0,1 1 0,-1 0 0,0-1 0,0 1 0,1-1 0,-1 1 0,0 0 0,1-1 0,-1 1 0,1 0 0,-1-1 0,0 1 0,1 0 0,-1 0 0,1-1 0,-1 1 0,1 0 0,-1 0 0,1 0 0,0-1 0,2 0 0,0-1 0,1 1 0,-1 0 0,0 0 0,6-1 0,47-2 0,-1 3 0,60 6 0,-107-5 0,436 46-1365,-411-41-5461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0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17 24575,'-7'-15'0,"4"14"0,3 9 0,3 9 0,0 0 0,2-1 0,0 1 0,9 19 0,36 63 0,-31-61 0,8 6 0,-18-31 0,-1 0 0,11 26 0,-19-38-76,1 0 1,-1 0-1,0 0 0,1 0 0,-1 0 0,0 0 0,0 0 0,0 0 1,0 0-1,0 0 0,0 1 0,0-1 0,0 0 0,0 0 1,0 0-1,-1 0 0,1 1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0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0 233 24575,'20'-27'0,"12"-10"0,5 0 0,4 2 0,3 9 0,-2 5 0,1 7 0,-3 3 0,-3 3 0,-6 3 0,-4 3 0,-6-2 0,-3 1 0,-7 1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1.2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43 24575,'10'0'0,"6"-3"0,3 0 0,0 0 0,2 0 0,1 1 0,-2 1 0,-2-2 0,0-1 0,-2 1 0,-1 1 0,0-2 0,0-1 0,-3-1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1.5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24575,'0'5'0,"3"4"0,0 3 0,3 5 0,0 2 0,1 2 0,3 1 0,1 1 0,0-1 0,0-1 0,0-2 0,2 1 0,0-1 0,-2 0 0,1-2 0,-3-1 0,-3 0 0,-2-4-8191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2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33 181 24575,'36'46'0,"53"88"0,-69-99 0,-2 1 0,-2 1 0,18 56 0,-22-53 0,-44-73 0,-2-11 0,2-1 0,3-2 0,1 0 0,2-2 0,-28-76 0,49 112 0,1 0 0,0 0 0,1 0 0,1 0 0,-2-25 0,4 34 0,0 0 0,0 1 0,0-1 0,0 0 0,1 1 0,0-1 0,-1 0 0,1 1 0,1-1 0,-1 1 0,0-1 0,1 1 0,0 0 0,0-1 0,0 1 0,0 0 0,0 0 0,1 1 0,-1-1 0,1 0 0,0 1 0,0-1 0,0 1 0,0 0 0,5-3 0,5 0 0,0 1 0,1 0 0,-1 1 0,1 0 0,0 1 0,0 0 0,0 1 0,0 1 0,0 1 0,0-1 0,0 2 0,18 4 0,-26-5 0,0 1 0,0 0 0,0 0 0,0 0 0,-1 1 0,11 6 0,-15-8 0,1 1 0,-1-1 0,1 0 0,-1 1 0,0-1 0,1 1 0,-1-1 0,0 1 0,0 0 0,0-1 0,0 1 0,-1 0 0,1 0 0,0-1 0,-1 1 0,1 0 0,-1 0 0,0 0 0,0 0 0,1 0 0,-1 0 0,0 0 0,-1 0 0,1 0 0,-1 2 0,0 3 0,-1 0 0,-1 0 0,1 0 0,-1 0 0,-1 0 0,-6 10 0,-30 37 0,17-24 0,21-27 0,0 0 0,0 0 0,1 0 0,-1 0 0,1 0 0,0 0 0,-1 0 0,2 0 0,-1 1 0,0-1 0,1 0 0,-1 1 0,1-1 0,0 6 0,0-7 0,1 0 0,-1 1 0,1-1 0,0 0 0,-1 0 0,1 0 0,0 0 0,0 0 0,0 0 0,0 0 0,1 0 0,-1-1 0,0 1 0,1 0 0,-1-1 0,1 1 0,0-1 0,-1 1 0,1-1 0,0 0 0,0 0 0,4 2 0,9 3 0,1 0 0,0-1 0,30 5 0,53 1 0,-70-9 0,44 2-1365,-59-4-5461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3.1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58 224 24575,'11'47'0,"1"0"0,2-1 0,2 0 0,33 64 0,-44-101 0,0 0 0,0-1 0,1 0 0,-1 0 0,10 9 0,-14-16 0,-1-1 0,0 1 0,0-1 0,1 0 0,-1 1 0,0-1 0,1 0 0,-1 0 0,0 1 0,1-1 0,-1 0 0,1 0 0,-1 1 0,0-1 0,1 0 0,-1 0 0,1 0 0,-1 0 0,1 1 0,-1-1 0,0 0 0,1 0 0,-1 0 0,1 0 0,-1 0 0,1 0 0,-1 0 0,1-1 0,0 1 0,-1 0 0,0-1 0,1 0 0,-1 1 0,0-1 0,0 1 0,1-1 0,-1 0 0,0 1 0,0-1 0,0 0 0,0 1 0,0-1 0,1 0 0,-1 1 0,-1-1 0,1-1 0,-5-28 0,-6 4 0,0 2 0,-1-1 0,-2 2 0,-17-25 0,5 9 0,17 24 0,-12-18 0,-32-66 0,49 89 0,0 1 0,1-1 0,0 0 0,0-1 0,1 1 0,0 0 0,1-1 0,0 1 0,1-1 0,0 1 0,1-1 0,2-11 0,-3 19 0,1 0 0,0 0 0,0 0 0,0 0 0,1 0 0,-1 0 0,1 0 0,-1 0 0,1 0 0,0 0 0,0 1 0,1-1 0,-1 1 0,0 0 0,1-1 0,-1 1 0,4-1 0,-2 0 0,1 1 0,-1 0 0,1 1 0,-1-1 0,1 1 0,0 0 0,0 0 0,-1 0 0,1 1 0,8-1 0,1 2 0,0 1 0,-1 0 0,1 0 0,0 2 0,-1 0 0,1 0 0,13 7 0,-11-3 0,0 0 0,17 12 0,-28-16 0,0-1 0,-1 0 0,0 1 0,1 0 0,-1 0 0,-1 1 0,1-1 0,-1 1 0,1-1 0,4 11 0,-8-12 0,1 0 0,0 0 0,0 0 0,-1 0 0,0 0 0,1 0 0,-1 0 0,-1 0 0,1 1 0,0-1 0,-1 0 0,1 0 0,-1 0 0,0 0 0,0 0 0,0 0 0,-1 0 0,1 0 0,0-1 0,-1 1 0,0 0 0,0-1 0,0 1 0,0-1 0,-4 4 0,-2 1 0,0 0 0,0-1 0,0 0 0,-1 0 0,0-1 0,-14 6 0,-9 1 0,0-2 0,-1-2 0,0 0 0,-34 2 0,57-10 120,10 0-148,0 0 0,0 0 0,0 0 0,1 0 0,-1 0 0,0 0 0,0 0 0,0 0 0,0 0 0,0 0 0,0 0 0,0 0 0,0 0 0,0 0 0,0 0 0,0-1 0,0 1 0,0 0 0,0 0 0,0 0 0,0 0 0,1 0-1,-1 0 1,0 0 0,0 0 0,0 0 0,0-1 0,0 1 0,0 0 0,0 0 0,0 0 0,0 0 0,0 0 0,-1 0 0,1 0 0,0 0 0,0 0 0,0-1 0,0 1 0,0 0 0,0 0 0,0 0 0,0 0 0,0 0 0,0 0 0,0 0 0,0 0 0,0 0 0,0 0 0,0 0 0,0 0 0,-1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3.8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119 208 24575,'-8'0'0,"1"0"0,-1 1 0,1 0 0,-1 0 0,1 1 0,0-1 0,0 2 0,0-1 0,-7 4 0,11-4 0,0-1 0,1 1 0,-1 0 0,1-1 0,0 1 0,-1 0 0,1 1 0,0-1 0,0 0 0,0 1 0,1-1 0,-1 1 0,1-1 0,-1 1 0,1 0 0,0-1 0,0 1 0,0 0 0,0 0 0,0 0 0,1 0 0,0 0 0,-1 0 0,1 6 0,1 0 0,1 0 0,-1-1 0,1 1 0,1 0 0,-1-1 0,2 1 0,-1-1 0,1 0 0,0 0 0,1 0 0,0-1 0,0 0 0,11 12 0,-10-12 0,0-1 0,1 1 0,0-1 0,0 0 0,1-1 0,0 0 0,0 0 0,0-1 0,0 0 0,1 0 0,-1-1 0,1 0 0,10 2 0,-15-4 0,-1-1 0,0 1 0,1-1 0,-1 0 0,0 0 0,1 0 0,-1-1 0,0 1 0,0-1 0,1 0 0,-1 0 0,0 0 0,0 0 0,0 0 0,0-1 0,0 1 0,0-1 0,0 0 0,-1 0 0,1 0 0,-1 0 0,5-5 0,-3 2 0,-1-1 0,1 1 0,-1-1 0,0 0 0,-1 0 0,1 0 0,-1 0 0,0 0 0,-1 0 0,2-13 0,-1-56 0,-2 75 0,0-1 0,0 1 0,0-1 0,0 1 0,0-1 0,0 1 0,0-1 0,0 1 0,0-1 0,0 1 0,0-1 0,1 1 0,-1-1 0,0 1 0,0-1 0,0 1 0,1-1 0,-1 1 0,0 0 0,0-1 0,1 1 0,-1-1 0,1 1 0,-1 0 0,0-1 0,1 1 0,-1 0 0,1-1 0,-1 1 0,0 0 0,1 0 0,-1-1 0,1 1 0,-1 0 0,1 0 0,-1 0 0,1 0 0,-1 0 0,1 0 0,-1 0 0,1 0 0,-1 0 0,1 0 0,-1 0 0,1 0 0,0 0 0,-1 0 0,0 0 0,1 0 0,-1 1 0,1-1 0,-1 0 0,1 0 0,-1 1 0,1-1 0,5 4 0,0 0 0,-1 0 0,9 7 0,-3-2 0,0 0 0,2-1 0,-1 0 0,1-1 0,0 0 0,1-1 0,0-1 0,0 0 0,0-1 0,0 0 0,1-1 0,27 2 0,-28-5 0,-7 1 0,1-1 0,-1 0 0,0 0 0,12-3 0,-18 3 0,1 0 0,-1-1 0,0 1 0,1-1 0,-1 1 0,1-1 0,-1 0 0,0 1 0,1-1 0,-1 0 0,0 0 0,0 0 0,0 0 0,1 0 0,-1 0 0,0 0 0,0-1 0,-1 1 0,1 0 0,0-1 0,0 1 0,-1 0 0,1-1 0,-1 1 0,1-1 0,-1 1 0,1-2 0,-1-4 0,1-1 0,-1 1 0,-1-1 0,1 1 0,-2 0 0,1 0 0,-1 0 0,0-1 0,0 1 0,0 1 0,-1-1 0,-4-7 0,-7-11 0,-28-38 0,36 54 0,-5-6 0,-17-31 0,26 42 0,0 0 0,0 0 0,1 0 0,-1-1 0,1 1 0,0-1 0,0 1 0,0-1 0,1 1 0,-1-1 0,1 1 0,0-1 0,1-5 0,0 8 0,-1 0 0,1 0 0,0 0 0,-1 0 0,1 0 0,0 0 0,0 0 0,1 1 0,-1-1 0,0 0 0,0 1 0,1-1 0,-1 0 0,1 1 0,0 0 0,2-2 0,-1 1 0,0 0 0,1 0 0,-1 1 0,1-1 0,0 1 0,-1 0 0,1 0 0,6 0 0,-2 0 0,0 1 0,0 0 0,0 0 0,0 1 0,0 0 0,0 1 0,0 0 0,9 3 0,-10-2-341,0 0 0,-1 0-1,9 7 1,0 1-6485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4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24575,'21'23'0,"10"14"0,4 9 0,0 5 0,-3-3 0,-4 0 0,-5-3 0,-4-2 0,-2-2 0,-4-2 0,-2-4 0,-3-2 0,0-1 0,-1-5 0,-3-3 0,-1-4 0,-1-5-8191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1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4 24575,'-25'-3'0,"-13"2"0,-6 4 0,1 4 0,1 0 0,9-1-8191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4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2909 75 24575,'1'-2'0,"0"-1"0,1 2 0,0-1 0,-1 0 0,1 0 0,0 0 0,0 1 0,0-1 0,0 1 0,0-1 0,0 1 0,0 0 0,1 0 0,-1 0 0,0 0 0,1 0 0,-1 1 0,0-1 0,3 1 0,8-2 0,-1 1 0,20 0 0,-21 1 0,25 0 0,73-5 0,0-3 0,130 6 0,-121 3 0,9 0 0,147-2 0,-169-6 0,31-1 0,369 8 0,-239 1 0,-118-9 0,-10 0 0,262 8 0,-186 1 0,54 16 0,-127-5 0,-84-8 0,197 8 0,-35-22 0,-76 2 0,-5 1 0,212 0 0,-215 9 0,375 28 0,-273-10 0,532 67 0,-462-16 0,-7 26 0,269 113 0,-487-175 0,128 73 0,-155-73 0,0 2 0,95 85 0,58 107 0,-84-86 0,-40-46 0,-4 3 0,73 120 0,-57-36 0,-37-62 0,57 77 0,-52-95 0,123 275 0,-174-348 0,-2 1 0,11 52 0,3 69 0,-22-127 0,-1 0 0,-2 48 0,-2-60 0,1 0 0,-2 0 0,0-1 0,0 1 0,-2-1 0,1 0 0,-8 13 0,-21 38 0,-25 49 0,35-56 0,17-39 0,-1 0 0,0-1 0,-13 21 0,3-12 0,-2-1 0,0-1 0,-1 0 0,-44 38 0,43-47 0,0 0 0,-28 13 0,-4 3 0,14-6 0,-1-2 0,-56 24 0,-148 62 0,213-97 0,-2-2 0,-58 11 0,-69 0 0,127-18 0,-152 15 0,-65 8 0,2 19 0,162-24 0,-278 67 0,-4-20 0,126-28 0,3 0 0,-325 7-615,477-43 626,-380 2-211,-843 8-742,718 32 942,357-27 0,-19-1 14,-352 37-117,258-3-381,-144 19 527,286-42-43,-163 18 0,200-36-4648,-84-1 3538,-170-22 1743,-500-113-633,579 34 188,201 39 5561,36 7-5261,2-5 0,-157-101 0,225 127-488,2-2 0,1-2 0,1-1 0,1-2 0,1-1 0,2-1 0,-42-63 0,61 77 0,0-1 0,2 0 0,0 0 0,2-1 0,-8-33 0,8 25 0,-2 1 0,-12-29 0,9 35 0,-1 1 0,-1 0 0,-19-23 0,19 28 0,1 0 0,1-2 0,0 1 0,1-1 0,-10-28 0,14 25 0,1-1 0,0 0 0,2 1 0,1-1 0,1-44 0,0 45 0,-1 0 0,0 0 0,-9-33 0,3 27 0,-2 1 0,-23-47 0,9 21 0,22 48 0,0-1 0,1 1 0,-1-1 0,1 0 0,0 0 0,0 1 0,1-1 0,0 0 0,-1 0 0,2 0 0,-1 0 0,0 0 0,1 0 0,0 1 0,2-7 0,1 0 0,1 0 0,1 0 0,0 0 0,0 1 0,8-10 0,13-20 0,35-73 0,10-14 0,-11 22 0,-34 56 0,-12 24 0,-2-1 0,0 1 0,-2-2 0,11-38 0,-2-46 0,0-3 0,53-153 0,-63 229 0,7-78 0,-15 101 0,5-53 0,14-92 0,14 10 0,8-52 0,-41 188 0,4-32 0,2 0 0,19-64 0,-23 97 0,1 1 0,0 0 0,0 0 0,2 0 0,-1 1 0,1 0 0,1 0 0,0 0 0,0 1 0,1 1 0,1-1 0,-1 2 0,19-14 0,-21 18-341,1 0 0,0 0-1,14-5 1,-2 3-6485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6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1363 3222 24575,'-131'-173'0,"-160"-162"0,-89-99 0,314 357 0,-131-178 0,149 183 0,-67-135 0,90 152 0,2-2 0,2-1 0,3-1 0,-19-115 0,32 133 0,1 0 0,2-1 0,2 1 0,2-1 0,1 1 0,3 0 0,1 0 0,14-46 0,-7 49 0,1 1 0,1 0 0,2 2 0,41-60 0,-15 34 0,85-88 0,-89 108 0,1 2 0,2 1 0,62-41 0,-75 61 0,1 1 0,1 2 0,48-16 0,104-22 0,-165 48 0,58-13-135,2 3 0,111-5-1,157 13-1429,-291 7-4655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7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24575,'1'4'0,"-1"0"0,1 0 0,0 0 0,0 0 0,1 0 0,-1 0 0,1-1 0,0 1 0,0 0 0,0-1 0,0 1 0,0-1 0,6 5 0,4 5 0,24 20 0,-34-32 0,35 29 15,53 31-1,46 18-319,-97-57-42,511 255 222,-532-269 125,20 9 0,-26-13 0,1 1 0,-1 1 0,-1 0 0,1 0 0,16 13 0,-21-9-1240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8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24575,'-1'42'0,"3"0"0,2 0 0,17 82 0,13 40 0,-31-152 120,-3-12-159,0 1 0,0-1 0,0 0 0,0 0 0,0 1 0,0-1-1,0 0 1,0 0 0,0 1 0,0-1 0,0 0 0,0 0 0,0 1 0,0-1 0,0 0 0,1 0 0,-1 1 0,0-1-1,0 0 1,0 0 0,0 0 0,1 1 0,-1-1 0,0 0 0,0 0 0,0 0 0,1 0 0,-1 0 0,0 1 0,0-1 0,1 0-1,-1 0 1,0 0 0,0 0 0,1 0 0,-1 0 0,1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9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24575,'0'4'0,"1"0"0,0 0 0,0 0 0,0 0 0,4 7 0,0 3 0,13 39 0,39 74 0,6 17 0,-61-138 0,1 1 0,0 0 0,-1 0 0,0 0 0,0 1 0,-1-1 0,1 1 0,-1 8 0,-1-15-33,0-1 0,0 1-1,0-1 1,-1 1 0,1-1-1,0 1 1,0-1 0,0 1 0,0-1-1,-1 1 1,1-1 0,0 0-1,0 1 1,-1-1 0,1 1-1,0-1 1,-1 0 0,1 1 0,-1-1-1,1 0 1,0 1 0,-1-1-1,1 0 1,-1 1 0,1-1-1,-1 0 1,1 0 0,-1 0 0,1 0-1,-1 1 1,1-1 0,-1 0-1,1 0 1,-1 0 0,1 0-1,-1 0 1,1 0 0,-1 0 0,1 0-1,-2-1 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29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151 342 24575,'18'110'0,"8"45"0,-30-172 0,0-4 0,-1 1 0,-13-36 0,-37-55 0,-18-40 0,66 132 0,0-1 0,1 0 0,1 0 0,1-1 0,-2-39 0,5 56 0,1 1 0,0-1 0,0 1 0,1 0 0,-1-1 0,1 1 0,0 0 0,-1-1 0,1 1 0,1 0 0,-1 0 0,3-5 0,-2 6 0,-1 0 0,1 0 0,0 0 0,0 1 0,0-1 0,0 1 0,0 0 0,0-1 0,0 1 0,1 0 0,-1 0 0,0 0 0,1 1 0,-1-1 0,0 0 0,1 1 0,-1 0 0,4-1 0,7 1 0,1-1 0,-1 2 0,1 0 0,0 1 0,-1 0 0,0 1 0,1 0 0,18 8 0,5 4 0,56 33 0,-66-33 0,-1 0 0,0 2 0,-2 1 0,45 41 0,-67-57 0,0 0 0,0 1 0,0-1 0,0 0 0,0 1 0,-1 0 0,1-1 0,-1 1 0,0 0 0,0 0 0,0 0 0,0 0 0,0 0 0,0 5 0,-1-6 0,-1 1 0,1 0 0,0-1 0,-1 1 0,0-1 0,1 1 0,-1-1 0,0 0 0,0 1 0,-1-1 0,1 0 0,0 1 0,-1-1 0,1 0 0,-1 0 0,0 0 0,-3 2 0,-2 3 0,-1-1 0,0 0 0,0 0 0,0-1 0,-1 0 0,0-1 0,-10 4 0,-68 18 0,58-19 0,-32 13 0,56-18 0,0 1 0,0-1 0,1 1 0,-8 5 0,11-8 0,1 0 0,-1 1 0,1-1 0,-1 1 0,0-1 0,1 1 0,-1-1 0,1 1 0,-1-1 0,1 1 0,0-1 0,-1 1 0,1-1 0,-1 1 0,1 0 0,0-1 0,0 1 0,-1 0 0,1 0 0,0-1 0,0 1 0,0 0 0,0-1 0,0 1 0,0 0 0,0 0 0,0-1 0,0 1 0,0 0 0,0-1 0,0 1 0,1 0 0,-1-1 0,0 1 0,0 0 0,1-1 0,-1 1 0,0 0 0,1-1 0,-1 1 0,1-1 0,-1 1 0,1-1 0,-1 1 0,1 0 0,13 8 0,0 0 0,0-1 0,0-1 0,1 0 0,21 7 0,-29-11 0,87 31 0,146 34 0,-228-65-273,-1 0 0,0 0 0,-1 1 0,12 6 0,-12-5-6553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30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163 167 24575,'24'102'0,"54"149"0,-58-193 0,-18-53 0,0 1 0,0-1 0,0 1 0,-1 0 0,2 11 0,-3-17 0,0 0 0,0 0 0,0 0 0,0 0 0,0 0 0,0 0 0,0 0 0,0 0 0,0 1 0,0-1 0,0 0 0,0 0 0,0 0 0,0 0 0,0 0 0,0 0 0,0 0 0,0 0 0,0 0 0,0 0 0,-1 0 0,1 0 0,0 0 0,0 0 0,0 0 0,0 0 0,0 1 0,0-1 0,0 0 0,0 0 0,0 0 0,0 0 0,0 0 0,0 0 0,0 0 0,0 0 0,0 0 0,0 0 0,0 0 0,0 0 0,0 0 0,-1 0 0,1 0 0,0 0 0,0 0 0,0 0 0,0 0 0,0 0 0,0 0 0,0 0 0,0 0 0,0 0 0,0 0 0,0 0 0,0 0 0,0 0 0,0 0 0,0 0 0,-1-1 0,-4-3 0,-4-6 0,-28-39 0,3-2 0,-52-101 0,71 120 0,2 0 0,1-1 0,2 0 0,1 0 0,1-1 0,-4-55 0,11 85 0,1-1 0,0 1 0,0-1 0,1 1 0,-1-1 0,1 1 0,0 0 0,2-9 0,-2 12 0,0-1 0,0 1 0,0-1 0,0 1 0,0-1 0,0 1 0,0 0 0,1-1 0,-1 1 0,1 0 0,-1 0 0,0 0 0,1 0 0,0 0 0,-1 0 0,1 1 0,0-1 0,-1 0 0,1 1 0,0-1 0,0 1 0,-1 0 0,1 0 0,2-1 0,2 1 0,1 1 0,-1-1 0,0 1 0,1 0 0,-1 0 0,0 1 0,0 0 0,0 0 0,0 1 0,0-1 0,9 7 0,0 1 0,1 0 0,23 22 0,-33-26 0,0-1 0,0 1 0,-1 1 0,0-1 0,0 0 0,6 14 0,-9-18 0,-1 1 0,0-1 0,0 1 0,0-1 0,-1 1 0,1-1 0,-1 1 0,1 0 0,-1 0 0,0-1 0,0 1 0,0 0 0,0-1 0,-1 1 0,1 0 0,-1-1 0,0 1 0,1 0 0,-1-1 0,0 1 0,-1-1 0,1 1 0,-2 2 0,-2 1 0,0-1 0,0 1 0,-1-1 0,1-1 0,-1 1 0,0-1 0,0 0 0,-1 0 0,1-1 0,-1 0 0,0 0 0,0 0 0,0-1 0,-13 3 0,-6 0 0,-1-2 0,-45 1 0,35-4-1365,23 0-5461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31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86 24575,'-34'-7'0,"-51"-7"0,77 13 0,1 1 0,-1 0 0,0 0 0,1 1 0,-1 0 0,1 0 0,-1 1 0,-12 4 0,18-5 0,-1 0 0,1 0 0,0 0 0,-1 1 0,1-1 0,0 1 0,0-1 0,0 1 0,0 0 0,0 0 0,1 0 0,-1 0 0,0 0 0,1 0 0,-1 0 0,1 1 0,-1 2 0,1-2 0,0 1 0,0 0 0,0-1 0,1 1 0,-1 0 0,1-1 0,0 1 0,0 0 0,1-1 0,-1 1 0,2 4 0,0 2 0,2 0 0,-1 0 0,1-1 0,1 1 0,0-1 0,0 0 0,12 15 0,-10-15 0,1 0 0,0-1 0,0 0 0,1 0 0,0-1 0,0 0 0,1-1 0,15 8 0,-21-12 0,-1 0 0,1-1 0,0 0 0,0 1 0,0-1 0,-1-1 0,1 1 0,0 0 0,0-1 0,0 0 0,0 0 0,1 0 0,-1-1 0,-1 1 0,1-1 0,0 0 0,0 0 0,0 0 0,0-1 0,0 1 0,-1-1 0,1 0 0,-1 0 0,1 0 0,-1 0 0,0-1 0,5-4 0,-3 2 0,-1 0 0,0 0 0,0 0 0,0-1 0,-1 0 0,0 1 0,0-1 0,0 0 0,-1 0 0,3-11 0,-1-1 0,-2-1 0,2-26 0,-4 37 0,0 7 0,0-1 0,0 1 0,1-1 0,-1 0 0,0 1 0,1-1 0,-1 1 0,1-1 0,0-1 0,4 1 0,2 10 0,6 14 0,0 0 0,2-2 0,27 30 0,-32-39 0,2 0 0,-1-1 0,2-1 0,-1 0 0,1-1 0,0 0 0,19 7 0,-13-7 0,0-1 0,1-1 0,1-1 0,-1-1 0,28 2 0,104-4 0,-121-2 0,-13-1 0,-1 0 0,0-2 0,21-4 0,-37 6 0,-1 1 0,1 0 0,0 0 0,0 0 0,0-1 0,0 1 0,-1 0 0,1-1 0,0 1 0,0-1 0,-1 1 0,1-1 0,0 1 0,-1-1 0,1 1 0,-1-1 0,1 0 0,-1 1 0,1-1 0,-1 0 0,1 1 0,-1-1 0,1 0 0,-1 0 0,0 1 0,1-1 0,-1 0 0,0 0 0,0 0 0,0 0 0,0 1 0,0-1 0,0 0 0,0 0 0,0 0 0,0 0 0,0 0 0,0 1 0,0-1 0,-1 0 0,1 0 0,0 0 0,-1 1 0,1-1 0,0 0 0,-2-1 0,-2-5 0,0 0 0,0 1 0,-1-1 0,-5-5 0,6 7 0,-19-21 0,9 11 0,2 0 0,-22-32 0,32 42 0,-1 0 0,1 0 0,0 0 0,0 0 0,0 0 0,1 0 0,-1-1 0,1 1 0,1 0 0,-1-1 0,1 1 0,0-1 0,0 1 0,0 0 0,2-8 0,0 8 9,-1-1-1,1 1 1,0 0-1,1 0 1,-1 0 0,1 0-1,0 0 1,0 1-1,1-1 1,-1 1-1,1 0 1,0 0-1,6-5 1,-8 8-57,0-1 0,0 1 0,1-1 0,-1 1 0,0 0 1,1 0-1,-1 0 0,0 0 0,1 0 0,-1 1 0,1-1 0,-1 1 0,1-1 0,0 1 0,-1 0 1,1 0-1,-1 0 0,1 1 0,-1-1 0,1 1 0,-1-1 0,1 1 0,-1 0 0,1 0 0,-1 0 0,0 0 1,1 0-1,-1 0 0,0 1 0,3 2 0,5 5-6778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3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24575,'54'129'0,"-18"-47"0,111 295 0,-144-368 0,16 43 0,13 62 0,-31-110-151,-1 0-1,1 0 0,-1 1 0,1-1 1,-1 0-1,-1 0 0,1 0 1,-2 9-1,-1-4-6674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4:32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62 24575,'-28'-13'0,"-13"-4"0,-6 2 0,0 4 0,2 5 0,2 6 0,4 6 0,4 4 0,2 2 0,5 3 0,6-2-8191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24575,'0'0'0,"0"-1"0,0 1 0,0 0 0,0 0 0,0 0 0,0-1 0,0 1 0,0 0 0,0 0 0,0 0 0,0-1 0,0 1 0,0 0 0,0 0 0,0 0 0,0 0 0,0-1 0,0 1 0,1 0 0,-1 0 0,0 0 0,0-1 0,0 1 0,0 0 0,0 0 0,0 0 0,0 0 0,1 0 0,-1-1 0,0 1 0,0 0 0,0 0 0,0 0 0,1 0 0,-1 0 0,0 0 0,0 0 0,0 0 0,0 0 0,1 0 0,7 5 0,6 11 0,-5-2 0,0 0 0,0 1 0,-2 0 0,0 0 0,0 1 0,-1 0 0,-2 0 0,5 24 0,-3-2 0,-2 1 0,-2 60 0,-3 113 0,1-210 0,0 0 0,0 0 0,0 0 0,0 0 0,0 0 0,1 0 0,-1 0 0,1 0 0,-1-1 0,1 1 0,0 0 0,0 0 0,0 0 0,2 2 0,-2-3 0,-1 0 0,1-1 0,0 1 0,0-1 0,0 1 0,0-1 0,0 1 0,0-1 0,0 0 0,1 1 0,-1-1 0,0 0 0,0 0 0,0 0 0,0 0 0,0 0 0,0 0 0,0 0 0,1 0 0,-1-1 0,0 1 0,0 0 0,0-1 0,0 1 0,0 0 0,0-1 0,0 1 0,1-2 0,84-34 0,-73 32 0,0 1 0,0 0 0,0 1 0,0 1 0,15-1 0,44 3 0,51-1 0,-110-2-1365,-3-2-5461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3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0 292 24575,'56'-8'0,"-12"3"0,-1-2 0,0-3 0,47-15 0,-84 23 0,0-1 0,1 0 0,-1 0 0,-1 0 0,1-1 0,0 1 0,-1-1 0,0-1 0,5-4 0,-8 7 0,-1 0 0,1 0 0,-1 0 0,1-1 0,-1 1 0,0 0 0,0 0 0,0-1 0,-1 1 0,1-1 0,0 1 0,-1-1 0,0 1 0,1-1 0,-1 1 0,0-1 0,0 1 0,0-1 0,-1 1 0,1-1 0,-1 1 0,1-1 0,-1 1 0,0-1 0,0 1 0,-2-4 0,-2-3 0,0 1 0,-1 0 0,1 0 0,-2 0 0,1 1 0,-1-1 0,0 2 0,-10-8 0,6 6 0,0 0 0,-1 1 0,1 0 0,-1 1 0,-20-7 0,30 12 0,0 0 0,0 0 0,0 1 0,0-1 0,0 1 0,0 0 0,0 0 0,0 0 0,0 0 0,0 0 0,0 0 0,0 0 0,0 0 0,0 1 0,0-1 0,0 1 0,0 0 0,0-1 0,0 1 0,0 0 0,0 0 0,1 0 0,-4 3 0,3-2 0,-1 1 0,1 0 0,0 0 0,1 0 0,-1-1 0,0 2 0,1-1 0,-1 0 0,1 0 0,0 0 0,0 1 0,1-1 0,-2 6 0,2 1 0,-1-1 0,1 0 0,1 0 0,-1 0 0,1 1 0,1-1 0,0 0 0,0-1 0,1 1 0,0 0 0,1-1 0,0 1 0,0-1 0,0 0 0,12 14 0,-5-8 0,1-1 0,0 0 0,1-1 0,1 0 0,0-1 0,0 0 0,22 11 0,-22-14 0,0-2 0,0 1 0,1-2 0,25 7 0,-33-10 0,0-1 0,1 0 0,-1 0 0,0-1 0,0 1 0,1-2 0,-1 1 0,0-1 0,0 0 0,0 0 0,0-1 0,9-3 0,-13 3-76,0 1 1,0-1-1,-1 1 0,1-1 0,0 0 0,-1 0 0,0 0 0,1 0 1,-1-1-1,0 1 0,0-1 0,0 1 0,0-1 0,-1 0 1,1 0-1,-1 0 0,3-6 0,-1-4-6750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3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4 24575,'-5'0'0,"-13"-2"0,-32 1 0,46 1 0,0 0 0,0 0 0,0 1 0,0 0 0,0 0 0,1 0 0,-1 0 0,0 0 0,1 1 0,-1 0 0,1 0 0,-1 0 0,1 0 0,-5 4 0,7-5 0,0 0 0,0 0 0,0 1 0,0-1 0,1 0 0,-1 0 0,0 1 0,1-1 0,-1 1 0,0-1 0,1 1 0,0-1 0,-1 1 0,1-1 0,0 1 0,0-1 0,0 1 0,0 1 0,0 0 0,1 0 0,-1 0 0,1 0 0,0 0 0,0 0 0,0 0 0,1-1 0,2 6 0,2 0 0,0 1 0,1-1 0,0-1 0,11 10 0,-1-2 0,0-2 0,1 0 0,1-1 0,0 0 0,33 12 0,-35-17 0,0 0 0,1-2 0,0 0 0,0-1 0,1-1 0,-1-1 0,20 1 0,-29-3-136,0-1-1,-1 1 1,1-2-1,0 1 1,-1-1-1,1 0 1,-1-1-1,0 0 0,10-5 1,-5 0-6690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4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 24575,'-6'11'0,"0"0"0,1 0 0,0 1 0,1-1 0,0 1 0,1 1 0,0-1 0,1 0 0,0 0 0,0 23 0,3-20 0,0 0 0,1 0 0,1-1 0,0 1 0,1-1 0,1 0 0,0 0 0,12 24 0,67 106-1365,-74-130-5461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4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31 24575,'-30'-5'0,"-13"-2"0,-3 1 0,3 1 0,6 1 0,5 2 0,5 1 0,5 0 0,0 4 0,3 0 0,1 1 0,1-1 0,2-1 0,2-1-8191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24575,'3'8'0,"1"-1"0,0 0 0,0 0 0,0 0 0,1 0 0,-1-1 0,2 0 0,-1 0 0,1 0 0,0 0 0,0-1 0,0 0 0,1-1 0,0 1 0,0-1 0,14 6 0,-16-8 0,0 0 0,1 0 0,-1 0 0,1 0 0,0-1 0,-1 0 0,1 0 0,0-1 0,0 0 0,0 0 0,-1 0 0,1 0 0,0-1 0,0 0 0,-1 0 0,1-1 0,0 0 0,-1 0 0,0 0 0,1 0 0,-1-1 0,0 0 0,8-6 0,-10 6 0,-1 1 0,0 0 0,0-1 0,-1 0 0,1 1 0,0-1 0,-1 0 0,0 0 0,1 0 0,0-5 0,-1 4 0,1 0 0,-1 0 0,1 1 0,3-7 0,6 35 0,-9-21-273,-1 1 0,1-1 0,1 0 0,2 5 0,4 2-6553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5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120 224 24575,'5'8'0,"12"24"0,-16-30 0,0 1 0,0-1 0,0 1 0,0-1 0,-1 1 0,1-1 0,-1 1 0,0-1 0,0 1 0,0 4 0,0-7 0,0 0 0,0 0 0,0 1 0,0-1 0,0 0 0,0 1 0,0-1 0,0 0 0,0 0 0,0 1 0,0-1 0,-1 0 0,1 1 0,0-1 0,0 0 0,0 0 0,0 0 0,-1 1 0,1-1 0,0 0 0,0 0 0,-1 0 0,1 1 0,0-1 0,0 0 0,-1 0 0,1 0 0,0 0 0,0 0 0,-1 1 0,-8-5 0,-7-12 0,-7-13 0,-19-33 0,33 46 0,0 1 0,1-1 0,1-1 0,-7-22 0,14 39 0,-5-25 0,5 24 0,0 0 0,0 0 0,0-1 0,-1 1 0,2 0 0,-1 0 0,0 0 0,0 0 0,0 0 0,0-1 0,1 1 0,-1 0 0,0 0 0,1 0 0,-1 0 0,1 0 0,0 0 0,0-1 0,0 1 0,0 1 0,-1 0 0,1-1 0,0 1 0,0 0 0,-1 0 0,1 0 0,0 0 0,-1-1 0,1 1 0,0 0 0,0 0 0,-1 1 0,1-1 0,0 0 0,0 0 0,-1 0 0,1 0 0,0 1 0,-1-1 0,1 0 0,0 1 0,18 9 0,-15-8 0,23 13 0,1-1 0,0-1 0,1-2 0,0-1 0,1-1 0,0-1 0,0-2 0,1-1 0,60 1 0,-68-5 0,1-2 0,29-4 0,-45 4 0,0-1 0,-1 0 0,1 0 0,0-1 0,-1 0 0,0 0 0,0 0 0,0-1 0,0-1 0,9-6 0,-14 9 0,0 1 0,-1-1 0,1 1 0,-1-1 0,1 0 0,-1 0 0,1 0 0,-1 0 0,0 0 0,0 0 0,0 0 0,0-1 0,-1 1 0,1 0 0,0 0 0,-1-1 0,0 1 0,1 0 0,-1-1 0,0 1 0,0 0 0,0-1 0,-1 1 0,1 0 0,-1-1 0,1 1 0,-1 0 0,-1-4 0,0 3 0,1 0 0,-1 1 0,1-1 0,-1 1 0,0-1 0,0 1 0,0 0 0,0-1 0,-1 1 0,1 0 0,0 1 0,-1-1 0,0 0 0,1 1 0,-1-1 0,0 1 0,0 0 0,1 0 0,-1 0 0,0 0 0,-5 0 0,5 1 0,0 0 0,1-1 0,-1 1 0,0 1 0,1-1 0,-1 0 0,0 1 0,1 0 0,-1-1 0,0 1 0,1 0 0,-1 0 0,1 0 0,0 1 0,-1-1 0,1 1 0,0-1 0,0 1 0,0 0 0,0-1 0,0 1 0,0 0 0,0 0 0,1 1 0,-1-1 0,1 0 0,0 1 0,-1-1 0,1 0 0,0 1 0,0 0 0,1-1 0,-2 6 0,1-2 0,0-1 0,0 1 0,1-1 0,0 1 0,0 0 0,0-1 0,0 1 0,1 0 0,0-1 0,0 1 0,1-1 0,0 1 0,0-1 0,0 0 0,5 9 0,0-4 15,0 0 0,1-1 0,0 1 0,0-2 0,1 1 0,0-1 0,14 9 0,-18-14-102,0 0-1,0 0 1,1 0 0,-1-1-1,1 0 1,0 0 0,-1 0-1,1-1 1,0 0-1,0 0 1,0-1 0,0 1-1,0-1 1,0 0 0,0-1-1,12-2 1,-6 0-6739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5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269 146 24575,'-27'-26'0,"-1"2"0,-1 1 0,-62-37 0,87 58 0,0 0 0,1 0 0,-1 1 0,0-1 0,0 1 0,0 0 0,0 1 0,0-1 0,0 0 0,0 1 0,-7 0 0,9 1 0,0-1 0,1 1 0,-1-1 0,0 1 0,0 0 0,1-1 0,-1 1 0,0 0 0,1 0 0,-1 1 0,1-1 0,-1 0 0,1 0 0,0 1 0,-1-1 0,1 1 0,0-1 0,0 1 0,0-1 0,0 1 0,0 0 0,0-1 0,1 1 0,-1 0 0,1 0 0,-1 3 0,-1-1 0,2 1 0,-1-1 0,0 1 0,1-1 0,0 1 0,0 0 0,0-1 0,1 1 0,-1-1 0,1 1 0,0-1 0,0 1 0,1-1 0,2 6 0,-1-4 0,1 0 0,0 0 0,0-1 0,0 1 0,0-1 0,1 0 0,0 0 0,11 8 0,-6-6 0,0 0 0,1-1 0,0-1 0,0 1 0,1-2 0,0 1 0,-1-2 0,1 1 0,1-2 0,15 2 0,-19-3 0,1 0 0,-1-1 0,0 0 0,0-1 0,14-3 0,-21 4 0,0-1 0,1 0 0,-1 1 0,0-1 0,0 0 0,0 0 0,0-1 0,0 1 0,0 0 0,0-1 0,0 1 0,0-1 0,0 0 0,-1 1 0,1-1 0,-1 0 0,1 0 0,-1 0 0,0 0 0,0 0 0,0-1 0,0 1 0,0 0 0,0 0 0,-1-1 0,1-2 0,0 0 9,0-1-1,-1 1 1,0-1-1,0 0 1,-1 1 0,0-1-1,0 1 1,0-1-1,0 1 1,-1-1-1,0 1 1,0 0-1,-5-8 1,2 5-221,0-1 0,-1 1 0,0 0-1,-1 0 1,0 1 0,-12-11 0,5 8-6614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06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 24575,'-3'0'0,"1"0"0,-1 0 0,1 0 0,-1 1 0,1-1 0,0 0 0,-1 1 0,1 0 0,0 0 0,-1 0 0,1 0 0,0 0 0,0 0 0,0 0 0,0 1 0,0-1 0,0 1 0,0-1 0,0 1 0,1 0 0,-1 0 0,1 0 0,-1 0 0,1 0 0,0 0 0,0 0 0,0 0 0,0 1 0,0-1 0,0 0 0,0 1 0,1-1 0,-1 5 0,0-1 0,1 0 0,0 0 0,0 0 0,0 1 0,1-1 0,0 0 0,0 0 0,1 0 0,0 0 0,0-1 0,0 1 0,5 9 0,1-4 0,-1 0 0,1-1 0,1 0 0,0 0 0,0-1 0,1 0 0,0-1 0,1 0 0,-1-1 0,15 7 0,-18-10 0,0-1 0,1 0 0,-1 0 0,1-1 0,-1 0 0,1 0 0,16 1 0,-19-3 0,0 0 0,0 0 0,0-1 0,0 0 0,0 0 0,0 0 0,0 0 0,0-1 0,0 0 0,-1 0 0,1 0 0,0 0 0,4-4 0,-6 3 5,0 1 1,-1-1-1,1 1 0,-1-1 0,1 0 0,-1 0 1,0 0-1,0 0 0,0 0 0,-1 0 1,1-1-1,-1 1 0,0-1 0,0 1 0,0-1 1,0 1-1,0-1 0,-1 0 0,0 1 0,0-1 1,0 0-1,0-3 0,-1 0-129,0 1 0,0 0 1,0 0-1,-1-1 0,0 1 0,0 0 1,-1 1-1,1-1 0,-1 0 0,-1 1 1,-6-10-1,-2 2-6702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1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 24575,'1'-1'0,"-1"0"0,0 0 0,1-1 0,-1 1 0,0 0 0,1 0 0,-1 0 0,1 0 0,0 0 0,-1 0 0,1 0 0,0 0 0,0 0 0,-1 0 0,1 0 0,0 1 0,0-1 0,0 0 0,0 0 0,0 1 0,0-1 0,0 1 0,0-1 0,3 0 0,-3 1 0,0 1 0,1-1 0,-1 0 0,0 1 0,0-1 0,0 1 0,0-1 0,0 1 0,1 0 0,-1-1 0,0 1 0,0 0 0,0 0 0,-1 0 0,1 0 0,0 0 0,0 0 0,0 0 0,-1 0 0,1 0 0,-1 0 0,1 0 0,0 2 0,4 11 0,0 0 0,-1 0 0,0 0 0,-1 0 0,1 25 0,2 3 0,5 22 0,36 258 0,-41-272 0,-3-32 0,0 0 0,-2 1 0,0-1 0,-1 0 0,-1 0 0,-5 29 0,5-38 0,3-7 0,10-13 0,-3 2 0,2 1 0,0 2 0,0-1 0,0 1 0,0 1 0,1 0 0,0 0 0,0 1 0,25-4 0,1 2 0,63 0 0,-50 4 0,-35 0-1365,-3 0-5461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2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0 263 24575,'29'-10'0,"0"-1"0,0-2 0,48-29 0,-74 40 0,-1-1 0,1 1 0,0 0 0,-1-1 0,1 0 0,-1 1 0,0-1 0,0 0 0,0 0 0,0 0 0,-1-1 0,1 1 0,-1 0 0,0-1 0,0 1 0,0 0 0,0-1 0,-1 1 0,1-1 0,-1 0 0,0 1 0,0-6 0,-1 2 0,0 0 0,-1 0 0,1 1 0,-1-1 0,0 0 0,-1 1 0,0 0 0,0-1 0,0 1 0,-8-10 0,9 14 0,1-1 0,-1 1 0,0 0 0,0 0 0,0 1 0,0-1 0,0 0 0,0 0 0,0 1 0,0-1 0,-1 1 0,1 0 0,-1 0 0,1 0 0,-1 0 0,1 0 0,-1 1 0,0-1 0,1 1 0,-1-1 0,0 1 0,1 0 0,-1 0 0,0 0 0,0 1 0,1-1 0,-1 1 0,0-1 0,1 1 0,-1 0 0,1 0 0,-1 0 0,1 0 0,-1 0 0,1 1 0,0-1 0,0 1 0,0 0 0,0-1 0,0 1 0,0 0 0,0 0 0,0 0 0,1 0 0,-1 1 0,1-1 0,-1 0 0,1 1 0,-1 2 0,-1 1 0,1 0 0,0-1 0,0 1 0,1 0 0,0 0 0,0 0 0,0 0 0,0 0 0,1 0 0,0 1 0,0-1 0,1 0 0,0 0 0,0 0 0,0 0 0,1 0 0,0-1 0,0 1 0,1 0 0,-1-1 0,1 1 0,0-1 0,0 0 0,6 7 0,-1-3 0,1 0 0,0 0 0,0-1 0,1 0 0,0-1 0,0 0 0,0-1 0,1 0 0,0 0 0,1-1 0,13 4 0,3-1 0,1-1 0,-1-2 0,1-1 0,0-1 0,1-1 0,50-5 0,-74 3-151,-1-1-1,0 0 0,0 0 0,0 0 1,0-1-1,0 0 0,0 0 1,5-3-1,0-1-6674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2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1 24575,'-8'3'0,"0"0"0,1 0 0,-1 1 0,1 0 0,0 1 0,1-1 0,-1 2 0,1-1 0,-8 8 0,11-10 0,1 0 0,0 0 0,0 0 0,1 0 0,-1 0 0,0 0 0,1 0 0,0 0 0,0 0 0,0 1 0,0-1 0,0 1 0,1-1 0,-1 0 0,1 1 0,0-1 0,0 1 0,1-1 0,-1 1 0,1-1 0,-1 0 0,1 1 0,0-1 0,2 6 0,2 0 0,0 0 0,0-1 0,0 1 0,1-1 0,1 0 0,-1-1 0,1 1 0,12 8 0,-3-2 0,2-1 0,35 20 0,-41-27 24,0 0 0,0-1 0,0-1 0,19 5 0,-23-8-189,0 1 0,0-1 0,0-1 0,1 1 0,-1-2 0,0 1 0,0-1 0,10-2 0,-5-1-6661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2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24575,'3'28'0,"3"16"0,0 6 0,2 2 0,3 0 0,1-4 0,1-3 0,1-4 0,1-1 0,-2-3 0,-2-2 0,1-2 0,1-5 0,-3-4 0,1-4 0,-3-5-8191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3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409 47 24575,'-30'-7'0,"-13"-3"0,-1 0 0,2 2 0,5 3 0,7 1 0,3 3 0,4 0 0,3 1 0,2 3 0,3 1 0,0-1 0,1 3 0,0-1 0,0-1 0,2 2 0,1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3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42 24575,'-3'0'0,"0"-1"0,0 1 0,0 1 0,0-1 0,-1 0 0,-4 2 0,8-2 0,-1 0 0,1 0 0,0 0 0,-1 1 0,1-1 0,0 0 0,0 0 0,-1 0 0,1 0 0,0 1 0,0-1 0,-1 0 0,1 0 0,0 1 0,0-1 0,0 0 0,0 0 0,-1 1 0,1-1 0,0 0 0,0 0 0,0 1 0,0-1 0,0 0 0,0 1 0,0 0 0,0 0 0,0 0 0,0-1 0,1 1 0,-1 0 0,0 0 0,1-1 0,-1 1 0,0 0 0,1 0 0,-1-1 0,1 1 0,-1 0 0,2 0 0,4 5 0,0 0 0,1 0 0,0 0 0,0-1 0,15 8 0,43 18 0,-54-26 0,7 3 0,-5-1 0,22 6 0,-32-12 0,0 0 0,0 0 0,0 0 0,0-1 0,0 1 0,0-1 0,1 0 0,-1 0 0,0 0 0,0-1 0,0 1 0,7-2 0,-9 1 0,1 0 0,-1 0 0,1 0 0,-1 0 0,0 0 0,1 0 0,-1-1 0,0 1 0,0 0 0,0-1 0,0 1 0,0-1 0,0 1 0,0-1 0,1-2 0,9-31 0,-4 10 0,-4 19 0,1-1 0,-1 1 0,1-1 0,0 1 0,1 0 0,-1 0 0,1 1 0,1-1 0,-1 1 0,10-7 0,-13 10 0,1 1 0,0-1 0,0 0 0,1 1 0,-1 0 0,0-1 0,0 1 0,1 0 0,-1 1 0,0-1 0,1 1 0,-1-1 0,1 1 0,-1 0 0,0 0 0,1 1 0,-1-1 0,1 1 0,-1-1 0,0 1 0,1 0 0,-1 1 0,0-1 0,4 2 0,-1 1-97,0 0-1,0 0 1,-1 1-1,0-1 1,0 1-1,0 0 1,0 1-1,-1-1 1,0 1-1,0 0 1,0 0-1,-1 0 0,4 9 1,-3-5-6729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4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45 341 24575,'16'44'0,"-10"-25"0,2 0 0,0 0 0,1 0 0,0-1 0,19 26 0,-28-44 0,1 1 0,-1 0 0,1-1 0,-1 1 0,1-1 0,-1 1 0,1 0 0,-1-1 0,1 1 0,0-1 0,-1 1 0,1-1 0,0 0 0,-1 1 0,1-1 0,0 0 0,-1 1 0,3-1 0,-3 0 0,0 0 0,1-1 0,-1 1 0,0 0 0,0 0 0,1-1 0,-1 1 0,0 0 0,0-1 0,0 1 0,1-1 0,-1 1 0,0 0 0,0-1 0,0 1 0,0 0 0,0-1 0,0 1 0,0-1 0,0 1 0,0 0 0,0-1 0,0 1 0,0-1 0,-5-31 0,-54-113 0,13 35 0,37 88 0,4 11 0,0-1 0,1 0 0,1 0 0,0-1 0,-3-23 0,6 35 0,0 0 0,0 0 0,0 0 0,0 0 0,0 0 0,0 0 0,0 0 0,1 0 0,-1 0 0,0 0 0,0 1 0,1-1 0,-1 0 0,1 0 0,0-1 0,-1 2 0,0 0 0,1 0 0,-1 0 0,0 0 0,0 0 0,1-1 0,-1 1 0,0 0 0,1 0 0,-1 0 0,0 0 0,1 0 0,-1 0 0,0 0 0,0 0 0,1 0 0,-1 0 0,0 1 0,1-1 0,-1 0 0,0 0 0,0 0 0,1 0 0,-1 0 0,0 0 0,0 1 0,1-1 0,-1 0 0,1 1 0,3 2 0,0 1 0,0 0 0,6 9 0,-4-5 0,0-1 0,1-1 0,0 0 0,1 0 0,0 0 0,0-1 0,0 0 0,0 0 0,1-1 0,0 0 0,0-1 0,0 0 0,0 0 0,18 2 0,1-1 0,1-2 0,0-1 0,37-3 0,-54 1 0,-1 0 0,1-1 0,-1 0 0,1-1 0,-1 0 0,0-1 0,0 0 0,17-9 0,-24 11 0,0-1 0,0 0 0,0 0 0,0 0 0,0 0 0,-1 0 0,1-1 0,-1 1 0,0-1 0,0 0 0,0 0 0,-1 0 0,0-1 0,1 1 0,-1-1 0,-1 1 0,1-1 0,-1 1 0,0-1 0,0 0 0,0 0 0,0 0 0,-1-6 0,0 7 0,-1 1 0,1-1 0,-1 0 0,0 1 0,0-1 0,0 0 0,0 1 0,0-1 0,-1 1 0,0 0 0,0 0 0,0-1 0,0 1 0,0 0 0,-1 1 0,1-1 0,-6-5 0,6 7 0,0 0 0,1 0 0,-1 0 0,0 0 0,0 0 0,0 0 0,0 1 0,1-1 0,-1 0 0,0 1 0,0 0 0,0-1 0,0 1 0,-1 0 0,1 0 0,0 0 0,0 0 0,0 1 0,0-1 0,0 0 0,0 1 0,0-1 0,1 1 0,-1 0 0,0 0 0,0 0 0,0 0 0,1 0 0,-1 0 0,0 0 0,1 1 0,-1-1 0,1 0 0,-2 3 0,1-2 0,0 0 0,0 1 0,0-1 0,0 1 0,0 0 0,1 0 0,0 0 0,-1-1 0,1 1 0,0 1 0,0-1 0,1 0 0,-1 0 0,0 4 0,1-1 0,0-1 0,0 1 0,1 0 0,0-1 0,0 1 0,0 0 0,3 7 0,1-2 0,-1-1 0,1 1 0,1-1 0,0-1 0,0 1 0,1-1 0,12 13 0,-6-9-80,1 0 0,1-1-1,0 0 1,1-1 0,0-1-1,0-1 1,1 0 0,0-1-1,1-1 1,0 0 0,0-1 0,1-2-1,-1 1 1,1-2 0,0-1-1,32 1 1,-38-4-6746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5.3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1 195 24575,'50'-47'0,"-19"16"0,3 1 0,68-47 0,-100 76 0,0 0 0,0 0 0,0-1 0,0 1 0,1 1 0,-1-1 0,0 0 0,1 1 0,-1-1 0,0 1 0,1 0 0,-1-1 0,0 1 0,1 0 0,-1 1 0,1-1 0,3 1 0,-3 0 0,0 0 0,0 1 0,-1-1 0,1 1 0,0-1 0,-1 1 0,1 0 0,-1 0 0,0 0 0,0 1 0,0-1 0,2 3 0,4 7 0,0 1 0,-2-1 0,0 1 0,8 24 0,-12-32 0,14 43 0,-3 0 0,-1 1 0,6 64 0,-3 153 0,-16-243-90,0 20 297,2-40-330,-1 0-1,0 0 1,1 0-1,0 0 1,-1-1-1,1 1 1,0 0-1,0-1 0,1 1 1,-1-1-1,3 4 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5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336 30 24575,'-28'-5'0,"-11"-2"0,-2 0 0,1 2 0,5 2 0,4 0 0,1 5 0,4 1 0,1 0 0,2 2 0,6 1-8191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6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62 24575,'0'0'0,"0"-1"0,0 1 0,0 0 0,0 0 0,0-1 0,0 1 0,0 0 0,0 0 0,0 0 0,0-1 0,0 1 0,0 0 0,0 0 0,0-1 0,0 1 0,0 0 0,-1 0 0,1 0 0,0-1 0,0 1 0,0 0 0,0 0 0,0 0 0,-1 0 0,1-1 0,0 1 0,0 0 0,0 0 0,-1 0 0,1 0 0,0 0 0,0 0 0,0 0 0,-1-1 0,1 1 0,0 0 0,0 0 0,-11 4 0,-6 9 0,-31 23 0,40-30 0,77-39 0,64-36 0,-130 67 0,1 1 0,0-1 0,0 1 0,0-1 0,0 1 0,0 1 0,0-1 0,0 0 0,1 1 0,-1 0 0,0 0 0,0 0 0,0 1 0,0-1 0,1 1 0,-1 0 0,0 0 0,0 0 0,-1 1 0,1 0 0,0-1 0,0 1 0,-1 1 0,1-1 0,-1 0 0,1 1 0,-1 0 0,0 0 0,0 0 0,-1 0 0,1 0 0,0 0 0,-1 1 0,0-1 0,0 1 0,0 0 0,2 5 0,21 56 0,30 121 0,-20 17 0,-14-24 0,-19-167-1365,1-3-5461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17.4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31 24575,'0'0'0,"0"-1"0,0 1 0,1 0 0,-1 0 0,0-1 0,0 1 0,0 0 0,0 0 0,1-1 0,-1 1 0,0 0 0,0-1 0,0 1 0,0 0 0,0 0 0,0-1 0,0 1 0,0 0 0,0-1 0,0 1 0,0 0 0,0-1 0,0 1 0,0 0 0,0-1 0,0 1 0,0 0 0,0 0 0,0-1 0,-1 1 0,1 0 0,0 0 0,0-1 0,0 1 0,0 0 0,-1 0 0,1-1 0,0 1 0,-14 2 0,-14 11 0,16-6 0,6-3 0,-1 1 0,0-1 0,0-1 0,0 1 0,-1-1 0,1-1 0,-1 1 0,0-1 0,-8 1 0,15-3 0,0 0 0,0 0 0,0 0 0,0 0 0,0 0 0,0 0 0,0-1 0,0 1 0,0 0 0,0 0 0,0-1 0,0 1 0,0-1 0,0 1 0,1-1 0,-3 0 0,3 0 0,0 1 0,-1-1 0,1 1 0,0-1 0,0 1 0,-1-1 0,1 1 0,0-1 0,0 1 0,0-1 0,-1 1 0,1-1 0,0 0 0,0 1 0,0-1 0,0 1 0,0-1 0,0 0 0,0 1 0,1-2 0,-1 0 0,1 0 0,0 0 0,-1 1 0,1-1 0,0 0 0,0 0 0,1 1 0,-1-1 0,0 0 0,0 1 0,1-1 0,-1 1 0,1 0 0,2-3 0,4 0 0,-1 0 0,1 0 0,0 1 0,1 0 0,-1 0 0,0 1 0,1 0 0,12-1 0,2 1 0,44 3 0,-78-1 0,0 1 0,1 0 0,0 1 0,-14 4 0,-48 16 0,69-21 0,-56 19-1365,43-16-5461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45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4948 61 24575,'5'0'0,"24"0"0,-19 1 0,-10-1 0,0 0 0,0 0 0,0 0 0,0 0 0,0 0 0,0 0 0,0 0 0,-1 0 0,1 0 0,0 0 0,0 0 0,0 0 0,0 0 0,0 0 0,0 1 0,0-1 0,0 0 0,0 0 0,0 0 0,0 0 0,0 0 0,0 0 0,0 0 0,0 0 0,0 0 0,0 0 0,0 0 0,0 0 0,0 0 0,0 0 0,0 0 0,0 0 0,0 0 0,0 0 0,1 0 0,-1 0 0,0 0 0,0 0 0,0 0 0,0 0 0,0 1 0,0-1 0,0 0 0,-16 4 0,0-1 0,0 0 0,-1-1 0,-17 0 0,-23 2 0,-28 4 0,-135-6 0,113-4 0,-167-6 0,-93 0 0,227 10 0,-696-2 0,679-8 0,11 1 0,72 6 0,-212-7 0,-141 2 0,148 21 0,166-9 0,-166 3 0,-277-9 0,424-8 0,6 0 0,98 9 0,16 0 0,0-1 0,-17-2 0,23 0 0,10-2 0,8 0 0,14 0 0,-1 2 0,1 1 0,27 3 0,-4-1 0,-14-1 0,410 9 0,176-2 0,-383-8 0,381-18 0,-385 9 0,-123 6-397,301-8 244,82 22 153,22 20 459,-50-10-368,-457-20-91,32 0 0,1-1 0,0-2 0,40-9 0,-43 3 0,0 1 0,1 3 0,59-2 0,-41 7 0,-43 0 0,-13 0 0,-4 0 0,-145 0 0,-183 1 0,167 6 0,-56 1 0,-711-30-645,-107-1 645,778 22 0,-225 2 0,177 14 265,-83 0 115,282-14-380,-114-3 0,125-5 0,57 3 0,-1 1 0,1 3 0,-54 5 0,83-3-103,-10 0-318,-1 2 1,-40 12-1,49-11-6405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0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39 513 24575,'18'-29'0,"-15"24"0,1 0 0,-1 0 0,0 0 0,-1 0 0,1 0 0,-1 0 0,0-1 0,-1 1 0,2-10 0,-2 6 0,-1 0 0,-1 0 0,0 0 0,0 0 0,-4-13 0,3 10 0,-1 0 0,1-14 0,1-14 0,1 22 0,0 1 0,-1-1 0,-6-29 0,4 30 0,1 0 0,0-1 0,3-31 0,-1 45 0,9 223 0,18 96 0,-18-194 0,-5-78 0,2-1 0,18 69 0,22 67 0,-36-141 0,-3-15 0,-1 1 0,-1-1 0,-1 1 0,2 35 0,-18-92 0,-51-281 0,46 208 0,-23-167 0,29 187 0,-9-81 0,14 116 0,1 15 0,1-36 0,3 51 0,-1 0 0,-8-37 0,10 58-38,0 0 0,-1 0 0,1 0 1,0 0-1,0 0 0,0 0 0,-1 0 0,1 0 0,0 0 0,-1 0 0,1 0 0,-1 0 0,0 0 0,1 0 0,-1 0 0,1 1 1,-1-1-1,0 0 0,0 0 0,0 1 0,1-1 0,-1 1 0,0-1 0,0 1 0,0-1 0,0 1 0,0-1 0,0 1 0,0 0 1,0-1-1,0 1 0,0 0 0,0 0 0,0 0 0,-1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10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179 122 24575,'-16'-16'0,"-2"-3"0,-1 0 0,-41-29 0,59 47 0,-1 0 0,1 0 0,0 0 0,-1 0 0,1 1 0,-1-1 0,1 0 0,-1 1 0,0-1 0,1 1 0,-1-1 0,0 1 0,1 0 0,-1 0 0,0 0 0,1 0 0,-1 0 0,0 0 0,1 0 0,-1 1 0,-2 0 0,2 0 0,1 0 0,-1 0 0,0 1 0,1-1 0,0 1 0,-1-1 0,1 1 0,0-1 0,0 1 0,0 0 0,0-1 0,0 1 0,0 0 0,0 0 0,1 0 0,-1 0 0,0 2 0,-1 3 0,0 0 0,1 0 0,0 0 0,0 1 0,0-1 0,1 0 0,0 1 0,1-1 0,0 0 0,2 10 0,-2-13 0,0 0 0,1 0 0,0 1 0,0-1 0,0 0 0,0-1 0,0 1 0,1 0 0,0-1 0,0 1 0,0-1 0,0 0 0,0 0 0,1 0 0,-1 0 0,1-1 0,7 4 0,-1-1 0,-1-1 0,1 0 0,0-1 0,0 0 0,1-1 0,-1 0 0,1 0 0,-1-1 0,1-1 0,-1 0 0,1 0 0,0-1 0,-1 0 0,1-1 0,-1 0 0,0-1 0,0 0 0,0-1 0,0 0 0,0 0 0,-1-1 0,0 0 0,13-9 0,-19 11 0,0 0 0,0-1 0,-1 1 0,1 0 0,-1-1 0,1 1 0,-1-1 0,0 0 0,-1 0 0,1 1 0,-1-1 0,1-1 0,-1 1 0,0 0 0,-1 0 0,1 0 0,-1-8 0,0 8 0,0 0 0,0 1 0,0-1 0,-1 0 0,0 0 0,1 1 0,-2-1 0,1 0 0,0 1 0,-1-1 0,1 1 0,-1 0 0,0-1 0,0 1 0,0 0 0,-1 0 0,1 0 0,-1 1 0,-5-6 0,2 4 0,0 1 0,0 0 0,-1 0 0,1 0 0,-1 1 0,1 0 0,-1 0 0,0 0 0,-7 0 0,0 1 0,0 0 0,-1 1 0,-20 2 0,31-1 0,1 0 0,-1 0 0,0 0 0,0 0 0,1 1 0,-1 0 0,1 0 0,-1 0 0,1 0 0,0 0 0,0 0 0,0 1 0,0 0 0,0-1 0,0 1 0,1 0 0,-1 0 0,1 1 0,0-1 0,0 0 0,0 1 0,1 0 0,-1-1 0,1 1 0,0 0 0,0-1 0,0 1 0,0 0 0,1 0 0,-1 0 0,1 0 0,0 0 0,0 0 0,1 0 0,-1 0 0,1 0 0,0-1 0,0 1 0,0 0 0,0 0 0,1-1 0,0 1 0,2 4 0,5 14 0,-8-21 0,-1 1 0,0-1 0,1 1 0,-1-1 0,1 1 0,-1-1 0,1 1 0,0-1 0,0 1 0,0-1 0,-1 0 0,1 0 0,0 1 0,1-1 0,-1 0 0,0 0 0,0 0 0,0 0 0,1 0 0,-1 0 0,0-1 0,1 1 0,-1 0 0,1-1 0,1 2 0,3-1 8,0 0-1,-1-1 1,1 1-1,0-1 1,0 0-1,0-1 1,-1 1-1,1-1 1,0 0-1,-1-1 1,1 1-1,-1-1 1,1 0-1,-1 0 1,6-4-1,-9 5-55,1-1 0,-1 0 0,1 1 0,-1-1 0,0 0 1,1 0-1,-1-1 0,0 1 0,0 0 0,-1-1 0,1 1 0,0-1 0,-1 0 0,0 1 0,1-1 1,-1 0-1,0 0 0,0 0 0,-1 0 0,1 0 0,-1 0 0,1 0 0,-1 0 0,0 0 0,0 0 0,0 0 1,-1 0-1,1 0 0,-1 0 0,0-3 0,-3-4-6778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1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24575,'-1'93'0,"2"133"0,14-93 0,-8-86 0,1 62 0,-11-83-1365,0-17-5461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19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205 101 24575,'-12'-11'0,"-1"1"0,0 1 0,0 0 0,-1 1 0,0 0 0,-1 1 0,-15-5 0,28 11 0,1 0 0,-1 1 0,0-1 0,0 1 0,1 0 0,-1 0 0,0 0 0,0 0 0,1 0 0,-1 0 0,0 0 0,0 0 0,0 1 0,1-1 0,-1 0 0,0 1 0,1 0 0,-1-1 0,0 1 0,1 0 0,-1 0 0,1 0 0,-1 0 0,1 0 0,0 0 0,-1 1 0,1-1 0,0 0 0,0 1 0,0-1 0,0 0 0,-1 3 0,-2 4 0,1 0 0,0 0 0,0 1 0,1-1 0,-2 13 0,0 1 0,3-17 0,0-1 0,0 1 0,0 0 0,1 0 0,0 0 0,0 0 0,0 6 0,1-9 0,-1 0 0,1 0 0,-1 0 0,1-1 0,0 1 0,0 0 0,0 0 0,0 0 0,0-1 0,0 1 0,0 0 0,0-1 0,1 1 0,-1-1 0,1 0 0,-1 1 0,1-1 0,-1 0 0,1 0 0,2 1 0,15 6 0,-1-1 0,1-1 0,0-1 0,1 0 0,-1-2 0,1 0 0,39 0 0,-57-3 0,1 0 0,-1 0 0,1 0 0,-1 0 0,0 0 0,1-1 0,-1 0 0,0 1 0,1-1 0,-1 0 0,0 0 0,0 0 0,1 0 0,-1-1 0,0 1 0,0 0 0,2-3 0,-3 2 0,1 0 0,0-1 0,0 1 0,-1-1 0,0 0 0,1 1 0,-1-1 0,0 0 0,0 0 0,-1 0 0,1 1 0,-1-1 0,1-6 0,0 1 0,-1 1 0,-1-1 0,1 0 0,-1 0 0,0 1 0,-1-1 0,0 1 0,0-1 0,-1 1 0,0 0 0,0 0 0,-1 0 0,1 0 0,-1 0 0,-1 1 0,0 0 0,1 0 0,-2 0 0,1 0 0,-1 1 0,0 0 0,0 0 0,0 1 0,-1-1 0,1 1 0,-1 1 0,0-1 0,0 1 0,-1 1 0,1-1 0,-1 1 0,-7-1 0,10 2 0,0 1 0,0 0 0,0 0 0,1 0 0,-1 1 0,0 0 0,0-1 0,1 2 0,-1-1 0,1 1 0,-1-1 0,1 1 0,-1 0 0,1 1 0,0-1 0,0 1 0,0 0 0,1 0 0,-1 0 0,0 0 0,1 1 0,0-1 0,0 1 0,0 0 0,0 0 0,1 0 0,0 0 0,-4 9 0,3-3 30,0 0 0,1 0 0,-2 11 0,4-17-179,0 1 1,0 0-1,0-1 1,0 1-1,1-1 1,0 1-1,0-1 1,0 0-1,3 7 1,2 1-6678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0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24575,'0'0'0,"0"0"0,0 0 0,0 0 0,0-1 0,0 1 0,0 0 0,0 0 0,0 0 0,0 0 0,-1 0 0,1 0 0,0 0 0,0 0 0,0 0 0,0 0 0,0 0 0,0 0 0,0 0 0,0 0 0,0 0 0,0 0 0,-1 0 0,1 0 0,0 0 0,0 0 0,0 0 0,0 0 0,0 0 0,0 0 0,0 0 0,0 0 0,0 0 0,0 0 0,0 0 0,-1 0 0,1 0 0,0 0 0,0 0 0,0 0 0,0 1 0,0-1 0,0 0 0,0 0 0,0 0 0,0 0 0,0 0 0,0 0 0,0 0 0,0 0 0,0 0 0,0 0 0,0 0 0,0 1 0,0-1 0,0 0 0,0 0 0,0 0 0,0 0 0,0 0 0,0 0 0,0 0 0,0 0 0,0 0 0,0 0 0,0 1 0,0 11 0,3 16 0,-3-28 0,6 37 0,-2-14 0,1 37 0,-4-54 0,7 181 0,35 94 0,-41-268 0,1 6-455,-1-1 0,-1 21 0,-1-27-6371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1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207 204 24575,'-2'-7'0,"-22"-51"0,20 51 0,1 0 0,-1 1 0,0-1 0,-1 1 0,-9-11 0,13 16 0,0 0 0,0 0 0,0 0 0,0 1 0,0-1 0,-1 0 0,1 0 0,0 1 0,0-1 0,0 1 0,-1-1 0,1 1 0,0 0 0,-1-1 0,1 1 0,0 0 0,-1 0 0,1 0 0,0 0 0,-3 0 0,2 1 0,-1 0 0,1-1 0,0 1 0,0 0 0,0 1 0,0-1 0,0 0 0,0 0 0,0 1 0,-4 2 0,1 2 0,-1 1 0,1-1 0,0 1 0,1 0 0,-8 14 0,11-19 0,0 1 0,0-1 0,0 1 0,0-1 0,0 1 0,1-1 0,-1 1 0,1 0 0,0-1 0,0 1 0,0 0 0,0-1 0,0 1 0,1 0 0,0 5 0,0-7 0,0 1 0,0-1 0,0 1 0,0-1 0,0 1 0,0-1 0,0 1 0,0-1 0,1 0 0,-1 0 0,0 0 0,1 1 0,-1-1 0,1-1 0,-1 1 0,1 0 0,0 0 0,-1-1 0,1 1 0,0 0 0,-1-1 0,1 0 0,0 1 0,3-1 0,17 1 0,0 0 0,39-4 0,-59 2 0,0 1 0,0 0 0,0 0 0,0-1 0,0 1 0,-1-1 0,1 0 0,0 1 0,0-1 0,0 0 0,0 0 0,-1 0 0,1 0 0,0-1 0,-1 1 0,1 0 0,-1-1 0,0 1 0,1-1 0,-1 1 0,0-1 0,1-2 0,-1 2 0,0-1 0,0 0 0,0 0 0,-1 1 0,1-1 0,-1 0 0,0 0 0,0 0 0,0 0 0,0 0 0,-1 1 0,1-1 0,-1 0 0,1 0 0,-2-3 0,-2-4 0,-1 0 0,0-1 0,0 2 0,-1-1 0,0 1 0,-1 0 0,0 0 0,0 1 0,-1-1 0,0 2 0,0-1 0,-1 1 0,0 1 0,0-1 0,-12-5 0,20 12 0,-1-1 0,1 1 0,-1-1 0,1 1 0,-1-1 0,1 1 0,-1 0 0,0 0 0,1 0 0,-1 0 0,1 0 0,-1 0 0,1 0 0,-1 0 0,1 0 0,-1 1 0,1-1 0,-3 2 0,2-1 0,-1 1 0,0-1 0,1 1 0,-1 0 0,1 0 0,0 0 0,0 0 0,-4 5 0,0 2 0,0 1 0,0-1 0,1 1 0,-5 13 0,7-16 0,-11 32 0,14-36 0,-1 0 0,0 0 0,1 0 0,0 0 0,-1 0 0,1 0 0,0 0 0,1 0 0,-1 0 0,2 6 0,-2-8 0,0-1 0,0 1 0,0 0 0,1-1 0,-1 1 0,0-1 0,1 1 0,-1 0 0,1-1 0,-1 1 0,1-1 0,-1 1 0,1-1 0,-1 1 0,1-1 0,-1 1 0,1-1 0,-1 0 0,1 1 0,0-1 0,-1 0 0,1 0 0,0 1 0,-1-1 0,1 0 0,0 0 0,0 0 0,1 0 0,0 0 0,0 0 0,0 0 0,0-1 0,0 1 0,0-1 0,0 0 0,0 1 0,3-3 0,3-2 0,-1 0 0,1 0 0,8-8 0,-4 3 0,14-18 0,-22 24 0,-1 0 0,0-1 0,0 1 0,0-1 0,-1 1 0,0-1 0,1 0 0,0-5 0,-3 10 0,0-1 0,1 1 0,-1 0 0,0 0 0,0-1 0,0 1 0,0 0 0,0-1 0,0 1 0,0 0 0,0 0 0,0-1 0,0 1 0,0 0 0,0-1 0,0 1 0,0 0 0,0 0 0,0-1 0,0 1 0,0 0 0,0-1 0,-1 1 0,1 0 0,0 0 0,0-1 0,-6 4 0,-7 10 0,-12 22 0,-33 43 0,56-76 0,1-1 0,0 1 0,-1-1 0,1 1 0,0 0 0,0-1 0,0 1 0,0 0 0,1 0 0,-1-1 0,0 1 0,1 0 0,-1 0 0,1 0 0,0 0 0,0 0 0,0 0 0,0 2 0,0-3 0,1 1 0,-1-1 0,1 0 0,0 1 0,-1-1 0,1 0 0,0 0 0,0 0 0,0 1 0,0-1 0,0 0 0,0 0 0,0 0 0,0-1 0,1 1 0,-1 0 0,0 0 0,1-1 0,-1 1 0,0-1 0,1 1 0,-1-1 0,0 1 0,1-1 0,1 0 0,2 2 0,-1-2 0,1 1 0,-1 0 0,1-1 0,0 0 0,-1 0 0,1 0 0,0-1 0,-1 1 0,1-1 0,-1 0 0,1 0 0,-1-1 0,9-3 0,-10 3 0,0 0 0,0-1 0,0 1 0,0-1 0,0 1 0,-1-1 0,1 0 0,-1 0 0,1 0 0,-1 0 0,0-1 0,0 1 0,-1 0 0,1-1 0,-1 0 0,0 1 0,0-1 0,1-5 0,1-7 0,-1-1 0,-1 1 0,0-1 0,-1 0 0,-1 1 0,-4-27 0,4 40-195,0-1 0,0 1 0,0 0 0,0 0 0,0 0 0,-3-4 0,-2 0-6631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3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51 24575,'-2'-2'0,"0"-1"0,1 0 0,-1 1 0,1-1 0,0 0 0,0 0 0,0 0 0,0 0 0,0 0 0,1 0 0,-1 0 0,1-5 0,-1-1 0,3 94 0,24 173 0,-25-248 0,0-4 0,-1 0 0,1 0 0,-1 0 0,-1 0 0,1 1 0,-3 7 0,0-7 0,2-15 0,2-14 0,8-29 0,-5 30 0,0 0 0,0-23 0,-4 30 0,1 6 0,-1 0 0,0-1 0,-2-8 0,2 17 0,0 0 0,0 0 0,0 0 0,0-1 0,0 1 0,0 0 0,0 0 0,0 0 0,0-1 0,0 1 0,0 0 0,0 0 0,0 0 0,0 0 0,0-1 0,0 1 0,0 0 0,0 0 0,0 0 0,0 0 0,-1 0 0,1-1 0,0 1 0,0 0 0,0 0 0,0 0 0,0 0 0,0 0 0,-1 0 0,1 0 0,0-1 0,0 1 0,0 0 0,0 0 0,-1 0 0,1 0 0,0 0 0,0 0 0,-5 6 0,-2 14 0,6-19 0,-3 17-227,0 0-1,1 0 1,1 0-1,1 0 1,1 29-1,0-34-6598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4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197 108 24575,'-6'-7'0,"0"0"0,0 0 0,0 1 0,-1 0 0,0 1 0,0-1 0,-14-7 0,15 10 0,0 0 0,0 1 0,0-1 0,0 1 0,-1 0 0,1 1 0,-1 0 0,1 0 0,-1 0 0,-13 1 0,18 0 0,1 0 0,-1 0 0,0 0 0,0 1 0,0-1 0,1 1 0,-1 0 0,0-1 0,0 1 0,1 0 0,-1 0 0,1 0 0,-1 0 0,1 0 0,-1 1 0,1-1 0,0 0 0,-2 3 0,1-1 0,0 0 0,0 0 0,1 1 0,-1-1 0,1 0 0,0 1 0,0-1 0,0 1 0,0 4 0,0 0 0,1 0 0,0 0 0,0 1 0,1-1 0,0 0 0,0 0 0,5 15 0,-4-19 0,0 0 0,1 0 0,-1 0 0,1 0 0,-1-1 0,1 1 0,0-1 0,1 1 0,-1-1 0,1 0 0,-1-1 0,1 1 0,0-1 0,0 1 0,0-1 0,0 0 0,8 2 0,-1 0 0,1-1 0,0 0 0,0 0 0,0-1 0,18 0 0,-27-2 0,1 0 0,-1 0 0,1 0 0,-1-1 0,1 1 0,0-1 0,-1 0 0,0 0 0,1 0 0,-1 0 0,1-1 0,-1 0 0,0 1 0,0-1 0,0 0 0,0 0 0,0-1 0,-1 1 0,4-4 0,-4 3 0,0 0 0,0 0 0,-1 0 0,1 0 0,-1 0 0,0 0 0,1 0 0,-1-1 0,-1 1 0,1 0 0,0-1 0,-1 1 0,0-1 0,0 1 0,0-1 0,0 1 0,0 0 0,-1-1 0,0 1 0,-1-5 0,-1-1 12,0 0 0,0 1 0,-2-1 0,1 1 0,-1-1 0,0 1 0,0 1 0,-1-1 0,-11-11 0,12 15-111,1-1 0,-1 1 0,0 0 0,-1 0 0,1 1 0,-1-1 0,1 1 0,-1 0 0,0 1 0,0 0 0,0 0 0,-1 0 0,1 0 0,-13 0 0,7 2-6727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5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8 24575,'-6'-8'0,"3"11"0,4 16 0,26 116 0,11 72 0,-35-153-1365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25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62 24575,'-12'-8'0,"1"0"0,-2 1 0,1 1 0,0 0 0,-1 0 0,0 1 0,-1 1 0,-15-3 0,27 6 0,1 1 0,0 0 0,0 0 0,-1 0 0,1 0 0,0 0 0,-1 0 0,1 0 0,0 0 0,0 0 0,-1 0 0,1 1 0,0-1 0,0 1 0,0-1 0,0 1 0,-1-1 0,1 1 0,0 0 0,0-1 0,0 1 0,0 0 0,0 0 0,0 0 0,1 0 0,-1 0 0,0 0 0,0 0 0,1 0 0,-1 0 0,0 0 0,1 0 0,-1 0 0,1 1 0,0-1 0,-1 0 0,1 0 0,0 1 0,0-1 0,0 0 0,0 0 0,0 3 0,0-1 0,0 0 0,0 0 0,1 0 0,-1 0 0,1 0 0,0 1 0,0-1 0,0 0 0,1-1 0,-1 1 0,0 0 0,1 0 0,0-1 0,0 1 0,0 0 0,3 2 0,1-1 0,0 0 0,0 0 0,0-1 0,0 0 0,0 0 0,1-1 0,0 0 0,-1 0 0,1 0 0,9 0 0,0 0 0,1 0 0,-1-2 0,20-1 0,-33 1 0,0-1 0,0 1 0,0-1 0,0 1 0,0-1 0,0 0 0,0 0 0,0 0 0,-1-1 0,1 1 0,0-1 0,-1 1 0,1-1 0,3-3 0,-5 4 0,-1 0 0,1-1 0,0 1 0,0 0 0,-1-1 0,1 1 0,-1 0 0,1-1 0,-1 1 0,1-1 0,-1 1 0,0 0 0,0-1 0,0 1 0,1-1 0,-2 1 0,1-1 0,0 1 0,0-1 0,0 1 0,-1-1 0,1 1 0,-1 0 0,1-1 0,-1 1 0,1 0 0,-1-1 0,0 1 0,0 0 0,1 0 0,-3-2 0,-1-2 0,0 1 0,0-1 0,0 1 0,-1 0 0,0 0 0,0 1 0,0-1 0,0 1 0,0 0 0,-1 1 0,0-1 0,1 1 0,-1 0 0,-9-1 0,6 1 0,-1 0 0,-1 0 0,1 2 0,0-1 0,0 1 0,0 1 0,-20 3 0,24-3 0,0 1 0,-1 0 0,1 1 0,0 0 0,0 0 0,1 0 0,-11 8 0,14-10 0,0 1 0,0 0 0,0-1 0,0 1 0,0 0 0,0 0 0,1 0 0,-1 0 0,1 0 0,-1 0 0,1 1 0,0-1 0,0 0 0,0 1 0,0-1 0,1 1 0,-1-1 0,0 1 0,1-1 0,0 1 0,0 0 0,0 4 0,0-6 0,1 0 0,0 1 0,-1-1 0,1 0 0,0 1 0,0-1 0,0 0 0,0 0 0,0 0 0,0 0 0,0 0 0,0 0 0,1 0 0,-1 0 0,0 0 0,1-1 0,-1 1 0,0 0 0,1-1 0,-1 1 0,1-1 0,1 1 0,37 6 0,-35-6 0,12 1 0,0-1 0,29-2 0,-37 1 0,0-1 0,0-1 0,0 0 0,-1 0 0,1 0 0,-1-1 0,9-4 0,-16 6 0,0 1 0,0-1 0,0 1 0,0 0 0,0-1 0,0 0 0,0 1 0,0-1 0,-1 0 0,1 1 0,0-1 0,0 0 0,-1 0 0,1 0 0,0 0 0,-1 1 0,1-1 0,-1 0 0,1 0 0,-1 0 0,1 0 0,-1 0 0,0 0 0,1-1 0,-1 1 0,0 0 0,0 0 0,0 0 0,0 0 0,0 0 0,0 0 0,0 0 0,0 0 0,-1 0 0,1-2 0,-2 1 0,1 0 0,0 0 0,0 0 0,-1 1 0,1-1 0,-1 0 0,1 1 0,-1-1 0,0 1 0,0-1 0,1 1 0,-1 0 0,0 0 0,0 0 0,0 0 0,-4-1 0,-4-1-341,-1 1 0,0 0-1,-17-1 1,11 2-6485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0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24575,'0'0'0,"1"0"0,-1 0 0,0 0 0,0-1 0,0 1 0,0 0 0,0 0 0,1 0 0,-1 0 0,0-1 0,0 1 0,0 0 0,0 0 0,1 0 0,-1 0 0,0 0 0,0 0 0,0 0 0,1 0 0,-1-1 0,0 1 0,0 0 0,1 0 0,-1 0 0,0 0 0,0 0 0,0 0 0,1 0 0,-1 0 0,0 0 0,0 1 0,1-1 0,-1 0 0,0 0 0,0 0 0,1 0 0,1 9 0,-3 13 0,-3 3 0,1 0 0,1 0 0,2 1 0,0-1 0,2 0 0,0 0 0,2 0 0,7 27 0,-5-30 0,-4-14 0,0 1 0,0-1 0,7 14 0,-8-20 48,-3-7-1461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282 101 24575,'5'-3'0,"0"0"0,0 0 0,-1 0 0,1-1 0,-1 0 0,0 1 0,6-9 0,-8 10 0,0 0 0,-1 0 0,1 0 0,-1 0 0,0-1 0,0 1 0,0-1 0,0 1 0,0-1 0,0 1 0,0-1 0,-1 1 0,0-1 0,1 0 0,-1 1 0,0-1 0,0 0 0,-1-2 0,1 4 0,0 0 0,-1 0 0,1 0 0,-1 0 0,1 0 0,-1 0 0,0 0 0,1 1 0,-1-1 0,0 0 0,1 0 0,-1 1 0,0-1 0,0 1 0,0-1 0,0 1 0,0-1 0,0 1 0,1-1 0,-1 1 0,0 0 0,0-1 0,0 1 0,0 0 0,0 0 0,0 0 0,0 0 0,-1 0 0,1 0 0,0 0 0,0 0 0,-2 1 0,-5 0 0,-1 0 0,-16 6 0,15-4 0,-114 31 0,107-28 0,0 1 0,0 1 0,1 0 0,-30 20 0,44-27 0,0 0 0,1 0 0,0 0 0,-1 1 0,1-1 0,0 0 0,-1 1 0,1-1 0,0 1 0,0 0 0,0-1 0,0 1 0,1 0 0,-1-1 0,0 1 0,1 0 0,-1 0 0,1 0 0,-1 0 0,1-1 0,0 1 0,0 0 0,0 0 0,0 0 0,0 0 0,1 0 0,-1 0 0,0-1 0,1 1 0,0 2 0,1 0 0,0-1 0,0 0 0,0 1 0,0-1 0,0 0 0,0 0 0,1-1 0,0 1 0,-1 0 0,1-1 0,0 0 0,0 1 0,1-1 0,3 2 0,6 2 0,1-1 0,-1 0 0,1-1 0,0-1 0,0 0 0,20 1 0,88-1 0,-104-3 0,-18 0 0,11 0 0,-1-1 0,1 1 0,19-6 0,-28 6 0,0 0 0,0-1 0,0 0 0,0 1 0,0-1 0,0 0 0,0 0 0,-1 0 0,1 0 0,0-1 0,-1 1 0,1 0 0,0-1 0,-1 1 0,0-1 0,1 1 0,-1-1 0,0 0 0,0 0 0,0 1 0,0-1 0,0 0 0,0 0 0,0 0 0,-1 0 0,1-3 0,-1-1 0,1 1 0,-2-1 0,1 0 0,-1 0 0,0 1 0,0-1 0,0 1 0,-1-1 0,0 1 0,0-1 0,0 1 0,-1 0 0,0 0 0,0 0 0,0 0 0,0 0 0,-1 1 0,0 0 0,0-1 0,-6-4 0,2 2 0,-1 0 0,1 1 0,-1 0 0,-1 1 0,1-1 0,-1 2 0,0-1 0,0 2 0,0-1 0,-13-2 0,5 3-195,0 1 0,-1 1 0,0 0 0,1 2 0,-1 0 0,-25 5 0,26-3-6631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24575,'0'-1'0,"0"0"0,1 0 0,-1 0 0,0 0 0,1 0 0,-1 1 0,1-1 0,-1 0 0,1 0 0,-1 0 0,1 1 0,-1-1 0,1 0 0,0 1 0,-1-1 0,1 0 0,0 1 0,0-1 0,-1 1 0,1-1 0,1 0 0,-1 2 0,-1-1 0,1 0 0,0 0 0,-1 0 0,1 1 0,0-1 0,-1 0 0,1 1 0,-1-1 0,1 0 0,-1 1 0,1-1 0,-1 1 0,1-1 0,-1 1 0,1-1 0,-1 1 0,1-1 0,-1 1 0,0-1 0,1 1 0,-1 0 0,0-1 0,0 1 0,0-1 0,1 1 0,-1 0 0,0-1 0,0 1 0,0 1 0,3 15 0,-1 0 0,0 1 0,-1-1 0,-3 34 0,0-5 0,1-21 0,0-12 0,1 0 0,2 17 0,3-18-1365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3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236 178 24575,'-10'-17'0,"-43"-65"0,46 72 0,-1 0 0,0 1 0,0 0 0,-1 0 0,-17-12 0,24 20 0,0 0 0,1 0 0,-1 0 0,0 0 0,0 0 0,0 0 0,0 0 0,0 1 0,0-1 0,0 1 0,0-1 0,0 1 0,0 0 0,0 0 0,-1 0 0,1 0 0,0 0 0,0 0 0,-3 1 0,3 0 0,-1 0 0,1 0 0,0 1 0,0-1 0,0 0 0,0 1 0,0 0 0,0-1 0,1 1 0,-1 0 0,0 0 0,1 0 0,0 0 0,-1 0 0,1 0 0,-1 3 0,-4 7 0,1-3 0,0 0 0,1 0 0,1 1 0,-5 13 0,8-21 0,-1 0 0,1 0 0,0-1 0,0 1 0,-1 0 0,1 0 0,1 0 0,-1-1 0,0 1 0,0 0 0,0 0 0,1-1 0,-1 1 0,1 0 0,0-1 0,-1 1 0,1-1 0,0 1 0,0 0 0,0-1 0,0 0 0,0 1 0,0-1 0,1 0 0,-1 1 0,0-1 0,1 0 0,-1 0 0,1 0 0,-1 0 0,3 1 0,9 3 0,0 0 0,0-1 0,1-1 0,-1 0 0,26 2 0,-14-4 0,1 0 0,31-5 0,-56 4 0,1 0 0,-1 0 0,1 0 0,-1-1 0,0 1 0,1 0 0,-1-1 0,0 1 0,1-1 0,-1 0 0,0 1 0,1-1 0,-1 0 0,0 0 0,0 0 0,2-1 0,-3 1 0,1 0 0,-1 0 0,1 0 0,-1 0 0,1 0 0,-1 0 0,0 0 0,1 0 0,-1 0 0,0 0 0,0 0 0,0 0 0,0 0 0,0 0 0,0 0 0,0 0 0,0-2 0,-1 0 0,0 0 0,0 1 0,0-1 0,0 0 0,-1 1 0,1-1 0,-1 1 0,1-1 0,-1 1 0,0 0 0,0 0 0,0 0 0,0 0 0,0 0 0,-3-2 0,-2 0 0,0-1 0,-1 1 0,0 1 0,0-1 0,0 1 0,0 1 0,-12-3 0,15 4 0,0 1 0,1-1 0,-1 1 0,0 0 0,0 0 0,1 1 0,-1-1 0,0 1 0,1 0 0,-1 0 0,1 1 0,-1-1 0,1 1 0,-8 4 0,-14 14-1365,16-11-5461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39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24575,'0'27'0,"2"1"0,1 0 0,2 0 0,0-1 0,2 0 0,15 40 0,-8-33 0,2-1 0,1-1 0,2-1 0,33 44 0,-14-28 0,3-3 0,2-1 0,1-2 0,3-2 0,95 62 0,-132-97 32,-18-14-192,1 3-1077,-2-4-5589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0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24575,'1'-1'0,"1"0"0,0-1 0,-1 1 0,1 0 0,0 0 0,0 0 0,0 0 0,0 1 0,0-1 0,0 0 0,0 1 0,0-1 0,1 1 0,-1 0 0,0 0 0,0 0 0,0 0 0,0 0 0,0 0 0,1 0 0,-1 1 0,0-1 0,0 1 0,0 0 0,0 0 0,0-1 0,2 3 0,7 3 0,0 0 0,-1 0 0,16 14 0,-15-11 0,79 54 0,-113-78 0,-80-48 0,96 59 0,3 2 0,-1-1 0,1 1 0,0 0 0,-1 1 0,-7-3 0,11 4 0,0 0 0,1 0 0,-1 0 0,0 0 0,0 0 0,0 0 0,0 0 0,1 0 0,-1 0 0,0 1 0,0-1 0,0 0 0,1 1 0,-1-1 0,0 0 0,0 1 0,1-1 0,-1 1 0,0-1 0,1 1 0,-1-1 0,1 1 0,-1-1 0,1 1 0,-1 0 0,1-1 0,-1 1 0,1 0 0,-1-1 0,1 1 0,0 0 0,-1 0 0,1 0 0,0-1 0,0 1 0,0 0 0,-1 0 0,1 0 0,0 0 0,-5 30-682,-3 58-1,8-76-6143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3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24575,'0'0'0,"-1"0"0,1 0 0,0 0 0,-1 0 0,1 0 0,0 0 0,-1 0 0,1 0 0,0 0 0,0 0 0,-1 0 0,1 0 0,0 0 0,-1 1 0,1-1 0,0 0 0,-1 0 0,1 0 0,0 0 0,0 1 0,-1-1 0,1 0 0,0 0 0,0 0 0,-1 1 0,1-1 0,0 0 0,0 0 0,0 1 0,0-1 0,-1 0 0,1 1 0,0-1 0,0 1 0,0 0 0,0 0 0,0 0 0,0 0 0,1 0 0,-1 0 0,0 0 0,0 0 0,1 0 0,-1 0 0,1 0 0,0 1 0,22 29 0,-19-26 0,21 33 0,-19-28 0,0-1 0,0 0 0,12 13 0,-17-20 0,1-1 0,-1 1 0,1-1 0,-1 1 0,1-1 0,0 0 0,0 0 0,-1 0 0,1 0 0,0 0 0,0 0 0,0-1 0,0 1 0,0-1 0,0 1 0,0-1 0,0 0 0,0 1 0,0-1 0,0 0 0,0 0 0,0-1 0,0 1 0,1 0 0,-1-1 0,0 1 0,-1-1 0,1 0 0,3-1 0,-3 0 0,1 1 0,0-1 0,-1 0 0,0-1 0,1 1 0,-1 0 0,0-1 0,0 1 0,0-1 0,-1 0 0,1 1 0,-1-1 0,1 0 0,-1 0 0,0 0 0,0 0 0,0 0 0,0-5 0,0-20 0,-1 23 0,0 1 0,0-1 0,0 1 0,1-1 0,-1 1 0,3-7 0,-3 10 0,0 1 0,0 0 0,1 0 0,-1-1 0,0 1 0,0 0 0,0 0 0,1-1 0,-1 1 0,0 0 0,0 0 0,1 0 0,-1 0 0,0-1 0,1 1 0,-1 0 0,0 0 0,1 0 0,-1 0 0,0 0 0,0 0 0,1 0 0,-1 0 0,0 0 0,1 0 0,-1 0 0,0 0 0,1 0 0,-1 0 0,0 0 0,1 0 0,-1 0 0,0 0 0,1 0 0,-1 0 0,0 1 0,1-1 0,-1 0 0,0 0 0,0 0 0,1 1 0,-1-1 0,14 11 0,-13-10 0,19 17 0,-4-3 0,22 16 0,-35-28 0,1-1 0,0 1 0,1-1 0,-1 1 0,0-1 0,1-1 0,-1 1 0,1-1 0,0 1 0,-1-1 0,8 0 0,-11-1 0,0 0 0,0 0 0,0 0 0,0 0 0,0 0 0,0 0 0,0-1 0,0 1 0,0 0 0,0-1 0,0 1 0,0-1 0,0 1 0,0-1 0,0 1 0,0-1 0,-1 1 0,1-1 0,0 0 0,0 0 0,-1 1 0,1-1 0,1-1 0,-1-1 0,0 0 0,1-1 0,-1 1 0,0 0 0,1-6 0,-2 6 0,0 1 0,1 0 0,-1-1 0,1 1 0,0 0 0,0 0 0,0 0 0,0-1 0,3-3 0,-3 6 0,0-1 0,0 1 0,0-1 0,0 0 0,0 1 0,0 0 0,0-1 0,0 1 0,0 0 0,0-1 0,1 1 0,-1 0 0,0 0 0,0 0 0,0 0 0,1 0 0,-1 0 0,0 0 0,0 1 0,0-1 0,0 0 0,0 1 0,1-1 0,-1 0 0,0 1 0,1 0 0,13 6 36,0 1 0,19 13 0,-21-13-404,0 0 0,1-1-1,17 8 1,-19-11-6458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3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24575,'-3'0'0,"2"0"0,1 3 0,1 3 0,2 0 0,1 2 0,0 3 0,1 1 0,1 1 0,-2 1 0,-1-1-8191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3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24575,'8'7'0,"2"6"0,2 2 0,-1 2 0,0 0 0,-2 0 0,-2-1 0,-3-2-8191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4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117 355 24575,'-10'-1'0,"-1"0"0,1 0 0,-1 1 0,-10 1 0,18-1 0,1 1 0,-1-1 0,0 0 0,1 1 0,-1 0 0,1 0 0,-1-1 0,1 2 0,-1-1 0,1 0 0,-1 0 0,1 1 0,0-1 0,0 1 0,0 0 0,0 0 0,0-1 0,0 1 0,0 1 0,1-1 0,-2 2 0,2-2 0,1 0 0,-1 0 0,1 0 0,0 0 0,-1 0 0,1 0 0,0 0 0,0 0 0,0 0 0,1 0 0,-1 0 0,0 0 0,1 0 0,-1 0 0,1 0 0,0-1 0,-1 1 0,1 0 0,0 0 0,0-1 0,0 1 0,1 0 0,-1-1 0,2 3 0,2 2 0,1-1 0,-1 1 0,1-1 0,12 8 0,-14-10 0,1 0 0,0 0 0,0-1 0,0 0 0,0 0 0,0 0 0,0 0 0,0-1 0,1 0 0,-1 0 0,0-1 0,1 1 0,-1-1 0,1 0 0,-1 0 0,0-1 0,1 0 0,-1 0 0,0 0 0,1-1 0,-1 1 0,0-1 0,0 0 0,0-1 0,-1 1 0,1-1 0,0 0 0,-1 0 0,0-1 0,0 1 0,0-1 0,0 0 0,0 0 0,-1 0 0,0-1 0,0 1 0,0-1 0,4-8 0,-3 3 0,0 0 0,-1 0 0,0 0 0,-1-1 0,0 1 0,-1-1 0,0 0 0,-1 1 0,0-1 0,0 0 0,-1 1 0,0-1 0,-1 1 0,-4-14 0,-6-12 0,-1 0 0,-30-56 0,19 44 0,22 44 0,-6-14 0,7 17 0,1 0 0,0 1 0,-1-1 0,1 0 0,-1 1 0,1-1 0,-1 0 0,1 1 0,-1-1 0,1 1 0,-1-1 0,0 1 0,1-1 0,-1 1 0,0-1 0,1 1 0,-1 0 0,-1-1 0,2 1 0,-1 1 0,1-1 0,0 0 0,-1 1 0,1-1 0,0 0 0,-1 1 0,1-1 0,0 1 0,-1-1 0,1 1 0,0-1 0,0 1 0,-1-1 0,1 1 0,0-1 0,0 1 0,0-1 0,0 1 0,0-1 0,0 1 0,0-1 0,0 1 0,0 0 0,-1 18 0,1-17 0,1 18 14,0 0-1,1 0 0,1 0 0,1-1 1,1 0-1,1 0 0,0 0 1,13 25-1,-7-20-261,2 0 1,0-1-1,1 0 1,1-1-1,31 31 1,-35-40-6579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4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72 139 24575,'15'81'0,"33"105"0,-38-146 0,-16-56 0,-66-176 0,65 169 0,1-1 0,1 1 0,1-1 0,2 0 0,0 0 0,2-35 0,0 57 0,1 0 0,-1 1 0,0-1 0,0 1 0,1-1 0,-1 1 0,1-1 0,-1 1 0,1-1 0,0 1 0,-1 0 0,1-1 0,0 1 0,0 0 0,0-1 0,0 1 0,0 0 0,0 0 0,0 0 0,3-2 0,-2 2 0,0 0 0,0 1 0,1-1 0,-1 0 0,0 1 0,1-1 0,-1 1 0,0 0 0,1-1 0,-1 1 0,1 0 0,2 1 0,4 0 0,-1 1 0,0 0 0,0 1 0,0-1 0,0 2 0,12 5 0,-12-4 0,0 0 0,-1 0 0,1 0 0,-1 1 0,0 0 0,11 13 0,-17-17 0,0-1 0,0 0 0,0 1 0,0 0 0,0-1 0,0 1 0,0 0 0,0-1 0,-1 1 0,1 0 0,-1 0 0,1-1 0,-1 1 0,0 0 0,0 0 0,0 0 0,0 0 0,0-1 0,0 1 0,0 0 0,-1 0 0,1 0 0,-1 0 0,1-1 0,-1 1 0,0 0 0,0-1 0,1 1 0,-1 0 0,0-1 0,-1 1 0,1-1 0,0 0 0,0 1 0,-1-1 0,1 0 0,0 0 0,-1 1 0,1-1 0,-3 1 0,-5 3 14,1 0-1,-1 0 0,0-1 0,-1-1 1,1 1-1,0-1 0,-1-1 1,-11 2-1,-6 0-756,-47-1 1,58-3-6084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5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76 24575,'-6'-3'0,"-4"-3"0,-1 1 0,1 0 0,-1 1 0,0 0 0,0 0 0,0 1 0,-23-3 0,32 6 0,1 0 0,-1 0 0,0 0 0,1 1 0,-1-1 0,0 0 0,0 0 0,1 1 0,-1-1 0,0 1 0,1 0 0,-1 0 0,-1 0 0,2 0 0,0 0 0,1-1 0,-1 1 0,0 0 0,1 0 0,-1 0 0,0-1 0,1 1 0,-1 0 0,1 0 0,-1 0 0,1 0 0,0 0 0,-1 0 0,1 0 0,0 0 0,0 1 0,0 1 0,0 0 0,0 0 0,0 0 0,1-1 0,-1 1 0,1 0 0,0 0 0,0-1 0,0 1 0,0 0 0,0-1 0,1 1 0,-1-1 0,3 3 0,4 7 0,1-2 0,0 1 0,1-1 0,0-1 0,1 0 0,19 13 0,-25-19 0,-1 0 0,2 0 0,-1 0 0,0-1 0,0 0 0,1 0 0,0 0 0,-1-1 0,1 0 0,0 0 0,-1 0 0,1-1 0,0 1 0,0-2 0,0 1 0,-1-1 0,1 1 0,9-4 0,-13 4 0,-1-1 0,1 1 0,0-1 0,0 0 0,-1 0 0,1 1 0,-1-1 0,1 0 0,0-1 0,-1 1 0,0 0 0,1 0 0,-1-1 0,0 1 0,1 0 0,-1-1 0,0 1 0,0-1 0,0 0 0,-1 1 0,1-1 0,0 0 0,-1 0 0,1 1 0,-1-1 0,1 0 0,-1 0 0,0 0 0,0 0 0,0 1 0,0-1 0,0 0 0,0 0 0,0 0 0,0 0 0,-1 0 0,-1-3 0,0-1 0,-1-1 0,0 1 0,0 0 0,0 0 0,-1 0 0,0 0 0,-1 0 0,-9-9 0,5 6-105,-2 1 0,1 0 0,-1 0 0,0 1 0,-1 1 0,1 0 0,-1 0 0,-1 1 0,1 1 0,-1 0 0,0 0 0,-22-2 0,21 5-6721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5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24575,'0'10'0,"2"6"0,2 3 0,-1 0 0,2-3 0,0-1 0,0-4-8191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5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24575,'5'0'0,"1"3"0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5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98 24575,'99'50'0,"-98"-49"0,0-1 0,1 1 0,-1 0 0,1-1 0,0 0 0,-1 1 0,1-1 0,-1 0 0,1 0 0,-1 0 0,1 0 0,0 0 0,-1 0 0,1 0 0,-1 0 0,1-1 0,-1 1 0,1-1 0,-1 1 0,1-1 0,-1 0 0,1 1 0,-1-1 0,0 0 0,1 0 0,-1 0 0,0 0 0,0 0 0,0 0 0,1 0 0,-1 0 0,0-1 0,-1 1 0,3-3 0,2-5 0,-1 0 0,0 0 0,0-1 0,3-14 0,-2 8 0,-4 10 0,1 1 0,0-1 0,1 1 0,-1 0 0,7-9 0,-8 13 0,-1 0 0,1 0 0,0 0 0,1 0 0,-1 0 0,0 0 0,0 0 0,0 0 0,1 1 0,-1-1 0,0 0 0,1 1 0,-1-1 0,0 1 0,1-1 0,-1 1 0,1 0 0,-1 0 0,1-1 0,-1 1 0,1 0 0,-1 0 0,1 0 0,-1 1 0,0-1 0,1 0 0,1 1 0,4 2 0,1 0 0,-1 0 0,0 0 0,-1 1 0,1 0 0,0 1 0,9 9 0,-5-5 0,-1 1 0,-1 0 0,13 18 0,-21-26 14,1 0-1,-1 0 0,0 0 0,0 1 1,0-1-1,0 0 0,0 1 1,1 3-1,-2-5-84,0 1 1,0-1-1,0 0 0,0 0 0,0 0 1,0 0-1,0 0 0,-1 1 1,1-1-1,0 0 0,-1 0 0,1 0 1,-1 0-1,1 0 0,-1 0 1,0 0-1,1 0 0,-1 0 0,0 0 1,-1 1-1,-7 5-6755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6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24575,'23'17'0,"12"14"0,3 9 0,-3 3 0,-2 1 0,-4 1 0,-5-2 0,-3-1 0,-6-3 0,-3-2 0,-3-4 0,-1-1 0,-2-4 0,-1-2 0,0-2 0,0-6-8191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6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52 24575,'-8'-10'0,"-4"-4"0,-4 2 0,-1 1 0,-2 7 0,-1 5 0,-2 3 0,0 1 0,4-1-8191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7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62 24575,'9'-5'0,"1"0"0,0 0 0,0 1 0,0 1 0,0 0 0,1 0 0,0 1 0,13-2 0,-19 4 0,0-1 0,1 1 0,-1 0 0,0 1 0,0-1 0,0 1 0,1 0 0,-1 0 0,0 1 0,0-1 0,-1 1 0,1 0 0,0 0 0,0 1 0,-1 0 0,0 0 0,1 0 0,-1 0 0,4 5 0,-6-7 0,-1 0 0,0 1 0,1-1 0,-1 1 0,0-1 0,0 1 0,0 0 0,0-1 0,0 1 0,0 0 0,-1 0 0,1 0 0,0-1 0,-1 1 0,0 0 0,1 0 0,-1 0 0,0 0 0,0 0 0,0 0 0,0 0 0,0 0 0,-1 0 0,1 0 0,0 0 0,-1 0 0,0 0 0,1-1 0,-1 1 0,0 0 0,0 0 0,0-1 0,0 1 0,0 0 0,0-1 0,-1 1 0,1-1 0,-3 2 0,0 1 0,-1 0 0,0-1 0,0 0 0,0 0 0,-1 0 0,1 0 0,-1-1 0,1 0 0,-1 0 0,0-1 0,-10 2 0,7-2 0,0-1 0,0 0 0,0-1 0,0 0 0,-18-4 0,22 4 0,-1-1 0,1 1 0,0-1 0,0 0 0,0-1 0,0 1 0,0-1 0,1 0 0,-1 0 0,1 0 0,-5-6 0,7 7 4,0 0 1,1-1-1,-1 1 0,1 0 0,0-1 0,0 1 0,0-1 0,0 1 0,0-1 1,0 1-1,1-1 0,-1 0 0,1 1 0,0-1 0,0 0 0,0 0 0,0 1 1,0-1-1,1 0 0,-1 1 0,1-1 0,-1 0 0,1 1 0,0-1 0,0 1 1,0-1-1,1 1 0,1-4 0,0 3-91,-1-1-1,1 1 1,0-1 0,0 1-1,0 0 1,0 0 0,0 0-1,1 0 1,-1 1-1,1-1 1,0 1 0,0 0-1,0 0 1,0 1 0,0-1-1,7-1 1,2 1-6739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7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169 197 24575,'-20'-36'0,"-2"2"0,-1 0 0,-34-36 0,54 66 0,0 1 0,0 0 0,0 1 0,-1-1 0,-5-3 0,9 6 0,-1-1 0,1 1 0,-1 0 0,1 0 0,-1 0 0,0-1 0,1 1 0,-1 0 0,1 0 0,-1 0 0,1 0 0,-1 0 0,1 0 0,-1 0 0,0 0 0,1 0 0,-1 0 0,1 1 0,-2-1 0,2 1 0,-1-1 0,1 1 0,-1-1 0,0 1 0,1-1 0,0 1 0,-1 0 0,1-1 0,-1 1 0,1 0 0,0-1 0,-1 1 0,1 0 0,0 0 0,0-1 0,0 1 0,-1 0 0,1 1 0,-2 25 0,2 0 0,0 0 0,2 0 0,9 47 0,2-9 0,27 80 0,33 58 0,-71-198-44,37 92 214,-31-82-543,0 0 0,0 0 1,22 26-1,-20-30-6453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7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 78 24575,'-28'-13'0,"-14"-3"0,-2 0 0,4 3 0,3 4 0,6 3 0,3 3 0,4 2 0,3 1 0,5 0-8191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8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72 24575,'-22'-12'0,"-52"-27"0,65 35 0,0 1 0,-1-1 0,1 2 0,-1-1 0,-19-1 0,27 3 0,0 1 0,1 0 0,-1 0 0,1 0 0,-1 0 0,0 0 0,1 1 0,-1-1 0,1 0 0,-1 1 0,0-1 0,1 1 0,-1 0 0,1-1 0,0 1 0,-1 0 0,1 0 0,0 0 0,-2 1 0,2-1 0,0 1 0,0-1 0,0 0 0,1 1 0,-1-1 0,1 0 0,-1 1 0,1-1 0,0 1 0,-1-1 0,1 1 0,0-1 0,0 1 0,0-1 0,0 1 0,1 2 0,1 5 0,0-1 0,1 1 0,-1-1 0,2 0 0,6 12 0,1 0 0,0-1 0,2 0 0,1-1 0,0 0 0,1-1 0,33 30 0,-44-44 0,0 1 0,0-1 0,-1 1 0,1 0 0,-1 1 0,3 4 0,-6-8 0,1 0 0,-1-1 0,1 1 0,-1 0 0,0 0 0,0-1 0,1 1 0,-1 0 0,0 0 0,0 0 0,0 0 0,0-1 0,0 1 0,0 0 0,0 0 0,0 0 0,0 0 0,0-1 0,0 1 0,0 0 0,-1 0 0,1 0 0,0-1 0,-1 1 0,1 0 0,-1 0 0,1-1 0,-1 1 0,1 0 0,-1-1 0,1 1 0,-1 0 0,1-1 0,-1 1 0,0-1 0,1 1 0,-1-1 0,0 0 0,0 1 0,1-1 0,-1 1 0,0-1 0,0 0 0,0 0 0,1 0 0,-3 1 0,-6 1 0,-2 0 0,1 0 0,0-1 0,0-1 0,-18 0 0,-52-9 0,72 7-103,-41-7 339,45 8-372,1 0 0,-1 0 0,1 0-1,-1-1 1,1 0 0,-1 1 0,1-1 0,0 0-1,0-1 1,-4-2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49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24575,'1'3'0,"0"0"0,0 0 0,0 0 0,1 0 0,0 0 0,-1 0 0,1 0 0,0-1 0,0 1 0,0-1 0,1 1 0,3 2 0,0 1 0,69 68 0,-62-62 0,1-1 0,0-1 0,32 16 0,-42-23 0,0-2 0,0 1 0,1 0 0,-1-1 0,1 0 0,0 0 0,7 1 0,-10-2 0,-1 0 0,0 0 0,0 0 0,1 0 0,-1-1 0,0 1 0,0 0 0,0-1 0,0 1 0,1-1 0,-1 1 0,0-1 0,0 1 0,0-1 0,0 0 0,0 1 0,0-1 0,0 0 0,-1 0 0,1 0 0,0 0 0,0 0 0,-1 0 0,1 0 0,0 0 0,-1 0 0,1 0 0,-1 0 0,0 0 0,1-1 0,-1 1 0,0 0 0,1 0 0,-1-2 0,0-3 0,0-1 0,0 1 0,-1 0 0,1-1 0,-1 1 0,-1 0 0,1 0 0,-1 0 0,0 0 0,-1 0 0,1 0 0,-1 0 0,-7-10 0,10 16 0,-1-1 0,1 0 0,-1 0 0,1 1 0,-1-1 0,1 0 0,-1 1 0,1-1 0,-1 1 0,0-1 0,1 1 0,-1-1 0,0 1 0,1-1 0,-1 1 0,0 0 0,0-1 0,0 1 0,1 0 0,-1 0 0,0-1 0,0 1 0,0 0 0,1 0 0,-1 0 0,0 0 0,-1 0 0,1 1 0,0-1 0,-1 1 0,1 0 0,0 0 0,0-1 0,0 1 0,0 0 0,0 0 0,0 0 0,0 0 0,0 0 0,1 0 0,-1 1 0,-1 1 0,-2 5 0,0 1 0,1-1 0,-4 15 0,-9 47 0,10-39 0,-2 0 0,0-1 0,-26 57 0,27-75-1365,0-3-5461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0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1 24575,'-1'24'0,"2"0"0,0 0 0,2 0 0,7 30 0,-6-40 0,3 10 0,-1 0 0,-1 0 0,-1 1 0,0 27 0,-3-47 0,-1 1 0,-1 0 0,1 0 0,-1 0 0,0 0 0,0 0 0,-1 0 0,0-1 0,0 1 0,0 0 0,0-1 0,-1 0 0,0 0 0,0 0 0,-1 0 0,1 0 0,-1 0 0,0-1 0,-1 0 0,1 0 0,-1 0 0,-7 5 0,3-4 0,0 0 0,-1-1 0,1 0 0,-1-1 0,0 0 0,1 0 0,-1-1 0,-1 0 0,1-1 0,0 0 0,0-1 0,0 0 0,0-1 0,-1 0 0,1 0 0,0-1 0,0 0 0,0-1 0,1 0 0,-1-1 0,1 0 0,0 0 0,0-1 0,0 0 0,0-1 0,1 0 0,0 0 0,-13-13 0,19 17 0,0 0 0,0-1 0,1 1 0,-1-1 0,1 1 0,-1-1 0,1 1 0,0-1 0,0 0 0,0 1 0,0-1 0,0 0 0,1 0 0,-1 0 0,1 0 0,0 1 0,0-1 0,0 0 0,0 0 0,0 0 0,1 0 0,-1 0 0,1 0 0,0 1 0,0-1 0,0 0 0,0 1 0,0-1 0,1 0 0,-1 1 0,3-3 0,-1 0 0,1 0 0,0 1 0,0 0 0,0-1 0,1 1 0,-1 1 0,1-1 0,0 1 0,0 0 0,0 0 0,0 0 0,1 1 0,-1-1 0,10-1 0,12 0-14,0 1-1,1 2 1,49 3-1,-22-1-1292,-38 0-5519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1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24575,'-9'-4'0,"9"5"0,0-1 0,0 0 0,0 0 0,0 0 0,0 0 0,0 0 0,-1 0 0,1 0 0,0 0 0,0 0 0,0 0 0,0 0 0,0 0 0,0 0 0,0 0 0,0 0 0,0 0 0,0 0 0,0 0 0,0 0 0,0 0 0,0 0 0,0 1 0,0-1 0,0 0 0,0 0 0,0 0 0,0 0 0,0 0 0,0 0 0,0 0 0,0 0 0,0 0 0,0 0 0,0 0 0,0 0 0,0 1 0,0-1 0,0 0 0,0 0 0,0 0 0,0 0 0,0 0 0,0 0 0,0 0 0,0 0 0,0 0 0,0 0 0,0 0 0,0 0 0,0 0 0,0 1 0,13 14 0,-1-3 0,1 0 0,0-1 0,28 18 0,-36-25 0,1-1 0,1 1 0,-1-2 0,0 1 0,0-1 0,1 0 0,0 0 0,-1 0 0,1-1 0,0 0 0,0-1 0,13 0 0,-19 0 0,0 0 0,1 0 0,-1-1 0,0 1 0,1 0 0,-1-1 0,0 1 0,0-1 0,1 0 0,-1 1 0,0-1 0,0 0 0,0 0 0,0 0 0,0 0 0,0 1 0,0-1 0,0-1 0,0 1 0,1-2 0,-1 0 0,1 1 0,-1-1 0,-1 0 0,1 0 0,0 0 0,-1 0 0,1 1 0,-1-1 0,0-5 0,-1-4 0,0-1 0,-1 1 0,-6-19 0,8 29 0,-1-8 0,1 10 0,0-1 0,0 1 0,0 0 0,0 0 0,0 0 0,0 0 0,0 0 0,0 0 0,0 0 0,0 0 0,0 0 0,0 0 0,0 0 0,0-1 0,0 1 0,1 0 0,-1 0 0,0 0 0,0 0 0,0 0 0,0 0 0,0 0 0,0 0 0,0 0 0,0 0 0,0 0 0,0 0 0,1 0 0,-1 0 0,0 0 0,0 0 0,0 0 0,0 0 0,0 0 0,0 0 0,0 0 0,0 0 0,0 0 0,0 0 0,1 0 0,-1 0 0,0 0 0,0 0 0,0 0 0,0 0 0,0 1 0,13 11 0,-7-6 0,19 18 0,-13-12 0,25 21 0,-32-30 0,-1 0 0,1 0 0,0-1 0,-1 1 0,1-1 0,0 0 0,1 0 0,-1-1 0,0 1 0,7 0 0,-11-2 0,0 0 0,0 0 0,-1 0 0,1 1 0,0-1 0,0 0 0,0 0 0,0-1 0,0 1 0,0 0 0,0 0 0,0 0 0,0-1 0,0 1 0,-1 0 0,1-1 0,0 1 0,0-1 0,0 1 0,-1-1 0,1 1 0,0-1 0,0 1 0,-1-1 0,1 0 0,-1 1 0,1-1 0,0 0 0,-1 0 0,0 0 0,1 1 0,-1-1 0,1 0 0,-1 0 0,0 0 0,0 0 0,1 0 0,-1 0 0,0-1 0,0-5 0,0 1 0,0 0 0,-1-1 0,0 1 0,-2-7 0,-1-8 0,4 21 0,0-1 0,0 0 0,0 0 0,0 0 0,0 0 0,0 0 0,0 0 0,0 0 0,0 0 0,1 0 0,-1 0 0,0 0 0,0 0 0,1 0 0,-1 0 0,1 0 0,-1 1 0,1-1 0,-1 0 0,1 0 0,0 0 0,-1 1 0,1-1 0,1 0 0,-1 0 0,0 1 0,0-1 0,1 1 0,-1 0 0,0-1 0,1 1 0,-1 0 0,0 0 0,1 0 0,-1 0 0,0 0 0,1 0 0,-1 1 0,0-1 0,2 1 0,5 1 0,-1 1 0,0 0 0,0 1 0,13 7 0,-14-6-341,0-1 0,0 1-1,7 7 1,-3 1-6485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1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24575,'3'-1'0,"1"0"0,-1 0 0,1 1 0,-1-1 0,0 1 0,1 0 0,-1-1 0,1 2 0,-1-1 0,1 0 0,-1 1 0,1-1 0,-1 1 0,1 0 0,-1 0 0,5 3 0,1 1 0,-1 0 0,0 1 0,0 0 0,9 9 0,-7-6 0,0-1 0,12 7 0,-22-14 0,1-1 0,-1 0 0,1 1 0,-1-1 0,0 0 0,1 1 0,-1-1 0,1 0 0,0 0 0,-1 0 0,1 0 0,-1 0 0,1 1 0,-1-1 0,1 0 0,-1 0 0,1 0 0,-1-1 0,1 1 0,0 0 0,-1 0 0,1 0 0,-1 0 0,1 0 0,-1-1 0,2 1 0,-2-1 0,1 0 0,0 1 0,-1-1 0,1 0 0,-1 0 0,1 0 0,-1 0 0,1 0 0,-1 0 0,1 0 0,-1 0 0,0 0 0,1-1 0,0-5 0,0-1 0,-1 1 0,0-10 0,0 13 0,0-2 0,-1 1 0,1 0 0,1-1 0,-1 1 0,1-1 0,1-6 0,-2 11 0,0 1 0,1-1 0,-1 0 0,0 1 0,1-1 0,-1 0 0,0 1 0,1-1 0,-1 0 0,1 1 0,-1-1 0,1 1 0,-1-1 0,1 1 0,0-1 0,-1 1 0,1-1 0,1 0 0,-1 1 0,0 0 0,0 0 0,0 0 0,0 0 0,0 0 0,0 0 0,0 0 0,0 0 0,0 0 0,0 0 0,0 1 0,0-1 0,-1 0 0,1 1 0,0-1 0,0 1 0,0-1 0,1 1 0,42 29 0,-32-21 0,-1-1 0,1-1 0,17 9 0,-25-14 0,1 0 0,-1-1 0,0 0 0,1 0 0,-1 0 0,1 0 0,0-1 0,-1 0 0,1 0 0,-1 0 0,1 0 0,-1-1 0,1 1 0,6-3 0,-7 1-76,-1 1 1,1 0-1,-1 0 0,1 0 0,0 1 0,0-1 0,-1 1 0,1 0 1,0 0-1,0 0 0,0 0 0,-1 1 0,1 0 0,0 0 1,-1 0-1,1 0 0,3 2 0,3 3-6750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2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197 219 24575,'-17'-30'0,"-40"-63"0,47 78 0,0 1 0,-2 0 0,-25-24 0,35 36 0,1 1 0,-1 0 0,0-1 0,0 1 0,0 0 0,0 0 0,0 0 0,0 0 0,0 0 0,0 1 0,0-1 0,0 1 0,-3-1 0,4 1 0,0 0 0,0 0 0,0 0 0,0 1 0,0-1 0,0 0 0,1 1 0,-1-1 0,0 0 0,0 1 0,0-1 0,1 1 0,-1 0 0,0-1 0,0 1 0,1-1 0,-1 1 0,1 0 0,-1 0 0,1-1 0,-1 1 0,1 0 0,-1 0 0,1 0 0,-1-1 0,1 1 0,0 0 0,0 0 0,-1 0 0,1 0 0,0 0 0,0 1 0,-2 12 0,1 0 0,0 1 0,2-1 0,-1 0 0,1 0 0,1 0 0,1 0 0,0 0 0,1 0 0,7 18 0,-6-21 0,0 0 0,1 0 0,0-1 0,1 0 0,0 0 0,0-1 0,16 16 0,-17-20 0,0 0 0,0 0 0,1-1 0,-1 0 0,1-1 0,0 1 0,0-1 0,0 0 0,0-1 0,0 0 0,1 0 0,-1-1 0,12 1 0,-2 0-273,0-2 0,0 0 0,0-1 0,33-6 0,-37 4-6553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2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24575,'10'30'0,"6"17"0,3 9 0,0 2 0,-2-1 0,-3-1 0,0-1 0,0-4 0,-1-2 0,-1-5 0,-2-4 0,-1-5 0,0-5 0,-2-6 0,-2-6-8191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2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160 218 24575,'-3'-8'0,"0"1"0,0-1 0,-1 0 0,-1 1 0,1 0 0,-1 0 0,-9-10 0,13 15 0,-1 1 0,0-1 0,1 1 0,-1-1 0,0 1 0,0 0 0,0-1 0,0 1 0,-1 0 0,1 1 0,0-1 0,0 0 0,0 1 0,-1-1 0,1 1 0,0-1 0,-1 1 0,1 0 0,0 0 0,-1 0 0,1 1 0,0-1 0,-1 0 0,1 1 0,0-1 0,0 1 0,-1 0 0,1 0 0,0 0 0,0 0 0,-3 3 0,0-2 0,-1 2 0,1-1 0,-1 1 0,1 0 0,-1 0 0,-7 9 0,13-13 0,0 0 0,0 0 0,-1 1 0,1-1 0,0 0 0,0 0 0,0 1 0,0-1 0,0 0 0,-1 1 0,1-1 0,0 0 0,0 0 0,0 1 0,0-1 0,0 0 0,0 1 0,0-1 0,0 0 0,0 0 0,0 1 0,0-1 0,0 0 0,0 1 0,0-1 0,1 0 0,-1 1 0,0-1 0,0 0 0,0 0 0,0 1 0,0-1 0,1 0 0,-1 0 0,0 1 0,0-1 0,0 0 0,1 0 0,-1 0 0,0 1 0,0-1 0,1 0 0,-1 0 0,0 0 0,0 0 0,1 0 0,-1 0 0,0 1 0,1-1 0,-1 0 0,0 0 0,0 0 0,1 0 0,-1 0 0,20 2 0,-18-2 0,24 2 0,0 2 0,-1 0 0,0 1 0,45 17 0,92 48 0,-83-34 0,-64-32 0,-15-4 0,0 0 0,0 0 0,1 0 0,-1 0 0,0 0 0,0 0 0,0 0 0,1 0 0,-1 0 0,0 0 0,0 0 0,0 0 0,0 0 0,1-1 0,-1 1 0,0 0 0,0 0 0,0 0 0,0 0 0,1 0 0,-1-1 0,0 1 0,0 0 0,0 0 0,0 0 0,0 0 0,0-1 0,0 1 0,1 0 0,-1 0 0,0 0 0,0-1 0,0 1 0,0-2 0,-1 0 0,1 0 0,-1 0 0,1 0 0,-1 0 0,0 1 0,0-1 0,0 0 0,0 0 0,0 1 0,-2-3 0,-16-25 0,-22-42 0,33 56 0,2 0 0,0 0 0,1 0 0,0-1 0,-2-20 0,6 30 15,0-1 0,1 1 0,0-1 0,1 1 0,-1 0 0,1-1 0,2-6 0,-2 11-72,-1 0 0,1 0 0,-1 0 0,1 0-1,0 0 1,0 0 0,0 0 0,0 1 0,0-1 0,0 0 0,0 1 0,1-1-1,-1 1 1,1-1 0,-1 1 0,1 0 0,-1-1 0,1 1 0,0 0 0,0 0 0,-1 0-1,1 1 1,0-1 0,0 0 0,4 0 0,6 0-6769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6:53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24575,'10'21'0,"2"-1"0,0 0 0,2 0 0,0-1 0,1-1 0,0 0 0,2-1 0,0-1 0,21 15 0,-34-28 0,-1-1 0,1 1 0,0-1 0,0 0 0,0-1 0,0 1 0,1-1 0,-1 0 0,7 2 0,-9-3 0,-1 0 0,1 0 0,-1 0 0,1 0 0,-1 0 0,0-1 0,1 1 0,-1 0 0,1-1 0,-1 1 0,1-1 0,-1 1 0,0-1 0,1 0 0,-1 0 0,0 1 0,0-1 0,0 0 0,1 0 0,-1 0 0,0 0 0,0 0 0,0-1 0,-1 1 0,1 0 0,0 0 0,0-1 0,-1 1 0,1 0 0,0-1 0,0-1 0,1-7 0,0 0 0,-1-1 0,0 1 0,0 0 0,-1 0 0,-3-19 0,2-1 0,1 24 0,-1-1 0,1 1 0,-1-1 0,-1 1 0,1-1 0,-4-9 0,5 16 0,0 0 0,0 0 0,0 0 0,0 0 0,0 0 0,0 0 0,0 0 0,0 0 0,0 0 0,0 0 0,0 0 0,0 0 0,0 1 0,0-1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0,0 0 0,0 0 0,0 0 0,-2 9 0,0 10 0,5 77 0,24 157 0,2-6 0,-29-241 0,0 0 0,0-1 0,0 1 0,-2 10 0,2-15 0,0 0 0,0-1 0,-1 1 0,1 0 0,0 0 0,0 0 0,-1 0 0,1 0 0,-1-1 0,1 1 0,-1 0 0,1 0 0,-1-1 0,1 1 0,-1 0 0,0-1 0,1 1 0,-1-1 0,0 1 0,0-1 0,1 1 0,-1-1 0,0 1 0,0-1 0,0 0 0,0 1 0,1-1 0,-1 0 0,0 0 0,0 1 0,0-1 0,0 0 0,0 0 0,0 0 0,0 0 0,0 0 0,1-1 0,-3 1 0,-2-2 0,-1 0 0,1 0 0,0 0 0,-1-1 0,1 0 0,0 0 0,0 0 0,1-1 0,-1 0 0,1 0 0,0 0 0,-5-6 0,-3-5 0,0 0 0,-13-23 0,20 28 24,0 0 0,0 1 0,1-1 0,-5-15 0,8 21-130,0 0 0,0-1 0,1 1 0,-1 0 0,1 0 0,0-1-1,0 1 1,0-1 0,1 1 0,-1 0 0,1 0 0,0-1 0,3-6 0,3-2-6720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7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476 166 24575,'-25'-7'0,"-11"-6"0,-5 0 0,1 0 0,1-1 0,5 2 0,3 1 0,3-1 0,-1 3 0,1-1 0,0-1 0,-3 0 0,-1 0 0,2 1 0,7 1-8191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8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24575,'0'-12'0,"0"7"0,0 11 0,1 12 0,1 0 0,0 0 0,6 24 0,19 52 0,-19-70 0,40 105 0,-22-61 0,-13-15 0,-13-53 0,0 1 0,0-1 0,0 0 0,0 0 0,0 0 0,0 0 0,0 0 0,0 0 0,0 0 0,0 0 0,0 0 0,0 0 0,0 0 0,0 0 0,0 1 0,0-1 0,0 0 0,0 0 0,0 0 0,0 0 0,0 0 0,0 0 0,0 0 0,0 0 0,0 0 0,0 0 0,0 0 0,0 0 0,1 0 0,-1 0 0,0 0 0,0 0 0,0 0 0,0 0 0,0 0 0,0 0 0,0 0 0,0 0 0,0 0 0,0 0 0,0 0 0,0 0 0,0 0 0,1 0 0,-1 0 0,0 0 0,0 0 0,0 0 0,0 0 0,0 0 0,0 0 0,0 0 0,0 0 0,0 0 0,0 0 0,0 0 0,0 0 0,0 0 0,0 0 0,1 0 0,-1 0 0,0 0 0,3-7 0,1-9 0,-2 7 0,-1-5 0,1 1 0,1-1 0,0 1 0,1 0 0,5-13 0,-8 24 0,0 1 0,1-1 0,-1 0 0,0 1 0,1-1 0,-1 1 0,1 0 0,0-1 0,-1 1 0,1 0 0,0 0 0,0 0 0,0 0 0,0 0 0,0 0 0,0 1 0,0-1 0,0 1 0,0-1 0,0 1 0,0 0 0,0 0 0,0 0 0,1 0 0,-1 0 0,0 0 0,3 2 0,4-1 0,0 1 0,-1 0 0,1 1 0,-1 0 0,11 6 0,-5-2 0,52 29 0,-59-31 0,-1-1 0,0 1 0,0 0 0,0 0 0,0 1 0,-1 0 0,6 8 0,-11-14-28,1 1-1,-1-1 1,0 0-1,1 1 1,-1-1 0,0 1-1,1-1 1,-1 0-1,0 1 1,0-1-1,0 1 1,0-1-1,1 1 1,-1-1 0,0 1-1,0-1 1,0 1-1,0-1 1,0 1-1,0-1 1,0 1-1,0-1 1,0 1 0,-1-1-1,1 1 1,0-1-1,0 1 1,0-1-1,0 1 1,-1-1-1,1 1 1,0-1 0,-1 0-1,1 1 1,0-1-1,-1 1 1,1-1-1,0 0 1,-1 1-1,1-1 1,0 0 0,-1 0-1,1 1 1,-1-1-1,1 0 1,-1 0-1,0 1 1,-7 1-6798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8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59 24575,'-4'-2'0,"-19"-12"0,-39-15 0,56 26 0,0 1 0,0 0 0,-1 0 0,1 1 0,-1 0 0,1 0 0,-1 0 0,1 1 0,-1 0 0,1 0 0,-1 1 0,-6 1 0,10-2 0,1 1 0,-1 0 0,1 0 0,0 0 0,-1 0 0,1 0 0,0 0 0,0 0 0,0 1 0,0-1 0,0 1 0,0 0 0,0 0 0,0-1 0,1 1 0,-1 0 0,1 0 0,-2 4 0,1-3 0,1 0 0,0 1 0,0-1 0,1 1 0,-1-1 0,1 1 0,-1 0 0,1-1 0,0 1 0,1-1 0,0 6 0,2 7 0,1-1 0,1 0 0,1 0 0,11 21 0,-17-36 0,83 214 0,-70-177 0,-12-34 0,0 0 0,0-1 0,1 1 0,-1-1 0,1 1 0,0-1 0,-1 0 0,1 1 0,0-1 0,1 0 0,-1 0 0,0 0 0,1-1 0,-1 1 0,1 0 0,-1-1 0,1 0 0,-1 0 0,1 0 0,0 0 0,0 0 0,0 0 0,4 0 0,6 1 0,1-1 0,0-1 0,25-2 0,-8 1 0,-27 1-105,-1 0 0,1 0 0,-1-1 0,1 1 0,-1-1 0,1 0 0,-1 1 0,0-2 0,1 1 0,-1 0 0,0-1 0,4-1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9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78 24575,'-3'-2'0,"0"1"0,0 0 0,0 0 0,0 1 0,0-1 0,0 1 0,0-1 0,0 1 0,0 0 0,0 0 0,0 0 0,-6 1 0,8 0 0,-1 0 0,0-1 0,1 1 0,-1 0 0,1 0 0,-1 0 0,1 0 0,-1 0 0,1 0 0,0 1 0,0-1 0,-1 0 0,1 1 0,0-1 0,0 0 0,0 1 0,1 0 0,-1-1 0,0 1 0,0-1 0,1 1 0,-1 0 0,0 3 0,0 1 0,1 1 0,-1 0 0,1 0 0,0-1 0,1 1 0,-1 0 0,1-1 0,1 1 0,-1-1 0,1 1 0,0-1 0,1 0 0,0 0 0,0 1 0,0-2 0,0 1 0,1 0 0,8 9 0,-2-3 0,1-1 0,0 0 0,1 0 0,0-1 0,1-1 0,0 0 0,14 8 0,-22-15 0,-1 0 0,0 0 0,1 0 0,0-1 0,-1 1 0,1-1 0,0 0 0,0 0 0,-1-1 0,1 0 0,0 1 0,0-2 0,0 1 0,5-1 0,-7 0 0,-1 0 0,1 0 0,0 0 0,0 0 0,0-1 0,-1 1 0,1-1 0,0 1 0,-1-1 0,0 0 0,1 0 0,-1 0 0,0 0 0,0-1 0,0 1 0,0-1 0,0 1 0,-1-1 0,1 0 0,-1 1 0,0-1 0,0 0 0,1-4 0,1-1 0,-2 0 0,1-1 0,-1 1 0,0 0 0,-1-1 0,0 1 0,0 0 0,-1-1 0,0 1 0,0 0 0,-1 0 0,0 0 0,0 0 0,-1 0 0,-7-13 0,3 9 0,0 0 0,-1 0 0,0 0 0,-1 1 0,0 1 0,-1 0 0,-1 0 0,-16-13 0,21 19-105,0 1 0,0-1 0,0 1 0,0 0 0,-1 0 0,1 1 0,-1 0 0,0 0 0,0 1 0,0-1 0,1 1 0,-9 1 0,1-1-6721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09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24575,'11'5'0,"134"67"0,-123-60 0,0 2 0,-2 0 0,0 2 0,25 24 0,6 6 0,-37-35 0,0 1 0,0 1 0,22 28 0,-33-35 0,1 0 0,-1 0 0,0 0 0,0 0 0,-1 1 0,0-1 0,0 1 0,0 0 0,0 6 0,0 8 0,-2 34 0,1 6 0,0-57 0,-1 1 0,1-1 0,0 1 0,1 0 0,-1-1 0,1 0 0,0 1 0,0-1 0,4 6 0,1 0 0,1 0 0,10 10 0,1 1 0,-18-20 0,0 0 0,-1-1 0,1 1 0,0 0 0,-1 0 0,1 0 0,-1-1 0,1 1 0,-1 0 0,0 0 0,1 0 0,-1 0 0,0 0 0,0 0 0,0 0 0,0 0 0,1 0 0,-1 0 0,0 0 0,-1 0 0,1 0 0,0 1 0,-1 0 0,0-1 0,1 1 0,-1-1 0,0 0 0,0 0 0,0 1 0,0-1 0,0 0 0,0 0 0,0 0 0,-1 0 0,1 0 0,-2 0 0,-5 4 0,-1-1 0,1 0 0,-19 4 0,20-6 0,-84 20 131,26-7-1627,46-10-5330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0 352 24575,'25'-22'0,"11"-11"0,4-4 0,1 1 0,-2 5 0,-5 3 0,-4 2 0,-3 2 0,-5 2 0,-6 3 0,-5-2 0,-5 2 0,-3 0 0,-3 5-8191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2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24575,'0'0'0,"-1"-1"0,1 1 0,0 0 0,0-1 0,0 1 0,0 0 0,0 0 0,0-1 0,0 1 0,0 0 0,0 0 0,0-1 0,0 1 0,0 0 0,0 0 0,0-1 0,0 1 0,1 0 0,-1 0 0,0-1 0,0 1 0,0 0 0,0 0 0,0-1 0,0 1 0,1 0 0,-1 0 0,0 0 0,0-1 0,0 1 0,1 0 0,-1 0 0,0 0 0,0 0 0,1-1 0,6 8 0,6 17 0,21 48 0,45 99 0,-59-122 0,21 79 0,-38-113 0,0 0 0,0 1 0,-1 25 0,-2-62 0,-1 4 0,2 1 0,3-30 0,-3 40 0,1-2 0,-1 1 0,1-1 0,0 1 0,1 0 0,5-11 0,-7 17 0,0-1 0,0 1 0,0-1 0,0 1 0,0 0 0,0-1 0,1 1 0,-1 0 0,0 0 0,1 0 0,-1 0 0,1 0 0,-1 1 0,1-1 0,-1 0 0,1 1 0,0-1 0,-1 1 0,1-1 0,0 1 0,0 0 0,-1 0 0,1 0 0,0 0 0,-1 0 0,1 0 0,0 0 0,0 0 0,-1 1 0,3 0 0,6 2 0,-1 0 0,1 1 0,-1 0 0,0 1 0,0 0 0,0 0 0,-1 1 0,10 8 0,3 5 0,32 36 0,-41-41-1365,-3-1-5461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2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52 24575,'-19'-7'0,"-9"-4"0,-1 2 0,1 0 0,-41-5 0,66 13 0,0 1 0,0 0 0,-1 0 0,1 0 0,0 0 0,0 0 0,0 1 0,0-1 0,0 1 0,-3 1 0,4-2 0,1 1 0,0 0 0,0 0 0,0 0 0,0-1 0,0 1 0,0 0 0,0 0 0,0 0 0,0 0 0,1 1 0,-1-1 0,0 0 0,1 0 0,-1 0 0,0 1 0,1-1 0,0 0 0,-1 0 0,1 1 0,0-1 0,0 0 0,-1 1 0,1-1 0,0 2 0,0 8 0,1 1 0,0-1 0,0 0 0,1 1 0,1-1 0,0 0 0,6 15 0,39 74 0,-3-9 0,-34-57 0,-1 1 0,10 61 0,0 6 0,-17-92 0,-2-2 0,1-1 0,0 1 0,1-1 0,0 0 0,4 9 0,-5-14 0,-1 0 0,1 0 0,-1 0 0,1 0 0,0 0 0,0-1 0,0 1 0,0 0 0,0-1 0,1 1 0,-1-1 0,0 0 0,1 0 0,-1 0 0,1 0 0,-1 0 0,1-1 0,-1 1 0,4 0 0,4 0-124,-1 0 0,0-1 0,1 0 0,-1 0 0,0-1 0,1 0-1,-1-1 1,0 0 0,0-1 0,16-6 0,-16 4-6702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3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33 204 24575,'0'6'0,"1"0"0,0 1 0,1-1 0,3 10 0,0 0 0,9 34 0,15 63 0,-21-86 0,-103-255 0,95 227 0,-1 1 0,1-1 0,0 0 0,-1 1 0,1-1 0,0 0 0,0 1 0,-1-1 0,1 0 0,0 1 0,0-1 0,0 0 0,0 0 0,0 1 0,0-1 0,0 0 0,0 1 0,1-1 0,-1 0 0,0 0 0,1 0 0,-1 1 0,1-1 0,-1 1 0,1 0 0,-1 0 0,1 0 0,-1 0 0,1 0 0,-1 0 0,1 0 0,-1 0 0,1 0 0,-1 0 0,1 0 0,-1 0 0,1 0 0,-1 0 0,1 0 0,-1 0 0,0 1 0,1-1 0,-1 0 0,1 1 0,30 19 0,-28-18 0,37 28 0,58 31 0,-78-51 0,1 0 0,0-1 0,0-1 0,1 0 0,26 4 0,-45-11 0,0-1 0,0 1 0,0-1 0,0 0 0,0 0 0,0 0 0,0 0 0,0-1 0,0 1 0,0-1 0,0 0 0,0 0 0,-1 0 0,1 0 0,0 0 0,4-3 0,-5 2 0,0 1 0,-1-1 0,1 0 0,-1 0 0,1 1 0,-1-1 0,0 0 0,0 0 0,0 0 0,0 0 0,0-1 0,0 1 0,0 0 0,-1 0 0,1 0 0,-1-1 0,0 1 0,0 0 0,0-1 0,0 1 0,0 0 0,-1-4 0,0-6 0,-2-1 0,0 1 0,0-1 0,-1 1 0,-7-15 0,-33-57 0,23 46 0,10 18 0,6 8 0,-2 0 0,1 1 0,-2 0 0,-12-16 0,18 25-105,1 1 0,0 0 0,-1 0 0,1 0 0,-1-1 0,1 2 0,-1-1 0,1 0 0,-1 0 0,0 0 0,1 1 0,-3-1 0,-5 0-6721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3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18 24575,'-30'-5'0,"-12"-2"0,-2 3 0,4 2 0,6 4 0,7 4 0,3 2 0,3 1 0,4-1-8191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3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24575,'15'33'0,"7"13"0,3 4 0,0-2 0,0-6 0,-4-6 0,-3-6 0,-2-5 0,-4-3 0,-4-2 0,0-2 0,-3-4-8191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14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0 112 24575,'9'-9'0,"10"-10"0,39-31 0,-53 46 0,1 0 0,-1 1 0,1 0 0,0 0 0,0 0 0,0 0 0,0 1 0,0 0 0,1 0 0,-1 1 0,1 0 0,-1 0 0,8 0 0,-11 1 0,1 0 0,-1 1 0,0-1 0,1 1 0,-1 0 0,0 0 0,0 0 0,0 0 0,0 0 0,0 1 0,0-1 0,0 1 0,0 0 0,0 0 0,-1 0 0,1 0 0,-1 1 0,0-1 0,1 1 0,-1-1 0,0 1 0,-1 0 0,1 0 0,0-1 0,-1 1 0,0 1 0,1-1 0,-1 0 0,0 0 0,-1 0 0,1 1 0,0-1 0,-1 0 0,0 1 0,0 3 0,2 24 0,2 0 0,1 0 0,16 58 0,-3-37 0,32 69 0,-14-47 0,-6-14 0,39 114 0,-60-149 0,-5-16 0,-1 0 0,0 0 0,0 1 0,2 17 0,-5-24 0,0-1 0,0 0 0,0 0 0,0 0 0,-1 0 0,1 1 0,0-1 0,-1 0 0,0 0 0,1 0 0,-1 0 0,0 0 0,0 0 0,0 0 0,0 0 0,-1-1 0,1 1 0,0 0 0,-1-1 0,0 1 0,1-1 0,-1 1 0,0-1 0,1 0 0,-1 1 0,-3 0 0,-8 4-1365,1-3-5461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4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37 116 24575,'1'-2'0,"1"1"0,-1 0 0,0 0 0,1 0 0,-1 0 0,0 0 0,1 0 0,-1 0 0,1 0 0,0 1 0,-1-1 0,1 1 0,-1-1 0,4 0 0,-4 1 0,0 0 0,0 1 0,0-1 0,0 0 0,0 0 0,0 1 0,-1-1 0,1 0 0,0 1 0,0-1 0,0 1 0,0-1 0,0 1 0,-1 0 0,1-1 0,0 1 0,-1 0 0,1-1 0,0 1 0,-1 0 0,1 0 0,-1 0 0,1 0 0,-1-1 0,0 1 0,1 2 0,11 28 0,-2 0 0,11 56 0,-9-33 0,6 32 0,7 28 0,-23-105 0,-4-12 0,-6-15 0,-15-53 0,-17-45 0,-55-116 0,92 225 0,1 4 0,1 0 0,0 0 0,-1 0 0,1 0 0,0 0 0,0 0 0,1 0 0,-1-1 0,1 1 0,0 0 0,0 0 0,0-5 0,0 8 0,1-1 0,-1 1 0,0 0 0,1 0 0,-1 0 0,1-1 0,-1 1 0,0 0 0,1 0 0,-1 0 0,1 0 0,-1 0 0,1 0 0,-1 0 0,0 0 0,1 0 0,-1 0 0,1 0 0,-1 0 0,1 0 0,-1 0 0,0 0 0,1 0 0,-1 0 0,1 1 0,-1-1 0,0 0 0,1 0 0,-1 0 0,1 1 0,-1-1 0,0 0 0,0 1 0,1-1 0,16 13 0,-15-12 0,123 109 0,-9-8 0,-90-81 0,1-2 0,50 27 0,-75-45 0,61 28 0,-56-26 0,-1-1 0,0 0 0,1-1 0,0 1 0,-1-1 0,1-1 0,0 1 0,6-1 0,-11 0 0,-1 0 0,1 0 0,0-1 0,-1 1 0,1-1 0,-1 1 0,1-1 0,-1 1 0,1-1 0,-1 0 0,0 0 0,1 1 0,-1-1 0,0 0 0,1 0 0,-1-1 0,0 1 0,0 0 0,2-2 0,-2 0 0,0 1 0,0-1 0,0 1 0,0-1 0,0 1 0,-1-1 0,1 1 0,-1-1 0,0 0 0,1-5 0,-2-2 0,0 0 0,-1-1 0,0 1 0,-7-19 0,-4-5 0,-2 1 0,-1 0 0,-2 1 0,-1 1 0,-23-28 0,34 49-455,0 0 0,-15-14 0,14 16-6371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32 24575,'-28'-5'0,"-13"-2"0,-4 1 0,2 0 0,6 3 0,6 0 0,6 2 0,5 1 0,3 0 0,2 3 0,1 0 0,1 1 0,2 1 0,0 0 0,0 0 0,0-2 0,1-1-8191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4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454 91 24575,'-30'-12'0,"-13"-7"0,-3-1 0,0 4 0,6 5 0,7 3 0,4 4 0,5 5 0,4 2 0,0 3 0,-2 3 0,1 0 0,-1 2 0,0 0 0,2-1 0,4-2-8191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5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24575,'57'-25'0,"56"-21"0,-98 41 0,1 0 0,-1 2 0,1 0 0,0 1 0,24-1 0,-37 3 0,0 0 0,0 1 0,0-1 0,-1 1 0,1-1 0,0 1 0,0 0 0,0 0 0,-1 1 0,1-1 0,-1 0 0,1 1 0,-1 0 0,1-1 0,-1 1 0,0 0 0,0 0 0,0 1 0,0-1 0,0 0 0,0 0 0,-1 1 0,1 0 0,-1-1 0,0 1 0,1-1 0,-1 1 0,0 3 0,4 9 0,-2-1 0,0 1 0,-1 0 0,0 19 0,-1-28 0,5 91 0,10 111 0,-9-145 0,21 79 0,-5-72 132,-3-11-1629,-17-47-5329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5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526 76 24575,'-33'-10'0,"-15"-6"0,-5 0 0,1 2 0,5 4 0,6 4 0,1 2 0,4 5 0,-1 5 0,-1 3 0,1 1 0,2 1 0,6-2-8191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9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5 276 24575,'14'-13'0,"2"0"0,0 2 0,1-1 0,33-15 0,-30 16 0,-15 8 0,0 0 0,0 0 0,-1 0 0,1-1 0,-1 0 0,0 0 0,0 0 0,0 0 0,4-8 0,-6 11 0,-1-1 0,0 0 0,-1 0 0,1 1 0,0-1 0,0 0 0,-1 0 0,1 0 0,-1 0 0,0 0 0,0 0 0,1 0 0,-1 0 0,-1 0 0,1 0 0,0 0 0,0 0 0,-1 0 0,1 0 0,-1 0 0,1 0 0,-1 0 0,0 0 0,0 1 0,0-1 0,0 0 0,0 0 0,0 1 0,-3-3 0,-7-7 0,0 1 0,0 0 0,-1 1 0,0 0 0,-1 1 0,0 1 0,-22-10 0,34 16 0,-1 0 0,1 0 0,-1 1 0,0-1 0,1 1 0,-1-1 0,1 1 0,-1 0 0,0-1 0,1 1 0,-1 0 0,0 0 0,1 0 0,-1 0 0,0 1 0,1-1 0,-1 0 0,1 1 0,-1-1 0,0 1 0,1-1 0,-1 1 0,1 0 0,-1 0 0,1 0 0,0 0 0,-1 0 0,1 0 0,0 0 0,0 0 0,0 0 0,-1 0 0,1 1 0,1-1 0,-1 0 0,0 1 0,0-1 0,0 1 0,1-1 0,-1 1 0,1 0 0,-1-1 0,1 1 0,0-1 0,-1 4 0,-1 16 0,0 0 0,1 1 0,4 28 0,-1 3 0,-2-50 0,0 0 0,0 0 0,1 0 0,-1 0 0,1 1 0,0-1 0,0 0 0,0 0 0,0-1 0,0 1 0,1 0 0,0 0 0,-1 0 0,1-1 0,3 3 0,-1-1 0,0 0 0,0 0 0,0-1 0,1 0 0,0 0 0,0 0 0,10 4 0,4 0 0,1-1 0,0-1 0,34 4 0,-49-8 0,51 5 0,1-2 0,89-6 0,-137 2-273,0-1 0,0 0 0,0-1 0,17-5 0,-12 1-6553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9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24575,'18'7'0,"10"6"0,9 5 0,5 2 0,3 0 0,1 0 0,-2-2 0,-1-1 0,-2-1 0,-4-1 0,-3-3 0,-5 0 0,-4-3 0,-5-3 0,-2-3 0,-5-1-8191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29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0 24575,'-15'28'0,"-5"11"0,-1 2 0,2-4 0,2-5 0,5-6 0,1-5 0,0-6 0,-1-2 0,0-5 0,1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30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3 24575,'-6'-1'0,"-1"0"0,0 1 0,0-1 0,0 2 0,0-1 0,0 1 0,0 0 0,-8 2 0,12-2 0,1 0 0,0 0 0,0-1 0,0 1 0,1 1 0,-1-1 0,0 0 0,0 0 0,0 1 0,1-1 0,-1 1 0,1-1 0,-1 1 0,1 0 0,0-1 0,0 1 0,-1 0 0,1 0 0,0 0 0,1 0 0,-1 0 0,0 0 0,1 0 0,-1 1 0,1-1 0,-1 0 0,1 0 0,0 0 0,0 5 0,1-1 0,0 0 0,0-1 0,0 1 0,0 0 0,1-1 0,0 1 0,1-1 0,-1 1 0,1-1 0,0 0 0,0 0 0,0 0 0,1 0 0,0-1 0,0 1 0,0-1 0,0 0 0,1-1 0,0 1 0,-1-1 0,1 1 0,1-1 0,-1-1 0,0 1 0,6 1 0,-2-1 0,1-1 0,-1 0 0,1 0 0,-1-1 0,14 1 0,-20-3 0,-1 1 0,1 0 0,0-1 0,-1 1 0,1-1 0,0 0 0,-1 0 0,1 0 0,-1 0 0,0 0 0,1 0 0,-1-1 0,0 1 0,0-1 0,0 0 0,0 0 0,0 0 0,0 0 0,0 0 0,-1 0 0,1 0 0,-1 0 0,1-1 0,1-2 0,-1-3 0,1 0 0,-2 1 0,1-1 0,-1 0 0,0 0 0,0 0 0,-1 0 0,0 0 0,-1-9 0,0-25 0,1 41 0,0 1 0,0 0 0,0-1 0,0 1 0,0 0 0,0 0 0,0-1 0,0 1 0,1 0 0,-1-1 0,0 1 0,0 0 0,0 0 0,0-1 0,0 1 0,0 0 0,1 0 0,-1 0 0,0-1 0,0 1 0,0 0 0,1 0 0,-1 0 0,0-1 0,0 1 0,1 0 0,-1 0 0,0 0 0,0 0 0,1 0 0,-1 0 0,0-1 0,0 1 0,1 0 0,-1 0 0,0 0 0,1 0 0,-1 0 0,0 0 0,0 0 0,1 0 0,-1 0 0,0 0 0,1 0 0,-1 1 0,0-1 0,0 0 0,1 0 0,-1 0 0,0 0 0,0 0 0,1 0 0,-1 1 0,0-1 0,0 0 0,1 0 0,-1 0 0,0 1 0,17 13 0,-16-13 0,49 48-26,-30-27-308,2-1-1,0-1 0,27 17 0,-37-30-6491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30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24575,'40'40'0,"79"59"0,-115-95 0,1-1 0,0 0 0,0 0 0,0-1 0,0 0 0,0 0 0,0 0 0,1 0 0,5 1 0,-9-3 0,0 0 0,0 0 0,0 0 0,0 0 0,0 0 0,0-1 0,-1 1 0,1 0 0,0-1 0,0 1 0,0-1 0,-1 0 0,1 0 0,0 0 0,-1 0 0,1 0 0,-1 0 0,1 0 0,-1 0 0,1 0 0,-1-1 0,0 1 0,1-1 0,-1 1 0,0-1 0,0 1 0,0-1 0,-1 0 0,2-3 0,3-6 0,-1-1 0,-1 0 0,0 0 0,-1 0 0,1-15 0,-3 23 0,0 3 0,0-1 0,1 1 0,-1 0 0,0 0 0,0 0 0,1 0 0,-1 0 0,1 0 0,-1-1 0,1 1 0,0-1 0,-1 2 0,1 0 0,-1-1 0,0 1 0,0 0 0,1 0 0,-1 0 0,0-1 0,1 1 0,-1 0 0,0 0 0,1 0 0,-1 0 0,0 0 0,1 0 0,-1 0 0,0-1 0,1 1 0,-1 0 0,0 0 0,1 0 0,-1 0 0,0 1 0,1-1 0,0 0 0,1 1 0,1 0 0,0 1 0,-1-1 0,1 1 0,-1 0 0,1 0 0,1 2 0,-3-4 0,18 17 0,-7-6 0,0-1 0,20 14 0,-29-22 0,1 0 0,-1-1 0,0 1 0,0-1 0,1 0 0,-1 1 0,1-1 0,-1-1 0,1 1 0,-1 0 0,1-1 0,0 0 0,-1 0 0,1 0 0,-1 0 0,6-2 0,-7 2 0,-1 0 0,1-1 0,-1 1 0,1-1 0,-1 0 0,0 1 0,1-1 0,-1 0 0,0 0 0,1 0 0,-1 0 0,0 0 0,0 0 0,0 0 0,0 0 0,0-1 0,0 1 0,0 0 0,-1-1 0,1 1 0,0 0 0,-1-1 0,1-2 0,1-1 0,-2-1 0,1 1 0,-1-1 0,0 1 0,0-7 0,-1-6 0,1 18 0,0-1 0,0 1 0,0-1 0,0 0 0,1 1 0,-1-1 0,0 1 0,0-1 0,0 1 0,0-1 0,1 1 0,-1-1 0,0 1 0,0-1 0,1 1 0,-1 0 0,0-1 0,1 1 0,-1-1 0,0 1 0,1 0 0,-1-1 0,1 1 0,-1 0 0,1-1 0,-1 1 0,1 0 0,-1 0 0,1 0 0,-1-1 0,1 1 0,-1 0 0,1 0 0,-1 0 0,1 0 0,-1 0 0,1 0 0,-1 0 0,1 0 0,-1 0 0,1 0 0,-1 0 0,1 0 0,-1 0 0,1 1 0,-1-1 0,1 0 0,-1 0 0,1 1 0,0-1 0,5 3 0,0 0 0,0 0 0,7 5 0,-7-4 0,46 23 31,-25-13-729,30 20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31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18 192 24575,'50'122'0,"83"187"0,-130-302 0,-1-5 0,-1 0 0,0 0 0,0 0 0,0 1 0,0-1 0,0 0 0,-1 1 0,1-1 0,0 3 0,-20-22 0,-7-14 0,2-2 0,1-1 0,-35-67 0,47 76 0,1 0 0,0 0 0,2-1 0,1 0 0,1 0 0,-4-51 0,9 61 0,0-1 0,1 1 0,1-1 0,5-25 0,-5 36 0,1 1 0,-1 0 0,1 0 0,0 0 0,1 0 0,-1 1 0,1-1 0,0 1 0,0-1 0,0 1 0,1 0 0,-1 0 0,1 0 0,0 1 0,0 0 0,0-1 0,1 1 0,5-3 0,-3 3 0,0 0 0,0 1 0,0 0 0,0 0 0,1 0 0,-1 1 0,0 0 0,1 1 0,-1 0 0,1 0 0,-1 0 0,1 1 0,-1 0 0,14 4 0,-13-3 0,0 0 0,0 1 0,0 1 0,0-1 0,0 1 0,-1 0 0,0 1 0,0 0 0,0 0 0,0 1 0,-1-1 0,10 12 0,-14-14 0,0 0 0,0-1 0,0 1 0,0 0 0,-1 0 0,1 0 0,-1 0 0,0 0 0,0 0 0,0 1 0,-1-1 0,1 0 0,-1 0 0,1 1 0,-1-1 0,0 0 0,0 1 0,-1-1 0,1 0 0,-1 1 0,1-1 0,-1 0 0,0 0 0,-1 0 0,-2 6 0,1-4 0,-1 1 0,1-1 0,-1 0 0,-1 0 0,1-1 0,-1 1 0,0-1 0,0 0 0,0-1 0,0 1 0,-1-1 0,-8 4 0,-1 0-341,-1-1 0,0-1-1,-19 4 1,12-5-6485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31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48 788 24575,'15'-69'0,"-2"0"0,5-107 0,-14 113 0,2-67 0,-7 110 0,-1-1 0,0 0 0,-1 1 0,-9-28 0,2 19 0,0-1 0,-25-45 0,34 74 0,1 0 0,-1-1 0,0 1 0,1 0 0,-1 0 0,0 0 0,0 0 0,0 0 0,0 0 0,0 0 0,0 0 0,0 1 0,0-1 0,-2-1 0,3 2 0,-1 0 0,1 0 0,0 0 0,-1 0 0,1 0 0,0 0 0,0 0 0,-1 0 0,1 0 0,0 0 0,0 0 0,-1 0 0,1 0 0,0 0 0,0 1 0,-1-1 0,1 0 0,0 0 0,0 0 0,0 0 0,-1 0 0,1 1 0,0-1 0,0 0 0,0 0 0,-1 1 0,-3 12 0,2 21 0,3 56 0,1-31 0,-2-35 0,1-1 0,1 0 0,1 0 0,1 0 0,8 23 0,-7-32 0,0 1 0,1-1 0,1-1 0,0 1 0,1-1 0,1-1 0,0 1 0,18 18 0,-13-18 0,0 0 0,1-2 0,0 1 0,1-2 0,1 0 0,-1-1 0,2-1 0,-1 0 0,1-1 0,0-1 0,0-1 0,1-1 0,26 3 0,-36-6 0,0 0 0,0-1 0,1-1 0,-1 0 0,0 0 0,0-1 0,0 0 0,0 0 0,0-1 0,-1 0 0,1-1 0,9-5 0,-13 6 0,0 0 0,0 0 0,0-1 0,0 1 0,-1-1 0,0 0 0,1-1 0,-2 1 0,1-1 0,0 0 0,-1 0 0,0 0 0,0 0 0,-1 0 0,1-1 0,-1 1 0,0-1 0,0 0 0,1-10 0,-2 7 0,-1 1 0,0-1 0,0 1 0,-1 0 0,0-1 0,0 1 0,-4-11 0,5 17 0,-1-1 0,0 1 0,0 0 0,0 0 0,0-1 0,0 1 0,0 0 0,0 0 0,-1 0 0,1 0 0,-1 0 0,0 0 0,1 1 0,-1-1 0,0 0 0,0 1 0,0-1 0,0 1 0,0 0 0,-1 0 0,1 0 0,0 0 0,0 0 0,-1 0 0,1 1 0,-1-1 0,1 1 0,-5-1 0,5 1 0,0 0 0,1 0 0,-1 1 0,0-1 0,0 0 0,1 1 0,-1 0 0,1-1 0,-1 1 0,0 0 0,1 0 0,-1-1 0,1 1 0,0 0 0,-1 1 0,-1 1 0,0-1 0,1 1 0,0 0 0,0 0 0,0 0 0,0 1 0,1-1 0,-3 6 0,1 1 0,0 0 0,1 0 0,0 1 0,-1 16 0,2-20 0,1 1 0,0-1 0,0 1 0,1-1 0,0 1 0,0-1 0,1 1 0,0-1 0,0 0 0,1 0 0,0 0 0,0 0 0,0 0 0,1-1 0,0 0 0,0 1 0,1-1 0,0-1 0,0 1 0,0-1 0,9 7 0,0-1 14,1-2-1,0 1 0,0-2 0,0 0 1,1-1-1,1-1 0,-1 0 1,34 7-1,-14-7-384,1-2-1,0-1 1,43-3 0,-65 0-6455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0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24575,'13'10'0,"6"6"0,0 2 0,0 2 0,-4-2 0,-5 0 0,-3-1 0,-3 0 0,-3-2 0,-1 0 0,0 0 0,-4-1 0,0 1 0,-2-1 0,-3 1 0,0-3-8191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0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24575,'0'16'0,"-1"8"0,1 0 0,1 0 0,2-1 0,0 1 0,10 35 0,7 20 0,-17-67 0,-2 1 0,1 0 0,-2 14 0,0-13 0,1 0 0,3 19 0,0-11 0,-1-1 0,-1 1 0,0-1 0,-4 41 0,-4-38-1365,3-15-5461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1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 24575,'-3'20'0,"0"9"0,-3 2 0,0-4-8191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1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24575,'0'5'0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1.9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24575,'0'28'0,"0"11"0,0 2 0,0-4 0,0-5 0,3-6 0,0-5 0,0-3 0,0-3 0,-2-1 0,1 0 0,-2-3-8191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0 24575,'7'23'0,"3"9"0,0 3 0,-3-3 0,-1-4 0,-3-4 0,-1-4 0,-1-3 0,-1-2 0,0 0 0,-3-4 0,-4-3 0,-2-5 0,-3-6 0,1-6 0,0-2 0,1-1-8191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42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54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61 24575,'0'-2'0,"0"-1"0,0 0 0,0 1 0,1-1 0,-1 0 0,1 1 0,-1-1 0,1 0 0,0 1 0,0-1 0,0 1 0,0 0 0,1-1 0,-1 1 0,3-4 0,-1 4 0,-1 0 0,0 1 0,0-1 0,1 1 0,-1 0 0,0-1 0,1 1 0,0 0 0,-1 0 0,1 1 0,-1-1 0,1 1 0,0-1 0,0 1 0,3 0 0,1-1 0,-1 1 0,1 1 0,0-1 0,-1 1 0,1 0 0,-1 1 0,0-1 0,1 1 0,11 6 0,-15-7 0,0 1 0,-1 0 0,1-1 0,0 1 0,-1 0 0,1 1 0,-1-1 0,1 0 0,-1 1 0,0-1 0,0 1 0,0 0 0,-1 0 0,1 0 0,-1 0 0,1 0 0,-1 0 0,0 0 0,0 0 0,0 0 0,0 6 0,1 15 0,5 31 0,-6-53 0,-1 1 0,0-1 0,1 0 0,-1 1 0,0-1 0,0 1 0,0-1 0,-1 0 0,1 1 0,0-1 0,-1 0 0,0 1 0,0-1 0,1 0 0,-1 0 0,0 0 0,-1 1 0,1-1 0,0 0 0,-1-1 0,1 1 0,-1 0 0,1 0 0,-1-1 0,-3 3 0,0 0 0,-1-1 0,1 0 0,-1 0 0,0 0 0,0-1 0,0 0 0,0 0 0,-9 1 0,-5 1 0,12-1 0,-1-2 0,-16 2 0,21-3 0,0 0 0,1 0 0,-1-1 0,0 1 0,1-1 0,-1 0 0,1 0 0,-1 0 0,1-1 0,-5-1 0,3-1 0,-1 1 0,1-1 0,0 0 0,0-1 0,0 1 0,1-1 0,0 0 0,0 0 0,0 0 0,0-1 0,1 1 0,0-1 0,0 0 0,0 0 0,1 0 0,0 0 0,0-1 0,0 1 0,1 0 0,0-1 0,0 1 0,1-1 0,0 1 0,0-1 0,0 0 0,3-11 0,-3 17-57,0 0 0,1-1 1,-1 1-1,0 0 0,1 0 0,-1 0 0,1-1 0,-1 1 0,1 0 0,0 0 0,-1 0 1,1 0-1,0 0 0,0 0 0,0 0 0,-1 0 0,1 0 0,0 1 0,0-1 1,1 0-1,-1 1 0,0-1 0,1 0 0,7 0-6769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24575,'0'-2'0,"2"1"0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24575,'0'-10'0,"0"1"0,1 0 0,0 0 0,1 0 0,0 0 0,0 0 0,1 1 0,0-1 0,5-10 0,-8 19 0,0-1 0,1 1 0,-1 0 0,0 0 0,0 0 0,0 0 0,0 0 0,0 0 0,0-1 0,0 1 0,0 0 0,0 0 0,0 0 0,0 0 0,0 0 0,0 0 0,0 0 0,1 0 0,-1-1 0,0 1 0,0 0 0,0 0 0,0 0 0,0 0 0,0 0 0,0 0 0,1 0 0,-1 0 0,0 0 0,0 0 0,0 0 0,0 0 0,0 0 0,0 0 0,1 0 0,-1 0 0,0 0 0,0 0 0,0 0 0,0 0 0,0 0 0,0 0 0,1 0 0,1 7 0,0 9 0,-2 15 0,0-5 0,5 31 0,6 21 0,2 108 0,-14 472 0,3-615 0,1 0 0,9 45 0,28 83 0,-17-93 0,14 60 0,-31-110 0,-1 0 0,1 54 0,-5-55 0,1 0 0,2 0 0,7 29 0,-6-31 0,-1 0 0,-1 1 0,-2 0 0,0 0 0,-5 33 0,4-55-97,-1-1-1,1 0 1,-1 1-1,0-1 1,0 0-1,-1 0 1,1 0-1,-1 0 1,1 0-1,-1 0 1,0 0-1,0 0 0,-4 3 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5470 11 24575,'-28'-4'0,"-1"1"0,1 1 0,-1 1 0,-42 5 0,8 3 0,-92 7 0,1-7 0,-27 1 0,-213 11 0,263-11 0,130-8 0,-446 18 0,250-18 0,-256-1 0,120-16 0,100 4 0,119 7 0,-105-3 0,-2 19 0,190-8 0,-100 2 0,-46 4 0,-22 8 0,-7-2 0,69-8 0,-22 3 0,-42 6 0,-4 0 0,21-7 0,25-2 0,119-3-455,-1-2 0,-53-4 0,69-1-6371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 24575,'-5'-2'0,"-2"1"0,3 4 0,5 3 0,2 6 0,3 4 0,3 1 0,0 1 0,1-1 0,-1-1 0,0 1 0,-1-2 0,-3 0 0,-1 0 0,-2 0 0,-1-3-8191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24575,'3'15'0,"3"8"0,3 2 0,2-1 0,3-4 0,-2-3 0,-1-2 0,-1-3-8191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24575,'5'13'0,"2"6"0,2 3 0,-1 0 0,1-2 0,0 0 0,-3-3 0,-2 0 0,1-5 0,-1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24575,'15'22'0,"8"11"0,-1 1 0,-1-2 0,-4-4 0,-5-6-8191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5:5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24575,'8'18'0,"4"8"0,4 4 0,1 1 0,-3-1 0,0-3 0,-4-1 0,-2-2 0,-4-5-8191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7:59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92 24575,'3'-3'0,"9"-10"0,1 1 0,1 0 0,-1 1 0,19-12 0,-28 21 0,1 0 0,-1-1 0,1 2 0,-1-1 0,1 0 0,-1 1 0,1 0 0,0 0 0,0 0 0,0 1 0,0-1 0,-1 1 0,1 0 0,0 1 0,0-1 0,0 1 0,0 0 0,-1 0 0,1 1 0,6 2 0,5 4 0,-1 1 0,26 19 0,5 3 0,-29-21 0,-6-4 0,1 1 0,-1 0 0,11 10 0,-21-16 0,0 0 0,0 0 0,0 0 0,0 0 0,-1 0 0,1 1 0,0-1 0,-1 0 0,1 0 0,0 1 0,-1-1 0,1 0 0,-1 1 0,0-1 0,1 0 0,-1 1 0,0-1 0,0 1 0,0 2 0,-1-1 0,1-1 0,-1 1 0,0 0 0,0-1 0,0 1 0,0-1 0,0 1 0,0-1 0,-4 5 0,0-1 0,-1 1 0,0-1 0,0 1 0,-1-2 0,-11 9 0,12-10 0,0-1 0,0-1 0,0 1 0,0-1 0,0 0 0,0-1 0,-1 1 0,1-1 0,-1-1 0,1 1 0,-10-1 0,6 0 0,1-1 0,-1 0 0,0-1 0,0 0 0,1 0 0,-18-7 0,12 1 0,1-1 0,1 0 0,0-1 0,0 0 0,-22-23 0,30 27 0,-1 0 0,1 0 0,0 0 0,1-1 0,0 0 0,0 0 0,-5-11 0,8 15 0,0 1 0,0-1 0,0 1 0,1-1 0,-1 0 0,1 1 0,-1-1 0,1 0 0,0 1 0,0-1 0,0 0 0,1 1 0,-1-1 0,1 1 0,-1-1 0,1 0 0,0 1 0,0-1 0,0 1 0,0-1 0,0 1 0,1 0 0,-1 0 0,1-1 0,3-2 0,-2 2 0,1 0 0,0 0 0,0 0 0,0 1 0,1-1 0,-1 1 0,1 0 0,-1 0 0,1 1 0,0 0 0,-1 0 0,1 0 0,8-1 0,4 1 0,0 1 0,26 4 0,-34-3 0,-1 0 0,0 1 0,0 0 0,0 1 0,-1 0 0,1 0 0,0 1 0,-1-1 0,0 2 0,0-1 0,7 6 0,-10-6 0,1 0 0,-1 0 0,0 0 0,-1 0 0,1 0 0,-1 1 0,0 0 0,0-1 0,0 1 0,0 0 0,-1 1 0,0-1 0,0 0 0,-1 1 0,1-1 0,0 11 0,-1-10 0,-1-1 0,0 1 0,-1-1 0,1 1 0,-1-1 0,0 1 0,0-1 0,-4 11 0,3-13 0,1 0 0,-1 0 0,0-1 0,0 1 0,0 0 0,0 0 0,-1-1 0,1 0 0,0 1 0,-1-1 0,0 0 0,0 0 0,1 0 0,-1 0 0,-6 1 0,0 1-65,0 0 0,-1-1 0,1-1 0,-1 1 0,0-2 0,0 1 0,0-1 0,0-1 0,0 0 0,0 0 0,0-1 0,1 0 0,-1-1 0,0 0 0,0-1 0,1 0 0,-1 0 0,1-1 0,0 0 0,-9-6 0,8 4-6761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0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61 101 24575,'-3'-1'0,"-1"0"0,0 0 0,0 1 0,0-1 0,0 1 0,0 0 0,-5 0 0,8 0 0,0 0 0,0 0 0,0 0 0,1 0 0,-1 1 0,0-1 0,0 0 0,1 0 0,-1 1 0,0-1 0,0 0 0,1 1 0,-1-1 0,0 1 0,1-1 0,-1 1 0,1-1 0,-1 1 0,1-1 0,-1 1 0,1 0 0,-1-1 0,1 1 0,-1 0 0,1-1 0,0 1 0,-1 0 0,1-1 0,0 1 0,0 0 0,0 0 0,-1 0 0,1-1 0,0 1 0,0 0 0,0 0 0,0-1 0,0 1 0,0 0 0,1 0 0,-1 0 0,0-1 0,0 1 0,1 1 0,-1-2 0,0 0 0,0 1 0,0-1 0,0 1 0,0-1 0,0 1 0,0-1 0,0 0 0,0 1 0,0-1 0,1 1 0,-1-1 0,0 0 0,0 1 0,0-1 0,1 0 0,-1 1 0,0-1 0,0 0 0,1 1 0,-1-1 0,0 0 0,1 1 0,-1-1 0,0 0 0,1 0 0,-1 0 0,1 1 0,-1-1 0,0 0 0,1 0 0,-1 0 0,1 0 0,-1 0 0,0 0 0,1 0 0,-1 0 0,1 0 0,-1 0 0,1 0 0,0 0 0,0-1 0,0 1 0,-1-1 0,1 0 0,0 1 0,-1-1 0,1 0 0,0 0 0,-1 1 0,1-1 0,-1 0 0,1 0 0,-1 0 0,0 1 0,1-1 0,-1 0 0,0 0 0,1-1 0,0-7 0,0 1 0,0 0 0,-1-1 0,0 1 0,-2-10 0,2 13 0,-1 0 0,0 0 0,0 0 0,-1 0 0,1 0 0,-1 0 0,0 0 0,0 0 0,-4-5 0,6 10 0,0 0 0,0 0 0,0 0 0,0 0 0,-1-1 0,1 1 0,0 0 0,0 0 0,0 0 0,0 0 0,0-1 0,0 1 0,-1 0 0,1 0 0,0 0 0,0 0 0,0 0 0,0 0 0,-1 0 0,1 0 0,0 0 0,0-1 0,0 1 0,0 0 0,-1 0 0,1 0 0,0 0 0,0 0 0,0 0 0,-1 0 0,1 0 0,0 0 0,0 0 0,-1 1 0,-2 5 0,1 10 0,1-2-136,0-1-1,1 1 1,1-1-1,0 1 1,1-1-1,1 0 1,0 1-1,0-1 0,7 13 1,-6-17-6690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24575,'2'-3'0,"-1"1"0,1 0 0,0 0 0,0 0 0,0 0 0,0 0 0,1 0 0,-1 0 0,0 1 0,1-1 0,-1 1 0,1 0 0,-1 0 0,1 0 0,0 0 0,-1 0 0,1 0 0,0 1 0,0-1 0,4 1 0,0-1 0,0 1 0,1 0 0,-1 0 0,0 1 0,0 0 0,14 3 0,-18-3 0,-1 0 0,1 0 0,-1 0 0,0 0 0,0 0 0,1 0 0,-1 0 0,0 1 0,0 0 0,0-1 0,0 1 0,-1 0 0,1 0 0,0 0 0,1 2 0,-3-3 0,1 1 0,0-1 0,-1 1 0,1-1 0,-1 1 0,0-1 0,0 1 0,1 0 0,-1-1 0,0 1 0,0-1 0,-1 1 0,1 0 0,0-1 0,0 1 0,-1-1 0,1 1 0,-1-1 0,1 1 0,-1-1 0,0 1 0,1-1 0,-1 1 0,-2 1 0,-8 11 0,8-10 0,-1 0 0,1 1 0,0-1 0,0 1 0,0 0 0,-2 5 0,5-9 0,-1 0 0,1 0 0,0 1 0,0-1 0,0 0 0,0 0 0,-1 0 0,2 0 0,-1 0 0,0 0 0,0 0 0,0 0 0,0 0 0,1 0 0,-1 0 0,1 0 0,-1 0 0,0 0 0,1 0 0,0 0 0,-1 0 0,1 0 0,0 0 0,-1 0 0,1-1 0,0 1 0,0 0 0,0-1 0,-1 1 0,1 0 0,0-1 0,0 1 0,0-1 0,0 1 0,0-1 0,0 0 0,1 1 0,16 5 0,1-2 0,-1 1 0,1-2 0,-1-1 0,22 1 0,38-2-1365,-65-1-5461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24575,'0'0'0,"0"0"0,-1-1 0,1 1 0,0 0 0,0 0 0,0 0 0,0 0 0,0 0 0,0-1 0,0 1 0,-1 0 0,1 0 0,0 0 0,0 0 0,0 0 0,0 0 0,-1 0 0,1-1 0,0 1 0,0 0 0,0 0 0,0 0 0,-1 0 0,1 0 0,0 0 0,0 0 0,0 0 0,-1 0 0,1 0 0,0 0 0,0 0 0,0 0 0,-1 0 0,1 0 0,0 0 0,0 0 0,0 1 0,0-1 0,-1 0 0,1 0 0,-1 9 0,4 12 0,-2-14 0,1-1 0,1 1 0,-1-1 0,1 1 0,7 9 0,-9-14 0,1 1 0,-1-1 0,1 0 0,0-1 0,0 1 0,0 0 0,0 0 0,0-1 0,0 0 0,0 1 0,1-1 0,-1 0 0,0 0 0,1 0 0,-1 0 0,1 0 0,-1-1 0,4 1 0,4 0 15,0 0 0,-1-1 0,1 0 0,0 0 0,0-1 0,-1-1 0,11-2 0,-16 3-102,1-1-1,-1 1 1,0-1 0,1 0-1,-1 0 1,0-1 0,-1 1-1,1-1 1,0 0-1,-1 0 1,1 0 0,-1-1-1,0 1 1,0-1 0,0 0-1,3-6 1,1-3-6739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3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24575,'5'22'0,"1"11"0,1 1 0,-2-2 0,-1-4 0,-2-6-8191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24575,'1'25'0,"-1"-22"0,1 0 0,-1 0 0,1 0 0,0 0 0,0 0 0,0 0 0,0 0 0,0 0 0,1-1 0,-1 1 0,1-1 0,0 1 0,3 3 0,-1-3 0,1 0 0,0 0 0,0-1 0,10 4 0,-10-4 0,1 0 0,-1 1 0,0-1 0,0 1 0,8 6 0,-12-8 0,0 0 0,0 0 0,0 0 0,0 0 0,0 0 0,0 0 0,-1 1 0,1-1 0,0 0 0,-1 1 0,1-1 0,-1 0 0,1 1 0,-1-1 0,0 1 0,0-1 0,1 1 0,-1-1 0,0 0 0,0 1 0,-1-1 0,1 1 0,0-1 0,0 1 0,-1-1 0,1 0 0,-1 2 0,0-1 5,0 1-1,0-1 1,-1 0 0,1 0-1,0 0 1,-1 0-1,1-1 1,-1 1 0,0 0-1,0-1 1,1 1 0,-1-1-1,0 1 1,0-1-1,-1 0 1,1 0 0,0 0-1,0 0 1,0 0-1,-1 0 1,1-1 0,0 1-1,-1-1 1,1 0-1,-3 0 1,-3 1-217,0-1 0,0 0 0,0 0-1,0-1 1,0 0 0,-10-3 0,5 0-6614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4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24575,'25'-23'0,"13"-7"0,3 2 0,-3 7 0,-3 8 0,-5 8 0,-5 6 0,-4 4 0,-6 2-8191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5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9 24575,'-3'-2'0,"1"1"0,-1 0 0,0 0 0,1 0 0,-1 0 0,0 1 0,0-1 0,0 1 0,1-1 0,-1 1 0,0 0 0,0 0 0,0 1 0,0-1 0,-3 1 0,5 0 0,-1-1 0,1 1 0,-1 0 0,0 0 0,1 0 0,0 0 0,-1 0 0,1 0 0,-1 0 0,1 0 0,0 1 0,0-1 0,0 0 0,0 1 0,0-1 0,0 1 0,0-1 0,0 1 0,1 0 0,-1-1 0,1 1 0,-1 0 0,1 0 0,-1-1 0,1 3 0,-1 6 0,1 0 0,-1-1 0,2 1 0,-1 0 0,2-1 0,-1 1 0,1-1 0,1 1 0,5 13 0,-2-7 0,1 0 0,1-1 0,1 0 0,16 21 0,-22-32 0,0 0 0,0-1 0,1 1 0,0-1 0,0 0 0,0 0 0,0 0 0,0-1 0,0 1 0,1-1 0,7 3 0,-10-5 0,-1 1 0,1-1 0,0 0 0,-1 1 0,1-1 0,-1 0 0,1 0 0,0 0 0,-1 0 0,1 0 0,0-1 0,-1 1 0,1 0 0,-1-1 0,1 1 0,0-1 0,-1 1 0,1-1 0,-1 0 0,0 0 0,1 0 0,-1 0 0,0 0 0,1 0 0,-1 0 0,0 0 0,0 0 0,0-1 0,0 1 0,0 0 0,0-1 0,0 1 0,-1-1 0,1 1 0,0-1 0,-1 1 0,1-3 0,0 0 0,0 1 0,-1 0 0,0 0 0,0 0 0,0-1 0,0 1 0,0 0 0,0 0 0,-1-1 0,0 1 0,1 0 0,-1 0 0,0 0 0,-1 0 0,1 0 0,0 0 0,-1 0 0,0 1 0,-2-4 0,2 3 0,0 0 0,-1 0 0,1 0 0,-1 0 0,0 1 0,0 0 0,0-1 0,0 1 0,0 0 0,0 0 0,0 1 0,-1-1 0,1 1 0,-1-1 0,1 1 0,-6-1 0,-5 1-1365,2 1-5461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6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233 167 24575,'1'0'0,"2"-1"0,1 1 0,-1-1 0,1 0 0,-1 0 0,1 0 0,-1 0 0,0 0 0,0-1 0,1 0 0,-1 1 0,0-1 0,5-5 0,-8 7 0,0-1 0,1 1 0,-1-1 0,0 1 0,0-1 0,0 1 0,0-1 0,1 1 0,-1-1 0,0 1 0,0-1 0,0 0 0,0 1 0,0-1 0,0 1 0,-1-1 0,1 1 0,0-1 0,0 1 0,0-1 0,0 1 0,-1-1 0,1 1 0,0-1 0,0 1 0,-1-1 0,1 1 0,0 0 0,-1-1 0,1 1 0,0-1 0,-1 1 0,1 0 0,-1-1 0,1 1 0,-1 0 0,1 0 0,-1-1 0,1 1 0,-1 0 0,0 0 0,-25-12 0,21 10 0,-53-21 0,-85-48 0,115 57 0,16 9 0,10 5 0,3 0 0,280 161 0,-243-138 0,-35-21 0,-1 0 0,1 0 0,0 0 0,-1 1 0,0-1 0,1 1 0,-1 0 0,0 0 0,0-1 0,2 6 0,-4-7 0,0 0 0,0 0 0,1 0 0,-1 0 0,0-1 0,0 1 0,0 0 0,0 0 0,0 0 0,0 0 0,-1 0 0,1 0 0,0-1 0,0 1 0,0 0 0,-1 0 0,1 0 0,-1-1 0,1 1 0,0 0 0,-1 0 0,0-1 0,1 1 0,-1 0 0,1-1 0,-1 1 0,0 0 0,1-1 0,-1 1 0,0-1 0,0 1 0,-1 0 0,-3 1 0,0 1 0,-1-1 0,-10 3 0,10-3 0,-12 2 0,1 0 0,-1-1 0,0-1 0,-32-1 0,24-1 0,-33 5 0,24 1-1365,20-4-5461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0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76 24575,'-1'3'0,"1"0"0,-1 0 0,0 1 0,1-1 0,-3 5 0,-3 10 0,6-17 0,-1 9 0,-1 0 0,0 0 0,-6 13 0,8-23 0,0 0 0,0 0 0,0 0 0,0 0 0,0 0 0,0 0 0,0 0 0,0 0 0,0 0 0,0 0 0,0 0 0,0 0 0,0 0 0,0 0 0,0 0 0,0 0 0,0 0 0,0 0 0,0 0 0,0 0 0,0 0 0,0 0 0,0-1 0,0 1 0,-1 0 0,1 0 0,0 0 0,0 0 0,0 0 0,0 0 0,0 0 0,0 0 0,0 0 0,0 0 0,0 0 0,0 0 0,0 1 0,0-1 0,0 0 0,0 0 0,0 0 0,0 0 0,0 0 0,0 0 0,-1 0 0,1 0 0,0 0 0,0 0 0,0 0 0,0 0 0,0 0 0,0 0 0,0 0 0,0 0 0,0 0 0,0 0 0,0 0 0,0 0 0,-1-9 0,1-12 0,4 3 0,-1 6 0,-1-1 0,2 1 0,0 0 0,0 0 0,10-18 0,-12 28 0,-1-1 0,1 1 0,-1 0 0,1 0 0,0 0 0,0 0 0,0 0 0,0 0 0,1 1 0,-1-1 0,0 1 0,1-1 0,-1 1 0,1 0 0,-1 0 0,1 0 0,0 0 0,-1 0 0,1 1 0,0-1 0,0 1 0,-1 0 0,1 0 0,0 0 0,0 0 0,-1 0 0,1 1 0,0-1 0,0 1 0,-1 0 0,5 1 0,3 2 0,0 0 0,-1 1 0,1 0 0,-1 0 0,0 1 0,0 0 0,12 12 0,52 59 0,-60-63 0,-3-3-227,-1 1-1,-1 0 1,0 0-1,-1 0 1,10 23-1,-14-26-6598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1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 24575,'25'-1'0,"-3"0"0,38 4 0,-50-1 0,0 1 0,0 1 0,0 0 0,-1 0 0,0 1 0,12 7 0,-20-12 0,0 1 0,0-1 0,0 1 0,0 0 0,0-1 0,0 1 0,0 0 0,-1 0 0,1 0 0,0-1 0,0 1 0,-1 0 0,1 0 0,0 0 0,-1 0 0,1 0 0,-1 0 0,1 0 0,-1 1 0,0-1 0,0 0 0,1 0 0,-1 2 0,0-2 0,-1 0 0,1 1 0,0-1 0,-1 0 0,0 1 0,1-1 0,-1 0 0,0 0 0,1 1 0,-1-1 0,0 0 0,0 0 0,0 0 0,0 0 0,0 0 0,-1 1 0,-6 3 0,1 0 0,-1-1 0,0 1 0,-14 4 0,-73 30 0,83-32 0,12-7 0,0 0 0,-1 0 0,1 0 0,0 0 0,0 1 0,0-1 0,0 0 0,0 0 0,0 1 0,0-1 0,0 0 0,0 0 0,0 0 0,-1 1 0,1-1 0,0 0 0,0 0 0,0 1 0,0-1 0,1 0 0,-1 0 0,0 1 0,0-1 0,0 0 0,0 0 0,0 0 0,0 1 0,0-1 0,0 0 0,2 2 0,0 0 0,0 0 0,0-1 0,0 1 0,0-1 0,0 1 0,3 0 0,11 11 0,-14-11 0,0 0 0,-1 1 0,0-1 0,1 1 0,-1 0 0,0-1 0,0 1 0,-1 0 0,1 0 0,-1-1 0,1 1 0,-1 0 0,0 0 0,0 0 0,0 4 0,0-6 0,-1 1 0,1 0 0,0-1 0,-1 1 0,1-1 0,-1 1 0,0-1 0,1 1 0,-1-1 0,0 1 0,0-1 0,0 0 0,0 1 0,0-1 0,0 0 0,0 0 0,0 0 0,-1 0 0,1 0 0,0 0 0,-1 0 0,1 0 0,0 0 0,-1-1 0,1 1 0,-1-1 0,-2 1 0,-8 1-25,0-1-1,0-1 1,-21-1 0,12 0-1239,8 0-5562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24575,'80'-1'0,"86"3"0,-164-2 0,0 0 0,0 0 0,0 0 0,-1 1 0,1-1 0,0 0 0,0 1 0,-1 0 0,1-1 0,0 1 0,-1 0 0,3 1 0,-4-1 0,1-1 0,-1 1 0,0-1 0,1 1 0,-1-1 0,0 1 0,0-1 0,1 1 0,-1 0 0,0-1 0,0 1 0,0 0 0,0-1 0,0 1 0,0-1 0,0 1 0,0 0 0,0-1 0,0 1 0,0 0 0,0-1 0,0 1 0,-1-1 0,1 1 0,0 0 0,0-1 0,-1 1 0,1-1 0,0 1 0,-1-1 0,1 1 0,0-1 0,-1 1 0,1-1 0,-1 1 0,0 0 0,-10 10 0,0 0 0,-1 0 0,-23 16 0,22-18 0,0 1 0,1 0 0,1 1 0,-13 14 0,11-8 0,-11 19 0,19-29 0,1 1 0,1-1 0,-1 1 0,1 0 0,-3 14 0,6-21 0,-1 1 0,1-1 0,0 0 0,0 1 0,0-1 0,0 1 0,0-1 0,0 1 0,0-1 0,0 0 0,1 1 0,-1-1 0,1 1 0,-1-1 0,1 0 0,-1 1 0,1-1 0,0 0 0,0 0 0,-1 1 0,1-1 0,0 0 0,0 0 0,0 0 0,0 0 0,0 0 0,1 0 0,-1-1 0,0 1 0,0 0 0,0 0 0,1-1 0,-1 1 0,0-1 0,1 1 0,-1-1 0,2 1 0,7 0 0,-1 1 0,0-2 0,0 1 0,16-2 0,-14 1 0,74 0 0,-27 0 0,86-9 0,-117 4-455,1-1 0,30-11 0,-44 12-6371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18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74 103 24575,'-1'0'0,"1"-1"0,-1 1 0,0 0 0,1 0 0,-1-1 0,0 1 0,1 0 0,-1 0 0,0 0 0,1-1 0,-1 1 0,0 0 0,1 0 0,-1 0 0,0 0 0,1 1 0,-1-1 0,0 0 0,1 0 0,-1 0 0,0 0 0,1 1 0,-1-1 0,-1 1 0,2 0 0,-1-1 0,0 1 0,0 0 0,1 0 0,-1 0 0,0 0 0,1 0 0,-1 0 0,1 0 0,-1 0 0,1 0 0,0 0 0,-1 2 0,0 3 0,0-1 0,1 1 0,0-1 0,0 1 0,0 5 0,3 10 0,8 152 0,-14-208 0,-1 0 0,-13-54 0,6 31 0,1 16 0,6 27 0,0 0 0,2 0 0,-2-19 0,4 33 0,0 1 0,0 0 0,0-1 0,-1 1 0,1-1 0,0 1 0,0-1 0,0 1 0,1 0 0,-1-1 0,0 1 0,0-1 0,0 1 0,0 0 0,0-1 0,0 1 0,1 0 0,-1-1 0,0 1 0,0-1 0,0 1 0,1 0 0,-1-1 0,0 1 0,1 0 0,-1 0 0,0-1 0,0 1 0,1 0 0,-1 0 0,1-1 0,-1 1 0,0 0 0,1 0 0,1 0 0,-1 0 0,0 0 0,0 0 0,0 1 0,0-1 0,1 0 0,-1 1 0,0-1 0,0 1 0,0 0 0,0-1 0,1 2 0,28 24 0,-29-26 0,38 39 0,2-3 0,1-1 0,1-2 0,74 42 0,-110-71 0,-3-2 0,1 1 0,-1-1 0,1 0 0,-1 0 0,1-1 0,9 3 0,-14-4 0,1 0 0,-1 0 0,0 0 0,1 0 0,-1 0 0,0 0 0,1 0 0,-1 0 0,0 0 0,1 0 0,-1-1 0,0 1 0,1 0 0,-1 0 0,0 0 0,1 0 0,-1 0 0,0-1 0,0 1 0,1 0 0,-1 0 0,0-1 0,0 1 0,1 0 0,-1 0 0,0-1 0,0 1 0,0 0 0,1-1 0,-1 1 0,0 0 0,0 0 0,0-1 0,0 1 0,0 0 0,0-1 0,0 1 0,0 0 0,0-1 0,0 1 0,0 0 0,0-1 0,0 1 0,0-1 0,0 1 0,0 0 0,0 0 0,0-1 0,0 1 0,0 0 0,-1-1 0,1 1 0,0 0 0,-1-1 0,-8-18 0,-5 1 45,-1 0-1,-23-21 1,-16-20-1544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19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366 108 24575,'-27'-13'0,"-15"-6"0,-5-3 0,3 3 0,4 4 0,7 5 0,5 4 0,6 3 0,4 5 0,2 4 0,5 4 0,0 2 0,4 2 0,-1 2 0,1-1 0,3-2-8191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19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24575,'3'26'0,"14"50"0,36 148 0,-46-200-1365,-4-15-5461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0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1102 0 24575,'-507'64'0,"301"-36"0,-145-2-1365,313-25-5461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1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55 24575,'0'-6'0,"0"1"0,0 0 0,0 0 0,0 1 0,-1-1 0,0 0 0,0 1 0,-2-9 0,3 13 0,0 0 0,0 0 0,0 0 0,0 0 0,0 0 0,0-1 0,0 1 0,0 0 0,0 0 0,0 0 0,0 0 0,0 0 0,-1 0 0,1-1 0,0 1 0,0 0 0,0 0 0,0 0 0,0 0 0,0 0 0,0 0 0,0 0 0,-1 0 0,1-1 0,0 1 0,0 0 0,0 0 0,0 0 0,0 0 0,0 0 0,-1 0 0,1 0 0,0 0 0,0 0 0,0 0 0,0 0 0,0 0 0,-1 0 0,-1 6 0,-1 10 0,3 5 0,0 0 0,1 1 0,2-1 0,0 0 0,9 32 0,-8-38-341,-1 0 0,-1 0-1,0 22 1,-1-24-6485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 24575,'0'-2'0,"-2"1"0,-4 1 0,-3 3 0,-3 1 0,1 3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3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24575,'1'6'0,"-1"0"0,1 0 0,0 0 0,1 0 0,0 0 0,0-1 0,3 7 0,21 40 0,-18-39 0,-6-9 0,0 0 0,1 0 0,0-1 0,0 1 0,0 0 0,0-1 0,0 0 0,1 0 0,0 0 0,5 3 0,-7-5 0,0 0 0,-1 0 0,1 0 0,0 0 0,0-1 0,0 1 0,0-1 0,0 1 0,0-1 0,0 0 0,0 0 0,0 0 0,0 0 0,0 0 0,0 0 0,1-1 0,-1 1 0,-1-1 0,1 1 0,0-1 0,0 0 0,0 0 0,0 0 0,0 0 0,-1 0 0,3-2 0,-1 1 0,0-1 0,-1 1 0,1-1 0,-1 0 0,0 0 0,0 0 0,0 0 0,0 0 0,0-1 0,-1 1 0,0 0 0,1-1 0,0-5 0,1-5 0,-1 0 0,1-16 0,-2 11 0,-1 18 0,0 1 0,0-1 0,0 0 0,0 1 0,0-1 0,0 1 0,0-1 0,0 1 0,1-1 0,-1 0 0,0 1 0,0-1 0,0 1 0,1-1 0,-1 1 0,0-1 0,1 1 0,-1 0 0,0-1 0,1 1 0,-1-1 0,1 1 0,0-1 0,-1 1 0,1 0 0,-1 0 0,1 0 0,-1 0 0,1 0 0,-1 0 0,1 1 0,-1-1 0,1 0 0,-1 0 0,0 0 0,1 1 0,-1-1 0,1 0 0,-1 0 0,1 1 0,-1-1 0,0 0 0,1 1 0,-1 0 0,21 26 0,-19-22 0,2 0 0,0 1 0,1 0 0,-1-1 0,1 0 0,0 0 0,0 0 0,1-1 0,-1 0 0,10 5 0,-13-7 0,1-1 0,-1 0 0,1 0 0,0 0 0,-1-1 0,1 1 0,0-1 0,-1 1 0,1-1 0,0 0 0,0 0 0,0 0 0,-1 0 0,1-1 0,0 1 0,-1-1 0,1 0 0,0 1 0,-1-1 0,1 0 0,-1-1 0,1 1 0,-1 0 0,1-1 0,-1 1 0,4-4 0,-1 0-114,0-1 1,0 1-1,0-1 0,-1 0 0,0 0 1,0-1-1,-1 1 0,1-1 0,-1 0 1,-1 0-1,4-14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3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24575,'22'25'0,"11"11"0,-1 2 0,-3-6 0,-7-6 0,-4-4 0,-6-9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4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 24575,'-2'-3'0,"1"0"0,1 2 0,3 4 0,1 5 0,0 2 0,-1 3 0,-1-1-8191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75 383 24575,'-3'-1'0,"0"1"0,0-1 0,-1 1 0,1-1 0,0 1 0,0 0 0,-1 0 0,1 0 0,0 1 0,0-1 0,-1 1 0,1 0 0,-4 1 0,5-1 0,0 0 0,0 0 0,1 0 0,-1 1 0,1-1 0,-1 0 0,1 1 0,0-1 0,-1 1 0,1-1 0,0 1 0,0 0 0,0 0 0,0-1 0,0 1 0,1 0 0,-1 0 0,0 0 0,1 0 0,0 0 0,-1 0 0,1 0 0,0 3 0,0 1 0,0 0 0,1 1 0,-1-1 0,1 0 0,1 0 0,-1 0 0,1 0 0,0 0 0,1 0 0,-1 0 0,5 6 0,-1-2 0,1 0 0,0 0 0,0-1 0,1 0 0,9 8 0,-13-13 0,0-1 0,0 1 0,1-1 0,-1 0 0,1 0 0,0 0 0,-1-1 0,1 0 0,9 3 0,-12-5 0,0 1 0,0-1 0,0 0 0,0 0 0,0 0 0,0 0 0,0 0 0,0-1 0,0 1 0,-1-1 0,1 1 0,0-1 0,0 0 0,0 1 0,0-1 0,-1 0 0,1 0 0,0 0 0,-1-1 0,1 1 0,-1 0 0,1-1 0,-1 1 0,1 0 0,-1-1 0,0 0 0,0 1 0,0-1 0,1-2 0,1-3 0,0 1 0,0 0 0,-1-1 0,0 0 0,-1 0 0,1 1 0,-1-1 0,0 0 0,-1 0 0,0-9 0,-1-6 0,-1 1 0,-5-23 0,-25-94 0,-4-18 0,31 125 0,-17-50 0,21 90 0,2 10 0,5 12 0,1-1 0,1-1 0,16 35 0,47 80 0,-16-36-1365,-46-95-5461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71 210 24575,'16'59'0,"23"67"0,-31-106 0,1 1 0,0-2 0,24 36 0,-25-43 0,-6-11 0,-4-6 0,-15-27 0,-10-18 0,2-1 0,-30-86 0,48 114 0,1-1 0,0-1 0,2 1 0,1 0 0,0-35 0,3 56 0,0-1 0,0 1 0,1 0 0,-1 0 0,1-1 0,0 1 0,0 0 0,0 0 0,1 0 0,-1 0 0,1 0 0,-1 0 0,1 1 0,0-1 0,3-3 0,-3 4 0,0 0 0,0 1 0,0-1 0,1 1 0,-1 0 0,0 0 0,1-1 0,-1 2 0,0-1 0,1 0 0,-1 0 0,1 1 0,0-1 0,-1 1 0,1 0 0,-1 0 0,1 0 0,-1 0 0,1 0 0,3 1 0,5 2 0,0-1 0,1 2 0,-1-1 0,0 2 0,-1-1 0,20 13 0,-25-14 0,0 1 0,0-1 0,0 1 0,-1 1 0,1-1 0,4 8 0,-7-9 0,0 0 0,0 0 0,0 0 0,-1 0 0,0 0 0,1 0 0,-1 0 0,0 1 0,-1-1 0,1 0 0,-1 1 0,1 4 0,-1-6 0,0 1 0,0-1 0,-1 0 0,1 0 0,-1 0 0,1 1 0,-1-1 0,0 0 0,0 0 0,1 0 0,-2 0 0,1 0 0,0 0 0,0-1 0,-1 1 0,-1 2 0,0-2 0,0 1 0,0-1 0,0 1 0,0-1 0,-1 0 0,1 0 0,-1 0 0,-5 1 0,-5 1 0,0 0 0,0-2 0,-27 3 0,-73-3-1365,97-2-5461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 24575,'-9'0'0,"0"0"0,0 1 0,1 0 0,-1 1 0,0 0 0,0 0 0,-13 5 0,20-6 0,0 0 0,0 1 0,-1-1 0,1 0 0,0 1 0,0-1 0,0 1 0,0 0 0,0-1 0,1 1 0,-1 0 0,0 0 0,1 0 0,0 0 0,-1 0 0,1 1 0,0-1 0,0 0 0,0 1 0,0-1 0,1 1 0,-1-1 0,1 1 0,-1-1 0,1 1 0,0-1 0,0 1 0,0-1 0,0 1 0,0-1 0,1 4 0,1 1 0,0 0 0,1 0 0,-1-1 0,1 1 0,1 0 0,6 10 0,1-1 0,18 19 0,-26-32 0,0 0 0,0-1 0,0 1 0,0-1 0,0 0 0,1 0 0,-1 0 0,1 0 0,-1 0 0,1-1 0,0 1 0,0-1 0,-1 0 0,1-1 0,0 1 0,0 0 0,6-1 0,-7 0 0,-1 0 0,1-1 0,-1 1 0,1 0 0,-1-1 0,1 0 0,-1 0 0,1 0 0,-1 0 0,0 0 0,1 0 0,-1 0 0,0-1 0,0 1 0,0-1 0,0 0 0,0 1 0,0-1 0,-1 0 0,1 0 0,-1 0 0,1 0 0,-1-1 0,0 1 0,0 0 0,1 0 0,0-5 0,-1 1 0,1 0 0,-1 0 0,0 0 0,-1 0 0,0-1 0,0 1 0,0 0 0,0 0 0,-1 0 0,0 0 0,-1 0 0,1 0 0,-1 0 0,0 1 0,-1-1 0,1 0 0,-1 1 0,0 0 0,0-1 0,-1 1 0,0 1 0,0-1 0,0 0 0,0 1 0,-1 0 0,1 0 0,-1 0 0,0 1 0,0-1 0,-1 1 0,1 1 0,-1-1 0,1 1 0,-1 0 0,0 0 0,0 0 0,0 1 0,-8-1 0,-21-1-1365,20 3-5461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6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24575,'13'15'0,"6"7"0,0 6 0,0-1 0,-2-1 0,-3-3 0,-1-3 0,-1-2 0,-2-2 0,-1-4 0,-1-1 0,0-2 0,-1-1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24575,'15'-3'0,"5"2"0,0 4 0,-5 6 0,-4 4 0,-4 3 0,-4-2-8191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24575,'0'2'0,"1"0"0,0 0 0,0 1 0,0-1 0,0 0 0,0 0 0,0 0 0,1 0 0,1 1 0,2 6 0,1 0 0,-1-1 0,1 0 0,0 0 0,11 11 0,-15-17 0,-1 0 0,1 0 0,0-1 0,0 1 0,0-1 0,0 1 0,0-1 0,1 0 0,-1 0 0,0 0 0,0 0 0,1 0 0,-1 0 0,1 0 0,-1-1 0,1 0 0,-1 1 0,0-1 0,1 0 0,0 0 0,-1 0 0,1 0 0,3-2 0,-4 1 0,0 0 0,-1 0 0,1 0 0,-1 0 0,1-1 0,-1 1 0,1-1 0,-1 1 0,0-1 0,0 1 0,1-1 0,-1 0 0,0 1 0,-1-1 0,1 0 0,0 0 0,0-4 0,2-2 0,-1-1 0,1-14 0,-1 5 0,-2 13 0,0 0 0,0 0 0,1 0 0,-1 0 0,1 0 0,3-8 0,-3 12 0,-1 0 0,0 0 0,1 1 0,-1-1 0,1 0 0,0 1 0,-1-1 0,1 0 0,-1 1 0,1-1 0,0 1 0,0-1 0,-1 1 0,1-1 0,0 1 0,0-1 0,1 0 0,-1 1 0,1 0 0,-1 0 0,1 0 0,0 0 0,-1 0 0,1 0 0,-1 0 0,1 0 0,0 1 0,-1-1 0,1 0 0,-1 1 0,2 0 0,17 9 0,-2 0 0,1 1 0,-1 1 0,29 25 0,-4-3 0,-10-8-1365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24575,'9'13'0,"1"0"0,-1 1 0,-1 0 0,-1 0 0,0 1 0,0 0 0,-2 0 0,6 21 0,38 161 0,-33-147 0,42 88 0,-54-130-105,1 0 0,0 0 0,0-1 0,0 0 0,1 0 0,1 0 0,-1-1 0,1 1 0,0-2 0,0 1 0,1-1 0,14 8 0,-13-9-6721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27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24575,'-33'3'0,"-15"2"0,-3 4 0,8 1-8191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57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4853 106 24575,'27'-1'0,"-15"0"0,-1 1 0,1 1 0,-1-1 0,13 3 0,-13 3 0,-11-6 0,0 0 0,0 1 0,0-1 0,0 0 0,0 0 0,0 1 0,1-1 0,-1 0 0,0 0 0,0 1 0,0-1 0,0 0 0,0 0 0,0 1 0,0-1 0,0 0 0,0 0 0,0 1 0,0-1 0,-1 0 0,1 0 0,0 1 0,0-1 0,0 0 0,0 0 0,0 1 0,-1 0 0,0 0 0,0 0 0,0 0 0,0 0 0,0-1 0,0 1 0,0 0 0,0 0 0,-1-1 0,1 1 0,0-1 0,0 1 0,-2 0 0,-34 6 0,0-1 0,-46 1 0,-3 0 0,6-1 0,-99-5 0,81-2 0,-653 1 0,630 7 0,9 1 0,-104-17 0,41 1 0,10 1 0,-151 0 0,215 8 0,-61 8 0,83-3 0,-120 9 0,-54 0 0,138-8 0,-89 1 0,-130-29 0,299 17 0,-211-11 0,203 12 0,0 2 0,-82 8 0,-127 34 0,213-34 0,29-6 0,0 0 0,0 1 0,-12 4 0,22-6 0,-1 0 0,1 0 0,0 0 0,0 0 0,0 0 0,0 0 0,0 0 0,0 0 0,-1 0 0,1 0 0,0 0 0,0 0 0,0 0 0,0 0 0,0 0 0,0 0 0,-1 0 0,1 0 0,0 0 0,0 1 0,0-1 0,0 0 0,0 0 0,0 0 0,0 0 0,0 0 0,0 0 0,0 0 0,-1 0 0,1 1 0,0-1 0,0 0 0,0 0 0,0 0 0,0 0 0,0 0 0,0 0 0,0 1 0,0-1 0,0 0 0,0 0 0,0 0 0,0 0 0,0 0 0,0 0 0,0 1 0,8 2 0,17 3 0,-19-5 0,97 13 0,-62-10 0,249 3 0,-181-9 0,389-7 0,223-31 0,-325 16-629,130-10 673,-158 11-44,159-14 0,-368 22 77,248-28 431,-26 8-508,-338 32 0,-25 1 0,-7 1 0,0 0 0,-1 0 0,1 1 0,-1 1 0,20 2 0,-29-3 0,-1 0 0,0 0 0,1 1 0,-1-1 0,1 0 0,-1 0 0,0 0 0,1 0 0,-1 0 0,1 0 0,-1 1 0,0-1 0,1 0 0,-1 0 0,0 0 0,1 1 0,-1-1 0,0 0 0,0 1 0,1-1 0,-1 0 0,0 0 0,0 1 0,1-1 0,-1 0 0,0 1 0,0-1 0,0 1 0,0-1 0,1 0 0,-1 1 0,0 0 0,-1 0 0,1 0 0,0-1 0,-1 1 0,1 0 0,-1-1 0,1 1 0,-1 0 0,1-1 0,-1 1 0,0 0 0,1-1 0,-1 1 0,0-1 0,0 1 0,-28 13 0,9-10 0,0 0 0,-1-1 0,-30 0 0,7 0 0,-410 6 0,305-10 0,-455-17-662,49-2 662,431 16 0,-353-8 0,-139 15 0,264 15 0,145-3 306,-21 2 50,206-17-356,-142 10 0,-3-5 0,55-4 0,25 6 0,-26 1 0,80-9 0,0 2 0,-40 7 0,16-2 0,41-5 0,0 1 0,0 0 0,-16 5 0,31-7 0,0 0 0,0 1 0,0-1 0,-1 1 0,1-1 0,0 1 0,0-1 0,0 1 0,0-1 0,0 1 0,0 0 0,0 0 0,1 0 0,-1-1 0,0 1 0,0 0 0,0 2 0,0-3 0,1 1 0,0 0 0,0 0 0,0-1 0,-1 1 0,1 0 0,0 0 0,0 0 0,0-1 0,0 1 0,1 0 0,-1 0 0,0-1 0,0 1 0,0 0 0,1 0 0,-1-1 0,0 1 0,1 1 0,1 1 0,0-1 0,-1 0 0,1 0 0,0 0 0,0 0 0,0 0 0,1 0 0,-1 0 0,0-1 0,1 1 0,-1-1 0,1 0 0,2 2 0,25 5-1365,-17-3-5461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8:57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1 237 24575,'598'-80'0,"4"36"0,-160 20 0,-298 17 0,66 0 0,-7-1 0,-19 1 0,182-9 0,-134 3 0,9 0 0,122-4 0,-237 17-1365,-113 0-5461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1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708 5 24575,'11'-4'0,"-17"10"0,-17 11 0,-111 63 0,23-16 0,105-60 0,-209 139 0,193-127-195,0-2 0,-2-1 0,0-1 0,0-1 0,-1 0 0,-45 11 0,58-20-6631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3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 24575,'0'0'0,"0"0"0,0-1 0,0 1 0,0 0 0,0 0 0,0 0 0,0 0 0,-1 0 0,1-1 0,0 1 0,0 0 0,0 0 0,0 0 0,-1 0 0,1 0 0,0 0 0,0-1 0,0 1 0,0 0 0,-1 0 0,1 0 0,0 0 0,0 0 0,0 0 0,-1 0 0,1 0 0,0 0 0,0 0 0,0 0 0,-1 0 0,1 0 0,0 0 0,0 0 0,0 0 0,-1 0 0,1 1 0,0-1 0,0 0 0,0 0 0,-1 0 0,1 0 0,0 0 0,-3 11 0,5 14 0,4-5 0,0-1 0,1 0 0,2 0 0,14 26 0,-10-22 0,-2 0 0,10 28 0,-16-38-54,-4-11-77,0 1 0,0-1 0,0 1 0,0 0 0,-1-1-1,1 1 1,-1 0 0,0-1 0,1 6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3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24575,'25'4'0,"-1"1"0,0 1 0,0 1 0,-1 2 0,34 15 0,-48-19 0,-1-1 0,0 1 0,-1 1 0,1-1 0,-1 1 0,0 1 0,0-1 0,-1 1 0,0 1 0,0-1 0,-1 1 0,0 0 0,0 0 0,-1 0 0,0 1 0,0-1 0,3 15 0,-3-10 0,-2 1 0,0-1 0,0 1 0,-1 0 0,-1-1 0,0 1 0,-1 0 0,-1 0 0,-5 24 0,6-35 0,0-1 0,0 0 0,0 1 0,0-1 0,-1 0 0,1 0 0,-1 1 0,1-1 0,-1 0 0,0-1 0,1 1 0,-1 0 0,0 0 0,0-1 0,-1 1 0,-2 1 0,1-1 0,-1 0 0,1-1 0,-1 1 0,1-1 0,-1 0 0,0 0 0,1-1 0,-8 1 0,-4-2 0,0 0 0,0-1 0,0-1 0,-17-5 0,-6-2-1365,23 6-5461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4.0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24575,'0'10'0,"3"6"0,0 5 0,3 2 0,2-1 0,0-2 0,2-1 0,1-2 0,-2-1 0,1 0 0,-1-2 0,0-2 0,-2-1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4.2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412 59 24575,'-30'-7'0,"-13"-3"0,-4-2 0,4 1 0,4 2 0,6 3 0,4 3 0,1 3 0,4 3 0,2 0 0,1 3 0,1 2 0,2 0 0,3-1-8191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4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24575,'2'17'0,"4"9"0,3 2 0,0-1 0,1-3 0,-1-2 0,0-6 0,-1-2 0,1-2 0,-2 0 0,-2 0 0,1-1 0,-3-3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4.8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91 24575,'30'-12'0,"13"-5"0,1 1 0,-4 3 0,-7 2 0,-6 2 0,-5 3 0,-4 2 0,-2 2 0,-5 1-8191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5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24575,'18'3'0,"8"0"0,2 0 0,-1 0 0,-3-4 0,-3-1 0,-4-3 0,-4-1 0,-3-1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5.5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24575,'1'0'0,"0"0"0,0 1 0,-1-1 0,1 0 0,0 1 0,-1-1 0,1 1 0,0-1 0,-1 1 0,1-1 0,-1 1 0,1-1 0,-1 1 0,1 0 0,-1-1 0,1 1 0,-1 0 0,0-1 0,1 1 0,-1 1 0,8 15 0,-8-16 0,13 39 0,-4-10 0,2 0 0,0-1 0,2-1 0,20 32 0,-29-54-1365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5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500 61 24575,'-32'-10'0,"-17"-3"0,-4 0 0,2 3 0,4 3 0,5 2 0,5 3 0,4 3 0,2 5 0,1 1 0,2 2 0,2 2 0,3 1 0,6-1-8191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6.6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80 2 24575,'25'-1'0,"-9"0"0,1 1 0,-1 1 0,0 0 0,1 1 0,26 8 0,-40-9 0,0 0 0,0 0 0,-1 0 0,1 1 0,-1-1 0,0 1 0,1 0 0,-1 0 0,0 0 0,0 0 0,0 0 0,0 0 0,0 1 0,-1-1 0,1 1 0,-1-1 0,1 1 0,-1 0 0,0-1 0,0 1 0,0 0 0,-1 0 0,1 0 0,0-1 0,-1 7 0,0-7 0,0 1 0,0-1 0,0 1 0,0-1 0,-1 1 0,1-1 0,-1 0 0,0 0 0,0 1 0,0-1 0,0 0 0,0 0 0,0 0 0,0 0 0,-1 0 0,1 0 0,-1 0 0,1 0 0,-1 0 0,0-1 0,0 1 0,0-1 0,0 1 0,0-1 0,0 0 0,0 0 0,0 0 0,-1 0 0,1 0 0,0 0 0,-3 0 0,-5 0 0,0 0 0,0 0 0,0-1 0,0 0 0,0 0 0,0-2 0,-10-1 0,0-1 0,0-2 0,-28-11 0,44 16 0,0-2 0,-1 1 0,1 0 0,0-1 0,0 0 0,0 0 0,0 0 0,1 0 0,-5-6 0,7 8 0,0 0 0,1 0 0,-1 0 0,0 0 0,1 0 0,-1 0 0,1 0 0,-1 0 0,1 0 0,0 0 0,-1-1 0,1 1 0,0 0 0,0 0 0,0 0 0,0-1 0,0 1 0,0 0 0,0 0 0,0 0 0,0-1 0,1 1 0,-1 0 0,0 0 0,1 0 0,-1 0 0,1-1 0,0 1 0,-1 0 0,1 0 0,0 0 0,-1 0 0,1 0 0,0 1 0,0-1 0,0 0 0,0 0 0,0 0 0,0 1 0,0-1 0,2 0 0,1-2 5,0 1 0,0 0 1,0 0-1,1 1 0,-1-1 0,1 1 0,-1 0 0,1 0 0,8 0 0,5 1-150,22 1 0,-13 1-981,-15-2-5700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7.0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190 16 24575,'-15'-4'0,"0"0"0,0 2 0,0-1 0,-1 2 0,-20 0 0,31 1 0,1 1 0,0-1 0,0 1 0,0 0 0,-1 0 0,1 0 0,0 1 0,1 0 0,-1-1 0,-6 5 0,8-4 0,-1 0 0,1 0 0,0 0 0,0 0 0,1 0 0,-1 1 0,0-1 0,1 1 0,-1-1 0,1 1 0,0-1 0,0 1 0,0 0 0,0-1 0,1 1 0,-1 0 0,0 4 0,1 2 0,-1 0 0,2-1 0,-1 1 0,1-1 0,0 1 0,3 9 0,18 51 0,-16-53 0,31 75 0,78 138 0,-103-207 0,10 23 0,-13-25 0,2 0 0,18 27 0,-28-45-136,0-1-1,0 1 1,1-1-1,-1 0 1,1 1-1,-1-1 1,1 0-1,0 0 0,1 1 1,6 2-6690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7.1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35 24575,'-30'-7'0,"-15"-3"0,-3 0 0,3 5 0,3 3 0,4 4 0,6 2 0,6 0 0,7 0-8191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8.3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 57 24575,'-33'-34'0,"12"14"0,19 18 0,3 2 0,7 5 0,9 10 0,-10-6 0,-1 0 0,-1 1 0,1-1 0,6 20 0,11 45 0,-2-7 0,50 101 0,-64-148 0,-1 1 0,6 33 0,-10-45 0,-2-8 0,0-1 0,0 1 0,0-1 0,0 0 0,0 1 0,0-1 0,0 1 0,0-1 0,0 0 0,1 1 0,-1-1 0,0 0 0,0 1 0,0-1 0,1 1 0,-1-1 0,0 0 0,0 0 0,1 1 0,-1-1 0,0 0 0,0 1 0,1-1 0,-1 0 0,0 0 0,1 0 0,-1 1 0,1-1 0,-1 0 0,0 0 0,1 0 0,-1 0 0,1 0 0,0 0 0,0 0 0,0-1 0,0 1 0,0-1 0,-1 1 0,1 0 0,0-1 0,0 1 0,-1-1 0,1 0 0,0 1 0,0-2 0,23-30 0,-21 27 0,2-2 0,0 1 0,0-1 0,1 1 0,0 1 0,0-1 0,1 1 0,-1 0 0,10-5 0,-12 8 0,-1 0 0,1 0 0,0 0 0,0 1 0,0-1 0,0 1 0,0 0 0,0 0 0,0 1 0,0-1 0,1 1 0,-1 0 0,0 0 0,0 0 0,0 0 0,1 1 0,-1 0 0,4 1 0,-5 0 0,0-1 1,0 1-1,0-1 0,-1 1 0,1 0 1,-1 0-1,1 0 0,-1 1 0,4 3 1,17 28 27,-4-7-1424,-11-18-5430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8.8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224 114 24575,'-13'-13'0,"-50"-47"0,56 55 0,1 0 0,-1 0 0,0 1 0,-1 0 0,1 0 0,-1 1 0,-15-5 0,21 7 0,0 1 0,0-1 0,0 1 0,0 0 0,0 0 0,0 0 0,0 0 0,-1 0 0,1 0 0,0 0 0,0 1 0,0-1 0,0 1 0,0 0 0,0-1 0,0 1 0,0 0 0,-2 2 0,1-1 0,1 0 0,0 0 0,0 0 0,0 0 0,0 1 0,1-1 0,-1 1 0,0-1 0,1 1 0,0 0 0,-2 5 0,0 2 0,0 1 0,1 0 0,1 1 0,0-1 0,1 20 0,1-13 0,0-1 0,2 0 0,0 0 0,7 20 0,1-3 0,17 33 0,45 116 0,-70-176 0,1-1 0,-1 0 0,1 0 0,1 0 0,-1 0 0,1 0 0,0-1 0,0 0 0,1 0 0,0 0 0,0-1 0,0 0 0,0 0 0,0-1 0,1 1 0,0-1 0,-1-1 0,1 1 0,0-1 0,0 0 0,1-1 0,-1 0 0,0 0 0,0 0 0,1-1 0,-1 0 0,0-1 0,1 0 0,-1 0 0,9-2 0,-2 0-118,24-7 367,-36 9-385,1 0 0,-1 0 0,1 0 0,-1-1 0,1 1 0,-1-1 0,1 1 0,-1-1 0,0 0 0,4-3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9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24575,'5'26'0,"-2"-7"0,1-1 0,0 1 0,9 20 0,-11-34 0,0-1 0,0 1 0,1-1 0,0 1 0,-1-1 0,1 0 0,1 0 0,-1 0 0,1-1 0,-1 1 0,1-1 0,0 1 0,0-1 0,1-1 0,-1 1 0,9 3 0,-11-5 0,0 0 0,1 0 0,-1 0 0,1-1 0,-1 1 0,1-1 0,-1 0 0,1 0 0,-1 0 0,1 0 0,-1 0 0,1 0 0,-1 0 0,1-1 0,-1 0 0,1 1 0,-1-1 0,1 0 0,-1 0 0,0 0 0,0 0 0,1-1 0,-1 1 0,0-1 0,0 1 0,0-1 0,0 0 0,-1 0 0,1 0 0,2-4 0,3-3 0,-2-1 0,1-1 0,-1 1 0,-1-1 0,5-15 0,-9 25 0,0 0 0,0 0 0,1 0 0,-1 0 0,0 0 0,1 0 0,-1 0 0,1 0 0,0 0 0,-1 0 0,1 0 0,0 0 0,-1 0 0,1 0 0,0 0 0,0 0 0,0 1 0,0-1 0,-1 0 0,1 1 0,0-1 0,0 1 0,1-1 0,-1 1 0,0-1 0,0 1 0,0 0 0,0 0 0,0-1 0,0 1 0,0 0 0,1 0 0,-1 0 0,0 0 0,0 0 0,0 0 0,0 1 0,0-1 0,0 0 0,2 1 0,4 2 0,-1 0 0,1 1 0,-1 0 0,0 0 0,8 7 0,-4-3 0,-1-1-273,0 0 0,1-1 0,0 0 0,12 5 0,-10-7-6553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39.8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33 24575,'1'-3'0,"1"1"0,0 0 0,0-1 0,0 1 0,0 0 0,0 0 0,0 0 0,0 0 0,1 1 0,-1-1 0,1 1 0,-1-1 0,1 1 0,0 0 0,-1 0 0,1 0 0,0 0 0,3 0 0,-2 1 0,-1 0 0,0 0 0,1 0 0,-1 0 0,1 1 0,-1 0 0,0-1 0,0 1 0,1 0 0,-1 1 0,0-1 0,0 1 0,0-1 0,0 1 0,4 3 0,11 8 0,-1 1 0,0 1 0,-1 1 0,0 0 0,-1 1 0,-1 1 0,-1 0 0,-1 1 0,0 0 0,-1 1 0,10 27 0,-6-2 0,12 59 0,10 34 0,-25-121 0,-11-16 0,1 1 0,-1-1 0,0 1 0,0-1 0,0 1 0,0 0 0,0-1 0,0 1 0,0 2 0,-1-4 0,0 0 0,0 1 0,0-1 0,0 1 0,0-1 0,-1 0 0,1 1 0,0-1 0,0 0 0,0 1 0,-1-1 0,1 0 0,0 1 0,-1-1 0,1 0 0,0 1 0,0-1 0,-1 0 0,1 0 0,0 1 0,-1-1 0,1 0 0,-1 0 0,1 0 0,0 0 0,-1 1 0,1-1 0,-1 0 0,1 0 0,0 0 0,-1 0 0,1 0 0,-1 0 0,0 0 0,-18 1 0,16-1 0,-81 6 80,41-2-1525,20-2-5381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0.7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333 1 24575,'-61'4'0,"1"3"0,-61 16 0,118-23 0,1 1 0,-1 0 0,0 0 0,1 0 0,-1 0 0,1 0 0,-1 1 0,1-1 0,-1 1 0,1-1 0,0 1 0,0 0 0,0 0 0,-4 4 0,6-4 0,-1-1 0,0 1 0,1 0 0,-1-1 0,1 1 0,-1 0 0,1-1 0,0 1 0,0 0 0,-1-1 0,1 1 0,0 0 0,1 0 0,-1-1 0,0 1 0,0 0 0,1-1 0,-1 1 0,1 0 0,0-1 0,-1 1 0,1 0 0,0-1 0,2 3 0,0 1 0,1-1 0,-1 1 0,1-1 0,0 0 0,0 0 0,1-1 0,-1 1 0,7 3 0,42 21 0,-40-22 0,64 27 0,-21-10 0,-55-23 0,1 1 0,-1-1 0,0 1 0,0 0 0,0-1 0,0 1 0,0 0 0,0 0 0,0 0 0,0 0 0,0 0 0,1 2 0,-2-3 0,1 1 0,-1-1 0,0 1 0,0 0 0,1-1 0,-1 1 0,0-1 0,0 1 0,0 0 0,0-1 0,0 1 0,0-1 0,0 1 0,0 0 0,0-1 0,0 1 0,-1 0 0,1-1 0,0 2 0,-1-1 0,0 1 0,0-1 0,0 0 0,0 1 0,-1-1 0,1 0 0,0 0 0,-1 0 0,1 0 0,0 0 0,-1 0 0,1 0 0,-1 0 0,0 0 0,1-1 0,-1 1 0,-2 0 0,-23 5 0,0 0 0,0-2 0,-1-1 0,1-1 0,-55-4 0,74 1-227,1 0-1,0 0 1,0-1-1,-1 0 1,-12-5-1,10 2-6598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1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1 24575,'-5'5'0,"1"6"0,4 10 0,3 6 0,5 3 0,4 4 0,1 1 0,4 0 0,2-1 0,2-1 0,1-1 0,-2-2 0,-1 0 0,-1-3 0,-2-1 0,-1-2 0,-2-6-8191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1.1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270 57 24575,'-28'-10'0,"-11"-4"0,-2 1 0,4 3 0,5 3 0,6 5 0,5 5 0,3 5 0,5 4 0,5 2 0,3 1 0,3-2-8191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1.7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158 1 24575,'-27'5'0,"-35"8"0,55-11 0,0 0 0,0 1 0,1 0 0,-1 0 0,1 0 0,-9 7 0,14-10 0,0 1 0,0 0 0,0-1 0,0 1 0,0 0 0,1 0 0,-1 0 0,0-1 0,0 1 0,1 0 0,-1 0 0,1 0 0,-1 0 0,1 0 0,-1 1 0,1-1 0,-1 0 0,1 0 0,0 0 0,0 0 0,-1 0 0,1 0 0,0 2 0,1-2 0,-1 1 0,1-1 0,-1 0 0,1 1 0,0-1 0,-1 0 0,1 0 0,0 1 0,0-1 0,0 0 0,0 0 0,0 0 0,0 0 0,0 0 0,2 1 0,4 2 0,0 0 0,-1 0 0,2-1 0,-1 0 0,12 4 0,-10-5 0,0 0 0,1 0 0,-1-1 0,0 0 0,16-1 0,-22 0 0,0 0 0,0-1 0,0 1 0,0-1 0,0 0 0,0 1 0,0-1 0,0 0 0,-1-1 0,1 1 0,0 0 0,-1-1 0,1 0 0,-1 1 0,0-1 0,1 0 0,-1 0 0,0 0 0,0-1 0,0 1 0,1-3 0,-2 4 0,0-1 0,0 1 0,-1-1 0,1 1 0,0 0 0,1-1 0,-1 1 0,0 0 0,0 0 0,0 0 0,1 0 0,-1 0 0,1 0 0,-1 0 0,0 0 0,1 0 0,2 0 0,0 0 0,-1 1 0,1 0 0,0 0 0,-1 0 0,1 0 0,5 2 0,0-1 0,8 1 0,1-1 0,-1-1 0,21-1 0,-28 0 0,-1-1 0,1 0 0,-1 0 0,1-1 0,-1 0 0,0-1 0,10-4 0,-17 6-1365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2.3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78 195 24575,'9'0'0,"-7"0"0,1 0 0,-1 1 0,1-1 0,-1-1 0,1 1 0,-1 0 0,1-1 0,0 1 0,-1-1 0,0 1 0,1-1 0,3-2 0,-5 2 0,-1 1 0,0 0 0,0 0 0,0-1 0,0 1 0,0 0 0,0 0 0,1-1 0,-1 1 0,0 0 0,0-1 0,0 1 0,0 0 0,0-1 0,0 1 0,0 0 0,0 0 0,0-1 0,-1 1 0,1 0 0,0-1 0,0 1 0,0 0 0,0 0 0,0-1 0,0 1 0,-1 0 0,1 0 0,0-1 0,0 1 0,0 0 0,-1 0 0,1-1 0,0 1 0,0 0 0,-1 0 0,1 0 0,0 0 0,0-1 0,-1 1 0,1 0 0,0 0 0,-1 0 0,-11-6 0,12 5 0,-1 1 0,1 0 0,0 0 0,-1 0 0,1 0 0,0 0 0,-1-1 0,1 1 0,0 0 0,-1 0 0,1 0 0,0 0 0,-1 0 0,1 0 0,0 0 0,-1 0 0,1 0 0,0 0 0,-1 1 0,1-1 0,-1 0 0,1 0 0,0 0 0,0 0 0,-1 0 0,1 1 0,0-1 0,-1 0 0,1 0 0,0 0 0,0 1 0,-1-1 0,1 0 0,0 1 0,0-1 0,-1 0 0,1 0 0,0 1 0,0-1 0,0 0 0,0 1 0,0-1 0,0 0 0,-1 1 0,1-1 0,0 0 0,0 1 0,0-1 0,0 1 0,0-1 0,0 0 0,0 1 0,0-1 0,1 0 0,-1 1 0,0-1 0,0 0 0,0 1 0,0-1 0,0 0 0,0 1 0,1-1 0,9 23 0,-10-22 0,45 66 0,-46-67 0,1 0 0,0 0 0,0 0 0,0 0 0,0 0 0,0-1 0,0 1 0,0 0 0,-1 0 0,1 0 0,0 0 0,0 0 0,0 0 0,0 0 0,0 0 0,0 0 0,0 0 0,-1 0 0,1 1 0,0-1 0,0 0 0,0 0 0,0 0 0,0 0 0,0 0 0,0 0 0,0 0 0,-1 0 0,1 0 0,0 0 0,0 0 0,0 0 0,0 0 0,0 1 0,0-1 0,0 0 0,0 0 0,0 0 0,0 0 0,0 0 0,0 0 0,0 0 0,0 0 0,0 1 0,-1-1 0,1 0 0,0 0 0,0 0 0,0 0 0,0 0 0,0 0 0,1 0 0,-1 1 0,0-1 0,0 0 0,0 0 0,0 0 0,0 0 0,0 0 0,0 0 0,0 0 0,0 1 0,0-1 0,0 0 0,-9-4 0,-5-6 0,0 1 0,1-2 0,0 0 0,1-1 0,0 0 0,1-1 0,-13-18 0,20 25 10,1 0 0,0 0 0,0 0 0,1 0 0,0-1 0,0 1 0,0-1 0,1 1 0,0-1 0,0 0 0,1-12 0,-1 16-65,2-1 0,-1 1 0,0 0 0,0 0 0,1 0 0,0 0 0,-1 0 0,1 0 0,1 0 0,-1 0 0,0 0 0,1 0 0,-1 1 0,1-1 0,0 0 0,0 1 0,0-1 0,0 1 0,0 0 0,0 0 0,1 0 0,-1 0 0,1 0 0,0 0 0,-1 1 0,6-3 0,5 1-6771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2.6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24575,'7'30'0,"6"18"0,2 5 0,2-1 0,0-2 0,0-4 0,-1-5 0,3-5 0,-1-3 0,1-5 0,-2-4 0,-3-5 0,-1-2 0,-4-2 0,0-3 0,-1-1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2.9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73 24575,'26'-5'0,"1"1"0,-1 2 0,46 0 0,-36 2 0,38-5 0,-60 3 0,-1-2 0,0 1 0,0-2 0,22-10 0,16-5 0,-48 18 0,0 1 0,0 1 0,0-1 0,1 0 0,-1 1 0,0 0 0,0 0 0,0 0 0,0 0 0,0 0 0,1 0 0,-1 1 0,5 1 0,-7-1 0,1 0 0,0 0 0,-1 0 0,1 0 0,-1 0 0,0 0 0,1 0 0,-1 1 0,0-1 0,0 0 0,1 1 0,-1-1 0,0 1 0,0-1 0,-1 1 0,1 0 0,0-1 0,-1 1 0,1 0 0,-1 0 0,1 0 0,-1-1 0,0 1 0,1 2 0,-1-2-50,0 0-1,0-1 1,1 1-1,-1 0 0,0-1 1,0 1-1,-1 0 1,1-1-1,0 1 1,0 0-1,-1-1 0,1 1 1,-1-1-1,0 1 1,1-1-1,-1 1 1,0-1-1,0 1 0,0-1 1,0 1-1,0-1 1,0 0-1,0 0 1,0 0-1,-1 0 1,-2 2-1,-5 1-6775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3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0 24575,'-2'0'0,"-2"3"0,1 3 0,3 0 0,1 3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3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59 24575,'3'4'0,"1"-1"0,-1-1 0,1 1 0,-1 0 0,1-1 0,0 0 0,0 0 0,0 0 0,5 2 0,-7-4 0,0 1 0,-1-1 0,1 0 0,0 1 0,0-1 0,-1 0 0,1 0 0,0 0 0,0 0 0,-1-1 0,1 1 0,0 0 0,-1-1 0,1 1 0,0-1 0,-1 0 0,1 1 0,-1-1 0,1 0 0,-1 0 0,1 0 0,-1 0 0,0 0 0,1-1 0,-1 1 0,2-2 0,14-25 0,-15 24 0,0-1 0,1 0 0,0 1 0,0-1 0,5-4 0,-6 8 0,-1-1 0,1 1 0,-1 0 0,1 0 0,-1 0 0,1 0 0,0 1 0,-1-1 0,1 0 0,0 1 0,0-1 0,0 1 0,-1 0 0,1-1 0,0 1 0,0 0 0,0 0 0,0 0 0,3 1 0,0 0 0,1 0 0,-1 1 0,0-1 0,1 1 0,-1 1 0,0-1 0,0 1 0,6 4 0,37 31 0,-15-12 0,-20-17-109,0-1-1,1 0 0,0-2 1,17 7-1,-18-8-707,-2 0-6009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3.9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93 154 24575,'-17'-41'0,"12"26"0,-1 1 0,-1 0 0,1 1 0,-2 0 0,0 0 0,-11-13 0,19 26 0,0-1 0,0 1 0,0 0 0,0-1 0,-1 1 0,1 0 0,0 0 0,0-1 0,0 1 0,-1 0 0,1 0 0,0 0 0,0-1 0,-1 1 0,1 0 0,0 0 0,-1 0 0,1 0 0,0 0 0,-1-1 0,1 1 0,0 0 0,0 0 0,-1 0 0,1 0 0,0 0 0,-1 0 0,1 0 0,0 0 0,-1 0 0,1 0 0,-2 10 0,7 16 0,4 1 0,1 1 0,2-1 0,0-1 0,2 0 0,29 42 0,-43-67 0,0-1 0,1 1 0,-1-1 0,1 1 0,-1 0 0,0-1 0,1 1 0,-1-1 0,1 0 0,-1 1 0,1-1 0,0 1 0,-1-1 0,1 0 0,-1 1 0,1-1 0,0 0 0,-1 0 0,1 1 0,0-1 0,0 0 0,0 0 0,-1 0 0,1-1 0,-1 1 0,1 0 0,-1 0 0,0-1 0,1 1 0,-1 0 0,1-1 0,-1 1 0,0 0 0,1-1 0,-1 1 0,0-1 0,0 1 0,1 0 0,-1-1 0,0 1 0,0-1 0,1 1 0,-1-1 0,2-5 0,-1 0 0,0 0 0,1-9 0,-2 10 0,2-5 0,-1 0 0,1 0 0,1 0 0,0 0 0,5-10 0,-8 19 0,0 1 0,0 0 0,0-1 0,0 1 0,0-1 0,1 1 0,-1 0 0,0-1 0,0 1 0,1 0 0,-1-1 0,0 1 0,0 0 0,1 0 0,-1-1 0,0 1 0,1 0 0,-1 0 0,0-1 0,1 1 0,-1 0 0,0 0 0,1 0 0,-1 0 0,1 0 0,-1-1 0,0 1 0,1 0 0,0 1 0,0-1 0,-1 0 0,1 0 0,-1 1 0,1-1 0,-1 0 0,1 1 0,-1-1 0,1 1 0,-1-1 0,1 1 0,-1-1 0,1 1 0,-1-1 0,1 2 0,10 23 0,4 31 0,-1 1 0,-4 0 0,4 66 0,-12-108 0,-1-1 0,-1 1 0,-1-1 0,0 0 0,-5 22 0,6-33 0,-1 1 0,-1 0 0,1-1 0,0 1 0,-1-1 0,0 1 0,0-1 0,0 1 0,0-1 0,0 0 0,-1 0 0,1 0 0,-1-1 0,0 1 0,0-1 0,0 1 0,0-1 0,0 0 0,0 0 0,-1 0 0,1 0 0,-1-1 0,0 0 0,1 1 0,-7 0 0,1 0 0,-1-1 0,1 0 0,-1-1 0,1 0 0,-1 0 0,1-1 0,-1 0 0,-15-4 0,22 4 0,0 0 0,0 0 0,0 0 0,-1 0 0,1-1 0,1 1 0,-1-1 0,0 0 0,0 0 0,1 0 0,-1 0 0,1-1 0,-1 1 0,1-1 0,0 1 0,0-1 0,0 0 0,1 0 0,-1 0 0,1 0 0,-1 0 0,1 0 0,0 0 0,0 0 0,0 0 0,1-1 0,-1-4 0,0 3 0,1 1 0,0 0 0,0-1 0,0 1 0,1 0 0,0-1 0,0 1 0,0 0 0,0 0 0,1-1 0,-1 1 0,1 0 0,4-6 0,-2 5 0,-1 1 0,1-1 0,1 1 0,-1 0 0,0 1 0,1-1 0,0 1 0,0 0 0,9-5 0,21-8-1365,-21 11-5461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4.6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50 24575,'-13'-6'0,"-66"-26"0,71 29 0,0 1 0,0 0 0,0 0 0,-1 1 0,1 0 0,0 1 0,-15 0 0,21 0 0,0 0 0,0 1 0,0-1 0,0 0 0,1 1 0,-1 0 0,0-1 0,0 1 0,0 0 0,1 0 0,-1 0 0,1 0 0,-1 0 0,0 0 0,1 0 0,0 0 0,-1 1 0,0 1 0,1-2 0,0 1 0,0-1 0,1 1 0,-1 0 0,1-1 0,-1 1 0,1 0 0,-1-1 0,1 1 0,0 0 0,0 0 0,0 0 0,0-1 0,0 1 0,1 3 0,1 1 0,0 0 0,0 0 0,0 0 0,1-1 0,0 1 0,0-1 0,0 0 0,1 0 0,7 8 0,2 1 0,1-1 0,0 0 0,1-1 0,1-1 0,30 17 0,-44-27 0,0 0 0,1 0 0,-1 0 0,1 0 0,-1 0 0,1-1 0,-1 1 0,1-1 0,0 1 0,-1-1 0,1 0 0,0 0 0,-1 0 0,1-1 0,-1 1 0,1-1 0,0 1 0,-1-1 0,1 0 0,2-1 0,-3 0 0,0 1 0,1-1 0,-1 0 0,0 0 0,0 0 0,0 0 0,0 0 0,-1 0 0,1 0 0,-1-1 0,1 1 0,-1-1 0,0 1 0,0-1 0,0 0 0,0 1 0,0-1 0,0-5 0,1-8 0,-1 0 0,-1 0 0,-1 0 0,0 0 0,-5-25 0,4 26 0,2 14 0,-1 1 0,1 0 0,0-1 0,0 1 0,0-1 0,0 1 0,0 0 0,0-1 0,0 1 0,0-1 0,0 1 0,0 0 0,0-1 0,0 1 0,0 0 0,0-1 0,0 1 0,1-1 0,-1 1 0,0 0 0,0-1 0,0 1 0,1 0 0,-1-1 0,0 1 0,0 0 0,1 0 0,-1-1 0,1 1 0,-1 0 0,1 0 0,0 0 0,-1 0 0,1 0 0,0 0 0,-1 0 0,1 0 0,0 0 0,-1 0 0,1 0 0,0 1 0,-1-1 0,1 0 0,-1 0 0,2 1 0,24 19 0,-22-18 0,54 43 0,-26-21 0,60 57 0,-68-50-1365,-17-18-5461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5.3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16 24575,'-6'-14'0,"4"13"0,3 8 0,47 191 0,-36-157 0,2-1 0,24 52 0,-31-78 0,1-1 0,0 1 0,0-1 0,2-1 0,-1 1 0,2-2 0,-1 1 0,2-2 0,21 18 0,-31-26-97,1-1-1,-1 1 1,1-1-1,-1 0 1,1 1-1,0-1 1,0 0-1,-1 0 1,1-1-1,0 1 1,0-1-1,0 1 0,5-1 1,2-2-6729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5.5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319 1 24575,'-28'5'0,"-11"4"0,-5 1 0,1 1 0,2-2 0,4 1 0,2-2 0,5-2 0,8-2-8191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6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28 24575,'16'37'0,"-9"-22"0,-1 0 0,2 0 0,14 20 0,-20-31 0,1 0 0,0-1 0,0 0 0,1 1 0,-1-1 0,1-1 0,-1 1 0,1 0 0,0-1 0,0 0 0,0 0 0,0 0 0,1 0 0,-1-1 0,0 1 0,1-1 0,6 1 0,-9-2 0,0 0 0,0 0 0,0 0 0,0 0 0,1 0 0,-1 0 0,0-1 0,0 1 0,0-1 0,0 1 0,0-1 0,0 0 0,0 0 0,0 0 0,0 0 0,0 0 0,0 0 0,-1 0 0,1-1 0,0 1 0,-1-1 0,1 1 0,-1-1 0,0 0 0,1 1 0,-1-1 0,0 0 0,0 0 0,0 0 0,0 0 0,0 0 0,-1 0 0,1 0 0,-1 0 0,1-3 0,1-8 0,0 0 0,-1-1 0,-1 1 0,-1-21 0,0 19 0,1 9 0,0-22 0,0 28 0,0-1 0,0 1 0,0-1 0,0 1 0,0 0 0,0-1 0,0 1 0,1-1 0,-1 1 0,0 0 0,0-1 0,0 1 0,1-1 0,-1 1 0,0 0 0,0 0 0,1-1 0,-1 1 0,0 0 0,1-1 0,-1 1 0,0 0 0,1 0 0,-1-1 0,0 1 0,1 0 0,-1 0 0,1 0 0,-1 0 0,0 0 0,1-1 0,-1 1 0,1 0 0,-1 0 0,0 0 0,1 0 0,-1 0 0,1 0 0,-1 0 0,0 1 0,1-1 0,-1 0 0,1 0 0,-1 0 0,0 0 0,1 0 0,-1 1 0,1-1 0,-1 0 0,0 0 0,1 1 0,-1-1 0,1 0 0,5 5 0,1 0 0,-1 0 0,6 6 0,14 11 0,18 10-30,54 37-1305,-88-63-5491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6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309 27 24575,'-17'-8'0,"-9"1"0,-2 0 0,1 3 0,5 4 0,4 1 0,2 4 0,2 1 0,0 2 0,1-1 0,-1 2 0,0-2 0,0-1 0,-1-2 0,1-2 0,-1 0 0,0-2 0,3 0-8191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6.8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290 17 24575,'-18'-5'0,"-8"-1"0,1 2 0,1 2 0,3 4 0,2 4 0,2 1 0,-1 2 0,0 0 0,-2 0 0,-3-1 0,0-2 0,2-2 0,4-2-8191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47.4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42 24575,'32'-9'0,"0"0"0,1 2 0,-1 1 0,65-4 0,-85 10 0,0 2 0,-1 0 0,1 0 0,0 1 0,-1 0 0,0 1 0,0 0 0,0 1 0,0 0 0,-1 1 0,1 0 0,-2 0 0,1 1 0,-1 1 0,0 0 0,0 0 0,-1 0 0,0 1 0,-1 0 0,1 1 0,-2 0 0,0 0 0,6 12 0,-10-16 0,1-1 0,-2 1 0,1 0 0,0-1 0,-1 1 0,0 0 0,-1 0 0,1 0 0,-1 0 0,0 0 0,-2 10 0,1-12 0,0 0 0,0 0 0,0 0 0,0-1 0,-1 1 0,1-1 0,-1 1 0,0-1 0,0 1 0,-1-1 0,1 0 0,-1 0 0,1 0 0,-1 0 0,0-1 0,0 1 0,0-1 0,-6 4 0,-3 0 0,-1-1 0,0 0 0,0-1 0,0 0 0,0-1 0,-1 0 0,1-1 0,-1-1 0,-17 0 0,4-1 0,0-2 0,0-1 0,-45-11 0,43 7 0,-52-22 0,68 23 0,1 0 0,0-1 0,1 0 0,0 0 0,0-1 0,-15-14 0,23 18 8,0 1 0,0-1 0,1 1 0,0-1 0,-1 0 0,1 0 0,0 0 0,1 0 0,-1-1 0,1 1 0,0 0 0,0-1 0,0 1 0,0-7 0,1 4-194,0-1 1,1 1-1,-1 0 0,1-1 1,1 1-1,-1 0 1,6-13-1,0 3-6640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16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1768 19 24575,'7'-11'0,"-7"11"0,0-1 0,0 1 0,0 0 0,0 0 0,0-1 0,0 1 0,0 0 0,0 0 0,0 0 0,0-1 0,0 1 0,0 0 0,0 0 0,0 0 0,-1-1 0,1 1 0,0 0 0,0 0 0,0 0 0,0 0 0,-1-1 0,1 1 0,0 0 0,0 0 0,0 0 0,0 0 0,-1 0 0,1 0 0,0 0 0,0 0 0,-1-1 0,-2 1 0,0-1 0,-1 1 0,1 0 0,0 0 0,-6 0 0,-124 8 0,-63 2 0,-505-9 0,333-2 0,357 2 0,0 0 0,1 1 0,-1 0 0,0 1 0,1 1 0,-14 5 0,-25 8 0,44-16 0,2 0 0,-1 0 0,1 0 0,0 0 0,-1 0 0,1 0 0,0 1 0,0-1 0,-4 4 0,16-8 0,1 1 0,-1 1 0,12-1 0,161-2 0,-42 3 0,742-11-1149,-750 12 1093,-119 0 56,-1 0 0,0 0 0,0 0 0,0 2 0,14 2 0,-22-1 179,-9-1 215,-11 0 193,-267 2-542,158-6-571,-189-6 395,1 1 157,-91 21-96,371-12 69,-100 12 703,131-14-702,1 0 0,-1 1 0,1-1 0,-1 1 0,1-1 0,-1 1 0,1 0 0,0-1 0,-1 1 0,1 0 0,0 0 0,-3 2 0,4-3 0,0 0 0,0 0 0,0 1 0,-1-1 0,1 0 0,0 0 0,0 1 0,0-1 0,0 0 0,0 1 0,0-1 0,-1 0 0,1 0 0,0 1 0,0-1 0,0 0 0,0 1 0,0-1 0,0 0 0,0 1 0,0-1 0,0 0 0,0 1 0,1-1 0,-1 1 0,1 0 0,-1-1 0,1 1 0,-1-1 0,1 1 0,-1 0 0,1-1 0,0 1 0,-1-1 0,1 0 0,-1 1 0,1-1 0,0 0 0,1 1 0,9 3 0,1 0 0,-1-1 0,1 0 0,0-1 0,18 1 0,63-2 0,-86-1 0,584-45-1159,-442 30 1022,522-42 137,-655 55 146,-21 1 197,-28 1 370,24 0-619,-378-1-133,-195 3-548,383 5 587,-85 1 0,245-8 522,78-9-418,-3 5-559,1 1 0,71 6 0,-82 0-6371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17.9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24575,'-1'-4'0,"2"5"0,3 11 0,11 10 0,1-1 0,1 0 0,1-2 0,0 0 0,39 30 0,-1-8 0,62 34 0,-86-57 0,1-2 0,35 13 0,72 18 0,55 23 0,-192-69-95,22 13 322,-25-14-265,1 0-1,-1 1 1,1-1 0,-1 0-1,0 1 1,1-1-1,-1 1 1,1-1 0,-1 0-1,0 1 1,1-1 0,-1 1-1,0 0 1,0-1-1,1 1 1,-1-1 0,0 1-1,0-1 1,0 1-1,0 0 1,0-1 0,1 1-1,-1-1 1,0 1-1,0-1 1,-1 1 0,1 0-1,0-1 1,0 1-1,0-1 1,0 1 0,0 0-1,-1-1 1,1 1 0,0-1-1,0 1 1,-1-1-1,0 2 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49:18.6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96 61 24575,'-1'-1'0,"0"0"0,0 0 0,0-1 0,1 1 0,-1 0 0,0-1 0,1 1 0,-1-1 0,1 1 0,-1-1 0,1 1 0,0-1 0,-1 1 0,1-1 0,0 1 0,0-1 0,0 1 0,0-1 0,1 0 0,-1 1 0,0-1 0,1 1 0,-1-1 0,1 1 0,-1-1 0,1 1 0,0 0 0,1-3 0,-1 3 0,1-1 0,0 0 0,0 1 0,0 0 0,0-1 0,0 1 0,0 0 0,0 0 0,0 0 0,0 0 0,0 1 0,0-1 0,1 1 0,-1-1 0,0 1 0,1 0 0,-1-1 0,5 2 0,13 1 0,0 1 0,0 0 0,26 10 0,-16-5 0,-28-8 0,0 1 0,1-1 0,-1 1 0,0 0 0,0 0 0,0 0 0,0 0 0,0 1 0,0-1 0,4 4 0,-6-5 0,0 0 0,0 0 0,0 0 0,0 1 0,1-1 0,-1 0 0,0 0 0,0 0 0,0 1 0,0-1 0,0 0 0,0 0 0,0 1 0,0-1 0,0 0 0,0 0 0,0 1 0,0-1 0,0 0 0,0 0 0,0 1 0,0-1 0,0 0 0,0 0 0,0 1 0,0-1 0,0 0 0,0 0 0,0 1 0,-1-1 0,1 0 0,0 0 0,0 0 0,0 1 0,-1 0 0,-1-1 0,1 1 0,0 0 0,0 0 0,-1-1 0,1 1 0,0-1 0,-1 0 0,1 1 0,-3-1 0,-8 2 0,0 0 0,-1-2 0,1 0 0,-1 0 0,-16-3 0,-63-15 0,62 11 0,19 4 0,0 0 0,-12-6 0,7 2 0,16 7 0,0 0 0,0 0 0,0 0 0,-1 0 0,1 0 0,0-1 0,-1 1 0,1 0 0,0 0 0,0 0 0,-1 0 0,1 0 0,0 0 0,-1 0 0,1 0 0,0 0 0,0 0 0,-1 0 0,1 0 0,0 0 0,-1 0 0,1 0 0,0 1 0,0-1 0,-1 0 0,1 0 0,0 0 0,0 0 0,-1 0 0,1 1 0,0-1 0,0 0 0,0 0 0,-1 0 0,1 1 0,0-1 0,0 0 0,-1 1 0,2 13 0,8 15 0,18 51 134,-6-14-1633,-17-57-5327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2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11 24575,'-1'-1'0,"0"1"0,0-1 0,1 0 0,-1 0 0,0 0 0,0 1 0,0-1 0,0 1 0,0-1 0,0 0 0,0 1 0,0 0 0,0-1 0,0 1 0,0 0 0,0-1 0,-1 1 0,1 0 0,0 0 0,0 0 0,0 0 0,0 0 0,0 0 0,0 0 0,-2 1 0,1-1 0,1 1 0,0 0 0,0 0 0,0 0 0,0 0 0,0 0 0,0 0 0,0 0 0,1 0 0,-1 0 0,0 0 0,0 0 0,1 1 0,-1-1 0,1 0 0,-1 0 0,1 1 0,0-1 0,-1 0 0,1 1 0,0 1 0,-1 6 0,1 0 0,0 1 0,0-1 0,1 0 0,0 0 0,1 0 0,-1 0 0,6 12 0,4 8 0,16 32 0,6 15 0,-28-63 0,-3-8 0,0 0 0,0-1 0,-1 1 0,1 0 0,-1 1 0,-1-1 0,2 9 0,-2-14-26,0 0 1,0 0-1,0 0 0,0 1 0,0-1 1,0 0-1,0 0 0,0 1 0,0-1 1,0 0-1,0 0 0,0 0 0,0 1 1,0-1-1,0 0 0,0 0 0,0 0 1,-1 1-1,1-1 0,0 0 0,0 0 1,0 0-1,0 1 0,0-1 0,0 0 0,-1 0 1,1 0-1,0 0 0,0 0 0,0 1 1,0-1-1,-1 0 0,1 0 0,0 0 1,0 0-1,0 0 0,-1 0 0,1 0 1,0 0-1,0 0 0,0 0 0,-1 0 1,1 0-1,0 0 0,0 0 0,0 0 0,-1 0 1,1 0-1,0 0 0,0 0 0,-1 0 1,1 0-1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2.6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 24575,'27'-3'0,"-1"0"0,1 2 0,0 1 0,0 1 0,-1 2 0,1 0 0,33 9 0,-42-7 0,-1 1 0,0 0 0,0 2 0,-1-1 0,0 2 0,-1 0 0,0 1 0,0 1 0,-1 0 0,0 1 0,20 23 0,-24-25 0,-1 2 0,-1-1 0,0 1 0,0 0 0,-1 1 0,9 23 0,-14-31 0,0 0 0,-1 1 0,0-1 0,0 0 0,0 0 0,-1 1 0,0-1 0,0 0 0,0 1 0,-1-1 0,1 0 0,-1 1 0,-1-1 0,1 0 0,-1 0 0,1 0 0,-2 0 0,1 0 0,0-1 0,-1 1 0,-4 5 0,0-2 0,-1 1 0,0-1 0,-1 0 0,0-1 0,0 0 0,-1 0 0,0-1 0,0 0 0,0-1 0,-16 6 0,0-2 0,-1 0 0,0-2 0,-34 4 0,48-8-195,-1-1 0,1-1 0,-1 0 0,0-1 0,0 0 0,-21-4 0,23 0-6631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3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24575,'0'10'0,"3"6"0,0 2 0,3 4 0,2 0 0,3 2 0,-1-1 0,1-2 0,1-2 0,0-1 0,-1-2 0,0-1 0,-2 0 0,0-1 0,-4-2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3.2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620 77 24575,'-73'-20'0,"-113"-23"0,152 37 0,1 2 0,-1 1 0,-55 3 0,74 1-136,1 2-1,0-1 1,0 2-1,0 0 1,0 0-1,0 1 1,1 1-1,0 1 0,-20 12 1,20-11-6690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3.6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24575,'0'21'0,"1"-1"0,1 0 0,8 38 0,-7-45 0,2 0 0,-1 0 0,2-1 0,0 0 0,0 0 0,15 20 0,-8-13 0,11 23 0,-23-41 4,-1-1 0,0 1 0,1-1 0,-1 1 0,0-1-1,0 1 1,1 0 0,-1-1 0,0 1 0,0-1 0,0 1 0,0-1-1,0 1 1,0 0 0,0-1 0,0 1 0,0-1 0,0 1 0,0-1 0,0 1-1,0 0 1,0-1 0,0 1 0,0-1 0,-1 1 0,1-1 0,0 1-1,-1-1 1,1 1 0,-1 0 0,0 0-78,1-1-1,-1 0 1,0 1 0,0-1 0,0 0-1,0 1 1,0-1 0,0 0 0,1 0-1,-1 0 1,0 0 0,0 0 0,0 0-1,0 0 1,0 0 0,0 0 0,0-1-1,0 1 1,0 0 0,-8-3-6752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3.9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1 183 24575,'15'-25'0,"5"-11"0,1 1 0,-2 4 0,-2 6 0,-2 9 0,-1 6 0,1 5 0,-1 7 0,-3 4 0,0 2 0,-2 1 0,-3 3 0,-2-1-8191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4.2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 24575,'10'3'0,"5"0"0,4 0 0,0 0 0,0-2 0,-1-2 0,-1-2 0,-1 0 0,0 1 0,-1 0 0,-1-2 0,1 0 0,0 0 0,-1 2 0,1 0 0,-3-1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4.5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24575,'5'8'0,"2"4"0,2 4 0,2 3 0,1 2 0,0 1 0,-1 0 0,1-1 0,1-2 0,-3-1 0,1-2 0,0-1 0,-1 0 0,0 0 0,-2-1 0,0-2 0,-1-6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4.8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585 42 24575,'-28'-8'0,"-14"-2"0,-7 1 0,-1 1 0,6 3 0,3 4 0,4 2 0,2 4 0,3 1 0,1 2 0,-1 2 0,0-1 0,-3 1 0,0-1 0,1-3 0,6-1-8191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5.8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0 24575,'53'9'0,"-23"-5"0,1 2 0,-1 0 0,-1 2 0,36 15 0,-61-21 0,0 0 0,0 1 0,0-1 0,0 1 0,0 0 0,0 0 0,-1 0 0,1 1 0,-1-1 0,0 1 0,0 0 0,-1 0 0,1 0 0,-1 0 0,3 6 0,-4-7 0,0 0 0,0 0 0,0 0 0,-1 0 0,1 0 0,-1 0 0,0 0 0,0 0 0,0 0 0,0 0 0,0 0 0,-1 0 0,1 0 0,-1 0 0,0 0 0,0 0 0,0 0 0,0 0 0,-1-1 0,1 1 0,-1 0 0,1-1 0,-1 1 0,-4 3 0,3-3 0,-1 1 0,0-1 0,0-1 0,0 1 0,0 0 0,0-1 0,0 0 0,-1 0 0,1 0 0,-1-1 0,1 1 0,-1-1 0,-7 1 0,-7 0 0,0-1 0,-21-2 0,23 1 0,3-1 0,1 0 0,-1-1 0,0 0 0,1-1 0,-1 0 0,-14-7 0,23 8 0,0 0 0,0 0 0,0-1 0,0 0 0,0 0 0,0 0 0,1 0 0,0-1 0,0 1 0,0-1 0,0-1 0,0 1 0,1 0 0,-1-1 0,1 0 0,1 1 0,-5-11 0,6 13 0,0 0 0,1 0 0,-1 0 0,1 0 0,0 0 0,0 0 0,0-1 0,0 1 0,0 0 0,0 0 0,0 0 0,1 0 0,-1 0 0,1 0 0,0 0 0,-1 0 0,3-3 0,-1 2 0,0 0 0,0 0 0,1 0 0,-1 1 0,1-1 0,0 1 0,-1-1 0,1 1 0,5-3 0,1 0 0,0 1 0,0 0 0,1 0 0,-1 1 0,1 1 0,16-4 0,-16 5-195,-1-1 0,1 2 0,0-1 0,0 1 0,0 1 0,17 2 0,-17 1-6631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6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352 134 24575,'-32'-22'0,"-66"-41"0,82 54 0,-1 1 0,0 0 0,0 1 0,-22-5 0,36 11 0,0 0 0,0 0 0,0 1 0,0-1 0,-1 1 0,1-1 0,0 1 0,-1 0 0,1 1 0,0-1 0,0 0 0,-1 1 0,1 0 0,0 0 0,0 0 0,0 0 0,0 0 0,0 1 0,0-1 0,0 1 0,0 0 0,1 0 0,-1 0 0,1 0 0,-1 0 0,1 1 0,0-1 0,0 1 0,0-1 0,0 1 0,0 0 0,1 0 0,-1 0 0,1 0 0,0 0 0,0 0 0,0 0 0,-1 4 0,-3 14 0,1 1 0,1 0 0,1 0 0,0 0 0,2 0 0,1 0 0,1 0 0,0 0 0,8 27 0,4 6 0,2 0 0,33 72 0,-28-80-273,2 0 0,1-1 0,3-2 0,64 82 0,-83-118-6553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6.4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340 47 24575,'-30'-8'0,"-15"-2"0,-5 1 0,1 1 0,4 2 0,5 3 0,6 1 0,6 2 0,9 0-8191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7.8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357 46 24575,'-2'-1'0,"-45"-12"0,-1 1 0,-78-7 0,123 18 0,0 1 0,0 0 0,0 0 0,0 1 0,1-1 0,-1 1 0,0-1 0,0 1 0,-4 1 0,7-1 0,-1-1 0,1 0 0,-1 0 0,1 1 0,-1-1 0,1 1 0,-1-1 0,1 0 0,0 1 0,-1-1 0,1 1 0,-1-1 0,1 1 0,0-1 0,0 1 0,-1-1 0,1 1 0,0 0 0,-1 0 0,1 0 0,0 0 0,0 0 0,1 0 0,-1 0 0,0 0 0,0 0 0,0 0 0,1 0 0,-1 0 0,0 0 0,1 0 0,-1 0 0,1 0 0,0 0 0,0 1 0,5 5 0,-1 0 0,1 0 0,1-1 0,-1 0 0,1 0 0,9 5 0,49 28 0,-37-24 0,-22-11 0,30 16 0,-2 1 0,34 28 0,-66-48 0,-1 0 0,1 0 0,-1 1 0,1-1 0,-1 1 0,1-1 0,-1 1 0,0 0 0,0-1 0,0 1 0,0 0 0,0 0 0,0 0 0,-1 0 0,1 0 0,0 0 0,-1 0 0,0 0 0,1 0 0,-1 0 0,0 3 0,-1-3 0,1 0 0,-1 0 0,0 0 0,0-1 0,0 1 0,0 0 0,0-1 0,0 1 0,0-1 0,0 1 0,-1-1 0,1 1 0,-1-1 0,1 0 0,-1 0 0,1 0 0,-1 0 0,0 0 0,0 0 0,1 0 0,-1 0 0,-4 0 0,-4 2 0,0 0 0,0-1 0,0 0 0,-18 0 0,-45-3 0,33-1 0,2 2 0,-56-9 0,82 7-114,-16-3 357,27 5-326,0-1 0,0 0 0,-1 1 0,1-1 0,0 0 0,0 1 0,0-1 0,0 0 0,0 0 0,0 0 0,0 0 0,0 0 0,0 0 0,0 0 0,0 0 0,0 0 0,0-2 0,-2-6-6743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8.3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1 24575,'0'0'0,"-1"0"0,1 0 0,-1 1 0,1-1 0,0 0 0,-1 1 0,1-1 0,-1 0 0,1 0 0,0 1 0,-1-1 0,1 1 0,0-1 0,-1 0 0,1 1 0,0-1 0,0 1 0,-1-1 0,1 1 0,0-1 0,0 1 0,0-1 0,0 1 0,-1-1 0,1 1 0,0-1 0,0 1 0,0-1 0,0 1 0,1 1 0,-1-1 0,1 0 0,-1 1 0,1-1 0,-1 0 0,1 0 0,0 0 0,0 1 0,0-1 0,1 2 0,5 3 0,0 0 0,13 9 0,-16-12 0,14 9 0,1 0 0,0-1 0,1 0 0,39 13 0,-43-19 0,0 0 0,0-1 0,0-1 0,1-1 0,-1 0 0,1-1 0,20-2 0,-35 1 0,1 0 0,-1-1 0,1 1 0,-1 0 0,1-1 0,-1 0 0,1 0 0,-1 0 0,1 0 0,-1 0 0,0 0 0,0 0 0,1-1 0,-1 1 0,0-1 0,0 0 0,-1 0 0,1 1 0,0-1 0,-1 0 0,3-4 0,-2 3 0,-1 0 0,0-1 0,0 1 0,0 0 0,0 0 0,-1-1 0,0 1 0,1 0 0,-1-1 0,0 1 0,0 0 0,-1-1 0,1 1 0,-1 0 0,0 0 0,-1-5 0,0 4 0,1 0 0,-1-1 0,0 1 0,-1 0 0,-3-5 0,6 9 0,0-1 0,-1 1 0,1-1 0,0 1 0,-1-1 0,1 1 0,-1 0 0,1-1 0,-1 1 0,1 0 0,-1-1 0,1 1 0,-1 0 0,1 0 0,-1-1 0,1 1 0,-1 0 0,1 0 0,-1 0 0,0 0 0,0 0 0,0 0 0,1 1 0,-1-1 0,1 0 0,-1 1 0,1-1 0,-1 1 0,1-1 0,-1 1 0,1-1 0,0 1 0,-1-1 0,1 1 0,0-1 0,-1 1 0,1 0 0,0-1 0,0 1 0,-1-1 0,1 1 0,0 0 0,0-1 0,0 2 0,-2 9 0,0 0 0,1 0 0,0 0 0,0 1 0,2-1 0,-1 0 0,1 0 0,5 18 0,4 10 0,15 39 0,-11-38 0,3 8 0,11 37 0,-28-84 0,1 1 0,-1-1 0,1 1 0,-1 0 0,0-1 0,0 1 0,1-1 0,-1 1 0,0-1 0,-1 1 0,1 0 0,0-1 0,0 1 0,-1-1 0,1 1 0,-1-1 0,1 1 0,-1-1 0,1 1 0,-1-1 0,-1 2 0,0-2 0,1 0 0,0 0 0,-1 0 0,0 0 0,1 0 0,-1 0 0,0 0 0,1-1 0,-1 1 0,0-1 0,0 1 0,0-1 0,1 0 0,-1 0 0,0 0 0,0 0 0,0 0 0,-2 0 0,-6-1 14,0 0-1,0-1 1,0-1 0,1 1-1,-1-1 1,-15-8-1,-53-32-870,65 35 254,-2-1-6223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9.0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 24575,'0'0'0,"0"0"0,0 0 0,-1 0 0,1 0 0,0 0 0,0 0 0,0 0 0,0 0 0,0 0 0,0 0 0,0 0 0,0 0 0,0 0 0,-1 0 0,1 0 0,0 0 0,0 0 0,0 0 0,0 1 0,0-1 0,0 0 0,0 0 0,0 0 0,0 0 0,0 0 0,0 0 0,0 0 0,0 0 0,0 0 0,0 1 0,0-1 0,0 0 0,0 0 0,0 0 0,0 0 0,0 0 0,0 0 0,0 0 0,0 0 0,0 1 0,0-1 0,0 0 0,0 0 0,0 0 0,0 0 0,0 0 0,0 0 0,0 0 0,0 0 0,0 0 0,1 1 0,4 7 0,8 9 0,56 45 0,-37-35 0,-22-18 0,1-1 0,0 0 0,1 0 0,17 8 0,-25-14 0,0 0 0,0 0 0,0-1 0,0 0 0,0 1 0,0-2 0,0 1 0,0 0 0,1-1 0,-1 1 0,0-1 0,1-1 0,-1 1 0,0 0 0,0-1 0,1 0 0,-1 0 0,6-2 0,-9 2 0,0 0 0,1 0 0,-1 0 0,0 0 0,1-1 0,-1 1 0,0 0 0,0 0 0,0-1 0,0 1 0,0 0 0,0-1 0,-1 1 0,1-1 0,0 0 0,-1 1 0,1-1 0,-1 1 0,1-1 0,-1 0 0,0 1 0,0-1 0,0 0 0,0 1 0,0-1 0,0-3 0,-2-4 0,0-1 0,0 0 0,-5-13 0,2 9 0,-2-8 0,4 14 0,0 0 0,-2-14 0,8 22 0,3 6 0,7 7 0,6 10 0,4 4 0,38 35 0,-54-56 0,0 0 0,1 0 0,0 0 0,0-1 0,0-1 0,1 1 0,-1-1 0,1-1 0,0 0 0,14 3 0,-21-5 0,-1-1 0,1 1 0,0-1 0,-1 0 0,1 0 0,-1 0 0,1 0 0,0 0 0,-1-1 0,1 1 0,0 0 0,-1-1 0,1 1 0,-1-1 0,1 1 0,-1-1 0,1 0 0,-1 0 0,0 0 0,2-1 0,-2 1 0,1-1 0,-1 0 0,0 1 0,0-1 0,0 0 0,0 0 0,0 0 0,0 0 0,-1 0 0,1 0 0,-1 0 0,1 0 0,-1-1 0,0 1 0,0-2 0,-5-69 0,5 72 0,0 1 0,0 0 0,0-1 0,0 1 0,0-1 0,0 1 0,1 0 0,-1-1 0,0 1 0,0 0 0,0-1 0,0 1 0,0 0 0,0-1 0,1 1 0,-1 0 0,0-1 0,0 1 0,1 0 0,-1-1 0,0 1 0,0 0 0,1 0 0,-1-1 0,0 1 0,1 0 0,-1 0 0,0 0 0,1-1 0,11 3 0,12 14 0,-22-15 0,21 16 0,0-1 0,1-1 0,1-1 0,0-2 0,51 18 0,-52-21-1365,-15-5-5461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09.7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24575,'1'3'0,"0"-1"0,0 1 0,0 0 0,0-1 0,1 1 0,-1-1 0,1 1 0,-1-1 0,1 0 0,0 0 0,0 0 0,3 3 0,2 4 0,7 8 0,-6-6 0,0 0 0,1 0 0,17 14 0,-24-23 0,0 0 0,0 0 0,0-1 0,0 1 0,1-1 0,-1 0 0,1 1 0,-1-1 0,1 0 0,-1-1 0,1 1 0,0 0 0,-1-1 0,1 1 0,0-1 0,-1 0 0,1 0 0,0 0 0,-1 0 0,1 0 0,0-1 0,0 1 0,-1-1 0,4-1 0,-4 1 0,0-1 0,0 1 0,0 0 0,0-1 0,-1 0 0,1 0 0,-1 1 0,1-1 0,-1 0 0,1 0 0,-1 0 0,0 0 0,0-1 0,0 1 0,0 0 0,-1 0 0,1-1 0,0-1 0,1-7 0,0 0 0,1-16 0,-3 27 0,3-22 0,-3 22 0,0-1 0,0 1 0,0 0 0,1 0 0,-1 0 0,0 0 0,0-1 0,0 1 0,0 0 0,0 0 0,0 0 0,0 0 0,1-1 0,-1 1 0,0 0 0,0 0 0,0 0 0,0 0 0,1 0 0,-1 0 0,0 0 0,0-1 0,0 1 0,1 0 0,-1 0 0,0 0 0,0 0 0,0 0 0,1 0 0,-1 0 0,0 0 0,10 9 0,-6-3 0,1 1 0,0-1 0,1 0 0,-1-1 0,1 1 0,1-1 0,7 5 0,-12-9 0,0 0 0,-1 0 0,1 0 0,0 0 0,0 0 0,0-1 0,0 1 0,0-1 0,0 1 0,0-1 0,0 0 0,0 0 0,0 0 0,0 0 0,0 0 0,0 0 0,0-1 0,0 1 0,0-1 0,0 1 0,0-1 0,0 0 0,0 0 0,-1 1 0,1-1 0,0-1 0,0 1 0,-1 0 0,1 0 0,-1-1 0,1 1 0,-1-1 0,0 1 0,2-3 0,2-1 0,-4 2 0,1 1 0,-1 0 0,1-1 0,0 1 0,0 0 0,0 0 0,0 0 0,0 1 0,1-1 0,-1 0 0,1 1 0,-1-1 0,1 1 0,-1 0 0,1 0 0,0 0 0,-1 0 0,1 1 0,0-1 0,4 0 0,4 1 15,1 0 0,-1 0 0,1 1 0,-1 1 0,0 0 0,1 0 0,14 6 0,-3 1-510,-1 0 0,31 19 0,-43-22-6331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0.1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42 224 24575,'2'-6'0,"15"-45"0,17-80 0,-34 127 0,1 1 0,-1 0 0,0-1 0,0 1 0,0 0 0,-1-5 0,1 8 0,0-1 0,0 1 0,0 0 0,0-1 0,-1 1 0,1-1 0,0 1 0,0 0 0,0-1 0,-1 1 0,1-1 0,0 1 0,0 0 0,-1-1 0,1 1 0,0 0 0,-1 0 0,1-1 0,0 1 0,-1 0 0,0-1 0,1 1 0,-1 0 0,0 0 0,1 0 0,-1 0 0,0 0 0,1 0 0,-1 0 0,1 1 0,-1-1 0,0 0 0,1 0 0,-1 0 0,0 1 0,1-1 0,-1 0 0,1 1 0,-1-1 0,1 0 0,-1 1 0,-5 4 0,1-1 0,0 1 0,0 0 0,1 0 0,0 1 0,0-1 0,-7 13 0,4-5 0,0 1 0,-6 23 0,12-34 0,0 0 0,0 0 0,0 0 0,0 0 0,1 0 0,0 1 0,-1-1 0,1 0 0,1 0 0,-1 0 0,0 1 0,1-1 0,-1 0 0,1 0 0,0 0 0,0 0 0,0 0 0,1 0 0,-1 0 0,1 0 0,-1 0 0,1-1 0,0 1 0,0-1 0,0 1 0,1-1 0,-1 0 0,0 0 0,1 0 0,-1 0 0,1 0 0,0-1 0,0 1 0,4 1 0,4 2 0,1-1 0,-1 0 0,1-1 0,0-1 0,-1 0 0,1 0 0,24-1 0,93-2-1365,-117 1-5461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0.8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24575,'16'27'0,"-2"0"0,-1 1 0,-2 1 0,13 47 0,2 4 0,-2-13 0,-9-21 0,2 1 0,34 61 0,-43-95-1365,0-4-5461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1.0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0 24575,'-23'3'0,"-10"0"0,-1 0 0,2 2 0,4 0 0,4 0 0,4-2 0,3-1 0,1-1 0,2 0 0,0-1 0,0 0 0,0-1 0,0 1 0,2 0-8191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1.3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0 126 24575,'3'2'0,"44"27"0,-1 3 0,45 40 0,-113-91 0,-18-19 0,29 24 0,0-1 0,1 0 0,-10-20 0,15 25 0,0 0 0,1-1 0,0 1 0,1-1 0,0 0 0,-1-15 0,3 23-195,1 0 0,0 0 0,0-1 0,0 1 0,1 0 0,0-4 0,2-2-6631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1.5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24575,'0'3'0,"0"3"0,0 3 0,0 2 0,2 0 0,2 0 0,1 1 0,1 1 0,2 3 0,-1 2 0,1 0 0,-1-1 0,1 0 0,-1-1 0,-1-1 0,0-2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1.7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24575,'3'-5'0,"0"1"0,0 3 0,0 5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2.3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32 24575,'1'-2'0,"-1"1"0,0 0 0,0 0 0,0 0 0,0 0 0,0 0 0,0 0 0,0 0 0,-1-1 0,1 1 0,0 0 0,-1 0 0,1 0 0,0 0 0,-1 0 0,0 0 0,1 0 0,-1 0 0,1 0 0,-1 0 0,0 1 0,0-1 0,1 0 0,-1 0 0,0 1 0,0-1 0,0 0 0,0 1 0,0-1 0,0 1 0,0-1 0,0 1 0,0 0 0,0-1 0,0 1 0,0 0 0,-1 0 0,1 0 0,0-1 0,0 1 0,0 0 0,0 1 0,0-1 0,0 0 0,-1 0 0,1 0 0,0 1 0,-2 0 0,-4 1 0,1 1 0,-1-1 0,0 1 0,1 1 0,0-1 0,-8 7 0,9-6 0,-1 1 0,1-1 0,0 1 0,0 1 0,1-1 0,-1 1 0,1 0 0,1 0 0,-6 10 0,7-12 0,1 0 0,-1 0 0,1 0 0,0 0 0,0 0 0,0 1 0,1-1 0,0 0 0,-1 0 0,1 1 0,1-1 0,-1 0 0,1 0 0,-1 0 0,1 1 0,0-1 0,3 5 0,-2-6 0,-1 0 0,1 0 0,0-1 0,0 1 0,0-1 0,1 1 0,-1-1 0,1 0 0,-1 0 0,1 0 0,0 0 0,5 2 0,6 3 0,22 6 0,-15-5 0,13 4 0,1-1 0,38 6 0,73 7 0,-130-21-1365,-2 0-5461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4.1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24575,'5'16'0,"1"0"0,0 0 0,1-1 0,0 0 0,11 15 0,51 65 0,-60-85 0,0 0 0,0 0 0,0-2 0,1 1 0,1-1 0,10 7 0,-15-11 0,1-1 0,-1 0 0,0 0 0,1-1 0,0 0 0,-1 0 0,1 0 0,0-1 0,0 0 0,0 0 0,0-1 0,13 0 0,-18 0 0,0-1 0,0 1 0,0 0 0,-1-1 0,1 1 0,0-1 0,0 0 0,-1 1 0,1-1 0,0 0 0,-1 0 0,1 0 0,-1 0 0,1-1 0,-1 1 0,1 0 0,1-3 0,-1 1 0,-1 0 0,1 1 0,-1-1 0,0 0 0,0 1 0,0-1 0,0 0 0,-1 0 0,1 0 0,0-4 0,-1-3 0,0 1 0,-1-1 0,0 1 0,0 0 0,-1-1 0,-3-9 0,-6-18 0,7 19 0,-1 1 0,-1 0 0,-15-32 0,19 47-1365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4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122 193 24575,'-4'-8'0,"-2"-9"0,-2 0 0,0 1 0,-2 0 0,1 0 0,-20-23 0,28 38 0,-1-1 0,1 1 0,-1-1 0,1 1 0,-1 0 0,0 0 0,1 0 0,-1 0 0,0 0 0,0 0 0,0 0 0,0 0 0,-3 0 0,4 1 0,0 0 0,0 0 0,0 0 0,1 1 0,-1-1 0,0 0 0,0 0 0,1 1 0,-1-1 0,0 1 0,0-1 0,1 0 0,-1 1 0,0-1 0,1 1 0,-1 0 0,0-1 0,1 1 0,-1-1 0,1 1 0,-1 0 0,1 0 0,-1-1 0,1 1 0,0 0 0,-1 0 0,1-1 0,0 1 0,0 0 0,0 0 0,-1 0 0,1-1 0,0 1 0,0 0 0,0 1 0,-1 5 0,1 1 0,0-1 0,0 0 0,0 0 0,1 1 0,0-1 0,0 0 0,1 0 0,0 0 0,0 0 0,1 0 0,0 0 0,0-1 0,0 0 0,1 1 0,0-1 0,0 0 0,1-1 0,9 11 0,-5-8 0,0 1 0,1-1 0,1-1 0,-1 1 0,1-2 0,0 0 0,1 0 0,-1-1 0,1 0 0,19 5 0,-6-4 0,0-1 0,0-2 0,40 2 0,-56-5 0,0 0 0,1-1 0,-1 0 0,0 0 0,0-1 0,0-1 0,0 1 0,0-1 0,-1-1 0,1 0 0,-1 0 0,0 0 0,9-7 0,-14 8 0,0 1 0,0-1 0,-1 0 0,1 0 0,-1 0 0,0 0 0,0-1 0,0 1 0,0-1 0,0 1 0,-1-1 0,1 1 0,-1-1 0,0 0 0,0 0 0,-1 0 0,1 1 0,-1-1 0,0 0 0,0 0 0,0 0 0,0 0 0,-1 0 0,0 0 0,1 1 0,-3-7 0,-1 0 0,1 0 0,-1 1 0,-1-1 0,0 1 0,0 0 0,-1 0 0,0 1 0,-13-15 0,-38-29 0,57 51-3,-1 1 0,1-1 0,-1 1 0,1 0 0,-1-1 0,1 1 0,0-1 0,-1 1 0,1-1 1,-1 1-1,1-1 0,0 1 0,0-1 0,-1 1 0,1-1 0,0 1 0,0-1 0,0 0 0,-1 1 0,1-1 0,0 0 0,0 1 0,0-1 0,0 1 0,0-1 0,1 0 0,-1 0 13,1 1 1,-1-1 0,1 1-1,-1-1 1,1 1-1,0 0 1,-1-1-1,1 1 1,0 0-1,-1-1 1,1 1-1,0 0 1,-1 0-1,1 0 1,0 0-1,0 0 1,-1 0-1,2 0 1,33 3-1496,-18 1-5341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5.0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24 24575,'-8'-2'0,"-59"-16"0,60 17 0,0 0 0,1 0 0,-1 1 0,0 0 0,0 0 0,1 1 0,-14 2 0,18-3 0,0 1 0,0-1 0,0 1 0,0 0 0,0 0 0,0 0 0,0 0 0,0 0 0,1 1 0,-1-1 0,0 0 0,1 1 0,-1-1 0,1 1 0,0 0 0,-1-1 0,1 1 0,-2 3 0,2-2 0,0 0 0,0 0 0,0 0 0,1 0 0,-1 1 0,1-1 0,0 0 0,0 0 0,0 0 0,0 1 0,1 3 0,0 1 0,1 1 0,1-1 0,0 0 0,0 1 0,0-1 0,1 0 0,0-1 0,6 10 0,8 7 0,1-1 0,0-1 0,2-1 0,1 0 0,24 17 0,-41-34 0,3 1 0,0 1 0,-1 1 0,0 0 0,8 9 0,-13-15 0,-1 1 0,0-1 0,0 1 0,0-1 0,-1 1 0,1-1 0,0 1 0,-1 0 0,1 0 0,-1-1 0,1 1 0,-1 3 0,0-4 0,0 1 0,0-1 0,0 0 0,-1 0 0,1 0 0,-1 1 0,1-1 0,-1 0 0,1 0 0,-1 0 0,1 0 0,-1 0 0,0 0 0,0 0 0,0 0 0,1 0 0,-1 0 0,0 0 0,0-1 0,-2 2 0,-1 0 8,0 0-1,0 0 1,0 0-1,0-1 1,0 0-1,0 0 1,-1 0-1,1 0 1,0-1-1,-1 1 1,1-1-1,0 0 1,-1 0-1,1-1 0,-7-1 1,-1 0-305,0-1 0,1-1 0,0 1 0,-17-9 0,15 5-6529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5.2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24575,'12'25'0,"8"8"0,-1 2 0,-3-4 0,-4-3 0,-5-8-8191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5.3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41 24575,'0'-12'0,"0"-2"0,0 4 0,0 6 0,3 6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5.7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62 24575,'2'12'0,"0"0"0,-1 0 0,0 0 0,-1 0 0,-3 21 0,3-28 0,-1-1 0,-1 1 0,1 0 0,-1-1 0,0 1 0,0-1 0,0 1 0,0-1 0,-1 0 0,0 0 0,0 0 0,0-1 0,0 1 0,-1-1 0,1 1 0,-1-1 0,-4 3 0,3-3 0,1 0 0,-1-1 0,0 1 0,0-1 0,0 0 0,-1 0 0,1 0 0,0-1 0,-1 0 0,1 0 0,-9 0 0,10-1 0,0 0 0,1 0 0,-1-1 0,1 1 0,-1-1 0,1 0 0,-1 0 0,1-1 0,-1 1 0,1-1 0,0 1 0,0-1 0,0 0 0,0 0 0,0-1 0,0 1 0,1 0 0,-5-5 0,2 0 0,1 1 0,-1-1 0,1 0 0,1 1 0,-1-2 0,1 1 0,0 0 0,1-1 0,-3-13 0,3 7 0,0 0 0,1-1 0,1 1 0,2-23 0,-2 35-54,0 0-1,1 0 0,-1 0 1,0 0-1,1 0 1,0 0-1,-1 1 0,1-1 1,0 0-1,0 0 1,0 0-1,0 1 0,0-1 1,0 0-1,1 1 0,-1-1 1,0 1-1,1 0 1,-1-1-1,1 1 0,0 0 1,-1 0-1,1 0 1,4-2-1,5 0-6771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6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24575,'5'14'0,"1"5"0,0 1 0,2-2 0,0 1 0,20 32 0,-27-49 0,0-1 0,1 1 0,-1-1 0,0 1 0,1-1 0,-1 1 0,0-1 0,1 0 0,0 0 0,-1 0 0,1 0 0,0 0 0,-1 0 0,1 0 0,0-1 0,0 1 0,0 0 0,0-1 0,3 1 0,-2-1 0,0-1 0,-1 1 0,1 0 0,0-1 0,-1 0 0,1 1 0,-1-1 0,1 0 0,-1 0 0,1-1 0,-1 1 0,4-3 0,1-1 0,-1-1 0,0 1 0,-1-1 0,1 0 0,-1 0 0,-1-1 0,1 1 0,6-14 0,-4 1 0,-5 14 0,0 0 0,0 0 0,0 0 0,1 0 0,5-7 0,-8 10 0,1 1 0,0 0 0,1 0 0,-1 0 0,0 0 0,0 1 0,0-1 0,1 0 0,-1 0 0,0 1 0,1-1 0,-1 1 0,0-1 0,1 1 0,-1-1 0,1 1 0,-1 0 0,1 0 0,-1 0 0,1 0 0,-1 0 0,0 0 0,1 0 0,-1 0 0,4 1 0,1 1 13,1 0 0,0 1 0,-1 0 0,0 0 0,1 1 0,-1-1 0,10 9 0,36 37-1045,-46-43 595,6 7-6389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6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56 24575,'2'-2'0,"0"1"0,0-1 0,1 1 0,-1 0 0,1 0 0,-1 0 0,1 0 0,-1 0 0,1 0 0,-1 1 0,1-1 0,0 1 0,0 0 0,-1 0 0,1 0 0,0 0 0,-1 0 0,1 1 0,0-1 0,2 2 0,7 1 0,-1 0 0,1 1 0,12 6 0,41 23 0,-57-29 0,-2 1 0,1 0 0,0 0 0,-1 0 0,0 1 0,10 13 0,-15-19 0,0 1 0,0 0 0,-1 0 0,1 1 0,0-1 0,-1 0 0,1 0 0,-1 0 0,1 0 0,-1 0 0,0 1 0,1-1 0,-1 0 0,0 0 0,0 1 0,0-1 0,0 0 0,0 0 0,0 1 0,0-1 0,0 0 0,-1 0 0,1 1 0,0-1 0,-1 0 0,0 2 0,-1-2 0,1 1 0,0 0 0,-1-1 0,1 1 0,-1-1 0,0 0 0,0 0 0,1 0 0,-1 1 0,0-2 0,0 1 0,0 0 0,0 0 0,0-1 0,-3 2 0,-6 0 0,0-1 0,0 0 0,0 0 0,0-1 0,0-1 0,0 0 0,0 0 0,0-1 0,0 0 0,-11-5 0,1 0 0,1-1 0,0-1 0,1 0 0,-23-16 0,40 24 0,0 0 0,-1-1 0,1 0 0,0 1 0,1-1 0,-1 0 0,0 0 0,0 0 0,1 0 0,-1 0 0,1-1 0,0 1 0,-1 0 0,1-1 0,0 1 0,1-1 0,-2-2 0,2 2 0,0 1 0,0 0 0,0 0 0,0-1 0,0 1 0,1 0 0,-1-1 0,1 1 0,-1 0 0,1 0 0,0 0 0,0 0 0,0-1 0,0 1 0,0 0 0,0 1 0,1-1 0,-1 0 0,1 0 0,1-1 0,2-2 10,0 0 0,1 1 0,0 0 0,-1 0 0,1 0 0,0 1 0,1 0 0,-1 0 0,0 0 0,1 1 0,11-3 0,-13 4-97,-1 0-1,1 1 1,0 0 0,0-1-1,0 2 1,0-1 0,0 0-1,0 1 1,0 0-1,0 0 1,-1 1 0,1-1-1,0 1 1,-1 0 0,1 0-1,7 6 1,-3-1-6739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7.2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356 209 24575,'-32'-36'0,"-52"-53"0,69 75 0,-1 0 0,0 2 0,-34-21 0,48 31 0,-1 1 0,1 0 0,-1 0 0,0 0 0,0 0 0,1 0 0,-1 0 0,0 0 0,0 1 0,0 0 0,1-1 0,-1 1 0,0 0 0,0 1 0,-6 0 0,7 0 0,-1 0 0,1 0 0,-1 0 0,1 1 0,-1-1 0,1 1 0,0 0 0,0-1 0,0 1 0,0 0 0,0 0 0,0 1 0,0-1 0,1 0 0,-1 0 0,-1 4 0,-4 8 0,0 1 0,1 0 0,1 1 0,0-1 0,-4 26 0,-4 82 0,10-60 0,2-1 0,3 1 0,13 74 0,-10-107 0,1 0 0,2 0 0,1 0 0,2-1 0,1-1 0,0 1 0,3-2 0,25 39 0,-33-58-151,0 1-1,0-2 0,0 1 0,1-1 1,0 0-1,1 0 0,0-1 1,12 6-1,-11-7-6674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7.4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342 90 24575,'-31'-13'0,"-11"-4"0,-5-1 0,2 2 0,2 3 0,7 5 0,4 3 0,5 6 0,5 1 0,6 2-8191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8.4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24575,'-1'-3'0,"2"-17"0,1 16 0,2 10 0,77 200 0,-33-71 0,6 15 0,-44-135 0,-5-14 0,-2-10 0,-2-2 0,-1 0 0,-2-17 0,1 20 0,1 0 0,-1 0 0,1 0 0,1 0 0,-1 0 0,4-14 0,-3 20 0,0 0 0,-1 0 0,1 1 0,0-1 0,0 1 0,0-1 0,0 0 0,0 1 0,0 0 0,0-1 0,0 1 0,1 0 0,-1 0 0,0-1 0,1 1 0,-1 0 0,1 0 0,3-1 0,-3 1 0,1 0 0,0 1 0,0-1 0,0 1 0,0 0 0,0 0 0,-1 0 0,1 0 0,0 0 0,5 1 0,3 2 0,-1 0 0,0 1 0,-1 0 0,1 0 0,12 9 0,175 112 0,-191-122 0,-4-1 0,1-1 0,-1 0 0,0 1 0,1 0 0,-1-1 0,0 1 0,0 0 0,0 0 0,3 4 0,-4-3-1365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9.0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278 75 24575,'-12'-6'0,"-68"-35"0,67 35 0,-1 1 0,1 0 0,-1 1 0,-16-2 0,26 5 0,0 1 0,0 0 0,0 0 0,0 0 0,-1 0 0,1 1 0,0-1 0,0 1 0,0 0 0,0 0 0,1 1 0,-1-1 0,0 1 0,0 0 0,1 0 0,-1 0 0,1 1 0,0-1 0,0 1 0,-4 4 0,5-5 0,0 0 0,0 0 0,0 1 0,1-1 0,-1 1 0,1 0 0,0-1 0,0 1 0,0 0 0,0 0 0,0 0 0,1-1 0,-1 1 0,1 0 0,0 0 0,0 0 0,0 0 0,0 0 0,0 0 0,0 0 0,1 0 0,0 0 0,0 0 0,-1-1 0,2 1 0,-1 0 0,0-1 0,3 5 0,22 37 0,-1 0 0,25 66 0,-22-18 0,-3-7 0,-23-78 0,2 4 0,0-1 0,0 1 0,11 17 0,-13-25 0,0-1 0,0 1 0,0 0 0,1-1 0,-1 0 0,0 1 0,1-1 0,0 0 0,0 0 0,0 0 0,0-1 0,0 1 0,0-1 0,0 0 0,0 0 0,0 0 0,5 1 0,11 0 0,1 0 0,0-2 0,0 0 0,20-3 0,-33 2-136,0 0-1,-1 0 1,1-1-1,0 1 1,-1-1-1,1-1 1,-1 0-1,0 0 0,12-7 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19.5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24575,'0'9'0,"1"1"0,1-1 0,-1 0 0,2 0 0,-1 0 0,1 0 0,1 0 0,4 9 0,0-2 0,1-1 0,0 0 0,17 20 0,-25-34 0,0 0 0,0 1 0,1-1 0,-1 0 0,0 1 0,1-1 0,-1 0 0,0 0 0,1 0 0,-1 0 0,1-1 0,0 1 0,-1 0 0,1-1 0,0 1 0,-1-1 0,1 1 0,0-1 0,0 0 0,-1 0 0,1 1 0,0-1 0,0-1 0,-1 1 0,1 0 0,0 0 0,0-1 0,-1 1 0,3-1 0,-1-1 0,0 0 0,0 1 0,0-1 0,0 0 0,-1-1 0,1 1 0,-1 0 0,1-1 0,-1 1 0,0-1 0,0 0 0,0 0 0,0 0 0,1-4 0,0 0 0,0 1 0,0 0 0,1 0 0,0 0 0,5-7 0,-7 12 0,0-1 0,0 0 0,0 1 0,-1 0 0,2-1 0,-1 1 0,0 0 0,0 0 0,0 0 0,0 0 0,1 0 0,-1 1 0,0-1 0,1 1 0,-1 0 0,1-1 0,-1 1 0,0 0 0,3 1 0,4-1 3,-1 2 0,0-1 0,0 1 0,0 0 0,0 1 0,0 0 0,0 0 1,10 7-1,6 4-58,26 22 0,-4-3-1228,-36-27-5543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0:20.0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64 24575,'1'-1'0,"12"-10"0,1 1 0,1 1 0,28-14 0,-39 21 0,0 1 0,0-1 0,0 1 0,1 0 0,-1 0 0,0 0 0,1 1 0,-1-1 0,0 1 0,1 0 0,-1 1 0,1-1 0,-1 1 0,1-1 0,-1 2 0,0-1 0,0 0 0,0 1 0,1-1 0,3 4 0,0 0 0,1 0 0,-1 1 0,0 0 0,0 1 0,-1 0 0,7 8 0,-9-10 0,-1 1 0,0 0 0,-1-1 0,0 1 0,0 1 0,0-1 0,0 0 0,-1 1 0,2 12 0,0 6 0,-2 1 0,-1 29 0,-1-31 0,0-1 0,2 0 0,5 25 0,8 18 0,32 89 0,-44-148 0,-1-1 0,0 1 0,0 0 0,0-1 0,-1 1 0,0 7 0,-1-12 0,0 0 0,0 0 0,0 0 0,0 0 0,-1 0 0,1 0 0,-1-1 0,1 1 0,-1 0 0,0 0 0,0 0 0,0-1 0,0 1 0,0 0 0,0-1 0,0 1 0,0-1 0,-1 0 0,1 1 0,-1-1 0,1 0 0,-1 0 0,1 0 0,-1 0 0,-3 2 0,-3 1-341,0-1 0,0 0-1,-11 2 1,6-2-6485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6.8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 24575,'0'-1'0,"0"1"0,0-1 0,0 0 0,0 1 0,0-1 0,0 1 0,0-1 0,0 0 0,0 1 0,0-1 0,1 0 0,-1 1 0,0-1 0,0 1 0,1-1 0,-1 1 0,0-1 0,1 1 0,-1-1 0,0 1 0,1-1 0,-1 1 0,1-1 0,-1 1 0,0-1 0,1 1 0,0 0 0,0-1 0,0 1 0,0 0 0,0 0 0,0 0 0,0 0 0,0 0 0,0 0 0,1 0 0,-1 0 0,0 1 0,0-1 0,0 0 0,0 1 0,0-1 0,1 2 0,5 2 0,0 1 0,-1 0 0,7 6 0,132 141 0,10 9 0,74 32 0,-195-165 0,-16-12 0,1-1 0,27 16 0,-45-31 0,0 1 0,0 0 0,0-1 0,0 1 0,0-1 0,0 0 0,0 1 0,0-1 0,0 0 0,1 0 0,-1 1 0,0-1 0,0 0 0,0 0 0,0 0 0,0-1 0,0 1 0,0 0 0,0 0 0,1 0 0,-1-1 0,0 1 0,1-1 0,-1 0 0,1-1 0,-1 1 0,0 0 0,1 0 0,-1-1 0,0 1 0,0-1 0,0 1 0,0-1 0,0 1 0,-1-1 0,1 0 0,0-1 0,2-5 0,-1 1 0,-1-1 0,0 0 0,0 0 0,0-9 0,-1 5 0,0 1 0,0 0 0,-3-19 0,2 26 0,1 0 0,-1 1 0,-1-1 0,1 0 0,-1 1 0,1-1 0,-1 1 0,0 0 0,0 0 0,-1 0 0,-3-5 0,-14-14 0,29 46 0,-7-20 0,5 10 0,0 0 0,-1 0 0,8 30 0,-13-40 0,-1 0 0,1 1 0,-1-1 0,0 1 0,0-1 0,0 1 0,-1-1 0,0 6 0,0-8 0,0 1 0,0-1 0,0 1 0,0-1 0,0 1 0,-1-1 0,1 0 0,-1 0 0,1 1 0,-1-1 0,0 0 0,0 0 0,0-1 0,-3 4 0,1-3 0,0 0 0,0-1 0,1 1 0,-1-1 0,0 1 0,0-1 0,-1 0 0,1-1 0,0 1 0,0-1 0,0 0 0,0 0 0,-5-1 0,-1 1 0,1-2 0,0 1 0,0-1 0,-17-7 0,-27-17 90,37 17-817,-33-13-1,37 18-6098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8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284 131 24575,'-69'-42'0,"-94"-41"0,162 82 0,-1 0 0,1 1 0,0-1 0,-1 1 0,1-1 0,0 1 0,-1-1 0,1 1 0,-1 0 0,1 0 0,-1 0 0,1 0 0,0 0 0,-1 0 0,1 0 0,-1 0 0,-1 1 0,2 0 0,0-1 0,0 1 0,0 0 0,0 0 0,0 0 0,0 0 0,0 1 0,1-1 0,-1 0 0,0 0 0,1 0 0,-1 1 0,0-1 0,1 0 0,0 0 0,-1 1 0,1 1 0,-4 14 0,1 0 0,1 1 0,0-1 0,2 0 0,2 34 0,-1-46 0,0 1 0,0-1 0,1 1 0,-1-1 0,1 0 0,1 1 0,-1-1 0,1 0 0,0-1 0,0 1 0,0 0 0,0-1 0,1 0 0,0 1 0,0-2 0,0 1 0,0 0 0,1-1 0,-1 0 0,7 4 0,-4-4 0,0 0 0,-1 0 0,1 0 0,0-1 0,0 0 0,1 0 0,-1-1 0,0 0 0,1 0 0,-1-1 0,0 0 0,1 0 0,-1 0 0,15-4 0,-19 3 0,-1 0 0,1 0 0,-1 0 0,1 0 0,-1 0 0,1-1 0,-1 1 0,0-1 0,1 1 0,-1-1 0,0 0 0,0 0 0,0 0 0,-1 0 0,1 0 0,0-1 0,-1 1 0,1-1 0,-1 1 0,0-1 0,0 1 0,0-1 0,0 1 0,-1-1 0,2-3 0,-2 1 0,1 1 0,-1 0 0,0-1 0,0 1 0,0 0 0,-1 0 0,1-1 0,-1 1 0,0 0 0,0 0 0,-1 0 0,1 0 0,-1 0 0,0 0 0,-4-6 0,12 31 0,9 4-455,1 0 0,35 41 0,-43-57-6371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9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91 635 24575,'14'-12'0,"-1"0"0,-1-1 0,0 0 0,15-22 0,-23 30 0,-1-1 0,0 1 0,0-1 0,-1 0 0,0 1 0,0-1 0,0 0 0,-1 0 0,1-1 0,-1 1 0,-1 0 0,1 0 0,-1 0 0,-1-1 0,1 1 0,-2-8 0,-8-21 0,-1 1 0,-2 0 0,-2 1 0,-20-35 0,-24-57 0,53 107 0,2 7 0,-1 0 0,-7-13 0,12 23 0,0 1 0,0 0 0,0 0 0,0 0 0,0-1 0,0 1 0,0 0 0,0 0 0,0 0 0,-1-1 0,1 1 0,0 0 0,0 0 0,0 0 0,0 0 0,-1 0 0,1 0 0,0-1 0,0 1 0,0 0 0,-1 0 0,1 0 0,0 0 0,0 0 0,0 0 0,-1 0 0,1 0 0,0 0 0,0 0 0,0 0 0,-1 0 0,1 0 0,0 0 0,0 0 0,0 0 0,-1 0 0,1 0 0,-6 8 0,1 11 0,2 8 0,2 0 0,2 28 0,0-14 0,-1-31 0,1 0 0,0-1 0,1 1 0,0 0 0,1 0 0,0-1 0,0 1 0,1-1 0,0 0 0,1 0 0,9 13 0,-7-12 0,1 0 0,0-1 0,1 0 0,0 0 0,0-1 0,0 0 0,1 0 0,21 11 0,-21-14 0,0 0 0,1 0 0,-1-1 0,1 0 0,0-1 0,1 0 0,-1-1 0,1 0 0,-1 0 0,19-1 0,-25-1 0,-1 0 0,0 0 0,0-1 0,1 1 0,-1-1 0,0 0 0,0 0 0,0 0 0,0-1 0,0 0 0,0 1 0,-1-1 0,1 0 0,-1-1 0,1 1 0,-1-1 0,0 0 0,1 1 0,-1-1 0,-1-1 0,1 1 0,3-5 0,-2 2 0,0 0 0,-1-1 0,1 0 0,-1 0 0,-1 0 0,1 0 0,-1 0 0,0-1 0,1-14 0,-1-4 0,-2-40 0,-1 35 0,0 12 0,0 0 0,-1 1 0,-8-34 0,7 42 0,0-1 0,-1 1 0,-1-1 0,0 1 0,0 0 0,-1 1 0,-11-15 0,16 22 0,0 1 0,-1-1 0,1 1 0,0 0 0,0 0 0,0 0 0,-1 0 0,1 0 0,-1 0 0,1 0 0,-1 0 0,1 0 0,-1 0 0,1 1 0,-1-1 0,0 1 0,1-1 0,-1 1 0,0 0 0,1 0 0,-1 0 0,0-1 0,0 2 0,1-1 0,-1 0 0,0 0 0,-2 1 0,3 0 0,-1 0 0,0 0 0,0 0 0,1 0 0,-1 0 0,0 1 0,1-1 0,-1 1 0,1-1 0,0 1 0,-1-1 0,1 1 0,0 0 0,0 0 0,0 0 0,0-1 0,0 1 0,1 0 0,-1 0 0,1 0 0,-1 0 0,0 3 0,-1 16 0,1 0 0,1 0 0,4 29 0,-3-36 0,2 0 0,0-1 0,0 1 0,2-1 0,-1 0 0,2 0 0,0-1 0,0 1 0,1-1 0,9 11 0,-1-3 0,1 0 0,0-1 0,2-1 0,32 26 0,-36-35-136,1 1-1,0-2 1,1 0-1,-1-1 1,1 0-1,1-2 1,-1 1-1,1-2 0,22 3 1,-26-5-6690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9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24 24575,'-2'-9'0,"-2"-6"0,5 15 0,4 9 0,13 30 0,-3 1 0,-1 0 0,10 46 0,13 39 0,-33-113 0,1 6 0,2 0 0,0-1 0,1 0 0,11 17 0,-16-30 0,0 0 0,0 0 0,0 0 0,1 0 0,-1-1 0,1 1 0,0-1 0,0 0 0,0 0 0,1 0 0,-1-1 0,1 0 0,-1 1 0,1-2 0,0 1 0,0 0 0,0-1 0,0 0 0,10 1 0,9-5-1365,-15 0-5461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09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 0 24575,'-30'5'0,"-13"5"0,1-1-8191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0.4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24575,'16'69'0,"4"0"0,2-2 0,3 0 0,41 77 0,-60-131 0,1 1 0,1-1 0,0-1 0,1 0 0,0 0 0,1-1 0,0 0 0,1 0 0,14 10 0,-23-19 0,-1-1 0,1 0 0,-1-1 0,1 1 0,0 0 0,-1 0 0,1-1 0,0 1 0,0-1 0,0 1 0,-1-1 0,1 0 0,4 0 0,-5 0 0,-1 0 0,1 0 0,0-1 0,0 1 0,0-1 0,0 1 0,0-1 0,-1 1 0,1-1 0,0 1 0,0-1 0,-1 1 0,1-1 0,0 0 0,-1 0 0,1 1 0,-1-1 0,1 0 0,-1 0 0,1 0 0,-1 1 0,0-1 0,1 0 0,-1 0 0,0 0 0,0 0 0,0 0 0,1-2 0,-1-3 0,1-1 0,-1 1 0,-1-1 0,1 1 0,-1-1 0,0 1 0,-1-1 0,0 1 0,-3-9 0,2 5 0,0 1 0,-2-17 0,5 25 0,0 1 0,0 0 0,0 0 0,0-1 0,-1 1 0,1 0 0,0-1 0,0 1 0,0 0 0,0 0 0,0-1 0,0 1 0,1 0 0,-1 0 0,0-1 0,0 1 0,0 0 0,0-1 0,0 1 0,0 0 0,0 0 0,0 0 0,1-1 0,-1 1 0,0 0 0,0 0 0,0-1 0,1 1 0,-1 0 0,0 0 0,0 0 0,0 0 0,1-1 0,-1 1 0,0 0 0,0 0 0,1 0 0,-1 0 0,0 0 0,1 0 0,-1 0 0,0 0 0,0 0 0,1 0 0,-1 0 0,0 0 0,0 0 0,1 0 0,-1 0 0,0 0 0,1 0 0,-1 0 0,0 0 0,0 0 0,1 0 0,-1 0 0,0 1 0,0-1 0,1 0 0,-1 0 0,0 1 0,20 11 0,-16-9 0,8 4 0,0 0 0,0 0 0,1-1 0,-1-1 0,2 0 0,26 6 0,-32-10 0,1 1 0,0-1 0,0-1 0,0 0 0,0 0 0,0 0 0,-1-1 0,1-1 0,0 1 0,0-1 0,-1-1 0,10-3 0,-13 3 0,0 0 0,-1 0 0,1 0 0,-1 0 0,1-1 0,-1 0 0,0 0 0,-1 0 0,1 0 0,-1-1 0,0 1 0,0-1 0,0 0 0,0 0 0,-1 0 0,0 0 0,0 0 0,0 0 0,-1-1 0,0 1 0,0-1 0,0 1 0,-1-1 0,1 1 0,-2-1 0,1 0 0,0 1 0,-1-1 0,0 1 0,0 0 0,-1-1 0,1 1 0,-1 0 0,-1-1 0,1 1 0,-1 1 0,1-1 0,-1 0 0,-6-7 0,6 10 0,1 0 0,0-1 0,-1 1 0,0 0 0,1 1 0,-1-1 0,0 0 0,0 1 0,0-1 0,0 1 0,0 0 0,0 0 0,-1 0 0,1 1 0,-4-1 0,5 1 0,0 0 0,0 0 0,0 0 0,0 0 0,0 1 0,1-1 0,-1 1 0,0-1 0,0 1 0,0 0 0,0 0 0,1 0 0,-1 0 0,0 0 0,1 0 0,-1 0 0,1 1 0,-1-1 0,1 1 0,0-1 0,-1 1 0,1-1 0,0 1 0,0 0 0,0-1 0,-1 4 0,0-1 0,1 0 0,-1 0 0,1 0 0,0 0 0,0 0 0,0 0 0,1 0 0,-1 0 0,1 1 0,0-1 0,0 0 0,0 0 0,1 0 0,0 0 0,-1 1 0,1-1 0,1 0 0,-1 0 0,1 0 0,-1-1 0,1 1 0,0 0 0,1-1 0,-1 1 0,1-1 0,-1 0 0,5 4 0,-1-1 0,1 0 0,0 0 0,1-1 0,-1 0 0,1 0 0,0-1 0,0 0 0,0 0 0,1-1 0,0 0 0,14 3 0,27 2-682,94 4-1,-131-12-6143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1.2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38 166 24575,'13'33'0,"0"-1"0,2 0 0,1-1 0,2-1 0,1 0 0,42 50 0,-56-75 0,-3-2 0,0 0 0,1 0 0,0 0 0,0 0 0,0-1 0,6 5 0,-9-7 0,0 0 0,1 0 0,-1 0 0,0 0 0,1 0 0,-1 0 0,0 0 0,1 0 0,-1 0 0,0 0 0,0 0 0,1 0 0,-1 0 0,0 0 0,1 0 0,-1 0 0,0 0 0,0-1 0,1 1 0,-1 0 0,0 0 0,0 0 0,1 0 0,-1-1 0,0 1 0,0 0 0,1 0 0,-1 0 0,0-1 0,0 1 0,0 0 0,0-1 0,1 1 0,-1 0 0,0 0 0,0-1 0,0 1 0,0 0 0,0-1 0,0 1 0,0 0 0,0 0 0,0-1 0,0 1 0,0 0 0,0-1 0,0 1 0,0 0 0,0-1 0,0 1 0,0-1 0,-2-17 0,0 11 0,0 0 0,-1 0 0,1 0 0,-2 0 0,1 0 0,-5-6 0,-30-39 0,13 19 0,2 0 0,2 0 0,-23-48 0,41 72 0,0 1 0,0 0 0,0-1 0,1 1 0,0-1 0,1 0 0,-1-13 0,2 19 0,0 1 0,0-1 0,0 1 0,1-1 0,-1 1 0,1-1 0,-1 1 0,1-1 0,0 1 0,0-1 0,0 1 0,0 0 0,0 0 0,0-1 0,1 1 0,-1 0 0,1 0 0,0 0 0,-1 0 0,1 1 0,0-1 0,0 0 0,0 1 0,0 0 0,1-1 0,-1 1 0,0 0 0,0 0 0,1 0 0,3-1 0,1 1 0,0 0 0,0 0 0,0 1 0,0 0 0,1 0 0,-1 1 0,0 0 0,0 0 0,0 0 0,0 1 0,11 4 0,-7-1 0,0 0 0,-1 0 0,0 1 0,1 0 0,-2 1 0,13 10 0,-19-15 0,-1 0 0,1 1 0,-1-1 0,0 1 0,0 0 0,0 0 0,-1-1 0,1 1 0,0 0 0,-1 0 0,0 1 0,0-1 0,0 0 0,1 6 0,-2-7 0,0 0 0,0 0 0,0 0 0,0 0 0,-1 0 0,1 0 0,0 0 0,-1 0 0,0 0 0,1 0 0,-1 0 0,0 0 0,0-1 0,0 1 0,0 0 0,0-1 0,-1 1 0,1 0 0,-1-1 0,1 1 0,-1-1 0,1 0 0,-1 0 0,1 1 0,-3 0 0,-4 2 0,0 0 0,0-1 0,0 0 0,0 0 0,-14 2 0,-46 5 0,55-9 0,-87 4-1365,81-5-5461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1.8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24575,'22'29'0,"-1"1"0,-1 1 0,27 56 0,33 106 0,-57-131 0,-23-62 0,1 1 0,-1 0 0,0-1 0,0 1 0,0-1 0,0 1 0,1 0 0,-1-1 0,0 1 0,1-1 0,-1 1 0,0-1 0,1 1 0,-1-1 0,1 1 0,-1-1 0,0 0 0,1 1 0,0-1 0,1-9 0,-4-20 0,-9-15 0,6 28 0,-4-33 0,9 49 0,0-1 0,0 0 0,0 0 0,-1 0 0,1 0 0,0 1 0,0-1 0,1 0 0,-1 0 0,0 0 0,0 1 0,0-1 0,0 0 0,1 0 0,-1 0 0,0 1 0,1-1 0,-1 0 0,1 0 0,-1 1 0,1-2 0,0 2 0,-1 0 0,1 0 0,0 0 0,-1-1 0,1 1 0,-1 0 0,1 0 0,0 0 0,-1 0 0,1 0 0,-1 0 0,1 0 0,0 0 0,-1 0 0,1 1 0,0-1 0,-1 0 0,1 0 0,-1 0 0,1 1 0,0-1 0,5 4 0,0 0 0,-1 0 0,10 8 0,-12-9 0,105 76 0,-104-76-71,14 10-360,1-2-1,28 14 1,-34-20-6395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2.2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0 24575,'-5'0'0,"0"0"0,-1 1 0,1-1 0,0 1 0,0 0 0,0 1 0,0-1 0,0 1 0,0 0 0,1 0 0,-7 4 0,9-5 0,0 1 0,0-1 0,0 1 0,0 0 0,1 0 0,-1 0 0,1 0 0,-1 0 0,1 0 0,0 0 0,0 0 0,0 0 0,0 0 0,0 1 0,0-1 0,1 0 0,-1 1 0,1-1 0,-1 1 0,1-1 0,0 0 0,0 1 0,0-1 0,0 1 0,1-1 0,0 3 0,0 1 0,1 0 0,0 0 0,0 0 0,1 0 0,-1 0 0,1-1 0,1 1 0,6 9 0,-2-6 0,0 0 0,0-1 0,18 14 0,-25-21 0,0 0 0,0 0 0,1 0 0,-1-1 0,0 1 0,0 0 0,0-1 0,1 1 0,-1 0 0,0-1 0,1 0 0,-1 1 0,1-1 0,-1 0 0,0 0 0,1 1 0,-1-1 0,1 0 0,-1 0 0,1-1 0,-1 1 0,0 0 0,1 0 0,-1-1 0,0 1 0,1-1 0,-1 1 0,0-1 0,1 0 0,0 0 0,0-1 0,1 0 0,-1-1 0,0 1 0,0-1 0,-1 1 0,1-1 0,0 1 0,-1-1 0,0 0 0,1 0 0,-1 0 0,0 0 0,0-3 0,1-2 0,-1 0 0,-1 1 0,1-1 0,-1 0 0,-1 0 0,1 1 0,-1-1 0,-1 0 0,1 1 0,-1-1 0,-1 1 0,1-1 0,-1 1 0,-6-9 0,76 104 0,-26-36 0,-33-40-1365,-2-1-5461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2.9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48 24575,'-4'-8'0,"0"-1"0,-1 1 0,-8-11 0,13 19 0,0 0 0,0 0 0,0-1 0,-1 1 0,1 0 0,0 0 0,0 0 0,0-1 0,0 1 0,0 0 0,-1 0 0,1 0 0,0 0 0,0 0 0,0-1 0,-1 1 0,1 0 0,0 0 0,0 0 0,0 0 0,-1 0 0,1 0 0,0 0 0,0 0 0,0 0 0,-1 0 0,1 0 0,0 0 0,0 0 0,0 0 0,-1 0 0,1 0 0,-2 7 0,3 11 0,5 14 0,2-1 0,17 46 0,-21-66 0,0-1 0,0 0 0,-1 0 0,0 1 0,2 18 0,-4-26 0,-1 0 0,0 0 0,0-1 0,-1 1 0,1 0 0,-1 0 0,1-1 0,-1 1 0,0-1 0,0 1 0,0 0 0,0-1 0,0 1 0,0-1 0,-1 0 0,1 0 0,-1 1 0,0-1 0,0 0 0,0 0 0,0 0 0,0-1 0,-4 4 0,2-3 0,1 1 0,0-1 0,-1 0 0,1 0 0,-1 0 0,0-1 0,1 0 0,-1 1 0,0-1 0,0 0 0,0-1 0,0 1 0,0-1 0,0 0 0,0 0 0,-6 0 0,9 0 0,1 0 0,0 0 0,-1 0 0,1-1 0,0 1 0,0 0 0,-1 0 0,1 0 0,0 0 0,0 0 0,-1 0 0,1 0 0,0 0 0,0-1 0,-1 1 0,1 0 0,0 0 0,0 0 0,-1-1 0,1 1 0,0 0 0,0 0 0,0 0 0,0-1 0,-1 1 0,1 0 0,0-1 0,0 1 0,0 0 0,0 0 0,0-1 0,0 1 0,0 0 0,0-1 0,7-7 0,15-4 0,4 2 0,1 1 0,0 2 0,1 1 0,29-3 0,45-11 0,-87 17 0,-1-2 0,0 0 0,1-1 0,22-13 0,-32 16 0,0 0 0,-1-1 0,1 1 0,-1-1 0,0 0 0,0 0 0,0 0 0,-1-1 0,0 0 0,0 1 0,3-7 0,-5 9 0,1-1 0,-2 1 0,1-1 0,0 1 0,-1-1 0,1 1 0,-1-1 0,1 1 0,-1-1 0,0 1 0,0-1 0,-1 0 0,1 1 0,0-1 0,-1 1 0,1-1 0,-1 1 0,0-1 0,0 1 0,0 0 0,0-1 0,-1 1 0,1 0 0,0 0 0,-1 0 0,-2-3 0,-2-1 0,1 0 0,-1 1 0,-1 0 0,1 0 0,-1 0 0,0 1 0,0 0 0,0 0 0,0 0 0,-1 1 0,0 0 0,-14-2 0,21 4 0,0 1 0,-1 0 0,1 0 0,-1 0 0,1 0 0,-1 0 0,1 1 0,-1-1 0,1 0 0,-1 1 0,1-1 0,-1 1 0,1-1 0,0 1 0,-1 0 0,1 0 0,0-1 0,0 1 0,-1 0 0,-1 2 0,1 0 0,1-1 0,-1 1 0,1-1 0,-1 1 0,1-1 0,0 1 0,0 0 0,0 0 0,0-1 0,0 5 0,0 2 0,0-1 0,1 1 0,0 0 0,0 0 0,1 0 0,2 11 0,-1-15 0,-1 0 0,1 0 0,0 0 0,1 0 0,-1 0 0,1-1 0,0 1 0,0-1 0,0 0 0,1 0 0,0 0 0,-1 0 0,1-1 0,0 0 0,1 1 0,-1-1 0,1-1 0,-1 1 0,11 3 0,4 1 0,0 0 0,0-2 0,39 6 0,-29-7-455,0-2 0,33-2 0,-50 0-6371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3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24575,'5'13'0,"4"6"0,1 3 0,1 0 0,1-4 0,-2-2 0,1-2 0,0-3 0,1 0 0,-1-3-8191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4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24575,'0'-3'0,"0"2"0,0 4 0,0 4 0,0 2 0,0 1-8191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4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1 24575,'-7'0'0,"0"1"0,-1-1 0,1 1 0,0 1 0,0-1 0,0 1 0,0 1 0,0-1 0,-7 5 0,13-6 0,-1 0 0,0 0 0,1 0 0,-1 1 0,0-1 0,1 0 0,0 1 0,-1-1 0,1 1 0,0-1 0,0 1 0,0 0 0,0-1 0,0 1 0,-1 3 0,2-3 0,-1 0 0,1 0 0,0 0 0,0 0 0,0 0 0,0 0 0,1 0 0,-1 0 0,1 0 0,-1 0 0,1 0 0,-1 0 0,1 0 0,0 0 0,0 0 0,0 0 0,0-1 0,2 3 0,6 7 0,-1 0 0,1-1 0,1-1 0,21 18 0,48 27 0,-15-12 0,-63-42 0,0 1 0,0 0 0,0-1 0,0 1 0,0 0 0,0 0 0,0 0 0,0 0 0,0 0 0,0 0 0,-1 0 0,1 0 0,0 0 0,-1 1 0,1-1 0,-1 0 0,1 0 0,-1 1 0,1-1 0,-1 0 0,0 0 0,0 1 0,0-1 0,0 3 0,0-3 0,-1 0 0,0 0 0,1 0 0,-1 1 0,0-1 0,0 0 0,1 0 0,-1 0 0,0-1 0,0 1 0,0 0 0,0 0 0,0 0 0,-1-1 0,1 1 0,0 0 0,0-1 0,0 1 0,-1-1 0,1 0 0,0 1 0,-1-1 0,1 0 0,0 0 0,-2 0 0,-15 2-227,1-1-1,-1-1 1,1-1-1,-1 0 1,-19-5-1,18 3-6598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4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24575,'0'2'0,"0"4"0,0 3 0,0 3 0,3-1 0,0 0 0,3 1 0,2 1 0,1 0 0,0-1 0,2-1 0,1 1 0,2-2 0,-3-3-8191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5.0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24575,'0'2'0,"0"4"0,3 3 0,0 3 0,0 1 0,0-1-8191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5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24575,'0'1'0,"0"0"0,0 1 0,1-1 0,-1 0 0,1 1 0,0-1 0,-1 0 0,1 0 0,0 0 0,-1 1 0,1-1 0,0 0 0,0 0 0,0 0 0,2 1 0,19 15 0,-14-11 0,-1-1 0,0 1 0,1-1 0,0 0 0,0-1 0,0 0 0,10 4 0,-16-7 0,1-1 0,-1 1 0,1-1 0,-1 1 0,1-1 0,-1 0 0,1 0 0,-1 0 0,1 0 0,-1 0 0,1-1 0,-1 1 0,0-1 0,1 0 0,-1 0 0,1 1 0,-1-1 0,0-1 0,0 1 0,0 0 0,0 0 0,0-1 0,0 0 0,0 1 0,0-1 0,0 0 0,1-2 0,-1 1 0,1-1 0,-1 0 0,0 0 0,0 0 0,-1 0 0,1 0 0,-1 0 0,0 0 0,1-8 0,-1 7 0,0 1 0,0-1 0,1 0 0,-1 1 0,1-1 0,4-7 0,-5 10 0,0 1 0,1-1 0,-1 1 0,1-1 0,0 1 0,-1-1 0,1 1 0,0 0 0,0 0 0,0 0 0,0 0 0,0 0 0,0 1 0,0-1 0,0 0 0,0 1 0,0-1 0,0 1 0,0 0 0,1 0 0,-1 0 0,0 0 0,0 0 0,0 0 0,0 1 0,0-1 0,4 2 0,5 1 0,1 1 0,-1 1 0,18 9 0,-22-11 0,36 18 0,-9-5 0,39 25 0,-71-40-151,0 0-1,0 1 0,0 0 0,0-1 1,0 1-1,0 0 0,-1 0 1,2 3-1,2 3-6674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6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49 24575,'-1'-2'0,"0"-2"0,0 0 0,1 0 0,-1 1 0,1-1 0,-1 0 0,1 0 0,0 0 0,1 0 0,-1 0 0,2-4 0,-2 8 0,0 0 0,1 0 0,-1 0 0,0 0 0,0 0 0,1 0 0,-1 0 0,0 0 0,1 0 0,-1 0 0,0 0 0,1 0 0,-1 1 0,0-1 0,0 0 0,1 0 0,-1 0 0,0 0 0,1 0 0,-1 1 0,0-1 0,0 0 0,0 0 0,1 0 0,-1 1 0,0-1 0,0 0 0,0 0 0,1 1 0,-1-1 0,0 0 0,0 0 0,0 1 0,8 10 0,8 20 0,18 47 0,-9-21 0,5 11 0,34 73 0,-63-140 0,-1 0 0,0 0 0,1 0 0,-1 0 0,1 0 0,-1 0 0,1 0 0,0-1 0,-1 1 0,1 0 0,0 0 0,-1-1 0,1 1 0,0 0 0,0-1 0,0 1 0,0-1 0,1 1 0,-1-1 0,-1 0 0,1 0 0,-1 0 0,1 0 0,-1 0 0,1 0 0,-1-1 0,1 1 0,-1 0 0,1 0 0,-1-1 0,1 1 0,-1 0 0,0-1 0,1 1 0,-1 0 0,1-1 0,-1 1 0,0-1 0,1 1 0,-1-1 0,0 1 0,0-1 0,1 0 0,2-6 0,0 0 0,-1-1 0,4-12 0,-4 12 0,-2 6 0,3-9 0,0 0 0,0 0 0,1 0 0,1 1 0,7-13 0,-11 21 0,1-1 0,-1 1 0,1 1 0,-1-1 0,1 0 0,0 0 0,0 1 0,0-1 0,0 1 0,0-1 0,0 1 0,0 0 0,0 0 0,1 0 0,-1 0 0,0 0 0,1 1 0,-1-1 0,1 0 0,-1 1 0,1 0 0,-1 0 0,1 0 0,-1 0 0,1 0 0,-1 0 0,1 1 0,-1-1 0,0 1 0,4 1 0,1 0 0,0 1 0,0 0 0,-1 1 0,1-1 0,-1 1 0,9 7 0,34 34 0,-16-13 0,-12-12-1365,-15-12-5461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7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63 340 24575,'2'-3'0,"8"-29"0,0 1 0,5-39 0,-13 61 0,-1-1 0,-1 1 0,1 0 0,-1 0 0,-1 0 0,0 0 0,0 0 0,-1 0 0,0 0 0,0 0 0,-1 0 0,-8-15 0,11 22 0,-1 1 0,1 0 0,-1 0 0,0 0 0,1 0 0,-1 0 0,0 0 0,0 0 0,0 0 0,0 0 0,0 0 0,0 0 0,0 1 0,0-1 0,0 0 0,0 1 0,0-1 0,-1 1 0,1-1 0,0 1 0,0-1 0,-1 1 0,1 0 0,0 0 0,0 0 0,-2 0 0,1 0 0,0 1 0,0-1 0,0 1 0,0 0 0,0 0 0,0 0 0,1 0 0,-1 0 0,0 0 0,0 0 0,1 0 0,-1 1 0,1-1 0,-1 1 0,-1 3 0,0-2 0,0 1 0,1 0 0,0 0 0,0 0 0,0 0 0,0 0 0,1 1 0,-1-1 0,1 1 0,0-1 0,0 1 0,1-1 0,0 1 0,-1-1 0,1 1 0,1-1 0,-1 1 0,1-1 0,0 1 0,0-1 0,0 1 0,0-1 0,1 0 0,0 1 0,0-1 0,0 0 0,0 0 0,1 0 0,-1-1 0,1 1 0,0-1 0,0 1 0,1-1 0,-1 0 0,7 4 0,2 0 0,1-1 0,0-1 0,1 0 0,-1-1 0,1 0 0,0-1 0,19 2 0,101 0 0,-124-5 0,25 1 0,-18 0 0,1-1 0,0-1 0,0 0 0,-1-1 0,23-6 0,-39 8 0,0-1 0,1 1 0,-1 0 0,0-1 0,1 1 0,-1-1 0,0 0 0,1 1 0,-1-1 0,0 0 0,0 0 0,0 0 0,0 0 0,0 0 0,0 0 0,0 0 0,0 0 0,0 0 0,0 0 0,-1-1 0,1 1 0,0 0 0,-1 0 0,1-1 0,-1 1 0,0-1 0,1 1 0,-1 0 0,0-1 0,0 1 0,0-1 0,0 1 0,0 0 0,0-1 0,0 1 0,0-1 0,-1 1 0,1 0 0,0-1 0,-1 1 0,1 0 0,-1-1 0,-1-1 0,-2-6 0,-2 0 0,1 0 0,-1 0 0,-12-12 0,14 16 0,-9-11 0,6 9 0,0-1 0,1 0 0,0 0 0,-5-10 0,10 15 0,-1 1 0,1-1 0,0 0 0,1 1 0,-1-1 0,0 0 0,1 1 0,-1-1 0,1 0 0,0 0 0,0 0 0,0 0 0,1 1 0,-1-1 0,0 0 0,1 0 0,0 1 0,0-1 0,1-4 0,-1 6 5,0 0 0,0-1 0,0 1-1,0-1 1,0 1 0,0 0 0,0 0 0,0 0-1,0 0 1,0 0 0,1 0 0,-1 0 0,1 0-1,-1 0 1,0 1 0,1-1 0,-1 0-1,1 1 1,-1-1 0,1 1 0,0 0 0,-1-1-1,1 1 1,1 0 0,1 0-140,-1 0 0,0 1 0,1-1 0,-1 1 0,0-1 0,1 1 0,-1 0 0,0 0 0,0 1 0,4 1 0,4 4-6691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18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46 206 24575,'1'-3'0,"1"-1"0,-1 1 0,0 0 0,1 0 0,-1-1 0,1 1 0,3-4 0,21-26 0,8 3 0,-27 25 0,-1 0 0,0 0 0,0-1 0,0 0 0,-1 0 0,8-11 0,-12 16 0,0 0 0,-1 0 0,1 0 0,-1-1 0,1 1 0,-1 0 0,1 0 0,-1-1 0,0 1 0,1 0 0,-1-1 0,0 1 0,0 0 0,0-1 0,0 1 0,0 0 0,0-1 0,-1 1 0,1 0 0,0-1 0,-1 1 0,1 0 0,-1-2 0,-1 1 0,1 1 0,-1-1 0,1 0 0,-1 0 0,0 1 0,1-1 0,-1 1 0,0 0 0,0-1 0,0 1 0,0 0 0,-3-1 0,-1 0 0,-1 0 0,1 0 0,0 0 0,0 1 0,-1 0 0,1 1 0,0-1 0,-1 1 0,-6 1 0,9-1 0,0 1 0,0 0 0,1 0 0,-1 1 0,1-1 0,-1 1 0,1-1 0,0 1 0,-1 0 0,1 0 0,0 1 0,0-1 0,0 0 0,1 1 0,-1 0 0,1 0 0,-1 0 0,1 0 0,0 0 0,0 0 0,0 1 0,0-1 0,1 1 0,0-1 0,-1 1 0,1-1 0,1 1 0,-2 5 0,1-3 0,1-1 0,0 1 0,0 0 0,0-1 0,1 1 0,-1 0 0,1-1 0,1 1 0,-1-1 0,1 1 0,0-1 0,0 0 0,0 0 0,1 1 0,0-2 0,0 1 0,0 0 0,7 6 0,-3-4 0,1 0 0,0-1 0,1 0 0,0-1 0,0 1 0,0-2 0,0 1 0,12 3 0,-1-2 0,0 0 0,0-2 0,22 3 0,45 5-1365,-74-10-5461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0.2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24575,'0'-1'0,"0"1"0,0-1 0,1 1 0,-1-1 0,0 0 0,1 1 0,-1-1 0,1 1 0,-1-1 0,1 0 0,-1 1 0,1 0 0,-1-1 0,1 1 0,-1-1 0,1 1 0,-1-1 0,1 1 0,0 0 0,-1 0 0,1-1 0,0 1 0,-1 0 0,1 0 0,0 0 0,-1 0 0,2 0 0,23-3 0,-22 3 0,33 0 0,1 2 0,0 1 0,50 12 0,-58-9 0,476 72 0,-449-70 0,60 12 0,-113-19-1365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123 143 24575,'-1'-1'0,"0"0"0,0 0 0,0 0 0,1 0 0,-1 0 0,0 0 0,0 0 0,1-1 0,-1 1 0,0 0 0,1 0 0,0 0 0,-1-1 0,1 1 0,0 0 0,-1-1 0,1 1 0,0 0 0,0-1 0,0 1 0,0 0 0,0-1 0,1 1 0,-1 0 0,0-1 0,0 1 0,1 0 0,-1-1 0,1 1 0,0 0 0,-1 0 0,1 0 0,0 0 0,-1-1 0,1 1 0,0 0 0,0 0 0,0 1 0,1-2 0,3-3 0,0 1 0,1 0 0,-1 0 0,1 1 0,0-1 0,8-2 0,35-12 0,1 2 0,52-8 0,-73 17 0,-29 7 0,0 0 0,0 0 0,0 0 0,0 1 0,0-1 0,0 0 0,0 0 0,0 0 0,0 0 0,0 0 0,0 0 0,0 0 0,0 0 0,0 0 0,0 0 0,0 0 0,0 0 0,0 0 0,0 0 0,0 1 0,0-1 0,0 0 0,0 0 0,0 0 0,0 0 0,0 0 0,0 0 0,0 0 0,0 0 0,0 0 0,0 0 0,1 0 0,-1 0 0,0 0 0,0 0 0,0 0 0,0 0 0,0 0 0,0 0 0,0 0 0,0 0 0,0 0 0,0 0 0,0 0 0,0 0 0,0 0 0,1 0 0,-1 0 0,0 0 0,0 0 0,0 0 0,0 0 0,0 0 0,0 0 0,0 0 0,0 0 0,0 0 0,0 0 0,0-1 0,-7 7 0,-11 7 0,-11 3 0,0 0 0,-1-2 0,-56 18 0,-100 13 0,186-45 0,-1 0 0,0 0 0,0 0 0,0 0 0,0 0 0,0 1 0,0-1 0,0 0 0,0 1 0,0-1 0,0 1 0,0-1 0,1 1 0,-1-1 0,0 1 0,0 0 0,1-1 0,-1 1 0,0 1 0,0-2 0,1 1 0,0 0 0,0-1 0,0 1 0,0-1 0,0 1 0,0 0 0,0-1 0,0 1 0,1-1 0,-1 1 0,0 0 0,0-1 0,0 1 0,1-1 0,-1 1 0,0-1 0,1 1 0,-1-1 0,0 1 0,1-1 0,-1 1 0,1-1 0,4 5 0,1 0 0,0 0 0,12 7 0,-12-8 0,96 59 106,-43-27-1577,-50-31-5355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2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116 223 24575,'-2'3'0,"0"-1"0,-1 0 0,1 1 0,1-1 0,-1 1 0,0 0 0,1 0 0,-1 0 0,1 0 0,0 0 0,0 0 0,0 0 0,0 0 0,0 0 0,1 0 0,0 0 0,-1 1 0,1-1 0,0 0 0,1 0 0,-1 0 0,0 0 0,1 1 0,2 4 0,-2-3 0,1-1 0,0 0 0,1 0 0,-1 0 0,1 0 0,0 0 0,0-1 0,0 1 0,0-1 0,0 0 0,1 0 0,0 0 0,-1 0 0,1 0 0,0-1 0,7 3 0,-10-4 0,0-1 0,-1 1 0,1-1 0,0 0 0,0 1 0,0-1 0,-1 0 0,1 0 0,0 1 0,0-1 0,0 0 0,0 0 0,0 0 0,0 0 0,-1 0 0,2 0 0,-2-1 0,0 1 0,0 0 0,1-1 0,-1 1 0,0-1 0,0 1 0,0 0 0,0-1 0,0 1 0,-1 0 0,1-1 0,0 1 0,0 0 0,0-1 0,0 1 0,0 0 0,0-1 0,-1 1 0,1 0 0,0-1 0,0 1 0,0 0 0,-1 0 0,1-1 0,-1 1 0,-22-26 0,-6-3 0,2 0 0,2-2 0,-38-58 0,65 92 0,1 0 0,-1-1 0,0 1 0,1-1 0,-1 0 0,1 0 0,0 0 0,-1 0 0,7 3 0,0-1 0,0 0 0,0-1 0,11 3 0,1-2 0,0 0 0,38 0 0,-43-4 0,-1 0 0,1-1 0,-1-1 0,1-1 0,-1 0 0,0-1 0,0-1 0,0 0 0,-1-1 0,0 0 0,19-13 0,-29 16 0,0 0 0,0 0 0,-1 0 0,0-1 0,0 0 0,0 0 0,0 0 0,0 0 0,-1 0 0,1 0 0,-1-1 0,0 1 0,-1-1 0,1 1 0,-1-1 0,0 0 0,0 0 0,0-6 0,-1 8 0,0 0 0,0 1 0,0-1 0,0 0 0,-1 0 0,1 1 0,-1-1 0,0 0 0,0 1 0,0-1 0,0 1 0,0-1 0,0 1 0,-1-1 0,1 1 0,-1 0 0,0 0 0,0-1 0,1 1 0,-2 1 0,1-1 0,0 0 0,0 0 0,0 1 0,-1-1 0,1 1 0,-1 0 0,1 0 0,-1 0 0,1 0 0,-1 0 0,-5 0 0,5 0 0,0 0 0,0 1 0,0 0 0,1 0 0,-1 0 0,0 0 0,0 0 0,0 0 0,0 1 0,0-1 0,1 1 0,-1 0 0,0 0 0,0 0 0,1 0 0,-1 1 0,-3 1 0,3 0 0,0-1 0,1 1 0,-1 0 0,1-1 0,-1 1 0,1 0 0,0 1 0,0-1 0,0 0 0,0 1 0,1-1 0,-2 4 0,1 0 0,0-1 0,1 0 0,0 1 0,0-1 0,0 1 0,1 0 0,0-1 0,0 1 0,1-1 0,0 1 0,0-1 0,0 1 0,1-1 0,0 0 0,3 7 0,-2-7 0,1 0 0,1 0 0,-1-1 0,1 0 0,0 1 0,0-2 0,0 1 0,1-1 0,0 0 0,-1 0 0,10 4 0,1 0 0,0-1 0,0 0 0,25 6 0,-21-8-151,1 0-1,-1-2 0,1 0 0,0-2 1,0 0-1,0-1 0,0-1 1,26-5-1,-31 3-6674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3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159 457 24575,'-25'0'0,"-38"1"0,57-1 0,1 1 0,-1 0 0,1 0 0,0 1 0,0-1 0,0 1 0,-1 0 0,-7 5 0,12-6 0,0-1 0,0 1 0,0 0 0,0-1 0,0 1 0,0 0 0,0 0 0,1 0 0,-1 0 0,0 0 0,1 0 0,-1 0 0,0 0 0,1 0 0,0 0 0,-1 0 0,1 0 0,-1 0 0,1 0 0,0 0 0,0 3 0,0-2 0,0-1 0,0 1 0,1 0 0,-1 0 0,1 0 0,0 0 0,-1 0 0,1-1 0,0 1 0,0 0 0,2 3 0,2 1 0,0-1 0,0 1 0,1-1 0,0 0 0,9 6 0,-7-5 0,0-2 0,1 1 0,13 5 0,-20-9 0,1-1 0,-1 1 0,0-1 0,1 1 0,-1-1 0,0 0 0,1 0 0,-1 0 0,3 0 0,-4 0 0,0 0 0,0 0 0,-1-1 0,1 1 0,0 0 0,0-1 0,0 1 0,-1-1 0,1 1 0,0-1 0,0 1 0,-1-1 0,1 1 0,0-1 0,-1 0 0,1 1 0,-1-1 0,1 0 0,-1 0 0,1 1 0,-1-1 0,1 0 0,0-1 0,-1 0 0,0 1 0,0-1 0,0 1 0,1 0 0,-1-1 0,-1 1 0,1-1 0,0 1 0,0-1 0,0 1 0,-1 0 0,1-1 0,-1 1 0,1 0 0,-1-1 0,0 1 0,1 0 0,-1 0 0,0-1 0,-1 0 0,1 0 0,4 7 0,1-1 0,0 0 0,1 0 0,-1 0 0,1 0 0,-1 0 0,1-1 0,0 0 0,0 0 0,1 0 0,9 3 0,-4-2 0,0-1 0,0 0 0,1-1 0,-1 0 0,15 0 0,-14-1 0,0-1 0,-1-1 0,1 0 0,0-1 0,-1 0 0,1 0 0,-1-2 0,1 1 0,-1-1 0,0-1 0,-1 0 0,14-9 0,-20 12 0,-1-1 0,1 0 0,-1-1 0,0 1 0,0 0 0,0-1 0,0 0 0,-1 0 0,0 0 0,0 0 0,0 0 0,0 0 0,0-1 0,-1 1 0,0 0 0,0-1 0,0 1 0,0-1 0,-1 0 0,1 1 0,-1-1 0,-1-7 0,-1-6 0,-1-1 0,-1 1 0,0 0 0,-8-20 0,-42-94 0,34 89 0,-24-79 0,41 107 0,3 11 0,-1 0 0,0 0 0,0 0 0,0 0 0,-3-5 0,4 8 0,-1 0 0,0 0 0,1 0 0,-1 0 0,1 1 0,-1-1 0,0 0 0,0 1 0,1-1 0,-1 0 0,0 1 0,0-1 0,0 1 0,0-1 0,0 1 0,0-1 0,1 1 0,-1 0 0,0 0 0,0-1 0,0 1 0,0 0 0,0 0 0,0 0 0,0 0 0,-2 0 0,0 1 0,0-1 0,0 0 0,0 1 0,1-1 0,-1 1 0,0 0 0,0 0 0,1 0 0,-1 0 0,1 0 0,-1 1 0,1-1 0,-1 1 0,1 0 0,0-1 0,-4 5 0,4-3 0,1-1 0,-1 1 0,1-1 0,0 1 0,0 0 0,0 0 0,0-1 0,0 1 0,1 0 0,-1 0 0,1 0 0,0 0 0,0 0 0,0 0 0,0-1 0,1 7 0,4 23 0,2 1 0,1-2 0,19 51 0,-20-65 0,0-2 0,1 1 0,1-1 0,0 0 0,2-1 0,-1 0 0,1-1 0,21 19 0,-15-17 24,1-2 0,1 1 0,0-2 0,30 14 0,-35-19-210,0-2 1,0 0-1,0 0 0,1-1 1,0-1-1,0-1 1,24 2-1,-24-4-6640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3.8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5 149 24575,'-4'-3'0,"5"8"0,8 10 0,-7-13 0,55 82 0,-48-70 0,1 0 0,0-1 0,1-1 0,0 1 0,1-2 0,1 0 0,-1 0 0,21 12 0,-32-22 0,0-1 0,0 1 0,-1 0 0,1-1 0,0 1 0,0-1 0,0 0 0,0 1 0,0-1 0,0 0 0,0 1 0,0-1 0,0 0 0,0 0 0,0 0 0,0 0 0,0 0 0,1 0 0,-1 0 0,0 0 0,0-1 0,0 1 0,0 0 0,0-1 0,0 1 0,0 0 0,-1-1 0,1 1 0,0-1 0,0 0 0,0 1 0,0-1 0,0 0 0,-1 1 0,1-1 0,0 0 0,-1 0 0,1 0 0,-1 0 0,1 1 0,-1-1 0,1 0 0,-1 0 0,1 0 0,-1-2 0,3-5 0,-1-1 0,0 1 0,0-1 0,0-13 0,-1 14 0,10-81 0,7-88 0,-18 175-116,0-15 366,0 17-312,0-1-1,0 1 1,0-1-1,0 1 1,0-1-1,0 1 1,0-1-1,0 1 1,0-1-1,-1 1 1,1-1 0,0 1-1,0-1 1,0 1-1,-1-1 1,1 1-1,0 0 1,-1-1-1,1 1 1,-1-1-1,1 1 1,0 0-1,-1-1 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5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182 485 24575,'-2'-1'0,"-21"-5"0,-30-5 0,47 11 0,0-1 0,-1 1 0,1-1 0,-1 2 0,1-1 0,0 1 0,-1 0 0,1 0 0,-11 4 0,15-4 0,1 0 0,-1 0 0,0-1 0,0 1 0,1 0 0,-1 1 0,1-1 0,-1 0 0,1 0 0,-1 1 0,1-1 0,0 1 0,0-1 0,-1 1 0,1-1 0,0 1 0,1 0 0,-1 0 0,-1 2 0,1-1 0,1 0 0,0 0 0,-1-1 0,1 1 0,0 0 0,0 0 0,1 0 0,-1 0 0,1 0 0,-1 0 0,3 4 0,0 1 0,0-1 0,0 1 0,1-1 0,1-1 0,-1 1 0,1 0 0,0-1 0,9 9 0,-10-11 0,0-1 0,0 0 0,1 0 0,-1 0 0,1 0 0,-1 0 0,1-1 0,0 0 0,9 2 0,-12-3 0,0-1 0,0 1 0,-1-1 0,1 0 0,0 0 0,0 0 0,0 0 0,0-1 0,0 1 0,0 0 0,0-1 0,0 0 0,0 1 0,0-1 0,0 0 0,-1 0 0,1 0 0,0 0 0,-1 0 0,1 0 0,0 0 0,-1-1 0,0 1 0,1 0 0,-1-1 0,0 0 0,1 1 0,0-4 0,1 1 0,-1-1 0,-1 1 0,1-1 0,0 1 0,-1-1 0,0 0 0,0 1 0,0-9 0,-2-38 0,1 62 0,0-5 0,0-1 0,0 1 0,0 0 0,1-1 0,0 1 0,0-1 0,3 10 0,0-9 0,0 0 0,-1 0 0,2 0 0,-1-1 0,1 0 0,0 0 0,0 0 0,0 0 0,1-1 0,-1 0 0,1 0 0,0 0 0,0-1 0,1 0 0,-1 0 0,1-1 0,10 3 0,-2-1 0,0-1 0,1 0 0,-1-1 0,1-1 0,-1-1 0,31-2 0,-44 2 0,1-1 0,0 1 0,-1-1 0,1 0 0,-1 0 0,1 0 0,-1 0 0,1 0 0,-1 0 0,0-1 0,1 1 0,-1-1 0,0 0 0,0 1 0,2-4 0,-1 1 0,0 0 0,0 0 0,-1 0 0,0 0 0,0 0 0,0 0 0,0-1 0,1-5 0,0-3 0,-1 0 0,0 0 0,-1-1 0,0 1 0,-2-18 0,-3-11 0,-2 0 0,-2 1 0,-23-73 0,-56-114 0,83 218 0,2 6 0,0 0 0,1 1 0,-2-1 0,1 1 0,0-1 0,-1 1 0,-3-5 0,5 8 0,1-1 0,-1 0 0,0 1 0,1 0 0,-1-1 0,0 1 0,0-1 0,1 1 0,-1 0 0,0-1 0,0 1 0,1 0 0,-1 0 0,0 0 0,0 0 0,1 0 0,-1 0 0,0 0 0,0 0 0,0 0 0,1 0 0,-1 0 0,0 0 0,0 0 0,0 1 0,1-1 0,-1 0 0,0 1 0,1-1 0,-1 0 0,0 1 0,1-1 0,-1 1 0,0-1 0,1 1 0,-1-1 0,1 1 0,-1 0 0,1-1 0,-1 1 0,1 0 0,-1-1 0,1 1 0,-1 1 0,-3 6 0,0 0 0,0 0 0,1 0 0,-1 0 0,2 1 0,-1-1 0,2 1 0,-1 0 0,0 16 0,1 8 0,4 41 0,-2-63 0,0-1 0,1 1 0,1-1 0,0 0 0,0 0 0,1 0 0,0 0 0,0-1 0,12 17 0,-3-7 0,2 0 0,0-2 0,25 23 0,-20-21 0,2 0 0,0-2 0,2-1 0,-1-1 0,2-1 0,42 18 0,-65-31 0,0 0 0,0 0 0,0-1 0,1 1 0,-1-1 0,0 1 0,0-1 0,1 0 0,-1 0 0,0 0 0,0 0 0,1 0 0,-1-1 0,0 1 0,0-1 0,0 1 0,1-1 0,-1 0 0,0 0 0,3-2 0,-2 1 0,0 0 0,-1-1 0,1 1 0,-1-1 0,1 1 0,-1-1 0,0 0 0,0 0 0,-1 0 0,1 0 0,-1 0 0,3-5 0,-2 2 0,0-1 0,-1 1 0,0 0 0,1-1 0,-2 1 0,1-1 0,-1 1 0,0-1 0,0 1 0,-1-1 0,0 1 0,0 0 0,-1-1 0,-2-8 0,1 13 0,3 9 0,2 8 0,1-6 0,0-1 0,1 0 0,0 1 0,0-2 0,1 1 0,0 0 0,0-1 0,1 0 0,8 8 0,-9-10 0,0 0 0,1-1 0,-1 1 0,1-1 0,0-1 0,1 1 0,-1-1 0,1 0 0,-1 0 0,1-1 0,0 1 0,8 0 0,-14-3 0,1 1 0,-1-1 0,1 0 0,-1 0 0,1 0 0,-1 0 0,1 0 0,-1 0 0,1 0 0,-1 0 0,1-1 0,-1 1 0,1-1 0,-1 1 0,0-1 0,1 1 0,-1-1 0,0 0 0,1 0 0,-1 0 0,0 0 0,0 0 0,0 0 0,0 0 0,0 0 0,0 0 0,0 0 0,0 0 0,0-1 0,0 1 0,-1 0 0,1-1 0,0-1 0,1-3 0,-1 0 0,0 0 0,0 0 0,-1 0 0,0 0 0,0-12 0,-1 18-52,1 5 181,2 8-1571,1-1-5384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5.5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24575,'13'7'0,"6"8"0,3 4 0,0 1 0,-2-1 0,-3-2-8191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6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46 441 24575,'6'-5'0,"17"-18"0,-1-1 0,24-33 0,-41 50 0,0-1 0,0 0 0,-1 0 0,0 0 0,0 0 0,-1-1 0,0 1 0,-1-1 0,0 1 0,0-1 0,-1 0 0,0 0 0,-1-11 0,-1 11 0,0 0 0,-1 0 0,0 1 0,-1-1 0,0 0 0,0 1 0,-9-15 0,3 7 0,-1 0 0,-22-25 0,26 34 0,-1 0 0,-12-10 0,17 15 0,0 0 0,0 1 0,0-1 0,0 1 0,-1 0 0,1 0 0,0 0 0,-1 0 0,1 0 0,-1 0 0,1 1 0,-1-1 0,1 1 0,-6 0 0,7 0 0,-1 1 0,1-1 0,-1 1 0,1-1 0,-1 1 0,1 0 0,0 0 0,-1 0 0,1 0 0,0 0 0,0 0 0,0 0 0,0 0 0,0 0 0,0 0 0,0 1 0,0-1 0,0 0 0,0 1 0,1-1 0,-1 1 0,1-1 0,-1 0 0,1 1 0,-1 2 0,-1 5 0,0-1 0,1 1 0,0 9 0,1-2 0,0-1 0,1 0 0,1 0 0,0 0 0,1 0 0,1-1 0,0 1 0,1-1 0,0 0 0,2 0 0,-1 0 0,2-1 0,-1 0 0,13 14 0,-1 2-107,-9-14 185,0-1-1,12 13 0,-18-23-201,0 0 0,-1-1 0,1 1-1,1-1 1,-1 0 0,0-1 0,1 1 0,-1-1 0,1 0-1,0 0 1,6 2 0,2-1-6702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26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106 436 24575,'-9'3'0,"1"-1"0,0 1 0,0 1 0,0 0 0,0 0 0,0 0 0,1 1 0,-8 6 0,13-9 0,0 0 0,-1 0 0,1 1 0,0-1 0,0 1 0,0-1 0,1 1 0,-1 0 0,1 0 0,-1 0 0,1 0 0,0 0 0,0 0 0,0 0 0,1 0 0,-1 0 0,1 0 0,0 0 0,0 0 0,0 1 0,0-1 0,0 0 0,1 0 0,-1 0 0,2 5 0,1 0 0,0 0 0,1 1 0,0-2 0,0 1 0,1 0 0,9 11 0,-12-16 0,0-1 0,0 1 0,0-1 0,1 1 0,-1-1 0,1 0 0,-1 0 0,1 0 0,0 0 0,0-1 0,0 1 0,0-1 0,0 1 0,0-1 0,0 0 0,0 0 0,0-1 0,1 1 0,-1-1 0,6 1 0,-6-2 0,0 1 0,0-1 0,-1 0 0,1 0 0,0 0 0,-1-1 0,1 1 0,-1 0 0,0-1 0,1 0 0,-1 1 0,0-1 0,0 0 0,0 0 0,0 0 0,0-1 0,-1 1 0,1 0 0,-1-1 0,1 1 0,-1-1 0,0 1 0,0-1 0,0 0 0,1-3 0,1-7 0,-1 1 0,0-1 0,-1 1 0,0-18 0,-2-1 0,-1 1 0,-2-1 0,0 1 0,-18-57 0,-52-115 0,45 131 0,25 60 0,4 9 0,-1-1 0,0 1 0,0-1 0,0 0 0,0 1 0,0 0 0,-1-1 0,1 1 0,-1 0 0,1 0 0,-4-3 0,5 5 0,0 0 0,0 0 0,0 0 0,0-1 0,0 1 0,0 0 0,0 0 0,-1 0 0,1 0 0,0 0 0,0 0 0,0 0 0,0 0 0,0 0 0,0 0 0,-1 0 0,1 0 0,0 0 0,0 0 0,0 0 0,0 0 0,0 0 0,0 0 0,0 0 0,-1 0 0,1 1 0,0-1 0,0 0 0,0 0 0,0 0 0,0 0 0,0 0 0,0 0 0,0 0 0,-1 0 0,1 0 0,0 0 0,0 1 0,0-1 0,0 0 0,0 0 0,-3 8 0,2 9 0,3 11 0,0-1 0,2 1 0,1-1 0,17 51 0,49 102 0,-50-130-120,99 237-1125,-110-264-5581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5.5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60 24575,'1'4'0,"0"-1"0,0 1 0,0-1 0,0 1 0,0-1 0,1 0 0,2 5 0,2 6 0,44 105 0,1 9 0,-1-6 0,-37-85 0,-3-15 0,-2 0 0,-1 1 0,-1 0 0,4 29 0,-10-50 0,0-1 0,1 0 0,-1 1 0,0-1 0,0 1 0,-1-1 0,1 0 0,0 1 0,0-1 0,-1 0 0,1 1 0,-1-1 0,1 0 0,-1 0 0,1 1 0,-1-1 0,-1 2 0,1-3 0,1 0 0,-1 1 0,0-1 0,1 0 0,-1 1 0,0-1 0,0 0 0,1 0 0,-1 0 0,0 0 0,0 0 0,0 0 0,1 0 0,-1 0 0,0 0 0,0 0 0,1 0 0,-1-1 0,0 1 0,0 0 0,1-1 0,-1 1 0,0 0 0,1-1 0,-1 1 0,0-1 0,1 1 0,-1-1 0,1 1 0,-1-1 0,1 1 0,-2-2 0,-16-15 0,1-2 0,0 0 0,-21-32 0,13 18 0,-13-21 0,1-1 0,4-2 0,1-1 0,-38-104 0,66 152 0,0-1 0,1 0 0,-3-22 0,5 31 0,1-1 0,0 1 0,0-1 0,0 1 0,0 0 0,0-1 0,0 1 0,1-1 0,-1 1 0,1 0 0,0-1 0,-1 1 0,1 0 0,0 0 0,0-1 0,1 1 0,-1 0 0,0 0 0,1 0 0,-1 0 0,1 1 0,0-1 0,-1 0 0,5-2 0,3 0 0,0 0 0,0 0 0,0 1 0,0 0 0,1 1 0,0 0 0,-1 0 0,1 1 0,0 0 0,0 1 0,-1 0 0,13 2 0,8 2 0,0 1 0,47 16 0,-68-18 0,1 0 0,-1 0 0,0 1 0,0 1 0,-1 0 0,10 6 0,-17-10 0,1 0 0,-1 0 0,0 0 0,0 0 0,1 0 0,-1 0 0,0 1 0,0-1 0,0 0 0,0 1 0,0-1 0,0 1 0,-1-1 0,1 1 0,0-1 0,-1 1 0,1 0 0,-1-1 0,1 1 0,-1 0 0,0-1 0,0 1 0,0 0 0,0-1 0,0 1 0,0 0 0,0 0 0,-1-1 0,1 1 0,-1 0 0,1-1 0,-1 1 0,1-1 0,-1 1 0,0-1 0,0 1 0,0-1 0,0 1 0,0-1 0,0 0 0,0 0 0,-2 2 0,-6 5 0,1 0 0,-1-1 0,-1 0 0,1-1 0,-1 0 0,0 0 0,-1-1 0,-16 6 0,-6-1 0,-52 11 0,44-14-1365,25-4-5461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6.1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24575,'6'-4'0,"1"0"0,0 1 0,0 0 0,0 0 0,0 0 0,8-1 0,-11 3 0,-1 1 0,0 0 0,0-1 0,0 1 0,1 1 0,-1-1 0,0 0 0,0 1 0,0-1 0,1 1 0,-1 0 0,0 0 0,0 0 0,0 1 0,0-1 0,-1 1 0,4 2 0,4 4 0,-1 0 0,0 1 0,-1 0 0,0 0 0,0 1 0,-1 0 0,-1 0 0,1 1 0,6 16 0,0 4 0,-1 1 0,9 40 0,36 231 0,-55-286 0,4 42 0,-7-87 0,1 0 0,1 1 0,1-1 0,2 0 0,13-49 0,-17 75 0,1 0 0,-1 1 0,1-1 0,0 0 0,0 0 0,0 1 0,0-1 0,0 1 0,0-1 0,0 1 0,1-1 0,-1 1 0,0 0 0,1-1 0,-1 1 0,1 0 0,-1 0 0,5-1 0,-4 1 0,1 0 0,-1 1 0,1-1 0,0 1 0,-1 0 0,1 0 0,0 0 0,-1 0 0,1 0 0,0 0 0,-1 1 0,4 0 0,6 4 0,1 0 0,-1 0 0,0 1 0,15 10 0,-18-10 0,40 24 0,-2 2 0,49 44 0,-95-75-10,5 4-216,0 1 0,1-1 1,-1 0-1,1-1 0,13 7 0,-8-7-6600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6.5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1 24575,'-72'33'0,"65"-29"0,0 0 0,0 0 0,0 1 0,1 0 0,0 1 0,0-1 0,-8 11 0,13-14 0,-1-1 0,1 1 0,0 0 0,0 0 0,0-1 0,0 1 0,1 0 0,-1 0 0,0 0 0,1 0 0,0 0 0,-1 0 0,1 0 0,0 0 0,0 0 0,0 0 0,0 0 0,1 4 0,0-3 0,0 0 0,0-1 0,0 1 0,1 0 0,-1-1 0,1 1 0,0-1 0,-1 1 0,1-1 0,0 0 0,4 3 0,2 2 0,1-1 0,0 0 0,0-1 0,0 0 0,1 0 0,10 3 0,-14-6 0,0 0 0,0 0 0,0-1 0,0 0 0,0 0 0,0-1 0,0 0 0,0 0 0,0 0 0,0 0 0,0-1 0,0 0 0,8-3 0,-10 3 0,-1 0 0,0-1 0,1 1 0,-1-1 0,0 0 0,0 0 0,0 0 0,0-1 0,-1 1 0,1-1 0,0 1 0,-1-1 0,0 0 0,0 0 0,0 0 0,0 0 0,0 0 0,0-1 0,-1 1 0,0-1 0,1 1 0,-1-1 0,0-3 0,0 0 0,0-1 0,-1 1 0,0 0 0,0 0 0,-2-11 0,2 17 0,7 14 0,18 23 0,-15-23 60,18 19 0,-24-28-225,0 0 0,1-1 0,0 1 0,-1-1 0,1 0 0,0 0 0,0 0 0,7 1 0,1 0-6661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7.2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0 24575,'-12'8'0,"1"1"0,0 0 0,1 0 0,-17 19 0,25-25 0,0 0 0,-1 0 0,1 1 0,0-1 0,1 1 0,-1-1 0,0 1 0,1-1 0,0 1 0,0 0 0,0-1 0,0 1 0,1 0 0,0 0 0,-1 0 0,1 0 0,1 0 0,-1-1 0,0 1 0,1 0 0,0 0 0,1 4 0,2 0 0,0 1 0,1-1 0,0 0 0,0 0 0,1 0 0,0-1 0,0 1 0,9 7 0,0-2 0,0-1 0,1 0 0,17 10 0,59 23 0,-68-34 0,-23-11 0,0 1 0,0-1 0,0 0 0,0 1 0,0-1 0,0 1 0,0-1 0,0 1 0,-1 0 0,1-1 0,0 1 0,0 0 0,-1-1 0,1 1 0,0 0 0,0 1 0,-1-1 0,0-1 0,0 0 0,0 1 0,0-1 0,0 0 0,-1 1 0,1-1 0,0 0 0,0 1 0,0-1 0,0 0 0,-1 1 0,1-1 0,0 0 0,0 0 0,-1 1 0,1-1 0,0 0 0,0 0 0,-1 1 0,1-1 0,0 0 0,-1 0 0,1 0 0,0 0 0,-1 1 0,1-1 0,-1 0 0,-4 1 0,0 1 0,0-1 0,0 0 0,-9 0 0,1 0 0,1-1 0,-1 1 0,-22-4 0,35 3 0,0 0 0,0 0 0,-1 0 0,1 1 0,0-1 0,0-1 0,-1 1 0,1 0 0,0 0 0,0 0 0,0 0 0,-1 0 0,1 0 0,0 0 0,0 0 0,0 0 0,-1 0 0,1 0 0,0-1 0,0 1 0,0 0 0,-1 0 0,1 0 0,0 0 0,0 0 0,0-1 0,0 1 0,0 0 0,-1 0 0,1 0 0,0-1 0,0 1 0,0 0 0,0 0 0,0 0 0,0-1 0,0 1 0,0 0 0,0 0 0,0-1 0,0 1 0,0 0 0,0 0 0,0 0 0,0-1 0,0 1 0,0 0 0,0 0 0,0-1 0,0 1 0,0 0 0,1 0 0,-1 0 0,0-1 0,0 1 0,0 0 0,0 0 0,0 0 0,0 0 0,1-1 0,-1 1 0,0 0 0,0 0 0,0 0 0,1 0 0,-1 0 0,0 0 0,14-11 0,12-1 0,38-14 0,12-5 0,-63 24 0,78-42 0,-82 43 0,0 0 0,-1-1 0,0 0 0,0 0 0,0 0 0,-1-1 0,10-15 0,-16 22 0,0-1 0,0 1 0,0 0 0,-1-1 0,1 1 0,0-1 0,-1 1 0,1-1 0,-1 1 0,0-1 0,1 1 0,-1-1 0,0 0 0,0 1 0,0-1 0,0 1 0,0-1 0,0 1 0,-1-1 0,1 0 0,0 1 0,-1-1 0,1 1 0,-1-1 0,0 1 0,1 0 0,-1-1 0,0 1 0,-2-2 0,2 1 0,-1 0 0,0 1 0,0-1 0,0 1 0,0 0 0,-1-1 0,1 1 0,0 0 0,0 0 0,-1 1 0,1-1 0,-1 0 0,1 1 0,0 0 0,-1-1 0,1 1 0,-1 0 0,-4 1 0,0-1 0,0 2 0,0-1 0,1 1 0,-1 0 0,0 1 0,1-1 0,-1 1 0,1 0 0,0 1 0,0 0 0,-6 5 0,4-3 0,2 0 0,-1 0 0,1 1 0,0 0 0,0 1 0,0-1 0,1 1 0,-5 11 0,7-12 0,0-1 0,0 1 0,1 0 0,0 0 0,0 0 0,1 0 0,0 1 0,0-1 0,1 0 0,1 13 0,-1-15 0,1 1 0,0-1 0,1 0 0,-1 0 0,1 1 0,0-1 0,0 0 0,1-1 0,0 1 0,0 0 0,0-1 0,0 1 0,0-1 0,1 0 0,5 4 0,3 1 0,-1 0 0,2-1 0,-1-1 0,1 0 0,0-1 0,1 0 0,-1-1 0,1-1 0,0 0 0,1-1 0,-1 0 0,0-1 0,1-1 0,28-1 0,-37 0-105,-1-1 0,1 0 0,-1 0 0,1-1 0,-1 1 0,0-1 0,1 0 0,-1-1 0,0 1 0,0-1 0,-1 0 0,8-6 0,-3 2-6721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39.7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414 16 24575,'-228'-9'0,"55"3"-1365,160 6-5461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0.4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24575,'-1'8'0,"1"0"0,1 1 0,0-1 0,0 0 0,0 0 0,1 0 0,1 0 0,-1 0 0,1 0 0,0-1 0,1 1 0,0-1 0,0 0 0,0 0 0,9 9 0,-3-4 0,0-1 0,0-1 0,1 0 0,13 9 0,-19-15 0,0-1 0,1 1 0,0-1 0,0-1 0,0 1 0,0-1 0,0 0 0,0 0 0,1-1 0,-1 0 0,11 1 0,-13-2 0,0 0 0,0 0 0,0 0 0,-1-1 0,1 1 0,0-1 0,0 0 0,-1 0 0,1 0 0,3-2 0,-5 2 0,0-1 0,0 1 0,0-1 0,-1 1 0,1-1 0,0 0 0,-1 0 0,1 0 0,-1 0 0,0 0 0,0 0 0,1 0 0,-2 0 0,1 0 0,0 0 0,0-1 0,0-2 0,1-2 0,-1 0 0,-1-1 0,1 1 0,-1 0 0,0 0 0,-1 0 0,0-1 0,0 1 0,-4-13 0,7 20 0,4 5 0,11 12 0,-4-4 0,7 5 0,1-1 0,0-1 0,36 20 0,-46-30 0,-1-1 0,1 0 0,0-1 0,0 0 0,0-1 0,0 0 0,1 0 0,0-2 0,-1 1 0,19-1 0,-28-1 0,0 0 0,1 0 0,-1-1 0,0 1 0,1 0 0,-1-1 0,0 0 0,1 0 0,-1 1 0,0-1 0,0 0 0,0-1 0,0 1 0,0 0 0,0-1 0,0 1 0,3-4 0,-4 3 0,0 0 0,0 0 0,0 0 0,0 0 0,0-1 0,0 1 0,-1 0 0,1-1 0,-1 1 0,1 0 0,-1-1 0,0 1 0,0-1 0,0 1 0,0 0 0,0-1 0,-2-2 0,0-6 11,-1 0 0,0 1 0,-1 0 0,0-1 0,-1 1 0,0 1-1,0-1 1,-1 1 0,-1 0 0,-11-13 0,5 8-259,-1 0 1,-1 1-1,0 0 1,0 1-1,-19-10 1,22 15-6579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2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51 24575,'0'47'0,"-1"-8"0,2 0 0,8 60 0,-6-80 0,-2-10 0,1 0 0,0-1 0,0 1 0,0-1 0,7 14 0,-9-22 0,0 0 0,0 1 0,0-1 0,0 0 0,0 0 0,0 1 0,1-1 0,-1 0 0,0 1 0,0-1 0,0 0 0,0 0 0,1 1 0,-1-1 0,0 0 0,0 0 0,1 0 0,-1 1 0,0-1 0,0 0 0,1 0 0,-1 0 0,0 0 0,1 0 0,-1 1 0,0-1 0,0 0 0,1 0 0,-1 0 0,0 0 0,1 0 0,0 0 0,3-9 0,-1-17 0,-3 14 0,0 0 0,-1 0 0,-1 0 0,0 0 0,-5-18 0,-25-55 0,22 60 0,0 0 0,-9-42 0,18 66 0,1 0 0,0 0 0,0 0 0,0 0 0,0 0 0,0 0 0,0-1 0,0 1 0,0 0 0,0 0 0,0 0 0,0 0 0,1 0 0,0-2 0,-1 3 0,0 0 0,0 0 0,1-1 0,-1 1 0,0 0 0,0 0 0,1-1 0,-1 1 0,0 0 0,1 0 0,-1 0 0,0 0 0,1-1 0,-1 1 0,0 0 0,1 0 0,-1 0 0,0 0 0,1 0 0,-1 0 0,0 0 0,1 0 0,-1 0 0,1 0 0,-1 0 0,0 0 0,1 0 0,2 2 0,0-1 0,0 0 0,-1 0 0,1 1 0,-1-1 0,1 1 0,-1 0 0,5 4 0,35 34 0,54 51 0,-75-74 0,1 0 0,43 24 0,-55-36 0,1 2 0,0-1 0,1 0 0,0-1 0,0-1 0,0 0 0,16 4 0,-27-8 0,0 0 0,0 0 0,-1 1 0,1-1 0,0 0 0,0 0 0,0 0 0,0 0 0,0 0 0,0 0 0,0 0 0,0-1 0,0 1 0,0 0 0,0 0 0,0-1 0,0 1 0,-1 0 0,1-1 0,0 1 0,0-1 0,0 0 0,0 1 0,-1-1 0,1 1 0,0-1 0,-1 0 0,1 0 0,-1 1 0,1-1 0,-1 0 0,1 0 0,-1 0 0,1 1 0,-1-1 0,0 0 0,1 0 0,-1 0 0,0 0 0,0 0 0,0 0 0,1 0 0,-1 0 0,-1-1 0,1-2 0,0-1 0,-1 1 0,0 0 0,0 0 0,0 0 0,-1 0 0,1 0 0,-5-7 0,-102-172 0,93 157-1365,9 17-5461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2.4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305 12 24575,'-30'-3'0,"-13"0"0,-1 0 0,4 0 0,7 4 0,6 1 0,5 1 0,4 2 0,3 0 0,3 2 0,2-1 0,-1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2.8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24575,'13'26'0,"3"9"0,3 6 0,-1-3 0,0-3 0,0-4 0,-4-5 0,-2-5 0,0-3 0,0-3 0,-1 0 0,-4-4-8191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3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1062 25 24575,'-5'-4'0,"0"1"0,0 0 0,-1 1 0,1-1 0,-1 1 0,0 0 0,0 1 0,0-1 0,0 1 0,0 0 0,-12 0 0,4 2 0,1 0 0,-1 1 0,0 1 0,-15 5 0,12-4 0,-1-1 0,1 0 0,-23 0 0,-56-4 0,38-1 0,53 2 0,-323-9 0,287 6 0,0 2 0,-79 7 0,18 10-1365,87-13-5461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44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45 24575,'3'-3'0,"-1"0"0,1 0 0,0 1 0,-1 0 0,2-1 0,-1 1 0,0 0 0,0 0 0,0 1 0,1-1 0,6-2 0,4 0 0,0 1 0,0 0 0,27-3 0,-34 6 0,-1 0 0,1 1 0,-1-1 0,1 1 0,-1 1 0,1-1 0,-1 1 0,0 0 0,0 0 0,11 7 0,-8-4 0,-1 0 0,0 0 0,0 1 0,-1 0 0,1 1 0,-1 0 0,10 13 0,-15-18 0,0 1 0,-1-1 0,1 1 0,-1-1 0,0 1 0,0 0 0,0-1 0,0 1 0,0 0 0,0 0 0,-1 0 0,0 0 0,1 0 0,-1-1 0,0 1 0,0 0 0,-1 0 0,1 0 0,-1 0 0,1 0 0,-1 0 0,0-1 0,0 1 0,0 0 0,0-1 0,-1 1 0,1-1 0,-1 1 0,1-1 0,-3 3 0,-63 65 0,26-28 0,39-40 0,0 0 0,0 1 0,0-1 0,1 0 0,-1 1 0,1-1 0,0 1 0,0-1 0,-1 1 0,2 0 0,-1-1 0,0 1 0,1 0 0,-1 3 0,1-5 0,0 0 0,0 1 0,0-1 0,0 1 0,1-1 0,-1 0 0,1 1 0,-1-1 0,1 0 0,-1 1 0,1-1 0,0 0 0,-1 0 0,1 0 0,0 1 0,0-1 0,0 0 0,0 0 0,0 0 0,0 0 0,0-1 0,0 1 0,0 0 0,1 0 0,-1-1 0,0 1 0,0-1 0,1 1 0,1 0 0,8 1 0,0 0 0,0 0 0,-1-1 0,1-1 0,0 0 0,18-2 0,4 1 0,109-7 122,-3 0-1609,-120 7-5339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5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24575,'0'32'0,"2"1"0,2-1 0,15 63 0,-4-27 0,11 37 0,-21-87 0,1-1 0,1 0 0,16 29 0,-22-45 0,-1-1 0,1 1 0,-1 0 0,1 0 0,-1 0 0,1 0 0,0 0 0,-1-1 0,1 1 0,0 0 0,0-1 0,0 1 0,-1 0 0,1-1 0,0 1 0,2 0 0,-3-1 0,1 0 0,-1 0 0,0 0 0,1-1 0,-1 1 0,0 0 0,1 0 0,-1 0 0,1 0 0,-1-1 0,0 1 0,0 0 0,1 0 0,-1 0 0,0-1 0,1 1 0,-1 0 0,0-1 0,0 1 0,1 0 0,-1-1 0,0 1 0,0 0 0,0-1 0,0 1 0,1 0 0,-1-1 0,0 0 0,1-2 0,0-1 0,-1 0 0,1 1 0,-1-1 0,0 0 0,0 1 0,0-1 0,-1-3 0,-21-121-1365,19 110-5461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6.0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660 132 24575,'-15'-8'0,"-110"-57"0,90 50 0,-61-20 0,89 33 0,0 0 0,0 0 0,-1 1 0,1 0 0,-1 1 0,1-1 0,-12 2 0,17 0 0,-1-1 0,0 1 0,1-1 0,-1 1 0,1 0 0,-1 0 0,1 0 0,-1 0 0,1 1 0,0-1 0,-1 1 0,1-1 0,0 1 0,0 0 0,0 0 0,0 0 0,1 0 0,-1 0 0,0 0 0,1 1 0,0-1 0,-1 0 0,0 5 0,-1 1 0,0 1 0,1 0 0,0-1 0,1 1 0,0 0 0,1 0 0,0 14 0,11 63 0,-6-49 0,-4-31 0,0-2 0,0 0 0,-1 0 0,0 0 0,0 1 0,-1 6 0,1-10 0,0 1 0,0-1 0,-1 0 0,1 0 0,-1 0 0,1 0 0,-1 0 0,0 0 0,1 0 0,-1 0 0,0 0 0,1 0 0,-1 0 0,0-1 0,0 1 0,0 0 0,0 0 0,0-1 0,0 1 0,0-1 0,0 1 0,0-1 0,0 1 0,0-1 0,-2 1 0,-3 0 0,0-1 0,0 1 0,-1-1 0,1 0 0,0 0 0,0-1 0,0 0 0,0 0 0,0 0 0,0-1 0,-5-2 0,-2-1 0,0-1 0,0 0 0,-21-13 0,28 14 11,0 0 0,0 0-1,0-1 1,0 0 0,1 0-1,0 0 1,0-1-1,-8-13 1,3-1-447,-13-38 0,17 43-153,1 2-6237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6.9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217 50 24575,'-24'-10'0,"-52"-19"0,68 26 0,0 1 0,0 0 0,0 1 0,-1 0 0,1 0 0,0 1 0,-12 0 0,18 1 0,0-1 0,1 0 0,-1 1 0,0-1 0,1 1 0,-1-1 0,1 1 0,-1 0 0,1 0 0,-1-1 0,1 1 0,-1 0 0,1 0 0,0 0 0,0 1 0,-1-1 0,1 0 0,0 0 0,-1 3 0,0-1 0,1 0 0,0 0 0,0 0 0,0 0 0,0 0 0,0 0 0,1 1 0,-1-1 0,1 6 0,0 0 0,1 1 0,0-1 0,0 1 0,1-1 0,0 0 0,5 11 0,0-5 0,0 0 0,1-1 0,1 0 0,1 0 0,0 0 0,1-2 0,0 1 0,14 11 0,-16-16 0,0-1 0,0 0 0,11 6 0,-17-12 0,0 1 0,0-1 0,0 1 0,0-1 0,0 0 0,0 0 0,0 0 0,1 0 0,-1-1 0,0 1 0,0-1 0,1 0 0,-1 0 0,0 0 0,5-1 0,-7 0 0,0 1 0,1-1 0,-1 0 0,0 0 0,1 0 0,-1 0 0,0-1 0,0 1 0,0 0 0,0 0 0,0-1 0,0 1 0,0 0 0,0-1 0,-1 1 0,1-1 0,-1 1 0,1-1 0,-1 0 0,1 1 0,-1-1 0,0 1 0,0-1 0,0 0 0,0 1 0,0-3 0,0-4 0,0-1 0,-1 1 0,-2-15 0,0 10 0,-1 1 0,-5-14 0,8 22 0,-1 1 0,1-1 0,-1 0 0,0 1 0,0 0 0,-1-1 0,1 1 0,-1 0 0,0 0 0,-5-5 0,8 8 0,0 0 0,0 1 0,0-1 0,0 0 0,0 0 0,1 0 0,-1 0 0,0 0 0,0 0 0,0 1 0,0-1 0,0 0 0,0 0 0,0 0 0,0 0 0,0 0 0,0 1 0,0-1 0,0 0 0,0 0 0,0 0 0,0 0 0,0 0 0,0 0 0,-1 1 0,1-1 0,0 0 0,0 0 0,0 0 0,0 0 0,0 0 0,0 0 0,0 0 0,0 1 0,0-1 0,0 0 0,-1 0 0,1 0 0,0 0 0,0 0 0,0 0 0,0 0 0,0 0 0,0 0 0,0 0 0,-1 0 0,1 0 0,0 0 0,0 0 0,0 0 0,0 0 0,0 0 0,-1 0 0,1 0 0,0 0 0,0 0 0,0 0 0,0 0 0,0 0 0,0 0 0,-1 0 0,1 0 0,0 0 0,0 0 0,0 0 0,0 0 0,0 0 0,0 0 0,-1-1 0,4 12 0,18 36 0,27 67 0,-42-97 0,-1 0 0,-1 0 0,0 0 0,-2 1 0,1 17 0,-2-24 0,-1 0 0,0 0 0,-1 0 0,-1-1 0,-3 18 0,3-24 0,1 0 0,-1 0 0,0 0 0,0 0 0,-1 0 0,1 0 0,-1 0 0,1-1 0,-1 1 0,0-1 0,-1 0 0,1 0 0,-1 0 0,1 0 0,-1-1 0,-4 3 0,0-1 0,0 0 0,1-1 0,-1 0 0,0-1 0,0 0 0,-11 2 0,17-3 0,-1-1 0,0 0 0,1 1 0,-1-1 0,0 0 0,0 0 0,1-1 0,-1 1 0,0-1 0,1 1 0,-1-1 0,0 0 0,1 0 0,-1 0 0,1 0 0,-1 0 0,1-1 0,0 1 0,0-1 0,-1 1 0,1-1 0,-3-4 0,4 5 0,0-1 0,0 1 0,0 0 0,1-1 0,-1 1 0,1-1 0,-1 1 0,1-1 0,-1 0 0,1 1 0,0-1 0,0 1 0,0-1 0,0 0 0,0 1 0,0-1 0,0 1 0,0-1 0,1 0 0,-1 1 0,1-1 0,-1 1 0,1-1 0,0 1 0,-1-1 0,1 1 0,0 0 0,0-1 0,0 1 0,0 0 0,0 0 0,2-2 0,5-4 0,-1 0 0,1 1 0,18-12 0,-16 12 0,6-6-455,0-1 0,21-22 0,-28 25-6371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8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17 24575,'-1'-1'0,"1"0"0,0 0 0,0 0 0,0 1 0,-1-1 0,1 0 0,0 0 0,-1 1 0,1-1 0,0 0 0,-1 1 0,1-1 0,-1 0 0,1 1 0,-1-1 0,0 1 0,1-1 0,-1 1 0,0-1 0,1 1 0,-1-1 0,0 1 0,1 0 0,-1-1 0,0 1 0,-1-1 0,1 2 0,0-1 0,0 0 0,0 1 0,1-1 0,-1 0 0,0 1 0,0-1 0,0 1 0,1 0 0,-1-1 0,0 1 0,1-1 0,-1 1 0,0 0 0,1 0 0,-1-1 0,1 1 0,-1 0 0,1 0 0,-1 0 0,1 0 0,-1 1 0,-2 6 0,0 0 0,1 0 0,-1 1 0,2-1 0,-1 1 0,0 11 0,2 56 0,1-39 0,0 45 0,11 83 0,-8-138 0,1 0 0,1-1 0,1 0 0,2 0 0,0 0 0,2-1 0,14 25 0,-1-8 0,23 38 0,-45-78 7,-1 0 0,0 0-1,1 0 1,0-1 0,-1 1-1,1 0 1,0-1-1,0 1 1,0-1 0,0 1-1,0-1 1,1 0 0,-1 0-1,0 0 1,0 0 0,1-1-1,2 2 1,-4-2-58,1 0 0,-1 0-1,0-1 1,1 1 0,-1 0 0,1 0 0,-1-1-1,1 1 1,-1-1 0,0 1 0,1-1-1,-1 1 1,0-1 0,0 0 0,1 0 0,-1 0-1,0 0 1,0 0 0,0 0 0,0 0 0,0 0-1,0 0 1,0 0 0,-1 0 0,1-1 0,0 1-1,0 0 1,0-3 0,3-8-6775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8.6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86 24575,'-2'4'0,"-1"0"0,1 0 0,0 0 0,0 0 0,0 0 0,1 1 0,0-1 0,-1 1 0,1 0 0,1-1 0,-1 1 0,1 0 0,0-1 0,0 1 0,0 0 0,1-1 0,0 6 0,1-2 0,1-1 0,0 0 0,0 0 0,0-1 0,0 1 0,1 0 0,0-1 0,1 0 0,10 11 0,-6-7 0,1 0 0,0-1 0,1-1 0,0 1 0,0-2 0,0 1 0,1-2 0,14 6 0,-22-10 0,1 0 0,-1-1 0,1 0 0,0 0 0,0 0 0,-1-1 0,1 1 0,0-1 0,0 0 0,-1-1 0,8 0 0,-8-1 0,-1 1 0,1 0 0,-1-1 0,1 1 0,-1-1 0,1 0 0,-1 0 0,0-1 0,0 1 0,0-1 0,0 1 0,-1-1 0,1 0 0,-1 0 0,1 0 0,1-4 0,0 0 0,0-1 0,0 0 0,-1-1 0,0 1 0,-1-1 0,0 1 0,0-1 0,-1 0 0,0 1 0,0-11 0,-1 17 0,0 1 0,0 0 0,0 0 0,0 0 0,1 0 0,-1 0 0,0 0 0,0 0 0,1 0 0,-1 0 0,0 1 0,1-1 0,-1 0 0,1 0 0,-1 0 0,1 1 0,0-2 0,0 2 0,-1-1 0,1 1 0,-1 0 0,1 0 0,-1 0 0,1-1 0,-1 1 0,1 0 0,-1 0 0,1 0 0,-1 0 0,1 0 0,0 0 0,-1 0 0,1 0 0,-1 0 0,1 0 0,-1 0 0,1 0 0,0 1 0,3 0 0,1 1 0,-1 1 0,0-1 0,0 0 0,5 5 0,1 1 0,8 3 0,0 0 0,1-1 0,0-1 0,0-1 0,1-1 0,1 0 0,-1-2 0,1 0 0,0-1 0,0-1 0,22 0 0,-34-3 0,0 0 0,0 0 0,0-1 0,0 0 0,14-4 0,-22 5 0,1-1 0,0 0 0,-1 1 0,1-1 0,-1 0 0,1 1 0,-1-1 0,0 0 0,1 0 0,-1 0 0,0-1 0,1 1 0,-1 0 0,0 0 0,0-1 0,0 1 0,0 0 0,0-1 0,-1 1 0,1-1 0,0 1 0,-1-1 0,1 0 0,-1 1 0,1-1 0,-1 0 0,0 1 0,0-1 0,0 0 0,0 1 0,0-1 0,0 0 0,0 1 0,0-1 0,-1 0 0,1 1 0,-2-4 0,1 0 0,-1 0 0,-1 0 0,1-1 0,-1 2 0,0-1 0,0 0 0,-1 0 0,1 1 0,-1 0 0,-5-5 0,-8-6 0,-21-15 0,27 22 0,-24-18-455,-1 2 0,-57-29 0,79 47-6371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8.9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24575,'32'24'0,"-1"0"0,-1 2 0,-1 1 0,-1 1 0,-2 2 0,25 35 0,-35-42 0,-2 1 0,0 1 0,-1 1 0,-1 0 0,-2 0 0,-1 1 0,-1 0 0,-1 1 0,4 33 0,-9-48 0,2 12 0,-2 0 0,0 0 0,-2 0 0,-3 33 0,2-51 0,0-1 0,-1 1 0,1-1 0,-1 1 0,-1-1 0,1 0 0,-1 0 0,0 0 0,-1 0 0,1-1 0,-1 1 0,0-1 0,0 0 0,-1 0 0,0 0 0,1-1 0,-2 0 0,1 0 0,0 0 0,-1 0 0,-8 3 0,4-3-13,0 0-1,0-1 0,-1 0 0,-14 1 1,2 1-1284,5-1-5529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2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342 554 24575,'-6'-3'0,"-74"-47"0,68 44 0,1 0 0,-1 1 0,-1 0 0,1 1 0,-15-3 0,23 6 0,0 1 0,0 0 0,0 0 0,1 0 0,-1 0 0,0 1 0,0-1 0,0 1 0,1 0 0,-1 0 0,0 0 0,1 1 0,-5 2 0,-3 2 0,0 1 0,-16 13 0,10-6 0,13-11 0,0 0 0,0 0 0,1 1 0,0 0 0,-1 0 0,1 0 0,1 0 0,-1 0 0,0 1 0,1-1 0,0 1 0,0-1 0,1 1 0,-1 0 0,-1 9 0,3-12 0,0 1 0,-1-1 0,1 1 0,1 0 0,-1-1 0,0 1 0,0 0 0,1-1 0,0 1 0,-1-1 0,1 1 0,0-1 0,0 1 0,1-1 0,-1 0 0,0 1 0,1-1 0,-1 0 0,1 0 0,0 0 0,0 0 0,-1 0 0,1-1 0,1 1 0,-1-1 0,0 1 0,0-1 0,0 0 0,1 1 0,-1-1 0,4 1 0,0 0 0,0-1 0,0 1 0,1-1 0,-1 0 0,0 0 0,1-1 0,-1 0 0,0 0 0,1-1 0,-1 1 0,0-1 0,0-1 0,1 1 0,-1-1 0,0 0 0,0-1 0,-1 1 0,1-1 0,0 0 0,-1 0 0,0-1 0,0 0 0,0 0 0,0 0 0,0-1 0,-1 1 0,0-1 0,0 0 0,0 0 0,-1 0 0,0-1 0,0 1 0,0-1 0,0 0 0,-1 0 0,0 0 0,2-12 0,-2 3 0,-1 1 0,0-1 0,-1 0 0,-1 1 0,-5-29 0,-24-72 0,17 70 0,-3-16 0,0 0 0,-32-80 0,48 140 0,0 0 0,-1 0 0,1 0 0,0 0 0,0 1 0,-1-1 0,1 0 0,-1 0 0,1 1 0,-1-1 0,1 0 0,-1 0 0,1 1 0,-1-1 0,0 1 0,1-1 0,-1 1 0,0-1 0,-1 0 0,2 1 0,-1 0 0,1 1 0,-1-1 0,1 0 0,0 1 0,-1-1 0,1 0 0,-1 1 0,1-1 0,0 1 0,0-1 0,-1 0 0,1 1 0,0-1 0,0 1 0,-1-1 0,1 1 0,0-1 0,0 1 0,0-1 0,0 1 0,0 0 0,-2 7 0,2-1 0,-1 1 0,1 9 0,4 15 0,2 1 0,1-1 0,14 40 0,-18-62 0,8 25 0,2-1 0,2-1 0,29 53 0,4-21 129,-14-22-1623,-26-31-5332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9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324 16 24575,'-30'-3'0,"-13"0"0,-1 0 0,5 0 0,5 1 0,7 1 0,5 1 0,7 2 0,3 1 0,1 0 0,0 3 0,-1-1 0,-1-1 0,3 0-8191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1:59.8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254 3 24575,'-27'-2'0,"-10"1"0,-1 1 0,4 3 0,5 4 0,5 0 0,4 2 0,3-1 0,1-2 0,5-1-8191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1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1 24575,'-356'0'0,"707"0"0,-384 0-116,0-1-300,1 2-1,-57 8 1,75-6-6410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3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986 1 24575,'-98'6'0,"-4"2"0,-210-8 0,-39 1 0,251 7-1365,78-5-5461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4.6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298 328 24575,'0'0'0,"-45"-13"0,1 3 0,-82-10 0,123 20 0,0 0 0,-1 0 0,1 0 0,0 0 0,0 0 0,0 1 0,-1 0 0,1-1 0,0 1 0,0 0 0,0 1 0,0-1 0,0 0 0,1 1 0,-1 0 0,0-1 0,1 1 0,-1 0 0,-3 4 0,4-3 0,-1 1 0,1-1 0,0 1 0,0 0 0,1 0 0,-1-1 0,1 1 0,-1 0 0,1 0 0,1 0 0,-1 0 0,0 1 0,1-1 0,0 6 0,0 1 0,1 0 0,0 0 0,1 0 0,0-1 0,0 1 0,2 0 0,-1-1 0,7 14 0,-7-18 0,0-1 0,0 1 0,1-1 0,0 0 0,0 0 0,0 0 0,0-1 0,1 1 0,0-1 0,0 0 0,0 0 0,0-1 0,0 0 0,1 0 0,11 5 0,-6-5 0,0-1 0,-1 0 0,1 0 0,0-1 0,0 0 0,0-1 0,0 0 0,0-1 0,0 0 0,0-1 0,0 0 0,20-7 0,-28 7 0,0 1 0,0-1 0,1 0 0,-1 0 0,0 0 0,-1 0 0,1-1 0,0 1 0,-1-1 0,1 0 0,-1 1 0,0-1 0,0 0 0,0-1 0,3-4 0,-3 3 0,-1 0 0,1-1 0,-1 1 0,0 0 0,0-1 0,-1 1 0,0-1 0,0 1 0,0-8 0,-4-7 0,0 1 0,-1-1 0,0 1 0,-14-28 0,-82-213 0,96 245 0,-13-26 0,11 34 0,4 13 0,4 14 0,7 15 0,23 63 0,23 31 0,-36-89 0,-2-6-455,2 0 0,23 34 0,-33-56-6371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5.2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24575,'2'9'0,"1"0"0,0-1 0,1 1 0,0 0 0,0-1 0,1 0 0,0 0 0,0 0 0,1-1 0,0 0 0,0 0 0,1 0 0,0-1 0,0 0 0,0 0 0,1-1 0,0 0 0,0 0 0,0 0 0,1-2 0,0 1 0,-1-1 0,1 0 0,0 0 0,1-1 0,-1-1 0,0 0 0,0 0 0,1 0 0,9-2 0,-16 1 0,0 0 0,0-1 0,0 0 0,0 0 0,0 0 0,0 0 0,0 0 0,0-1 0,-1 1 0,1-1 0,0 0 0,-1 1 0,1-1 0,-1 0 0,0-1 0,0 1 0,1 0 0,-2-1 0,1 1 0,0-1 0,2-5 0,-1 2 0,0 0 0,-1-1 0,0 1 0,0-1 0,-1 0 0,0 1 0,0-1 0,0-13 0,-1 24 0,1 0 0,-1 0 0,1 0 0,0 0 0,1 0 0,-1 0 0,0-1 0,1 1 0,0 0 0,0-1 0,3 4 0,-1-1 0,0-1 0,1 1 0,-1-1 0,1 0 0,1-1 0,10 8 0,-12-9 0,1 0 0,-1-1 0,1 1 0,0-1 0,0 0 0,0-1 0,0 1 0,0-1 0,9 1 0,-11-2 0,1 0 0,-1 0 0,1 0 0,-1 0 0,1-1 0,-1 0 0,0 0 0,1 0 0,-1 0 0,0 0 0,1 0 0,-1-1 0,0 0 0,0 1 0,4-4 0,-3 1 0,0 1 0,-1 0 0,1-1 0,-1 0 0,0 1 0,1-1 0,-2-1 0,1 1 0,0 0 0,-1-1 0,0 1 0,2-8 0,-3 9 0,0 0 0,-1 0 0,1 0 0,-1 0 0,0 0 0,0 0 0,0 0 0,-1 0 0,1 0 0,-1 0 0,1 0 0,-1 0 0,0 0 0,0 0 0,-1 0 0,1 0 0,0 0 0,-1 1 0,0-1 0,1 1 0,-4-4 0,-4-5-151,-1 1-1,0 0 0,0 1 0,-1 0 1,0 0-1,0 1 0,-1 1 1,-18-9-1,17 12-6674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6.4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20 24575,'-13'-5'0,"1"1"0,0 1 0,-1 0 0,-14-1 0,23 4 0,0-1 0,-1 1 0,1 0 0,0 0 0,0 1 0,-1-1 0,1 1 0,0 0 0,0 0 0,0 0 0,0 1 0,0-1 0,0 1 0,0 0 0,-7 5 0,9-5 0,0 0 0,0 0 0,1 0 0,-1 1 0,0-1 0,1 1 0,0-1 0,0 1 0,-1-1 0,1 1 0,1 0 0,-1-1 0,0 1 0,1 0 0,-1 0 0,1 4 0,0 6 0,0 1 0,4 17 0,-2-1 0,6 49 0,0 6 0,-3 4 0,5 1 0,3-2 0,39 134 0,-23-102 0,-25-99 0,-1 0 0,-1 0 0,-1 38 0,-2-52 0,0 0 0,-1-1 0,1 1 0,-1-1 0,-1 1 0,-3 7 0,2-7 0,4-6 0,0-1 0,0 1 0,0-1 0,0 0 0,-1 1 0,1-1 0,0 1 0,0-1 0,0 0 0,0 1 0,0-1 0,0 1 0,0-1 0,0 1 0,0-1 0,0 1 0,0-1 0,0 0 0,1 1 0,-1-1 0,0 1 0,0-1 0,0 0 0,0 1 0,1-1 0,-1 1 0,0-1 0,1 0 0,-1 1 0,1 0 0,0-1 0,0 1 0,0 0 0,1-1 0,-1 1 0,0-1 0,0 0 0,0 1 0,1-1 0,1 1 0,35-1 0,-32 0 0,142-2-1365,-133 2-5461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7.1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63 24575,'-6'28'0,"2"0"0,1 1 0,1 0 0,1 0 0,6 52 0,-3-62 0,1-1 0,1 0 0,1 0 0,1 0 0,0 0 0,1-1 0,1 0 0,1 0 0,21 30 0,-30-46 0,0 0 0,1-1 0,-1 1 0,1-1 0,-1 1 0,1 0 0,-1-1 0,1 1 0,-1-1 0,1 1 0,-1-1 0,1 1 0,0-1 0,-1 0 0,1 1 0,0-1 0,-1 0 0,1 1 0,1-1 0,-2 0 0,1-1 0,-1 0 0,0 1 0,0-1 0,0 1 0,0-1 0,0 1 0,0-1 0,0 1 0,0-1 0,0 0 0,0 1 0,0-1 0,0 1 0,0-1 0,0 1 0,0-1 0,-1 1 0,1-1 0,0 1 0,0-1 0,-1 1 0,1-1 0,0 1 0,-1-1 0,-21-43 0,-50-111 0,62 129 0,1 0 0,2 0 0,0-1 0,-3-32 0,9 51 0,1 1 0,0 0 0,0-1 0,1 1 0,-1-1 0,2 1 0,-1 0 0,1 0 0,0 0 0,4-10 0,-5 15 0,0-1 0,1 1 0,-1 0 0,1 0 0,-1 0 0,1 0 0,0 0 0,0 0 0,0 0 0,0 0 0,0 1 0,0-1 0,0 1 0,0-1 0,1 1 0,-1 0 0,1 0 0,-1 0 0,1 0 0,-1 0 0,1 1 0,0-1 0,-1 1 0,1 0 0,-1 0 0,1 0 0,0 0 0,-1 0 0,1 0 0,0 1 0,3 0 0,-1 0 0,0 1 0,-1-1 0,1 1 0,0 0 0,-1 0 0,1 0 0,-1 1 0,0 0 0,0 0 0,0 0 0,0 0 0,0 0 0,-1 1 0,1 0 0,4 7 0,-6-9 0,-1 1 0,0-1 0,0 0 0,0 1 0,0-1 0,0 1 0,-1-1 0,1 1 0,-1-1 0,0 1 0,0-1 0,0 1 0,0-1 0,0 1 0,0-1 0,-1 1 0,1-1 0,-1 1 0,1-1 0,-1 1 0,0-1 0,0 1 0,0-1 0,-1 0 0,1 0 0,0 0 0,-1 0 0,0 0 0,1 0 0,-1 0 0,0 0 0,-2 1 0,-3 3-136,0 0-1,0-1 1,-1 0-1,1-1 1,-1 0-1,0 0 1,0 0-1,0-1 0,-11 3 1,7-4-6690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7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24575,'0'0'0,"0"0"0,1-1 0,-1 1 0,1 0 0,-1 0 0,1 0 0,-1 0 0,1 0 0,-1 0 0,1 0 0,-1 0 0,1 0 0,-1 0 0,0 0 0,1 0 0,-1 0 0,1 0 0,-1 0 0,1 0 0,-1 1 0,1-1 0,-1 0 0,0 0 0,1 0 0,-1 1 0,1-1 0,8 14 0,2 21 0,-11-33 0,32 222 0,-17-103 0,-10-69 0,-3-31 0,0-1 0,8 30 0,-10-49 0,0-1 0,0 0 0,0 0 0,0 0 0,0 0 0,0 0 0,0 0 0,0 0 0,0 1 0,0-1 0,0 0 0,0 0 0,0 0 0,0 0 0,0 0 0,0 0 0,0 0 0,0 0 0,0 1 0,0-1 0,0 0 0,0 0 0,0 0 0,0 0 0,0 0 0,1 0 0,-1 0 0,0 0 0,0 0 0,0 0 0,0 1 0,0-1 0,0 0 0,0 0 0,0 0 0,0 0 0,1 0 0,-1 0 0,0 0 0,0 0 0,0 0 0,0 0 0,0 0 0,0 0 0,0 0 0,1 0 0,-1 0 0,0 0 0,0 0 0,0 0 0,0 0 0,0 0 0,0 0 0,0 0 0,0 0 0,1 0 0,-1-1 0,0 1 0,0 0 0,0 0 0,0 0 0,0 0 0,0 0 0,0 0 0,0 0 0,6-12 0,1-17 0,-6 22 0,8-39 0,-8 42 0,0 1 0,0-1 0,1 0 0,-1 1 0,1-1 0,0 1 0,0-1 0,0 1 0,4-4 0,-5 6 0,0 0 0,1 0 0,-1 0 0,1 0 0,-1 1 0,1-1 0,-1 0 0,1 1 0,0-1 0,-1 1 0,1 0 0,0-1 0,-1 1 0,1 0 0,0 0 0,0 0 0,-1 0 0,1 1 0,0-1 0,-1 0 0,1 1 0,0-1 0,2 2 0,5 2 0,0-1 0,15 11 0,-20-12 0,103 70 0,-61-39 0,-37-26-59,-7-5-86,0-1 0,0 1 0,0-1 0,1 1-1,-1-1 1,1 0 0,-1 1 0,4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8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211 0 24575,'-90'4'0,"80"-3"0,1 0 0,0 1 0,0 1 0,0-1 0,0 1 0,1 1 0,-13 6 0,18-9 0,0 1 0,1 0 0,-1 0 0,1 0 0,0 0 0,0 0 0,-1 0 0,2 0 0,-1 1 0,0-1 0,0 1 0,1-1 0,-1 1 0,1 0 0,0 0 0,-2 5 0,2-4 0,1 0 0,-1 0 0,1 0 0,0 0 0,0 0 0,1 0 0,-1 0 0,1 0 0,0 0 0,0 0 0,2 4 0,2 4 0,1-1 0,0 0 0,0 0 0,1-1 0,0 0 0,1 0 0,11 10 0,-16-17 0,0 0 0,0-1 0,0 1 0,0-1 0,0 0 0,1 0 0,-1 0 0,1 0 0,-1 0 0,1-1 0,0 0 0,0 1 0,-1-2 0,1 1 0,0 0 0,0-1 0,6 1 0,-7-2 0,0 1 0,0-1 0,0 1 0,0-1 0,0 0 0,0 0 0,0-1 0,0 1 0,-1 0 0,1-1 0,0 0 0,-1 0 0,1 1 0,-1-1 0,0-1 0,0 1 0,0 0 0,0-1 0,0 1 0,0-1 0,0 1 0,2-6 0,-2 2 0,0-1 0,0 1 0,0 0 0,1-12 0,-2 13 0,0-1 0,0 1 0,1-1 0,-1 1 0,1 0 0,5-10 0,-7 14 0,0 1 0,0 0 0,1 0 0,-1-1 0,0 1 0,0 0 0,1 0 0,-1-1 0,0 1 0,1 0 0,-1 0 0,0-1 0,0 1 0,1 0 0,-1 0 0,0 0 0,1 0 0,-1 0 0,1 0 0,-1-1 0,0 1 0,1 0 0,-1 0 0,0 0 0,1 0 0,-1 0 0,0 0 0,1 0 0,0 1 0,10 6 0,8 15 0,-18-21 0,63 86-1365,-57-77-5461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08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0 24575,'-8'2'0,"0"1"0,1 0 0,-1 0 0,1 1 0,0-1 0,0 2 0,0-1 0,1 1 0,-1 0 0,1 0 0,-8 9 0,11-10 0,0 0 0,0 1 0,0-1 0,0 1 0,1 0 0,0 0 0,0 0 0,0 0 0,0 0 0,1 0 0,0 0 0,0 1 0,0-1 0,1 0 0,0 1 0,0-1 0,0 0 0,2 7 0,-1-3 0,1 0 0,0 0 0,1-1 0,0 1 0,0-1 0,1 0 0,0 0 0,6 9 0,-2-6 0,0-1 0,1 0 0,0-1 0,0 0 0,12 8 0,-17-13 0,0-1 0,-1 1 0,1 0 0,-1 0 0,0 0 0,0 1 0,0-1 0,2 6 0,-5-9 0,1 0 0,0 0 0,-1 0 0,1 0 0,-1 1 0,1-1 0,-1 0 0,0 0 0,0 1 0,1-1 0,-1 0 0,0 0 0,0 1 0,0-1 0,0 0 0,-1 1 0,1-1 0,0 0 0,-1 0 0,1 1 0,0-1 0,-1 0 0,1 0 0,-1 0 0,0 1 0,1-1 0,-1 0 0,0 0 0,0 0 0,0 0 0,0 0 0,1-1 0,-1 1 0,0 0 0,-1 0 0,1 0 0,-1 0 0,1-1 0,1 0 0,0 1 0,0-1 0,-1 0 0,1 0 0,0 0 0,0 1 0,-1-1 0,1 0 0,0 0 0,-1 0 0,1 0 0,0 0 0,-1 0 0,1 0 0,0 0 0,-1 0 0,1 0 0,0 0 0,-1 0 0,1 0 0,0 0 0,0 0 0,-1 0 0,1 0 0,0 0 0,-1 0 0,1 0 0,0-1 0,0 1 0,-1 0 0,1 0 0,0 0 0,-1-1 0,1 1 0,0 0 0,0 0 0,0 0 0,-1-1 0,1 1 0,0-1 0,0 1 0,0-1 0,0 0 0,0 1 0,0-1 0,0 0 0,0 1 0,0-1 0,0 1 0,0-1 0,1 0 0,-1 1 0,0-1 0,0 1 0,1-1 0,-1 0 0,0 1 0,1-1 0,-1 1 0,0-1 0,2 0 0,2-3 0,0 1 0,0-1 0,1 1 0,-1 0 0,1 0 0,0 1 0,7-4 0,39-11 0,-37 12 0,75-19 0,23-9 0,-93 27 0,-1-2 0,0 0 0,30-19 0,-42 23 0,-1 1 0,-1-1 0,1-1 0,0 1 0,-1 0 0,0-1 0,0 0 0,0 0 0,-1 0 0,5-10 0,-7 12 0,0 1 0,0-1 0,0 0 0,0 1 0,-1-1 0,1 0 0,-1 1 0,0-1 0,1 0 0,-1 0 0,-1 1 0,1-1 0,0 0 0,-1 0 0,1 1 0,-1-1 0,0 0 0,0 1 0,0-1 0,0 1 0,0-1 0,-1 1 0,1 0 0,-1 0 0,0-1 0,-2-1 0,1 0 0,-1 1 0,0 0 0,0 0 0,0 0 0,0 0 0,0 1 0,-1 0 0,1 0 0,-1 0 0,1 0 0,-1 1 0,0-1 0,0 1 0,1 0 0,-1 1 0,0-1 0,0 1 0,0 0 0,0 1 0,0-1 0,-9 3 0,9-2 0,0 0 0,0 1 0,0 0 0,0 0 0,0 0 0,0 0 0,1 1 0,-1 0 0,1 0 0,0 0 0,0 1 0,0-1 0,0 1 0,1 0 0,-1 0 0,1 0 0,0 0 0,0 1 0,0 0 0,-2 5 0,2-1 0,1 1 0,-1-1 0,2 0 0,-1 1 0,1-1 0,1 1 0,0 0 0,0-1 0,0 1 0,2-1 0,-1 1 0,1-1 0,0 1 0,1-1 0,0 0 0,1 0 0,0 0 0,0-1 0,1 1 0,0-1 0,0 0 0,1 0 0,0-1 0,0 0 0,1 0 0,0 0 0,11 7 0,-14-11 8,0 0 0,1-1 0,0 0 0,0 0 0,-1 0 0,1-1 0,0 1 0,0-1 0,0 0 0,0-1 0,1 1 0,-1-1 0,0 0 0,9-1 0,-4-1-220,0 0 0,0 0 0,-1-1-1,1 0 1,-1-1 0,15-8 0,-11 5-6614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10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57 24575,'8'-6'0,"0"1"0,0 0 0,1 1 0,-1 0 0,1 0 0,0 1 0,0 0 0,0 0 0,14-1 0,4 1 0,-1 1 0,28 3 0,-23-1 0,-28 0 0,0 0 0,0 0 0,1-1 0,-1 1 0,0-1 0,0 0 0,0 0 0,0 0 0,4-3 0,-1 2 0,-6 2 0,0 0 0,1 0 0,-1 0 0,0 0 0,1 0 0,-1 1 0,0-1 0,1 0 0,-1 0 0,0 0 0,1 1 0,-1-1 0,0 0 0,0 0 0,0 1 0,1-1 0,-1 0 0,0 1 0,0-1 0,0 0 0,1 0 0,-1 1 0,0-1 0,0 0 0,0 1 0,0-1 0,0 1 0,0-1 0,0 1 0,4 14 0,-4-14 0,8 41 0,6 85 0,-13-56 0,0-6 0,11 70 0,32 176 0,-37-272 0,-4-18 0,3 43 0,-6-37 0,-1 48 0,1-73 0,0-1 0,-1 0 0,1 1 0,0-1 0,-1 0 0,1 1 0,-1-1 0,0 0 0,1 1 0,-1-1 0,0 0 0,0 0 0,1 0 0,-1 0 0,0 0 0,0 0 0,0 0 0,-1 0 0,1 0 0,0 0 0,0 0 0,0-1 0,-1 1 0,1 0 0,0-1 0,-1 1 0,1-1 0,-3 1 0,-3 0 0,-1 0 0,0 0 0,1-1 0,-11-1 0,0 1 0,-51 7-1365,49-5-5461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13.3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44 24575,'158'-26'0,"-157"25"0,-4 0 0,-13 0 0,-23 0 0,-11 2 0,-77-2 0,126 1-50,0 0-1,0 0 1,0 0-1,0 0 0,0 0 1,0 0-1,0 0 1,0-1-1,0 1 1,0 0-1,0-1 0,0 1 1,1-1-1,-1 1 1,0-1-1,0 0 1,0 1-1,0-1 0,1 0 1,-1 0-1,0 1 1,1-1-1,-1 0 1,0 0-1,1 0 1,-1-1-1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13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38 24575,'-20'-8'0,"-9"-2"0,-2 1 0,1 1 0,7 5 0,3 3 0,4 4 0,2 4 0,0 3 0,1-1 0,-1 1 0,0-1 0,3-3-8191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5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54 24575,'0'11'0,"0"10"0,0-1 0,1 1 0,2 0 0,6 28 0,25 65 0,-14-56 0,13 73 0,-32-125 0,3 24 0,-4-29 0,0 1 0,0-1 0,0 1 0,0 0 0,0-1 0,0 1 0,0-1 0,-1 1 0,1-1 0,-1 1 0,1-1 0,-1 1 0,0-1 0,-1 3 0,2-4 0,0 0 0,-1 0 0,1 0 0,0 0 0,-1 0 0,1 0 0,0 0 0,-1-1 0,1 1 0,0 0 0,-1 0 0,1 0 0,0 0 0,-1 0 0,1-1 0,0 1 0,0 0 0,-1 0 0,1-1 0,0 1 0,0 0 0,-1 0 0,1-1 0,0 1 0,0 0 0,0 0 0,0-1 0,-1 1 0,1 0 0,0-1 0,0 1 0,0 0 0,0-1 0,0 1 0,0-1 0,-6-13 0,-39-161 0,24 86 0,11 52 0,4 17 0,0 0 0,2 0 0,1-1 0,-2-37 0,5 57 0,0 0 0,0 1 0,0-1 0,0 0 0,0 1 0,0-1 0,0 0 0,0 1 0,0-1 0,0 1 0,1-1 0,-1 0 0,0 1 0,0-1 0,1 1 0,-1-1 0,0 0 0,1 1 0,-1-1 0,1 1 0,-1 0 0,1-2 0,0 2 0,0 0 0,-1 0 0,1 0 0,-1 0 0,1 0 0,0 0 0,-1 0 0,1 0 0,0 0 0,-1 0 0,1 0 0,-1 0 0,1 1 0,0-1 0,-1 0 0,1 0 0,-1 1 0,2 0 0,2 1 0,0 1 0,0 1 0,0-1 0,5 5 0,48 61 0,-37-42 0,35 33 0,-34-41 0,0-2 0,2 0 0,39 23 0,-46-31 0,1-1 0,0-1 0,0 0 0,1-1 0,0-1 0,26 5 0,-40-10 0,3 1 0,0 0 0,0 0 0,0-1 0,0 0 0,9-1 0,-14 0 0,-1 1 0,1 0 0,-1-1 0,1 1 0,-1-1 0,0 1 0,1-1 0,-1 0 0,0 0 0,1 1 0,-1-1 0,0 0 0,0 0 0,0 0 0,0 0 0,0-1 0,0 1 0,0 0 0,0 0 0,0 0 0,-1-1 0,1 1 0,0-1 0,-1 1 0,1 0 0,-1-1 0,1 1 0,-1-1 0,0 1 0,0-2 0,1-7 0,-1 1 0,0-1 0,-1 1 0,0 0 0,0-1 0,-1 1 0,-1 0 0,1 0 0,-1 0 0,-5-9 0,-7-13 0,-27-41 0,14 27 0,18 27 0,0 0 0,2-1 0,-8-22 0,15 39-151,0-1-1,0 1 0,1 0 0,-1 0 1,0 0-1,-1 0 0,1 1 1,-2-4-1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16 24575,'5'-2'0,"-1"-2"0,-3 1 0,-5 1 0,-4 0 0,-6 1 0,-5 0 0,-2 1 0,-3 0 0,1 0 0,1 0 0,2 3 0,3 0 0,0 1 0,2 1 0,0 0 0,3 2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6.1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24575,'1'0'0,"1"0"0,-1 1 0,1-1 0,-1 1 0,1-1 0,-1 1 0,1 0 0,-1-1 0,0 1 0,0 0 0,1 0 0,-1 0 0,0 0 0,0 0 0,0 0 0,0 0 0,0 0 0,0 1 0,0-1 0,0 0 0,0 2 0,16 35 0,-12-27 0,39 101 0,29 63 0,-72-173-47,4 7-217,-1 0 1,0 0-1,0 0 0,2 12 1,-4-9-6563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6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1477 0 24575,'-1'2'0,"0"-1"0,0 1 0,0-1 0,0 1 0,0-1 0,0 0 0,0 0 0,-1 0 0,1 1 0,-1-1 0,1 0 0,0-1 0,-1 1 0,0 0 0,-2 1 0,-34 13 0,11-10 0,0-1 0,-45 1 0,31-2 0,-216 12 0,-192 18 0,-62 59-1365,479-84-5461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27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78 24575,'3'-6'0,"0"1"0,0-1 0,1 1 0,0 1 0,0-1 0,1 0 0,-1 1 0,1 0 0,0 0 0,0 0 0,0 1 0,1 0 0,-1 0 0,1 0 0,0 0 0,-1 1 0,1 0 0,0 0 0,1 1 0,-1 0 0,0 0 0,0 0 0,13 1 0,12 1 0,1 2 0,38 10 0,-69-13 0,1 0 0,-1 1 0,1-1 0,-1 1 0,1-1 0,-1 1 0,1 0 0,-1-1 0,0 1 0,1 0 0,-1 0 0,0 0 0,0 0 0,0 0 0,1 0 0,-1 1 0,0-1 0,-1 0 0,2 2 0,-1 0 0,0-1 0,0 1 0,0-1 0,0 1 0,-1 0 0,0-1 0,1 1 0,-1-1 0,0 1 0,-1 4 0,0 3 0,-1-1 0,0 0 0,-1 0 0,0 0 0,-6 13 0,-13 22 0,-19 45 0,36-75 0,-1-2 0,0 1 0,0-1 0,-2 0 0,1 0 0,-19 21 0,26-33 0,0 0 0,-1 0 0,1 0 0,0 1 0,0-1 0,0 0 0,-1 0 0,1 0 0,0 0 0,0 0 0,0 1 0,0-1 0,0 0 0,-1 0 0,1 0 0,0 1 0,0-1 0,0 0 0,0 0 0,0 0 0,0 1 0,0-1 0,0 0 0,0 0 0,0 0 0,0 1 0,0-1 0,0 0 0,0 0 0,0 1 0,0-1 0,0 0 0,0 0 0,0 0 0,0 1 0,0-1 0,0 0 0,0 0 0,0 1 0,1-1 0,-1 0 0,0 0 0,0 1 0,13 1 0,16-4 0,25-6 0,1 3 0,-1 2 0,74 5 0,-68 6-926,-56-7 487,11 2-6387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2.5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28 24575,'-6'-27'0,"10"30"0,1 5 0,16 25 0,1-1 0,1-1 0,1-1 0,51 47 0,-24-35 0,-37-32 0,-1 0 0,-1 1 0,21 22 0,-33-33 0,0 0 0,1 0 0,-1 0 0,0 0 0,0 1 0,0-1 0,0 0 0,1 0 0,-1 0 0,0 0 0,0 0 0,0 1 0,0-1 0,0 0 0,0 0 0,1 0 0,-1 0 0,0 1 0,0-1 0,0 0 0,0 0 0,0 0 0,0 1 0,0-1 0,0 0 0,0 0 0,0 0 0,0 1 0,0-1 0,0 0 0,0 0 0,0 0 0,0 1 0,0-1 0,0 0 0,0 0 0,0 1 0,-9-4 0,-10-10 0,8 4-1365,3-1-5461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2.9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14 24575,'2'-11'0,"-2"8"0,-3 8 0,-12 26 0,-1-1 0,-1-1 0,-41 53 0,38-58 0,-43 45 0,39-44-1365,15-18-5461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3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23 24575,'-42'-7'0,"17"1"0,-1 2 0,1 1 0,-1 0 0,-46 3 0,69 1 0,0-1 0,0 1 0,0 0 0,0-1 0,1 1 0,-1 0 0,0 1 0,0-1 0,0 0 0,1 1 0,-1 0 0,1 0 0,-1-1 0,1 1 0,0 1 0,0-1 0,0 0 0,0 0 0,-2 4 0,2-2 0,0-1 0,1 1 0,-1 0 0,1-1 0,0 1 0,0 0 0,0 0 0,1 0 0,-1 0 0,1-1 0,0 1 0,0 0 0,1 0 0,0 7 0,3 0 0,0 0 0,0 0 0,1-1 0,0 1 0,1-1 0,0-1 0,10 13 0,-4-5 0,10 20 0,32 81 0,-48-101 0,-1-1 0,-1 1 0,0 0 0,-2 0 0,2 27 0,-6 41 0,0-44 0,5 45 0,-3-83 0,1 0 0,0 0 0,0 0 0,0 0 0,0 0 0,1 0 0,-1 0 0,1 0 0,0-1 0,0 1 0,0-1 0,0 1 0,0-1 0,0 0 0,1 0 0,-1 0 0,1 0 0,-1 0 0,1 0 0,0-1 0,0 1 0,0-1 0,4 2 0,3 0 0,1 0 0,-1 0 0,0-1 0,1 0 0,19 0 0,-28-1 11,0-1 0,1 0 0,-1-1 0,1 1 0,-1 0 0,1-1-1,-1 1 1,0-1 0,1 0 0,2-1 0,-4 1-89,0 0 0,0 1 0,1-1-1,-1 0 1,0 0 0,0 0 0,0-1 0,-1 1 0,1 0-1,0 0 1,0 0 0,-1-1 0,1 1 0,0 0 0,-1-1-1,0 1 1,1 0 0,0-3 0,0-7-6748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4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24575,'1'0'0,"-1"0"0,1-1 0,-1 1 0,1 0 0,-1 0 0,0 0 0,1 0 0,-1 0 0,1 0 0,-1 0 0,1 0 0,-1 0 0,0 0 0,1 0 0,-1 0 0,1 0 0,-1 0 0,1 0 0,-1 0 0,0 1 0,1-1 0,-1 0 0,1 0 0,-1 0 0,0 1 0,1-1 0,-1 0 0,0 1 0,1-1 0,-1 0 0,0 1 0,1-1 0,-1 0 0,0 1 0,0-1 0,1 1 0,12 19 0,-11-17 0,14 24 0,-7-11 0,12 17 0,-18-29 0,0-1 0,1 1 0,-1 0 0,1-1 0,0 0 0,0 0 0,0 0 0,0 0 0,5 2 0,-8-4 0,0-1 0,0 1 0,0-1 0,0 1 0,0-1 0,0 0 0,0 0 0,0 1 0,0-1 0,1 0 0,-1 0 0,0 0 0,0 0 0,0 0 0,0 0 0,0-1 0,1 1 0,-1 0 0,0 0 0,0-1 0,0 1 0,1-2 0,0 1 0,-1 0 0,0 0 0,1 0 0,-1-1 0,0 1 0,0 0 0,0-1 0,0 1 0,0-1 0,-1 0 0,1 1 0,0-1 0,0-1 0,1-6 0,-1 1 0,1 0 0,-1-1 0,-1-14 0,0 16 0,0 1 0,-1 0 0,2 0 0,0-10 0,-1 15 0,0 0 0,0 1 0,0-1 0,0 1 0,1-1 0,-1 1 0,0-1 0,0 0 0,0 1 0,0-1 0,1 1 0,-1-1 0,0 1 0,1-1 0,-1 1 0,0-1 0,1 1 0,-1-1 0,1 1 0,-1 0 0,0-1 0,1 1 0,-1 0 0,1-1 0,-1 1 0,1 0 0,0-1 0,-1 1 0,1 0 0,-1 0 0,1 0 0,-1 0 0,1-1 0,0 1 0,-1 0 0,1 0 0,-1 0 0,1 0 0,-1 0 0,1 1 0,0-1 0,-1 0 0,1 0 0,-1 0 0,1 0 0,0 1 0,15 8 0,0 0 0,-1 1 0,0 1 0,-1 0 0,20 20 0,-4-4 0,-21-19-91,-6-6-36,0 0-1,0 0 1,-1 0-1,1 1 1,-1-1 0,0 1-1,0 0 1,1-1-1,2 7 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4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16 24575,'-5'-3'0,"-5"0"0,-2 0 0,-2 0 0,-1 2 0,-1-1 0,0 2 0,1 0 0,-1 2 0,1 1 0,-3 1 0,0 1 0,0 0 0,-2 0 0,1-2 0,-1-1 0,3 2 0,2 0-8191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5.0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24575,'32'59'0,"-23"-40"0,1-1 0,0 0 0,1-1 0,1 0 0,21 22 0,-33-38 0,1 0 0,0 0 0,-1-1 0,1 1 0,0 0 0,0-1 0,-1 1 0,1-1 0,0 1 0,0-1 0,0 1 0,0-1 0,-1 1 0,1-1 0,0 0 0,0 1 0,0-1 0,0 0 0,0 0 0,0 0 0,0 0 0,0 0 0,0 0 0,0 0 0,0 0 0,0 0 0,0-1 0,0 1 0,0 0 0,0 0 0,1-1 0,-1-1 0,0 1 0,1 0 0,-1-1 0,0 1 0,0-1 0,0 1 0,0-1 0,0 0 0,0 1 0,0-1 0,-1 0 0,1 0 0,0 0 0,-1 0 0,1-2 0,2-34 0,-3 29 0,0-1 0,1 1 0,0-1 0,1 1 0,3-11 0,-4 18 0,-1 0 0,1 0 0,0 1 0,0-1 0,0 0 0,0 0 0,1 1 0,-1-1 0,0 0 0,1 1 0,-1-1 0,1 1 0,-1 0 0,1 0 0,0-1 0,0 1 0,-1 0 0,1 0 0,0 1 0,0-1 0,0 0 0,0 1 0,0-1 0,0 1 0,0-1 0,0 1 0,0 0 0,3 0 0,0 0 0,1 1 0,-1 0 0,0 0 0,0 0 0,0 1 0,-1-1 0,1 1 0,8 5 0,35 23 0,-45-28 0,56 42 0,-51-37 0,-1 0 0,0 0 0,0 0 0,12 18 0,-18-25-28,-1 0-1,0 1 1,1-1-1,-1 1 1,0-1 0,0 0-1,0 1 1,1-1-1,-1 1 1,0-1-1,0 0 1,0 1-1,0-1 1,0 1 0,0-1-1,0 1 1,0-1-1,0 1 1,0-1-1,0 1 1,0-1-1,0 0 1,0 1 0,0-1-1,0 1 1,-1-1-1,1 1 1,0-1-1,0 0 1,0 1-1,-1-1 1,1 1 0,0-1-1,-1 0 1,1 1-1,0-1 1,-1 0-1,1 0 1,0 1-1,-1-1 1,1 0 0,-1 0-1,1 1 1,0-1-1,-1 0 1,1 0-1,-1 0 1,-8 3-6798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27 24575,'-9'-5'0,"0"1"0,-1 0 0,0 0 0,-16-3 0,24 6 0,-1 1 0,1-1 0,0 1 0,0 0 0,0 0 0,-1 0 0,1 0 0,0 0 0,0 1 0,0-1 0,-1 1 0,1-1 0,0 1 0,0 0 0,0 0 0,0 0 0,0 0 0,0 0 0,0 0 0,1 0 0,-1 1 0,0-1 0,1 1 0,-1-1 0,1 1 0,-1 0 0,1-1 0,-2 4 0,0 1 0,1 0 0,0 0 0,0 0 0,0 0 0,1 0 0,0 0 0,0 1 0,0-1 0,1 0 0,0 1 0,0-1 0,1 0 0,-1 1 0,1-1 0,3 9 0,-1-7 0,-1 0 0,1 0 0,0 0 0,1-1 0,0 1 0,0-1 0,1 0 0,0 0 0,0 0 0,0-1 0,8 7 0,-10-10 0,-1-1 0,1 0 0,0 0 0,0 0 0,-1-1 0,1 1 0,0-1 0,1 0 0,-1 1 0,0-1 0,0-1 0,0 1 0,1 0 0,-1-1 0,0 0 0,1 1 0,-1-1 0,0-1 0,1 1 0,-1 0 0,0-1 0,7-2 0,-7 2 0,1-1 0,-1 1 0,0-1 0,0 0 0,0 0 0,0-1 0,0 1 0,0-1 0,0 1 0,-1-1 0,0 0 0,1 0 0,-1 0 0,0 0 0,0 0 0,-1-1 0,1 1 0,-1 0 0,1-1 0,0-4 0,0-1 14,0 0-1,-1 0 0,1 0 0,-2 0 1,1 0-1,-2 0 0,1 0 1,-4-17-1,3 21-96,0 0 1,-1 0-1,0 0 1,0 1-1,0-1 1,0 1-1,-1-1 1,1 1-1,-1 0 1,-1 0-1,1 0 1,0 0-1,-1 1 1,0 0-1,0-1 1,0 1-1,-5-3 1,-4-1-6744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6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24575,'16'1'0,"10"1"0,0 0 0,0 2 0,-1 1 0,26 9 0,-49-13 0,1 0 0,0 0 0,-1 0 0,1 0 0,-1 1 0,0-1 0,0 1 0,1-1 0,-1 1 0,0 0 0,0 0 0,0 0 0,-1 0 0,1 0 0,2 3 0,-3-1 0,0-1 0,0 1 0,0-1 0,0 0 0,0 1 0,-1-1 0,1 1 0,-1 0 0,0-1 0,0 1 0,-1 4 0,-3 42 0,1 0 0,3 0 0,2 1 0,3-1 0,1 0 0,15 52 0,-14-75 0,-2-13 0,-1 0 0,-1 1 0,0-1 0,-1 1 0,0-1 0,-1 18 0,-1-31 0,0 0 0,0 0 0,0 0 0,0 0 0,-1 0 0,1 0 0,0 0 0,0 0 0,-1 0 0,1 0 0,-1 0 0,1 0 0,-1-1 0,1 1 0,-1 0 0,1 0 0,-1 0 0,0-1 0,1 1 0,-1 0 0,0-1 0,0 1 0,0 0 0,1-1 0,-1 1 0,0-1 0,0 1 0,0-1 0,0 0 0,0 1 0,0-1 0,0 0 0,0 0 0,0 0 0,0 0 0,0 0 0,0 0 0,-2 0 0,-4-1 0,1 0 0,-1-1 0,0 1 0,-11-6 0,2 1 0,-15 0-1365,18 4-5461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7.4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605 77 24575,'-15'-10'0,"0"1"0,0 0 0,-1 1 0,0 0 0,-1 2 0,1 0 0,-1 0 0,-1 2 0,1 0 0,0 1 0,-1 1 0,0 1 0,1 0 0,-1 1 0,0 1 0,0 1 0,1 0 0,-25 7 0,38-8-27,-41 13-308,-1-3 1,0-2-1,-58 5 1,89-14-6492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7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499 25 24575,'-32'-5'0,"-14"-2"0,-1 1 0,2 1 0,6 4 0,5 2 0,6 1 0,2 2 0,3 2 0,1 1 0,-1-1 0,-2 2 0,1 0 0,0-3 0,1 2 0,2-2 0,5 0-8191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8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24575,'192'122'0,"65"35"0,-119-91 0,-136-66 0,-1 1 0,1 0 0,-1-1 0,0 1 0,1 0 0,-1 0 0,0 0 0,0 0 0,0 0 0,1 0 0,0 2 0,-2-3 0,0 1 0,0-1 0,0 1 0,0-1 0,0 1 0,0-1 0,0 1 0,0-1 0,0 0 0,0 1 0,0-1 0,0 1 0,0-1 0,-1 1 0,1-1 0,0 0 0,0 1 0,0-1 0,-1 1 0,1-1 0,0 0 0,0 1 0,-1-1 0,1 0 0,0 1 0,-1-1 0,1 0 0,0 1 0,-1-1 0,1 0 0,0 0 0,-1 0 0,1 1 0,-1-1 0,1 0 0,-1 0 0,1 0 0,0 0 0,-2 0 0,-80 29 0,60-23 0,0 2 0,0 0 0,-26 14 0,20-4 0,1 2 0,-29 25 0,32-25 0,10-10-195,0 0 0,-1-1 0,0-1 0,0-1 0,-1 0 0,-16 5 0,14-6-6631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38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485 0 24575,'-9'6'0,"-1"-1"0,0-1 0,-11 4 0,-16 8 0,-13 8 0,-2-3 0,0-2 0,-71 17 0,94-31 0,-18 4 0,44-8 0,-1 0 0,1 0 0,0 0 0,0 0 0,0 1 0,0 0 0,0 0 0,0 0 0,0 0 0,-4 4 0,6-5 0,0 1 0,1-1 0,-1 0 0,0 1 0,1-1 0,-1 0 0,1 1 0,0-1 0,-1 1 0,1-1 0,0 1 0,0-1 0,0 1 0,0-1 0,0 1 0,0-1 0,0 1 0,0-1 0,1 0 0,-1 1 0,0-1 0,1 1 0,1 2 0,2 4 0,0 1 0,10 13 0,-4-6 0,-7-10 0,0 0 0,0-1 0,1 1 0,0-1 0,0 0 0,0 0 0,1 0 0,0 0 0,0-1 0,0 1 0,0-2 0,1 1 0,-1 0 0,1-1 0,12 5 0,51 14 0,132 25 0,-182-44 0,34 6 0,-22-4 0,46 13 0,-61-11-1365,-5-1-5461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0.2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61 24575,'-13'-2'0,"1"0"0,-1 0 0,1-1 0,0 0 0,0-1 0,0-1 0,-21-11 0,-22-7 0,52 23 0,4 1 0,9 6 0,16 7 0,108 57-1365,-123-65-5461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3.5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24575,'0'-1'0,"0"0"0,0 0 0,0 1 0,0-1 0,1 0 0,-1 0 0,0 1 0,0-1 0,1 0 0,-1 0 0,1 1 0,-1-1 0,1 0 0,-1 1 0,1-1 0,-1 1 0,1-1 0,-1 1 0,1-1 0,0 1 0,-1-1 0,1 1 0,0-1 0,-1 1 0,1 0 0,1-1 0,-1 1 0,0 1 0,0-1 0,0 1 0,0 0 0,0-1 0,0 1 0,0 0 0,0 0 0,0-1 0,0 1 0,-1 0 0,1 0 0,0 0 0,-1 0 0,1 0 0,-1 0 0,1 0 0,0 2 0,16 30 0,2-2 0,1 0 0,2-1 0,1-1 0,39 39 0,146 114 0,-106-105 0,-51-41 0,87 82 0,-127-101 0,-11-17 0,0 0 0,1 0 0,-1 1 0,0-1 0,0 0 0,0 0 0,0 1 0,0-1 0,0 0 0,1 0 0,-1 1 0,0-1 0,0 0 0,0 1 0,0-1 0,0 0 0,0 0 0,0 1 0,0-1 0,0 0 0,0 1 0,0-1 0,0 0 0,-1 0 0,1 1 0,0-1 0,0 0 0,0 0 0,0 1 0,0-1 0,0 0 0,-1 0 0,1 0 0,0 1 0,0-1 0,0 0 0,-1 0 0,1 0 0,0 1 0,0-1 0,-1 0 0,1 0 0,0 0 0,0 0 0,-1 0 0,1 0 0,0 0 0,0 0 0,-1 1 0,1-1 0,0 0 0,-1 0 0,1 0 0,0 0 0,0 0 0,-1 0 0,1-1 0,0 1 0,0 0 0,-1 0 0,1 0 0,0 0 0,0 0 0,-1 0 0,1-1 0,-3 1 12,0-1 0,0-1 0,0 1 0,0 0 0,0-1 0,0 0 0,1 1 0,-1-1 0,-3-3 0,-20-21-1497,18 15-5341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4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230 49 24575,'1'-2'0,"3"-23"0,-4 24 0,0 0 0,0-1 0,0 1 0,0 0 0,0 0 0,0-1 0,0 1 0,0 0 0,-1 0 0,1-1 0,0 1 0,-1 0 0,1 0 0,-1 0 0,-1-2 0,2 3 0,0 0 0,0 0 0,-1 0 0,1-1 0,0 1 0,0 0 0,-1 0 0,1 0 0,0 0 0,0 0 0,-1 1 0,1-1 0,0 0 0,0 0 0,-1 0 0,1 0 0,0 0 0,0 0 0,0 0 0,-1 0 0,1 0 0,0 1 0,0-1 0,-1 0 0,1 0 0,0 0 0,0 0 0,0 1 0,0-1 0,0 0 0,-1 0 0,1 1 0,0-1 0,0 0 0,0 0 0,0 0 0,0 1 0,0-1 0,-6 12 0,6-12 0,-20 47 0,-43 105 0,48-108 0,-16 71 0,18-50-455,-2-1 0,-40 102 0,50-153-6371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4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46 24575,'-1'-7'0,"1"5"0,-1-1 0,1 0 0,-1 1 0,1-1 0,-1 1 0,0-1 0,0 0 0,0 1 0,0 0 0,0-1 0,-1 1 0,1 0 0,-4-4 0,4 6 0,1-1 0,0 1 0,-1 0 0,1 0 0,-1 0 0,1 0 0,0 0 0,-1 0 0,1 0 0,-1 1 0,1-1 0,0 0 0,-1 0 0,1 0 0,-1 0 0,1 0 0,0 1 0,-1-1 0,1 0 0,0 0 0,-1 1 0,1-1 0,0 0 0,-1 0 0,1 1 0,0-1 0,0 0 0,-1 1 0,1-1 0,0 1 0,0-1 0,0 0 0,0 1 0,-1-1 0,1 0 0,0 1 0,0-1 0,0 1 0,-7 17 0,-43 191 0,43-166 0,1 1 0,1 82 0,7-106 0,0 1 0,2-1 0,0 0 0,1 0 0,12 30 0,-3-16 0,2 0 0,24 38 0,-27-50 0,2-2 0,0 1 0,1-2 0,0 0 0,2-1 0,0 0 0,1-2 0,28 19 0,-41-32-195,-1 0 0,0 0 0,1-1 0,0 0 0,-1 0 0,8 2 0,-1-2-6631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5.0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0 210 24575,'26'0'0,"0"-1"0,34-6 0,-52 6 0,0-1 0,0 0 0,0-1 0,-1 1 0,1-1 0,-1-1 0,0 1 0,0-2 0,0 1 0,0-1 0,10-9 0,-14 12 0,-1-1 0,0 1 0,0-1 0,0 0 0,0 1 0,0-1 0,0 0 0,-1 0 0,1 0 0,-1 0 0,0-1 0,0 1 0,0 0 0,-1 0 0,1-1 0,-1 1 0,0 0 0,0-1 0,0 1 0,0 0 0,0-1 0,-1 1 0,1 0 0,-1-1 0,0 1 0,0 0 0,0 0 0,-1 0 0,1 0 0,-3-4 0,1 3 0,0 0 0,0 0 0,0 0 0,0 0 0,-1 1 0,0 0 0,0-1 0,0 1 0,0 1 0,0-1 0,0 1 0,-1-1 0,1 1 0,-1 0 0,1 1 0,-1-1 0,0 1 0,0 0 0,0 0 0,-5 0 0,7 1 0,0 0 0,-1 0 0,1 0 0,0 1 0,0-1 0,0 1 0,0 0 0,0 0 0,0 0 0,0 0 0,0 0 0,1 1 0,-1-1 0,0 1 0,1 0 0,-4 2 0,3-1 0,0 1 0,0-1 0,0 1 0,1 0 0,-1-1 0,1 1 0,0 1 0,0-1 0,0 0 0,-1 5 0,0 3 0,1 1 0,0-1 0,0 1 0,1 0 0,1 0 0,0-1 0,2 15 0,-1-23 0,0 1 0,0-1 0,0 0 0,0 0 0,1 1 0,-1-1 0,1 0 0,0 0 0,1 0 0,-1-1 0,6 8 0,-3-6 0,0 0 0,1 0 0,0 0 0,0-1 0,0 0 0,10 6 0,3-2 0,1 0 0,0-1 0,41 9 0,-29-10-341,0-2 0,1-1-1,47-1 1,-68-3-6485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5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3 24575,'2'-2'0,"2"5"0,2 8 0,9 19 0,-3 1 0,0 0 0,12 57 0,8 20 0,-12-53 0,49 89 0,-63-128 0,-8-11 0,-7-6 0,-6-7 0,0-1 0,0-1 0,1 0 0,0-1 0,-21-20 0,-7-6 0,33 30 0,0-1 0,1 1 0,0-1 0,0-1 0,-8-11 0,15 19 0,0-1 0,0 0 0,0 1 0,0-1 0,0 0 0,0 0 0,1 1 0,-1-1 0,1 0 0,-1 0 0,1 0 0,0 0 0,0 0 0,0 0 0,0 0 0,0 0 0,0 0 0,0 0 0,0 0 0,1 0 0,-1 0 0,1 0 0,0 1 0,0-1 0,-1 0 0,1 0 0,0 1 0,0-1 0,1 0 0,-1 1 0,0-1 0,0 1 0,1-1 0,-1 1 0,1 0 0,-1 0 0,1-1 0,2 0 0,4-3 0,1 0 0,0 0 0,0 1 0,0 0 0,10-2 0,51-12 0,-31 9 0,-12 4-59,-17 3-202,1-1-1,0 0 1,-1 0 0,16-7 0,-16 4-6565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6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66 24575,'0'-18'0,"0"-3"0,0 5 0,0 7 0,0 8 0,-3 9 0,0 5 0,-3 4 0,0 1 0,1-2-8191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6.5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14 24575,'-1'1'0,"0"1"0,0-1 0,0 0 0,1 1 0,-1-1 0,1 1 0,-1-1 0,1 1 0,-1 0 0,1-1 0,0 1 0,0-1 0,-1 1 0,1 0 0,1-1 0,-1 1 0,0-1 0,0 1 0,0 0 0,1-1 0,0 3 0,1 3 0,1 0 0,0 0 0,4 8 0,-1-5 0,0 0 0,1 0 0,1-1 0,-1 0 0,1 0 0,1-1 0,0 0 0,0 0 0,0-1 0,1 0 0,0-1 0,1 0 0,-1-1 0,1 0 0,0-1 0,0 0 0,20 5 0,-29-9 0,0 0 0,0 1 0,0-1 0,1 0 0,-1 0 0,0 0 0,0 0 0,0-1 0,0 1 0,1 0 0,-1-1 0,0 0 0,0 1 0,0-1 0,0 0 0,0 0 0,0 0 0,0 0 0,-1-1 0,3-1 0,-2 1 0,0 0 0,-1-1 0,1 1 0,-1-1 0,0 1 0,0-1 0,0 1 0,0-1 0,0 0 0,0 0 0,-1 0 0,1 1 0,-1-1 0,0 0 0,0-3 0,-1-18 0,0 19 0,1-1 0,0 1 0,0-1 0,0 1 0,1-1 0,1-10 0,-1 16 0,-1-1 0,0 0 0,1 0 0,-1 0 0,0 1 0,1-1 0,-1 0 0,1 1 0,-1-1 0,1 0 0,0 1 0,-1-1 0,1 1 0,0-1 0,-1 1 0,1-1 0,0 1 0,-1 0 0,1-1 0,0 1 0,1-1 0,0 1 0,0 0 0,-1 0 0,1-1 0,0 1 0,0 0 0,0 1 0,0-1 0,0 0 0,2 1 0,5 2 0,0 0 0,-1 1 0,11 5 0,-12-5 0,17 8 0,-16-7 0,1 0 0,0-1 0,0 0 0,0 0 0,1-1 0,-1 0 0,1-1 0,11 2 0,-20-4 0,0 0 0,0 0 0,0 0 0,0 0 0,0 0 0,0 0 0,0 0 0,0 0 0,0-1 0,0 1 0,0 0 0,0-1 0,-1 1 0,1 0 0,0-1 0,0 1 0,0-1 0,0 1 0,0-1 0,-1 0 0,1 1 0,0-1 0,-1 0 0,1 0 0,0 1 0,-1-1 0,1 0 0,-1 0 0,1 0 0,-1 0 0,1 0 0,-1 0 0,0 0 0,0 0 0,1 0 0,-1 0 0,0 0 0,0 0 0,0 0 0,0 0 0,0 0 0,0 0 0,-1-1 0,1-2 0,-1-1 0,0 1 0,0-1 0,-1 1 0,1 0 0,-1 0 0,0-1 0,-4-4 0,-42-52-1365,38 48-5461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7.1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 24575,'3'-1'0,"0"0"0,0 0 0,1 0 0,-1 0 0,0 1 0,1-1 0,-1 1 0,0 0 0,1 0 0,-1 0 0,0 0 0,1 1 0,-1-1 0,0 1 0,1 0 0,-1 0 0,0 0 0,0 0 0,3 2 0,1 1 0,-1 1 0,-1-1 0,1 1 0,0 0 0,-1 0 0,0 0 0,8 12 0,-1 0 0,-1 1 0,0 1 0,-2 0 0,9 22 0,23 83 0,-26-75 0,9 27 0,-4 1 0,19 140 0,-38-205 0,0 1 0,0-1 0,-2 0 0,1 0 0,-2 0 0,1 0 0,-2 0 0,0-1 0,0 1 0,-1 0 0,0-1 0,-1 0 0,0 0 0,-1-1 0,0 1 0,-1-1 0,0 0 0,0-1 0,-1 0 0,-12 11 0,4-6-1365,3-3-5461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8.3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1 268 24575,'38'0'0,"-7"1"0,43-4 0,-66 2 0,1 0 0,-1-1 0,1 0 0,-1 0 0,0-1 0,0 0 0,0-1 0,0 1 0,12-10 0,-16 10 0,0 0 0,0-1 0,-1 0 0,1 1 0,-1-1 0,0-1 0,0 1 0,0 0 0,-1-1 0,1 1 0,-1-1 0,0 0 0,-1 0 0,1 0 0,-1 0 0,0 0 0,0 0 0,-1 0 0,1 0 0,-1 0 0,0-1 0,-1 1 0,1 0 0,-1 0 0,0 0 0,0 0 0,-1 0 0,1 0 0,-4-6 0,3 6 0,0-1 0,-1 1 0,0 0 0,0 0 0,0 1 0,0-1 0,-1 0 0,0 1 0,0 0 0,0 0 0,0 0 0,-1 1 0,1-1 0,-1 1 0,0 0 0,0 0 0,0 1 0,0 0 0,-1 0 0,1 0 0,-1 0 0,1 1 0,-1 0 0,0 0 0,1 0 0,-8 1 0,10 0 0,0 0 0,0 1 0,0 0 0,0-1 0,0 1 0,0 0 0,0 0 0,0 1 0,1-1 0,-1 1 0,0-1 0,1 1 0,-1 0 0,1 0 0,0 0 0,-1 0 0,1 0 0,0 1 0,0-1 0,-2 5 0,-2 4 0,0 1 0,1-1 0,-7 23 0,4-9 0,-8 31 0,13-41 0,2-9 0,0 0 0,0 0 0,0 0 0,1-1 0,0 1 0,0 0 0,1 0 0,-1 0 0,1 0 0,1 0 0,-1-1 0,1 1 0,0 0 0,0-1 0,1 1 0,-1-1 0,1 0 0,1 0 0,-1 0 0,1 0 0,-1-1 0,1 1 0,1-1 0,-1 0 0,0 0 0,1-1 0,0 1 0,8 4 0,11 4 0,0 0 0,1-2 0,0-1 0,0 0 0,1-2 0,0-1 0,0-1 0,1-1 0,-1-2 0,1 0 0,33-4 0,-45 0-1365,-2-1-5461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8.8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5 24575,'0'-1'0,"-1"1"0,0-1 0,0 1 0,0 0 0,0-1 0,0 1 0,0 0 0,0-1 0,0 1 0,0 0 0,0 0 0,0 0 0,0 0 0,0 0 0,0 0 0,0 0 0,0 0 0,0 0 0,-1 1 0,-23 6 0,13-3 0,-8 0 0,-25 1 0,1-1 0,44-4-1,-17 3-272,0-1 0,-1 0 0,1-1 1,-25-3-1,26-1-6553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9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15 24575,'1'-13'0,"-1"13"0,0 0 0,0 0 0,0 0 0,0 0 0,0 0 0,1-1 0,-1 1 0,0 0 0,0 0 0,0 0 0,0 0 0,0 0 0,0 0 0,0 0 0,0 0 0,0 0 0,0 0 0,0 0 0,1 0 0,-1 0 0,0 0 0,0 0 0,0 0 0,0 0 0,0 0 0,0 0 0,0 0 0,0 0 0,0 0 0,1 0 0,-1 0 0,0 0 0,0 0 0,0 0 0,0 0 0,0 0 0,0 0 0,0 0 0,0 0 0,0 0 0,0 0 0,0 0 0,0 1 0,1-1 0,-1 0 0,0 0 0,0 0 0,0 0 0,0 0 0,0 0 0,0 0 0,0 0 0,0 0 0,0 1 0,11 20 0,-7-12 0,59 148 0,26 50 0,-85-199 0,13 24 0,-1 0 0,22 65 0,-38-96 0,1 0 0,-1 0 0,1 1 0,-1-1 0,0 1 0,0-1 0,0 0 0,0 1 0,0-1 0,0 0 0,0 1 0,0-1 0,0 1 0,0-1 0,-1 0 0,1 1 0,-1-1 0,1 0 0,-1 0 0,1 1 0,-1-1 0,0 0 0,-1 1 0,1 0 0,-1-1 0,0 0 0,0 0 0,0 0 0,0 0 0,0 0 0,0-1 0,0 1 0,0-1 0,0 1 0,0-1 0,0 0 0,0 1 0,-4-1 0,-4-1 0,-1 1 0,1-1 0,0-1 0,0 0 0,0 0 0,0-1 0,0-1 0,1 1 0,0-1 0,-1-1 0,1 0 0,-8-6 0,7 5 0,1-1 0,0-1 0,1 1 0,0-1 0,0-1 0,0 0 0,1 0 0,1 0 0,-1-1 0,-6-15 0,10 20 0,1-1 0,0 1 0,0-1 0,1 0 0,-1 0 0,1 0 0,1 0 0,-1 0 0,1 0 0,0 0 0,1 0 0,0-8 0,0 10 0,0-1 0,1 1 0,-1-1 0,1 1 0,0 0 0,0-1 0,1 1 0,-1 0 0,1 0 0,0 1 0,0-1 0,0 1 0,0-1 0,1 1 0,-1 0 0,5-3 0,7-3-273,1 0 0,0 2 0,0-1 0,24-6 0,-26 10-6553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49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24575,'3'-3'0,"0"2"0,3 4 0,0 4 0,-1 5 0,-2 4 0,0 1 0,-2-2-8191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50.4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14 116 24575,'-2'1'0,"1"1"0,0 0 0,-1 0 0,1 0 0,0 1 0,0-1 0,0 0 0,0 0 0,1 1 0,-1-1 0,0 0 0,1 1 0,0-1 0,0 0 0,-1 1 0,1-1 0,1 1 0,-1-1 0,0 0 0,1 1 0,-1-1 0,1 0 0,-1 1 0,1-1 0,2 4 0,0 1 0,1 1 0,0 0 0,1-1 0,0 0 0,9 12 0,-4-9 0,0 0 0,0-1 0,1 0 0,0-1 0,18 11 0,-23-15 0,1-1 0,0 1 0,-1-2 0,1 1 0,1-1 0,-1 0 0,0 0 0,0-1 0,1 0 0,-1 0 0,14-1 0,-19-1 0,0 1 0,0-1 0,0 1 0,0-1 0,0 0 0,0 0 0,0 0 0,-1 0 0,1 0 0,0 0 0,-1-1 0,1 1 0,-1 0 0,1-1 0,-1 0 0,0 1 0,0-1 0,0 0 0,0 1 0,0-1 0,0 0 0,0 0 0,0 0 0,0 0 0,-1 0 0,1 0 0,-1-3 0,2-2 0,-1 0 0,-1 0 0,1 0 0,-1-1 0,0 1 0,-3-13 0,3 18 0,-1 0 0,1 0 0,0 0 0,-1 0 0,1 0 0,0 0 0,0 0 0,1 0 0,0-3 0,-1 5 0,0 0 0,0-1 0,0 1 0,0 0 0,0 0 0,0-1 0,1 1 0,-1 0 0,0 0 0,0 0 0,0-1 0,1 1 0,-1 0 0,0 0 0,0 0 0,1 0 0,-1 0 0,0-1 0,0 1 0,1 0 0,-1 0 0,0 0 0,1 0 0,-1 0 0,0 0 0,1 0 0,13 5 0,16 14 0,-21-13 0,0 0 0,1 0 0,0-1 0,0 0 0,0 0 0,0-1 0,1-1 0,0 0 0,12 2 0,-17-4 0,1-1 0,-1 1 0,1-1 0,0 0 0,-1-1 0,13-2 0,-17 2 0,0 1 0,0-1 0,0 0 0,0 0 0,0 0 0,-1 0 0,1-1 0,0 1 0,-1 0 0,1-1 0,0 1 0,-1-1 0,0 1 0,1-1 0,-1 0 0,0 0 0,0 1 0,0-1 0,0 0 0,0 0 0,0 0 0,-1 0 0,1 0 0,0-4 0,0-5 0,0 0 0,-1 1 0,0-1 0,0 0 0,-1 0 0,-1 1 0,0-1 0,0 1 0,-1-1 0,0 1 0,-1 0 0,0 0 0,-1 0 0,0 1 0,-1-1 0,-12-15 0,15 21-273,0 0 0,-1 1 0,1 0 0,-7-5 0,-1 1-6553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51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 24575,'2'24'0,"0"1"0,1-1 0,2 0 0,8 27 0,-12-48 0,-1-1 0,1 1 0,0-1 0,0 0 0,1 1 0,-1-1 0,0 0 0,1 0 0,0 0 0,2 3 0,-4-4 0,1-1 0,-1 0 0,1 1 0,-1-1 0,0 0 0,1 0 0,-1 0 0,1 1 0,-1-1 0,1 0 0,-1 0 0,1 0 0,-1 0 0,0 0 0,1 0 0,-1 0 0,1 0 0,-1 0 0,1 0 0,-1 0 0,1 0 0,-1 0 0,1 0 0,0-1 0,0 1 0,0-1 0,0 0 0,0 1 0,0-1 0,-1 0 0,1 0 0,0 0 0,0 0 0,-1 1 0,1-1 0,-1 0 0,1 0 0,0-2 0,5-14 0,0 0 0,-1 0 0,-1 0 0,3-28 0,3-9 0,-10 52 0,0 1 0,0 0 0,1-1 0,-1 1 0,0 0 0,1-1 0,-1 1 0,1 0 0,0-1 0,-1 1 0,1 0 0,0 0 0,0 0 0,0 0 0,0 0 0,0 0 0,0 0 0,0 0 0,0 0 0,0 0 0,1 1 0,1-2 0,-2 2 0,1 0 0,-1 0 0,1 0 0,-1 0 0,0 0 0,1 0 0,-1 0 0,1 1 0,-1-1 0,0 0 0,1 1 0,-1-1 0,0 1 0,1 0 0,-1-1 0,0 1 0,0 0 0,0 0 0,0 0 0,0 0 0,0 0 0,0 0 0,1 1 0,36 40 0,18 18 0,-42-47-115,-5-6-64,-1 1 1,0 1-1,0-1 1,-1 1-1,0 0 0,7 12 1,-10-12-6648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2:51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80 24575,'-3'-3'0,"-1"1"0,0-1 0,0 1 0,0 0 0,0 0 0,0 0 0,0 1 0,-1-1 0,-6 0 0,9 1 0,0 1 0,0 0 0,0 0 0,0 0 0,1 0 0,-1 1 0,0-1 0,0 0 0,1 1 0,-1-1 0,0 1 0,1 0 0,-1 0 0,0-1 0,1 1 0,-1 0 0,1 0 0,-1 0 0,1 1 0,0-1 0,-1 0 0,1 1 0,0-1 0,0 0 0,0 1 0,-2 2 0,1 2 0,-1 0 0,0 0 0,1 0 0,0 1 0,1-1 0,0 0 0,0 1 0,0-1 0,0 1 0,1-1 0,0 1 0,1-1 0,-1 1 0,1-1 0,2 8 0,-1-7 0,0 0 0,0-1 0,1 1 0,0-1 0,0 1 0,0-1 0,1 0 0,0 0 0,0-1 0,1 1 0,-1-1 0,1 0 0,10 8 0,-12-10 0,0-1 0,0 0 0,0 0 0,0-1 0,0 1 0,1-1 0,-1 0 0,1 1 0,-1-1 0,1-1 0,-1 1 0,1 0 0,-1-1 0,1 0 0,0 0 0,-1 0 0,1 0 0,0-1 0,-1 1 0,1-1 0,5-2 0,-5 1 0,0 0 0,0 0 0,0-1 0,-1 1 0,1-1 0,-1 0 0,0 0 0,0 0 0,0 0 0,0 0 0,0-1 0,-1 0 0,1 1 0,-1-1 0,0 0 0,0 0 0,2-7 0,-1-1 15,0 0 0,0 0 0,-1 0 0,0 0 0,-1 0 0,-1 0 0,-1-21 0,0 26-121,0 0 0,0-1 0,0 1 0,-1 0 0,0 0 0,-1 0-1,0 0 1,0 1 0,0-1 0,-1 1 0,0 0 0,0-1 0,-9-9 0,1 5-6720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28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27 24575,'-11'-27'0,"18"40"0,0-1 0,0 0 0,1-1 0,1 0 0,18 19 0,-14-16 0,74 85 0,100 105 0,12-25 0,-147-138 0,1-2 0,61 33 0,-102-65 0,-10-5 0,1 0 0,-1 0 0,1-1 0,0 1 0,0-1 0,-1 0 0,1 0 0,0 0 0,5 1 0,-8-2 0,0 0 0,0 0 0,1 0 0,-1-1 0,0 1 0,1 0 0,-1 0 0,0 0 0,1 0 0,-1-1 0,0 1 0,0 0 0,1 0 0,-1 0 0,0-1 0,0 1 0,0 0 0,1 0 0,-1-1 0,0 1 0,0 0 0,0-1 0,0 1 0,0 0 0,1-1 0,-1 1 0,0 0 0,0 0 0,0-1 0,0 1 0,0 0 0,0-1 0,0 1 0,0 0 0,0-1 0,0 1 0,0 0 0,-1-1 0,1 1 0,0 0 0,0-1 0,0 1 0,-5-15 0,2 7-455,-1 1 0,-8-12 0,1 4-6371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29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24575,'3'-2'0,"-1"0"0,1 0 0,0 0 0,0 0 0,-1 1 0,1 0 0,0-1 0,0 1 0,1 0 0,-1 0 0,0 1 0,0-1 0,0 1 0,1-1 0,-1 1 0,0 0 0,0 0 0,4 1 0,8 1 0,-1 1 0,25 7 0,-29-7 0,232 72 0,-229-70 0,-16-6 0,-24-6 0,-107-38 0,-39-11 0,164 53 0,6 3 0,1-1 0,0 0 0,-1 0 0,1 1 0,0 0 0,-1-1 0,1 1 0,-4 0 0,6 0 0,-1 1 0,1-1 0,-1 0 0,0 0 0,1 1 0,-1-1 0,1 1 0,-1-1 0,0 1 0,1-1 0,0 1 0,-1-1 0,1 1 0,-1-1 0,1 1 0,-1-1 0,1 1 0,0 0 0,0-1 0,-1 1 0,1 0 0,0-1 0,0 1 0,0 0 0,0-1 0,-1 1 0,1 0 0,0-1 0,0 1 0,0 0 0,1-1 0,-1 1 0,0 0 0,0 0 0,2 15 0,0 0 0,1-1 0,7 23 0,2 5 0,-7-21-120,-2-12-4,-1 0-1,0 1 1,0-1-1,-1 0 1,0 1-1,-1-1 1,0 1-1,0-1 1,-4 15-1,1-13-6701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0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84 24575,'-187'-73'0,"181"71"0,-1 0 0,0 0 0,0 0 0,-13-1 0,18 3 0,0 0 0,0 0 0,0 1 0,0-1 0,0 0 0,0 1 0,0-1 0,1 1 0,-1-1 0,0 1 0,0 0 0,1 0 0,-1 0 0,0 0 0,1 0 0,-1 0 0,1 0 0,-1 0 0,1 1 0,0-1 0,0 1 0,-1-1 0,0 2 0,-4 8 0,1 0 0,-1 0 0,2 0 0,-7 24 0,-6 49 0,16-82 0,-2 15 0,2-12 0,0 1 0,0-1 0,0 1 0,1 0 0,0 7 0,0-11 0,0 0 0,1 0 0,-1 0 0,1 0 0,0 0 0,0 0 0,0 0 0,-1-1 0,2 1 0,-1 0 0,0 0 0,0-1 0,0 1 0,1-1 0,-1 0 0,1 1 0,-1-1 0,1 0 0,2 2 0,0-1 0,-1 0 0,1 0 0,-1 0 0,1-1 0,0 0 0,0 1 0,0-1 0,0 0 0,0-1 0,0 1 0,0-1 0,0 0 0,0 0 0,0 0 0,0 0 0,0-1 0,0 0 0,0 0 0,0 0 0,0 0 0,0 0 0,-1-1 0,1 0 0,6-4 0,-4 2 0,1-1 0,-1 0 0,0 0 0,0-1 0,0 0 0,-1 0 0,0 0 0,0-1 0,-1 1 0,1-1 0,4-11 0,-5 6 0,0 1 0,-1-1 0,0 0 0,-1 0 0,0 0 0,-1 0 0,0-19 0,-1 31 0,0 0 0,0 0 0,0 0 0,0 0 0,0 0 0,0 0 0,0 0 0,0 0 0,0 0 0,-1-1 0,1 1 0,0 0 0,0 0 0,0 0 0,0 0 0,0 0 0,0 0 0,0 0 0,0 0 0,0-1 0,0 1 0,0 0 0,0 0 0,0 0 0,0 0 0,1 0 0,-1 0 0,0 0 0,0 0 0,0-1 0,0 1 0,0 0 0,0 0 0,0 0 0,0 0 0,0 0 0,0 0 0,0 0 0,0 0 0,0 0 0,0 0 0,1 0 0,-1 0 0,0 0 0,0-1 0,0 1 0,0 0 0,0 0 0,0 0 0,0 0 0,0 0 0,1 0 0,-1 0 0,0 0 0,0 0 0,0 0 0,0 0 0,0 0 0,6 8 0,9 24 0,-9-18 0,164 292 0,-154-281 0,-5-10 0,-1 1 0,0 0 0,-1 0 0,11 31 0,-19-46 0,-1 1 0,1 0 0,-1-1 0,1 1 0,-1 0 0,0 0 0,1-1 0,-1 1 0,0 0 0,0 0 0,-1-1 0,1 1 0,0 0 0,0 0 0,-1-1 0,1 1 0,-1 0 0,0-1 0,1 1 0,-1 0 0,0-1 0,0 1 0,0-1 0,0 0 0,-1 2 0,-1-1 0,1 0 0,-1-1 0,0 1 0,1-1 0,-1 0 0,0 0 0,0 0 0,1 0 0,-1 0 0,0 0 0,0-1 0,0 1 0,0-1 0,-3 0 0,-5-1 0,0 0 0,1-1 0,-1 0 0,1 0 0,-1-1 0,-18-9 0,5 4 0,12 4 0,1-1 0,-1 0 0,1-1 0,0 0 0,-15-10 0,22 12 0,0 1 0,0-1 0,0 0 0,0 0 0,0 0 0,1-1 0,0 1 0,0-1 0,0 0 0,1 0 0,-1 0 0,1 0 0,0 0 0,-2-10 0,4 11 0,-1 0 0,1 1 0,0-1 0,0 0 0,0 0 0,1 0 0,-1 1 0,1-1 0,0 0 0,0 0 0,0 1 0,1-1 0,-1 1 0,1-1 0,0 1 0,0 0 0,0-1 0,0 1 0,0 0 0,1 0 0,0 1 0,-1-1 0,1 1 0,6-5 0,5-3 0,2 1 0,-1 0 0,34-13 0,-37 16 0,134-59-1365,-132 58-5461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1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59 215 24575,'0'8'0,"0"3"0,0-1 0,1 1 0,0-1 0,3 15 0,-4-25 0,0 0 0,0 1 0,0-1 0,0 0 0,0 1 0,0-1 0,0 0 0,0 0 0,0 1 0,1-1 0,-1 0 0,0 1 0,0-1 0,0 0 0,0 0 0,0 1 0,0-1 0,1 0 0,-1 0 0,0 0 0,0 1 0,0-1 0,1 0 0,-1 0 0,0 0 0,0 1 0,1-1 0,-1 0 0,0 0 0,3-8 0,-1-16 0,-4 8 0,-1-1 0,-1 0 0,0 1 0,-1 0 0,-1 0 0,-8-16 0,5 12 0,2-1 0,-11-37 0,18 55 0,-1 0 0,1 0 0,0 0 0,0 0 0,0 0 0,1-4 0,-1 6 0,0 1 0,0-1 0,0 1 0,0 0 0,0-1 0,0 1 0,0-1 0,1 1 0,-1-1 0,0 1 0,0 0 0,1-1 0,-1 1 0,0 0 0,0-1 0,1 1 0,-1 0 0,1-1 0,-1 1 0,0 0 0,1-1 0,-1 1 0,0 0 0,1 0 0,-1 0 0,1 0 0,-1-1 0,1 1 0,-1 0 0,1 0 0,-1 0 0,0 0 0,1 0 0,-1 0 0,1 0 0,-1 0 0,1 0 0,-1 0 0,1 0 0,-1 0 0,1 1 0,-1-1 0,0 0 0,1 0 0,-1 0 0,1 1 0,-1-1 0,0 0 0,1 1 0,21 12 39,-2 0-1,37 32 1,2 0-1520,-45-35-5345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1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78 24575,'-7'-4'0,"-4"-1"0,1 0 0,-12-4 0,20 8 0,0 1 0,0-1 0,0 1 0,0-1 0,0 1 0,-1 0 0,1-1 0,0 1 0,0 0 0,0 1 0,0-1 0,0 0 0,-1 0 0,1 1 0,0 0 0,0-1 0,-3 2 0,4 0 0,-1-1 0,1 0 0,0 1 0,-1-1 0,1 0 0,0 1 0,0 0 0,0-1 0,0 1 0,0 0 0,0-1 0,1 1 0,-1 0 0,1 0 0,-1 0 0,1-1 0,-1 1 0,1 0 0,0 0 0,0 0 0,0 0 0,0 0 0,1 0 0,0 3 0,-1 0 0,2 0 0,-1 1 0,1-1 0,-1 0 0,2 0 0,-1-1 0,5 9 0,1-2 0,0-1 0,1 0 0,0 0 0,0-1 0,1 0 0,20 13 0,-25-18 0,0-1 0,0 0 0,0-1 0,0 1 0,0-1 0,1 0 0,-1 0 0,1 0 0,0-1 0,-1 0 0,1 0 0,0-1 0,0 1 0,-1-1 0,1-1 0,0 1 0,11-3 0,-14 2 0,0 0 0,0 0 0,0-1 0,0 1 0,0-1 0,-1 1 0,1-1 0,0 0 0,-1 0 0,0 0 0,1-1 0,-1 1 0,0-1 0,0 1 0,0-1 0,0 0 0,-1 1 0,1-1 0,-1 0 0,0 0 0,2-5 0,-2 3 0,0 1 0,0 0 0,-1-1 0,0 1 0,0-1 0,0 1 0,0-1 0,-1 1 0,1-1 0,-1 1 0,0-1 0,-1 1 0,1 0 0,-4-8 0,-3-2 24,0 0 0,0 0 0,-1 1 0,-21-23 0,26 32-49,0 0 0,0 0 0,-1 1-1,0 0 1,0 0 0,0 0 0,-7-3 0,8 4-67,1 1 1,0 0-1,-1 1 0,1-1 0,-1 0 1,1 1-1,-1 0 0,1 0 1,-1 0-1,1 0 0,0 1 0,-1-1 1,-4 2-1,-2 2-6734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1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24575,'-1'2'0,"0"1"0,1-1 0,-1 0 0,1 0 0,0 1 0,0-1 0,-1 0 0,2 0 0,-1 1 0,0-1 0,0 0 0,1 0 0,-1 0 0,1 1 0,0-1 0,-1 0 0,3 3 0,1 2 0,-1 0 0,1-1 0,9 12 0,-8-12 0,0-1 0,0 0 0,1-1 0,0 1 0,-1-1 0,1-1 0,1 1 0,-1-1 0,0 0 0,10 4 0,-14-7 0,1 1 0,-1 0 0,0 0 0,1-1 0,-1 0 0,0 1 0,1-1 0,-1 0 0,0 0 0,1 0 0,-1 0 0,0-1 0,1 1 0,-1-1 0,0 1 0,1-1 0,-1 0 0,0 0 0,0 0 0,0 0 0,0 0 0,0 0 0,0-1 0,0 1 0,0-1 0,0 1 0,-1-1 0,1 0 0,-1 1 0,1-1 0,-1 0 0,0 0 0,1 0 0,0-3 0,-1 0 0,1 1 0,-1-1 0,0 1 0,0 0 0,-1-1 0,1 0 0,-2-8 0,2-7 0,-1 20 0,0 0 0,0 0 0,0-1 0,0 1 0,0 0 0,0 0 0,0 0 0,0 0 0,0-1 0,0 1 0,0 0 0,0 0 0,0 0 0,0 0 0,1 0 0,-1-1 0,0 1 0,0 0 0,0 0 0,0 0 0,0 0 0,0 0 0,0 0 0,0 0 0,1-1 0,-1 1 0,0 0 0,0 0 0,0 0 0,0 0 0,0 0 0,1 0 0,-1 0 0,0 0 0,0 0 0,0 0 0,0 0 0,0 0 0,1 0 0,7 4 0,10 13 0,-12-11 0,6 4-341,0 0 0,1-1-1,18 11 1,-20-15-6485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2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57 133 24575,'14'43'0,"8"25"0,3-1 0,43 86 0,-65-149 0,0 1 0,-1 0 0,1 0 0,-1 0 0,-1 0 0,1 0 0,1 11 0,-5-15 0,-2-4 0,-4-5 0,-38-53 0,25 37 0,2-1 0,1-1 0,1-1 0,-17-36 0,27 48 0,1-1 0,1 0 0,0 0 0,1 0 0,1-1 0,-2-25 0,4 37 0,1 0 0,0 0 0,1-1 0,-1 1 0,1 0 0,0 0 0,1 0 0,-1 0 0,1 0 0,0 0 0,0 1 0,0-1 0,1 0 0,-1 1 0,1 0 0,0 0 0,1 0 0,-1 0 0,1 0 0,0 0 0,-1 1 0,2 0 0,-1 0 0,0 0 0,6-3 0,-1 2 0,0 0 0,1 1 0,-1 0 0,1 0 0,0 1 0,0 0 0,0 1 0,0 0 0,0 0 0,0 1 0,0 1 0,15 2 0,-13-1 0,-1 0 0,1 1 0,-1 1 0,0 0 0,0 1 0,-1-1 0,1 2 0,-1 0 0,0 0 0,13 12 0,-20-16 0,-1 0 0,0 0 0,1 1 0,-1-1 0,0 1 0,0-1 0,-1 1 0,1 0 0,-1 0 0,1 0 0,-1 0 0,0 0 0,0 0 0,0 0 0,1 6 0,-2-6 0,0-1 0,0 1 0,0-1 0,-1 0 0,1 1 0,-1-1 0,1 0 0,-1 1 0,0-1 0,0 0 0,0 0 0,0 1 0,0-1 0,-1 0 0,1 0 0,0 0 0,-1-1 0,0 1 0,1 0 0,-1-1 0,-4 4 0,-7 2-170,0 0-1,0 0 0,-1-1 1,0-1-1,0 0 1,-15 2-1,26-6 0,-26 7-6655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3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242 430 24575,'-42'-4'0,"13"0"0,1 2 0,-49 2 0,74 0 0,0 0 0,0 1 0,0-1 0,0 1 0,1 0 0,-1 0 0,0 0 0,0 0 0,0 0 0,1 1 0,-1-1 0,0 1 0,1 0 0,0-1 0,-1 1 0,1 0 0,0 1 0,0-1 0,0 0 0,-2 4 0,2-2 0,0-1 0,1 1 0,0 0 0,0-1 0,0 1 0,0 0 0,1 0 0,-1-1 0,1 1 0,0 0 0,0 0 0,1 0 0,-1-1 0,1 1 0,1 6 0,0-4 0,0-1 0,0 0 0,1 0 0,-1-1 0,1 1 0,0 0 0,0-1 0,1 1 0,-1-1 0,1 0 0,0 0 0,0-1 0,0 1 0,1-1 0,-1 0 0,1 0 0,0 0 0,-1-1 0,1 0 0,1 0 0,4 2 0,-4-2 0,0-1 0,0 1 0,0-1 0,0 0 0,0-1 0,0 1 0,0-1 0,0-1 0,0 1 0,0-1 0,0 0 0,0 0 0,0-1 0,-1 1 0,1-1 0,0-1 0,-1 1 0,1-1 0,4-3 0,-5 2 0,-1 0 0,0 0 0,0-1 0,0 1 0,-1-1 0,1 0 0,-1 0 0,0 0 0,0 0 0,-1-1 0,0 1 0,4-12 0,-3 6 0,-1-1 0,0 0 0,-1 1 0,0-1 0,-1-19 0,-2 9 0,-1 0 0,-2 0 0,0 0 0,-1 0 0,-1 1 0,-1 0 0,-1 1 0,-22-36 0,5 14 0,-3 2 0,-64-70 0,93 110 0,0-1 0,0 1 0,0 0 0,0 0 0,0-1 0,0 1 0,-1 0 0,1 0 0,0 0 0,0-1 0,0 1 0,0 0 0,-1 0 0,1 0 0,0-1 0,0 1 0,-1 0 0,1 0 0,0 0 0,0 0 0,0 0 0,-1 0 0,1 0 0,0 0 0,-1-1 0,1 1 0,0 0 0,0 0 0,-1 0 0,1 0 0,0 0 0,0 0 0,-1 0 0,1 1 0,0-1 0,0 0 0,-1 0 0,1 0 0,0 0 0,0 0 0,-1 0 0,1 0 0,0 1 0,0-1 0,0 0 0,-1 0 0,-2 17 0,7 21 0,0-14 0,2-1 0,1 0 0,1 0 0,1-1 0,1 0 0,1-1 0,1 0 0,0 0 0,2-1 0,0-1 0,32 33 0,-35-42 0,0 0 0,0-1 0,1 0 0,1 0 0,-1-2 0,1 1 0,1-2 0,-1 1 0,1-2 0,26 7 0,-29-9 0,-1-1 0,0-1 0,0 0 0,1 0 0,-1-1 0,0 0 0,1-1 0,-1 0 0,0 0 0,0-2 0,0 1 0,0-1 0,0 0 0,0-1 0,-1 0 0,12-7 0,-14 7 0,-1-1 0,1 1 0,-1-1 0,0 0 0,6-8 0,-9 10 0,-1 0 0,0 0 0,-1 0 0,1 0 0,0 0 0,-1-1 0,0 1 0,1-1 0,-1 1 0,-1-1 0,1 1 0,0-1 0,-1-5 0,0 4 0,0 0 0,0 0 0,-1 0 0,1 0 0,-1 0 0,0 0 0,-1 1 0,1-1 0,-1 0 0,0 1 0,-4-8 0,5 10 0,-1 0 0,1 0 0,-1 0 0,1 1 0,-1-1 0,1 1 0,-1-1 0,0 1 0,0-1 0,0 1 0,0 0 0,0 0 0,0 0 0,0 0 0,0 0 0,0 1 0,-1-1 0,1 1 0,0-1 0,0 1 0,-1 0 0,1 0 0,0 0 0,-1 0 0,1 0 0,0 0 0,-4 2 0,3-1 0,-1 0 0,1 0 0,0 0 0,0 1 0,0-1 0,0 1 0,0 0 0,0 0 0,1 0 0,-1 0 0,0 0 0,1 1 0,0-1 0,0 1 0,0 0 0,0-1 0,0 1 0,0 0 0,0 0 0,1 0 0,0 1 0,0-1 0,0 0 0,0 0 0,-1 6 0,1-4 0,0 1 0,1 0 0,0 0 0,0-1 0,0 1 0,0 0 0,1 0 0,0-1 0,0 1 0,1 0 0,0-1 0,0 1 0,0-1 0,4 7 0,-1-4 0,1 0 0,1-1 0,0 1 0,0-2 0,0 1 0,1-1 0,0 0 0,0 0 0,0-1 0,18 8 0,-8-4 0,1-2 0,0-1 0,0 0 0,28 4 0,-9-5-280,0-3-1,53-3 1,-79 1-244,3-1-6302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4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211 643 24575,'11'-39'0,"-2"0"0,-2 0 0,2-41 0,-8 63 0,-1-1 0,-1 1 0,0-1 0,-2 1 0,0 0 0,0 0 0,-2 0 0,0 1 0,-11-25 0,-88-143 0,99 176 0,-17-26 0,20 31 0,0 1 0,0 0 0,0 0 0,0 0 0,0 0 0,-1 0 0,1 0 0,0 1 0,-1-1 0,-5-2 0,8 4 0,-1 0 0,0 0 0,1 0 0,-1 0 0,0 0 0,1 0 0,-1 0 0,0 0 0,1 0 0,-1 0 0,0 0 0,1 0 0,-1 0 0,0 0 0,1 1 0,-1-1 0,0 0 0,1 0 0,-1 1 0,1-1 0,-1 0 0,1 1 0,-2 0 0,1 1 0,0-1 0,-1 1 0,1-1 0,0 1 0,0 0 0,0 0 0,-2 3 0,0 4 0,1 0 0,-3 15 0,4-21 0,-5 48 0,3 0 0,1 0 0,6 51 0,-4-87 0,2 0 0,0-1 0,1 1 0,0-1 0,1 1 0,0-1 0,2 0 0,-1-1 0,2 1 0,0-1 0,0 0 0,2-1 0,-1 0 0,1 0 0,1-1 0,0 0 0,1 0 0,20 15 0,-15-15-114,1 0 1,0-1-1,1-1 0,-1-1 0,2 0 1,-1-1-1,1-1 0,0-1 0,1-1 1,-1 0-1,35 1 0,-38-5-6712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 24575,'-23'0'0,"-44"5"0,59-3 0,1-1 0,-1 1 0,1 0 0,-1 1 0,1 0 0,0 0 0,0 1 0,0 0 0,-8 5 0,13-7 0,-1 0 0,1 0 0,0 0 0,0 0 0,0 0 0,0 1 0,1-1 0,-1 1 0,1-1 0,-1 1 0,1-1 0,0 1 0,0 0 0,0 0 0,-1 5 0,2-4 0,-1 1 0,1-1 0,0 1 0,1-1 0,-1 0 0,1 1 0,0-1 0,0 1 0,3 6 0,0-2 0,0 1 0,1-1 0,0 0 0,1-1 0,0 0 0,0 1 0,1-2 0,10 11 0,-13-14 0,1-1 0,-1 0 0,0 0 0,1 0 0,0-1 0,-1 1 0,1-1 0,0 0 0,0-1 0,0 1 0,1-1 0,-1 0 0,0 0 0,9 0 0,-11-1 0,1 0 0,-1-1 0,0 1 0,0-1 0,0 1 0,0-1 0,0 0 0,0 0 0,0-1 0,0 1 0,0-1 0,0 1 0,-1-1 0,1 0 0,-1 0 0,1 0 0,-1 0 0,0-1 0,1 1 0,-1 0 0,0-1 0,-1 0 0,1 1 0,0-1 0,1-4 0,-1 1 0,1-1 0,-1 1 0,-1-1 0,1 1 0,-1-1 0,0 0 0,0 1 0,-1-1 0,0 0 0,0 0 0,-1 0 0,0 1 0,0-1 0,0 0 0,-1 1 0,0-1 0,-5-10 0,6 16 0,1 1 0,0-1 0,0 1 0,0 0 0,-1-1 0,1 1 0,0-1 0,0 1 0,-1 0 0,1-1 0,0 1 0,-1 0 0,1 0 0,0-1 0,-1 1 0,1 0 0,0 0 0,-1-1 0,1 1 0,-1 0 0,1 0 0,-1 0 0,-4 6 0,5-4 0,-1 0 0,1 1 0,-1-1 0,1 0 0,0 1 0,0 4 0,2 1 0,1 0 0,-1 0 0,1-1 0,1 1 0,-1-1 0,1 0 0,0 0 0,1 0 0,0 0 0,8 8 0,-6-8 0,0 0 0,0 0 0,0-1 0,1 0 0,0-1 0,0 1 0,1-2 0,13 7 0,-19-10 0,-1 0 0,1 0 0,-1-1 0,1 1 0,-1-1 0,1 1 0,0-1 0,0 0 0,-1 0 0,1 0 0,0 0 0,-1 0 0,1-1 0,0 1 0,-1-1 0,4-1 0,-4 1 0,-1 0 0,1 0 0,0 0 0,-1-1 0,1 1 0,0-1 0,-1 1 0,0-1 0,1 1 0,-1-1 0,0 0 0,0 0 0,0 1 0,0-1 0,0 0 0,0 0 0,0 0 0,-1 0 0,1 0 0,-1 0 0,1-3 0,0 1 0,-1-1 0,1 1 0,-1-1 0,1 1 0,-1-1 0,-1 1 0,1 0 0,-1-1 0,-1-7 0,-2 9 0,2 9 0,2 9 0,1-11 0,0 0 0,0-1 0,0 0 0,1 1 0,-1-1 0,1 0 0,0 1 0,0-1 0,0 0 0,1 0 0,-1-1 0,0 1 0,1 0 0,0-1 0,0 0 0,0 1 0,0-1 0,3 2 0,-3-3 0,-1 0 0,1-1 0,-1 1 0,1 0 0,-1-1 0,1 1 0,-1-1 0,1 0 0,0 0 0,-1 0 0,1 0 0,-1 0 0,1-1 0,0 1 0,-1-1 0,1 0 0,-1 0 0,0 0 0,1 0 0,-1 0 0,0 0 0,1 0 0,-1-1 0,0 1 0,0-1 0,2-2 0,3-3 0,-1 0 0,0-1 0,0 0 0,0 0 0,-1-1 0,0 1 0,6-17 0,-6 13 0,1 0 0,0 0 0,10-12 0,-16 23 0,0 1 0,1-1 0,-1 1 0,0-1 0,1 1 0,-1 0 0,0-1 0,1 1 0,-1 0 0,1-1 0,-1 1 0,0 0 0,1-1 0,-1 1 0,1 0 0,-1 0 0,1 0 0,-1-1 0,1 1 0,-1 0 0,1 0 0,-1 0 0,1 0 0,-1 0 0,1 0 0,-1 0 0,2 0 0,-1 1 0,0-1 0,0 1 0,-1-1 0,1 1 0,0 0 0,0-1 0,0 1 0,-1 0 0,1-1 0,0 1 0,-1 0 0,1 0 0,0 1 0,3 6 0,-1-1 0,5 16 0,-6-17 0,-1-3 0,24 70 0,49 100 0,-33-96 0,33 92 0,-70-157 0,-1-1 0,5 23 0,-8-30 0,1 1 0,-1-1 0,0 0 0,0 1 0,0-1 0,0 0 0,-1 0 0,0 1 0,0-1 0,0 0 0,-3 6 0,3-7 0,-1-1 0,0 0 0,0 0 0,1 0 0,-1 0 0,-1-1 0,1 1 0,0 0 0,0-1 0,0 1 0,-1-1 0,1 0 0,-1 0 0,1 0 0,-1 0 0,-4 1 0,-1 0 0,0-1 0,-1 0 0,1 0 0,-10 0 0,9-2 0,0 0 0,0 0 0,0-1 0,0 0 0,0 0 0,-17-8 0,20 7 0,0 0 0,0 0 0,1 0 0,-1-1 0,1 0 0,0 0 0,0 0 0,0-1 0,0 1 0,-5-9 0,8 11 0,1 0 0,-1-1 0,1 1 0,0-1 0,0 1 0,0-1 0,0 1 0,0-1 0,1 0 0,-1 1 0,1-1 0,0 0 0,-1 0 0,1 1 0,1-1 0,-1 0 0,0 1 0,1-1 0,-1 0 0,2-3 0,0 2 0,-1 1 0,1-1 0,0 1 0,0-1 0,1 1 0,-1 0 0,1 0 0,0 0 0,-1 0 0,1 1 0,1-1 0,-1 1 0,4-3 0,9-3-64,0 0 0,0 1 0,0 1 0,1 1 0,0 0 0,31-4 0,-22 4-853,-7 1-5909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02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24575,'-1'79'0,"3"111"0,5-132 0,0 17 0,-6 283 0,-2-171 0,9-72 0,-1-9 0,-16 107 0,2 83 0,8-183 0,-1 352 0,9-343 0,-3-58 0,-1-4 0,5 113 0,-11-38 0,2 114 0,6-150 0,1 36 0,-1-38 0,1-5 0,-1-10 0,0-8 0,0 14 0,1 16 0,0-4 0,-1-8 0,0-8 0,1 2 0,0 51 0,-2-71 0,-5 102 0,-2-81 0,1-82 0,0 49 0,9 73 0,-1-37 0,-1-2 0,0-7 0,1 10 0,-8-87 0,8 40 0,-2 1 0,1 53 0,-9-35 0,4 95 0,1-133-334,2 0 0,9 29 0,-13-49-29,2 5-6463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0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11704 45 24575,'-7'3'0,"0"0"0,0-1 0,0 0 0,0 0 0,0-1 0,-13 2 0,-48-3 0,43 0 0,-17 0 0,-23 0 0,-73-10 0,93 6 0,0 1 0,-73 5 0,55 5 0,-24 1 0,58-8 0,-140 8 0,146-5 0,-304 44 0,261-35 0,-115 5 0,-68-15 0,145-3 0,-245-22 0,105 4 0,127 12 0,-175-4 0,-967 12 0,1105-9 0,11 1 0,-327-14 0,242-2 0,-200-8 0,-542 32 0,828 7 0,2 0 0,-124 10 0,188-10 0,72-7 0,-207 16 0,41-4 0,-94 4 0,-1181-18 0,1322 8 0,10 1 0,-77 2 0,104-5 0,14 2 0,-34 1 0,-444-9 0,422-7 0,91 4 0,0 2 0,0 1 0,-67 7 0,-18 7 0,6-1 0,-133 14 0,22-23 0,137-4 0,60 4-1365,19 0-5461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09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24575,'1'-3'0,"0"-1"0,0 0 0,1 1 0,0 0 0,0-1 0,0 1 0,0 0 0,0 0 0,5-5 0,-6 8 0,-1-1 0,1 0 0,0 1 0,-1-1 0,1 1 0,0-1 0,-1 1 0,1 0 0,0-1 0,0 1 0,0 0 0,-1-1 0,1 1 0,0 0 0,0 0 0,0 0 0,0 0 0,-1 0 0,2 0 0,-1 0 0,0 1 0,0-1 0,0 1 0,0-1 0,0 1 0,0-1 0,0 1 0,-1 0 0,1-1 0,0 1 0,0 0 0,-1 0 0,1 0 0,-1-1 0,1 1 0,-1 0 0,1 0 0,-1 0 0,1 0 0,-1 2 0,3 6 0,-1 0 0,0 0 0,-1 0 0,0 0 0,0 0 0,-1 1 0,-2 16 0,1-12 0,1 0 0,1 21 0,8 26 0,14 90 0,-12-74 0,-3 0 0,-2 112 0,-6 135 0,0-309 0,2-1 0,3 19 0,-2-17 0,2 25 0,-6 122 0,-6-96 0,4-44 0,0 0 0,2 1 0,3 46 0,20 71 0,12 131 0,-34-224 0,-3 1 0,-10 55 0,3-22 0,-8 224 0,33-53 0,0-28 0,-16-178 0,-14 87 0,2-38 0,-3 170 0,17 427 0,6-559 0,1-12 0,10 89 0,-8-115 0,-5-52 0,6 127 0,-11 11-1365,0-170-5461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11371 87 24575,'-53'0'0,"-18"1"0,-88-11 0,-120-12 0,193 15 0,-32 0 0,83 7 0,0 1 0,-45 7 0,16 6 0,31-7 0,1-1 0,-58 3 0,-630-8 0,331-2 0,201-8 0,90 3 0,-205-18 0,75 4 0,162 15 0,-137-6 0,48 4 0,84 3 0,-125 6 0,157 2 0,-222 27 0,228-26 0,-188 26 0,-1-17 0,46-14 0,-228-2 0,226-5 0,-68-1 0,125 8 0,-231 1 0,-107 27 0,357-20 0,-150 16 0,-65 4 0,39-12 0,160-11 0,-169 5 0,106-11 0,-153 2 0,81 13 0,68-5 0,81-3 0,3 0 0,-116 3 0,-1321-10 0,1440 9 0,13-1 0,-214-6 63,155-2-1491,131 1-5398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3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513 265 24575,'-394'-210'0,"359"190"0,24 14 0,1 0 0,-1 0 0,0 1 0,-19-5 0,20 9 0,14 6 0,16 7 0,56 25 0,1-4 0,118 34 0,-190-65 0,-2-2 0,0 1 0,-1 0 0,1 0 0,0 0 0,0 0 0,-1 0 0,1 0 0,-1 1 0,1-1 0,-1 1 0,0 0 0,0 0 0,4 3 0,-6-4 0,0-1 0,0 0 0,1 0 0,-1 1 0,0-1 0,0 0 0,0 1 0,0-1 0,0 0 0,0 1 0,0-1 0,0 0 0,0 0 0,0 1 0,0-1 0,-1 0 0,1 1 0,0-1 0,0 0 0,0 1 0,0-1 0,0 0 0,0 0 0,-1 1 0,1-1 0,0 0 0,0 0 0,-1 0 0,1 1 0,0-1 0,0 0 0,0 0 0,-1 0 0,1 0 0,0 1 0,-1-1 0,1 0 0,-14 5 0,12-4 0,-20 4 0,-27 4 0,32-6 0,0 0 0,-1 1 0,-24 9 0,33-9 0,0 1 0,0-1 0,0 1 0,1 1 0,0-1 0,0 1 0,0 1 0,1-1 0,0 2 0,0-1 0,-5 9 0,-6 6-1365,11-12-5461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24575,'0'16'0,"1"-1"0,0 0 0,1 0 0,6 21 0,-6-28 0,0-1 0,1 0 0,0 0 0,0 0 0,1-1 0,0 1 0,0-1 0,0 0 0,1 0 0,11 10 0,-3-4 0,3 3 0,30 22 0,-42-34 0,0 0 0,1-1 0,0 1 0,0-1 0,0 0 0,0 0 0,0 0 0,0-1 0,0 1 0,1-1 0,-1-1 0,7 1 0,-11-1 0,1 0 0,-1 0 0,1 0 0,-1 0 0,1-1 0,-1 1 0,1 0 0,-1-1 0,1 0 0,-1 1 0,0-1 0,1 0 0,-1 1 0,0-1 0,0 0 0,1 0 0,-1 0 0,0 0 0,0 0 0,2-3 0,-1 1 0,-1-1 0,1 0 0,0 0 0,-1 0 0,2-7 0,4-12 0,-7 23 0,0 0 0,0 0 0,1-1 0,-1 1 0,0 0 0,0 0 0,0 0 0,1-1 0,-1 1 0,0 0 0,0 0 0,0 0 0,1 0 0,-1 0 0,0-1 0,1 1 0,-1 0 0,0 0 0,0 0 0,1 0 0,-1 0 0,0 0 0,0 0 0,1 0 0,-1 0 0,0 0 0,1 0 0,-1 0 0,0 0 0,0 0 0,1 0 0,-1 1 0,0-1 0,0 0 0,1 0 0,-1 0 0,0 0 0,0 0 0,0 1 0,1-1 0,-1 0 0,0 0 0,0 0 0,0 1 0,1-1 0,12 14 0,-10-10 0,15 14 0,0-1 0,39 27 0,-49-38 0,1-1 0,0 0 0,1 0 0,-1-1 0,1 0 0,-1-1 0,1 0 0,0-1 0,19 3 0,-26-5 0,0 0 0,1 0 0,-1 0 0,0 0 0,0 0 0,0-1 0,0 1 0,0-1 0,0 0 0,0 0 0,0 0 0,0-1 0,0 1 0,0-1 0,0 1 0,-1-1 0,1 0 0,-1 0 0,1 0 0,-1 0 0,0 0 0,0-1 0,0 1 0,2-4 0,-2 2 0,0-1 0,0 1 0,0-1 0,0 1 0,-1-1 0,0 0 0,0 0 0,0 0 0,-1 0 0,0 0 0,0 0 0,0 0 0,0 0 0,-2-8 0,-2-2 17,0 0 0,-1 0 1,0 0-1,-1 1 0,-1-1 0,-10-14 0,5 10-388,-1 0-1,-1 1 1,-26-26 0,25 31-6455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371 247 24575,'-12'-16'0,"0"2"0,0-1 0,-2 2 0,0-1 0,0 2 0,-1 0 0,-19-12 0,-121-60 0,121 69 0,20 9 0,-21-11 0,29 13 0,10 5 0,11 7 0,35 19 0,55 22 0,-11-6 0,-61-27 0,-7-4 0,0 1 0,38 26 0,-62-37 0,1 0 0,-1 0 0,0 0 0,0 0 0,0 1 0,0-1 0,0 0 0,0 1 0,1 4 0,-2-6 0,-1 0 0,0 0 0,1 0 0,-1 0 0,0-1 0,0 1 0,0 0 0,0 0 0,0 0 0,0 0 0,0 0 0,0 0 0,0 0 0,0 0 0,0 0 0,-1 0 0,1-1 0,0 1 0,-1 0 0,1 0 0,-1 0 0,1 0 0,-1-1 0,1 1 0,-1 0 0,1 0 0,-1-1 0,0 1 0,1-1 0,-1 1 0,0 0 0,0-1 0,0 1 0,-1 0 0,-8 3 0,0 0 0,0-1 0,0 0 0,0 0 0,-1-1 0,1 0 0,-14 0 0,-20 4 0,17-1-102,14-4-108,0 2-1,0 0 0,0 0 1,0 2-1,-16 7 1,21-8-6616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5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58 24575,'-2'12'0,"0"1"0,0-1 0,1 0 0,1 0 0,2 21 0,-1-25 0,1-1 0,-1 1 0,2 0 0,-1-1 0,1 0 0,0 0 0,1 0 0,0 0 0,9 13 0,-10-16 0,0 0 0,1 0 0,-1 0 0,1-1 0,0 1 0,0-1 0,1 0 0,-1 0 0,0 0 0,9 3 0,-11-5 0,0-1 0,0 1 0,1-1 0,-1 1 0,0-1 0,1 0 0,-1 0 0,0 1 0,0-2 0,1 1 0,-1 0 0,0 0 0,1-1 0,-1 1 0,0-1 0,0 0 0,0 0 0,0 0 0,0 0 0,0 0 0,0 0 0,0 0 0,0-1 0,0 1 0,0-1 0,2-2 0,-1 0 0,-1 1 0,1-1 0,-1 0 0,0 0 0,0 0 0,-1 0 0,3-6 0,-3 7 0,0-1 0,0 1 0,0 0 0,1 0 0,-1-1 0,1 1 0,0 0 0,0 0 0,0 1 0,5-6 0,-7 8 0,1 0 0,-1-1 0,1 1 0,-1 0 0,1 0 0,0 0 0,-1-1 0,1 1 0,-1 0 0,1 0 0,0 0 0,-1 0 0,1 0 0,0 0 0,-1 0 0,1 0 0,-1 0 0,1 1 0,0-1 0,-1 0 0,1 0 0,-1 0 0,1 1 0,-1-1 0,1 0 0,-1 1 0,1-1 0,-1 0 0,1 1 0,16 16 0,-9-9 0,5 5 0,1-1 0,1-1 0,28 18 0,-38-26 0,0 0 0,1-1 0,-1 0 0,1 0 0,0 0 0,-1-1 0,1 0 0,0 0 0,0 0 0,0-1 0,0 0 0,0 0 0,-1 0 0,1-1 0,0 0 0,7-2 0,-9 2 0,-1 0 0,1-1 0,-1 0 0,1 0 0,-1 0 0,0 0 0,0 0 0,0-1 0,-1 0 0,1 1 0,0-1 0,-1 0 0,0 0 0,1 0 0,-1 0 0,-1-1 0,1 1 0,0-1 0,-1 1 0,0-1 0,0 1 0,0-1 0,1-5 0,0-2 0,-1 0 0,0 0 0,0 0 0,-1 0 0,-1 0 0,-3-21 0,1 21-136,0 1-1,-1 0 1,0 0-1,0 0 1,-1 0-1,0 1 1,-1 0-1,0 0 0,-10-12 1,3 6-6690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57 24575,'-7'-9'0,"-21"-22"0,26 29 0,0 1 0,0-1 0,0 0 0,0 1 0,0 0 0,0 0 0,0-1 0,0 1 0,0 1 0,-1-1 0,1 0 0,0 0 0,-4 0 0,5 1 0,1 0 0,0 0 0,-1 1 0,1-1 0,-1 0 0,1 0 0,-1 0 0,1 0 0,-1 0 0,1 1 0,-1-1 0,1 0 0,0 0 0,-1 1 0,1-1 0,0 0 0,-1 1 0,1-1 0,0 0 0,-1 1 0,1-1 0,0 1 0,0-1 0,-1 0 0,1 1 0,0-1 0,0 1 0,0-1 0,-1 1 0,1-1 0,0 1 0,0-1 0,0 1 0,0-1 0,0 1 0,0-1 0,0 1 0,0-1 0,0 1 0,0-1 0,1 0 0,-1 2 0,5 21 0,-4-23 0,7 23 0,2-1 0,0 0 0,2 0 0,19 28 0,68 73 0,-78-99 0,1-2 0,36 30 0,-58-52 0,1 0 0,-1 0 0,0 1 0,0-1 0,0 0 0,0 0 0,1 0 0,-1 1 0,0-1 0,0 0 0,1 0 0,-1 0 0,0 0 0,0 0 0,1 0 0,-1 1 0,0-1 0,0 0 0,1 0 0,-1 0 0,0 0 0,0 0 0,1 0 0,-1 0 0,0 0 0,0 0 0,1 0 0,-1 0 0,0 0 0,1-1 0,-3-7 0,-9-13 0,-5-1 0,-1 1 0,-35-34 0,20 23 0,31 31 0,-35-39 0,-3 1 0,-79-61 0,116 99 0,0-1 0,0 1 0,0-1 0,-1 1 0,1 0 0,-1 0 0,1 0 0,-1 0 0,1 0 0,-1 1 0,-5-1 0,7 1 0,0 0 0,0 0 0,0 1 0,-1-1 0,1 1 0,0-1 0,0 1 0,0-1 0,0 1 0,0-1 0,0 1 0,0 0 0,1 0 0,-1-1 0,0 1 0,0 0 0,0 0 0,1 0 0,-1 0 0,0 0 0,1 0 0,-1 0 0,1 0 0,-1 0 0,1 0 0,0 0 0,-1 1 0,1-1 0,0 2 0,-3 12 0,1 0 0,1 1 0,1-1 0,0 1 0,1-1 0,0 0 0,5 19 0,2 43 0,-8-73-57,0 0 0,0-1 1,0 1-1,-1 0 0,1-1 0,-1 1 0,0-1 0,0 1 0,0-1 0,0 1 0,-1-1 1,1 0-1,-1 0 0,0 1 0,0-1 0,0 0 0,-1-1 0,1 1 0,-1 0 1,1-1-1,-1 1 0,0-1 0,-5 3 0,-4 2-6769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24575,'100'94'0,"-60"-56"0,112 118 0,-113-108 0,-193-240 0,127 159 0,25 31 0,-6-8 0,0 1 0,0 0 0,-1 0 0,-14-10 0,23 19 0,-1-1 0,1 1 0,0 0 0,-1 0 0,1 0 0,-1-1 0,1 1 0,0 0 0,-1 0 0,1 0 0,-1 0 0,1 0 0,-1 0 0,1 0 0,0 0 0,-1 0 0,1 0 0,-1 0 0,1 0 0,-1 0 0,1 0 0,-1 0 0,1 0 0,0 0 0,-1 0 0,1 1 0,-1-1 0,1 0 0,-1 1 0,0 0 0,0 0 0,0 0 0,0 0 0,1 0 0,-1 0 0,0 1 0,0-1 0,1 0 0,-1 0 0,0 2 0,-1 6 0,0 0 0,-1 12 0,2-16 0,1-4-8,-16 89 137,14-81-315,-1 1 1,0-1-1,-1 0 0,0 0 0,-1 0 0,1 0 1,-9 9-1,5-7-6640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19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28 24575,'1'-3'0,"1"0"0,0 0 0,0 0 0,0 1 0,0-1 0,0 1 0,5-5 0,-7 7 0,0 0 0,0 0 0,0 0 0,0 0 0,0 0 0,0-1 0,1 1 0,-1 0 0,0 0 0,0 0 0,0 0 0,0 0 0,0 0 0,0 0 0,0 0 0,0 0 0,0 0 0,0 0 0,1 0 0,-1 0 0,0 0 0,0 0 0,0 0 0,0 0 0,0 0 0,0 0 0,0 0 0,0 0 0,0 0 0,1 0 0,-1 0 0,0 0 0,0 0 0,0 0 0,0 0 0,0 0 0,0 0 0,0 0 0,0 0 0,0 0 0,0 0 0,1 0 0,-1 1 0,0-1 0,0 0 0,0 0 0,0 0 0,0 0 0,0 0 0,0 0 0,0 0 0,0 0 0,-1 8 0,-3 7 0,-27 61 0,-81 141 0,94-190 0,-1-2 0,-31 33 0,23-31 0,16-18 0,1 1 0,1 0 0,0 0 0,0 1 0,-10 19 0,0-5 0,16-21 0,0-1 0,0 1 0,0-1 0,1 1 0,-1 0 0,-2 6 0,6-10 0,-1 0 0,0 0 0,0 1 0,0-1 0,0 0 0,0 1 0,1-1 0,-1 0 0,0 0 0,0 0 0,0 1 0,1-1 0,-1 0 0,0 0 0,0 0 0,1 1 0,-1-1 0,0 0 0,0 0 0,1 0 0,-1 0 0,0 0 0,1 0 0,-1 0 0,0 0 0,1 0 0,-1 1 0,0-1 0,0 0 0,1-1 0,-1 1 0,0 0 0,1 0 0,-1 0 0,0 0 0,1 0 0,-1 0 0,19-2 0,-16 2 0,69-8 0,57-4 0,-40 12 0,-31 0 0,78-9 0,-129 8-109,1 0-100,1 0 0,-1 0-1,1 0 1,-1 1-1,11 2 1,-6 1-6617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0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24575,'0'6'0,"1"0"0,0-1 0,3 11 0,2 6 0,18 93 0,40 115 0,-27-108 0,-33-107-273,-1-1 0,-1 0 0,0 1 0,-1 28 0,-1-31-6553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1 305 24575,'54'1'0,"-27"1"0,1-2 0,-1-1 0,41-7 0,-64 7 0,-1 0 0,1 0 0,0 0 0,-1 0 0,1-1 0,0 0 0,-1 1 0,0-1 0,0-1 0,1 1 0,-1 0 0,0-1 0,-1 1 0,1-1 0,4-6 0,-4 5 0,-1-1 0,0 1 0,1-1 0,-2 1 0,1-1 0,-1 0 0,1 0 0,-1 0 0,-1 0 0,1-9 0,-1-1 0,-1 0 0,-1 1 0,0-1 0,-1 1 0,0-1 0,-2 1 0,-7-18 0,-15-36 0,27 68 0,0 0 0,0 0 0,0 1 0,0-1 0,0 0 0,0 0 0,0 0 0,0 0 0,0 0 0,0 0 0,0 0 0,0 0 0,0 0 0,0 0 0,0 0 0,0 0 0,0 0 0,0 0 0,0 0 0,0 0 0,0 0 0,-1 0 0,1 0 0,0 0 0,0 0 0,0 0 0,0 0 0,0 0 0,0 0 0,0 0 0,0 0 0,0 0 0,0 0 0,0 0 0,0 0 0,0 0 0,0 0 0,0 0 0,0 0 0,0 0 0,0 0 0,0 0 0,0 0 0,0 0 0,-1 0 0,1 0 0,0 0 0,0 0 0,0 0 0,0 0 0,0 0 0,0 9 0,1 12 0,8 24 0,3 0 0,24 61 0,-31-93 0,76 161 14,-44-103-1393,-31-58-5447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1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16 24575,'-3'-13'0,"3"13"0,0 0 0,-1-1 0,1 1 0,0 0 0,0 0 0,0 0 0,0 0 0,-1-1 0,1 1 0,0 0 0,0 0 0,0 0 0,-1 0 0,1 0 0,0 0 0,0 0 0,-1 0 0,1 0 0,0 0 0,0 0 0,0-1 0,-1 1 0,1 0 0,0 1 0,0-1 0,-1 0 0,1 0 0,0 0 0,0 0 0,-1 0 0,0 1 0,0 0 0,-1-1 0,1 1 0,0 0 0,0 0 0,0 0 0,0 0 0,0 1 0,0-1 0,0 0 0,0 0 0,1 1 0,-2 2 0,-5 13 0,0 0 0,2 0 0,0 1 0,1 0 0,1 0 0,-1 22 0,2 3 0,6 64 0,-2-81 0,1 0 0,2-1 0,0 1 0,2-1 0,12 31 0,-10-37 0,0 0 0,0-1 0,2-1 0,0 0 0,1 0 0,1-1 0,19 18 0,-22-24-227,1 0-1,0 0 1,1-1-1,0-1 1,14 8-1,-16-12-6598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2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24575,'52'-5'0,"-18"2"0,40-9 0,-64 10 0,-1-1 0,1 1 0,-1-2 0,0 0 0,-1 0 0,1 0 0,0-1 0,14-11 0,-21 14 0,0 0 0,0 1 0,0-1 0,0 0 0,-1 0 0,1 0 0,-1 0 0,1-1 0,-1 1 0,0 0 0,0-1 0,0 1 0,0 0 0,0-1 0,0 0 0,-1 1 0,1-1 0,-1 1 0,0-1 0,1 0 0,-1 1 0,-1-1 0,1 1 0,0-1 0,-1 0 0,1 1 0,-1-1 0,0 1 0,-1-4 0,0 1 0,-1 0 0,0 1 0,1-1 0,-2 1 0,1 0 0,-1 0 0,1 0 0,-1 1 0,0-1 0,0 1 0,-1 0 0,1 0 0,-8-4 0,4 3 0,0 0 0,0 1 0,0 0 0,0 1 0,-1-1 0,1 2 0,-1-1 0,0 1 0,-12 0 0,18 1 0,0 1 0,-1-1 0,1 0 0,0 1 0,-1 0 0,1 0 0,0 0 0,0 0 0,0 1 0,0-1 0,0 1 0,0 0 0,0 0 0,1 0 0,-1 0 0,1 0 0,-1 0 0,1 1 0,0-1 0,0 1 0,0 0 0,0-1 0,0 1 0,1 0 0,-1 0 0,1 0 0,-2 5 0,2-4 0,0 1 0,0 0 0,0 0 0,0-1 0,1 1 0,0 0 0,0 0 0,0 0 0,0 0 0,2 6 0,1-2 0,-1-1 0,1 0 0,0 0 0,0-1 0,8 12 0,-2-4 0,1-1 0,1 0 0,1-1 0,0-1 0,16 14 0,-8-9-136,0 0-1,2-2 1,0-1-1,0 0 1,2-2-1,-1-1 1,1 0-1,1-2 0,50 12 1,-61-19-6690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2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24575,'202'527'0,"-198"-516"0,-1-7 0,-2 1 0,1 0 0,0 0 0,-1 0 0,0 0 0,0 0 0,0 0 0,-1 8 0,0-13 0,0 1 0,0-1 0,0 1 0,0-1 0,0 1 0,0-1 0,0 1 0,-1-1 0,1 0 0,0 1 0,0-1 0,0 1 0,-1-1 0,1 0 0,0 1 0,-1-1 0,1 1 0,0-1 0,-1 0 0,1 1 0,0-1 0,-1 0 0,1 0 0,-1 1 0,1-1 0,0 0 0,-2 0 0,1 1 0,0-1 0,0 0 0,-1 0 0,1 0 0,0 0 0,0 0 0,-1 0 0,1-1 0,0 1 0,-2-1 0,-26-13 0,12 2-112,0-1 0,1-1 1,-27-29-1,29 28-806,1 2-5908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2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90 24575,'-8'-23'0,"-2"-4"0,-2 4 0,1 7-8191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24575,'1'-5'0,"2"5"0,6 12 0,7 19 0,-8-13 0,1-1 0,22 31 0,-26-40 0,1-2 0,0 1 0,0-1 0,0 1 0,1-2 0,0 1 0,0-1 0,14 9 0,-19-14 0,-1 1 0,0 0 0,0-1 0,1 1 0,-1-1 0,0 1 0,1-1 0,-1 0 0,0 0 0,1 1 0,-1-1 0,1 0 0,-1 0 0,0 0 0,1 0 0,-1-1 0,1 1 0,-1 0 0,0-1 0,1 1 0,-1-1 0,0 1 0,1-1 0,-1 1 0,0-1 0,0 0 0,0 0 0,0 0 0,0 1 0,0-1 0,2-2 0,-1 0 0,0 0 0,0-1 0,-1 1 0,1 0 0,-1-1 0,1 0 0,-1 1 0,0-1 0,0 0 0,0-6 0,-1-40 0,-1 41 0,1-1 0,0 1 0,0-1 0,1 1 0,2-11 0,-3 20 0,0 0 0,0-1 0,0 1 0,0 0 0,1 0 0,-1-1 0,0 1 0,0 0 0,0 0 0,0-1 0,0 1 0,0 0 0,1 0 0,-1-1 0,0 1 0,0 0 0,0 0 0,1 0 0,-1 0 0,0-1 0,0 1 0,1 0 0,-1 0 0,0 0 0,0 0 0,1 0 0,-1 0 0,0 0 0,1-1 0,-1 1 0,0 0 0,1 0 0,9 5 0,11 16 0,-18-18 0,9 10 0,1 0 0,0-1 0,0 0 0,2-1 0,-1-1 0,1 0 0,25 11 0,-38-20 0,1 0 0,-1 0 0,1 0 0,0-1 0,-1 1 0,1-1 0,0 1 0,0-1 0,0 0 0,-1 0 0,1 0 0,0 0 0,0-1 0,-1 1 0,1-1 0,0 0 0,-1 0 0,1 0 0,0 0 0,3-2 0,-4 1 0,0 0 0,1 0 0,-1 0 0,0 0 0,0-1 0,0 1 0,0-1 0,-1 1 0,1-1 0,-1 0 0,0 0 0,1 0 0,-1 0 0,0 1 0,-1-1 0,1-1 0,-1 1 0,1-3 0,0-5-114,0 0 1,0 0-1,-2 0 0,1 0 0,-1 0 1,-1 1-1,0-1 0,0 0 0,-1 1 1,-1 0-1,-5-12 0,1 6-6712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3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24575,'49'45'-302,"-1"3"-1,-3 1 0,64 94 0,-90-115 350,-2 2 0,-1 0-1,-1 1 1,-1 1 0,-2 0 0,-2 0-1,-1 1 1,-1 1 0,4 37-1,-10-48 64,-1 1-1,0 0 1,-6 39-1,4-51-215,-2-1 0,0 1 0,0-1 0,-1 0 1,0 0-1,-1 0 0,0-1 0,-1 1 0,-8 11 0,-2-2-6720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35 24575,'0'-3'0,"0"1"0,-1 0 0,1 0 0,0 0 0,-1 0 0,1-1 0,-1 1 0,1 0 0,-1 0 0,0 0 0,0 0 0,-1-2 0,1 4 0,1 0 0,0-1 0,-1 1 0,1-1 0,0 1 0,-1 0 0,1-1 0,-1 1 0,1 0 0,-1 0 0,1-1 0,-1 1 0,1 0 0,-1 0 0,1 0 0,-1-1 0,1 1 0,-1 0 0,-1 0 0,1 0 0,0 1 0,0-1 0,0 0 0,0 0 0,0 1 0,0-1 0,0 1 0,0-1 0,0 1 0,0-1 0,0 1 0,0 0 0,-1 1 0,-5 5 0,1 0 0,-1 1 0,2 0 0,-1 0 0,-5 10 0,4-6 0,-15 20 0,7-16 0,0-1 0,-1 0 0,-33 23 0,-60 28 0,19-11 0,73-46 0,9-4 0,0-1 0,1 1 0,-11 8 0,17-12 0,0 0 0,0 0 0,0 0 0,0 0 0,0 0 0,0 0 0,0 1 0,0-1 0,0 0 0,0 1 0,1-1 0,-1 1 0,1-1 0,-1 0 0,1 1 0,-1-1 0,1 1 0,0 0 0,0-1 0,0 1 0,0-1 0,0 1 0,0-1 0,0 1 0,1 1 0,-1-2 0,1 0 0,-1 0 0,1 0 0,-1 0 0,1 0 0,0 0 0,-1 0 0,1 0 0,0 0 0,0-1 0,-1 1 0,1 0 0,0-1 0,0 1 0,0 0 0,0-1 0,0 1 0,0-1 0,0 0 0,0 1 0,0-1 0,2 1 0,27 2 0,-20-3 0,101 9-78,217 10-1209,-312-19-5539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24575,'-3'17'0,"0"12"0,2 7 0,4 3 0,2 1 0,2-1 0,3 0 0,4-3 0,3 1 0,0-2 0,1-1 0,-4-4 0,0-2 0,-4-3 0,-3-4 0,-1-5 0,0-3 0,-3-4-8191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6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24575,'5'2'0,"108"45"0,-96-41 0,1 0 0,-1-2 0,1 0 0,31 2 0,-47-6 0,1 0 0,-1 0 0,1 0 0,-1 0 0,1-1 0,-1 1 0,1-1 0,-1 0 0,0 1 0,1-1 0,-1 0 0,0 0 0,1-1 0,-1 1 0,0 0 0,4-4 0,-4 2 0,1 0 0,-1 0 0,0 0 0,1 0 0,-1 0 0,-1-1 0,1 1 0,0-1 0,-1 1 0,1-5 0,1-8 0,0 1 0,-1 0 0,-1-1 0,-1-20 0,0 31 0,-2-32 0,-2 0 0,-2 0 0,-1 1 0,-2 0 0,-14-37 0,16 60 0,5 20 0,3 26 0,11 51 0,4 0 0,40 128 0,-42-171-69,-4-11-579,12 54 0,-20-70-6178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6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22 24575,'-1'-2'0,"0"0"0,0 1 0,-1-1 0,1 0 0,-1 1 0,1-1 0,-1 1 0,0 0 0,1 0 0,-1-1 0,0 1 0,0 0 0,0 1 0,0-1 0,-3-1 0,3 2 0,1 0 0,-1 0 0,1 0 0,0 1 0,-1-1 0,1 0 0,0 0 0,-1 1 0,1-1 0,0 1 0,0 0 0,0-1 0,-1 1 0,1 0 0,0-1 0,0 1 0,0 0 0,0 0 0,0 0 0,0 0 0,0 0 0,0 0 0,1 1 0,-1-1 0,0 1 0,-4 6 0,2-1 0,-1 1 0,1 0 0,0 0 0,1 0 0,0 0 0,-2 16 0,-1 62 0,5-74 0,-1 16 0,2-1 0,1 1 0,2-1 0,0 1 0,2-1 0,1-1 0,13 34 0,-12-41 0,1 0 0,1 0 0,1-1 0,1 0 0,0 0 0,1-2 0,1 0 0,0 0 0,1-1 0,19 14 0,-30-26-97,1 0-1,-1 0 1,1-1-1,-1 1 1,1-1-1,0 0 1,0-1-1,0 1 1,0-1-1,0 0 1,0 0-1,0 0 0,7-1 1,0 0-6729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 24575,'35'-5'0,"0"-2"0,0-1 0,48-19 0,-79 26 0,-1-1 0,1 1 0,-1-1 0,1 0 0,-1 0 0,0-1 0,0 1 0,0 0 0,0-1 0,-1 0 0,1 0 0,-1 0 0,1 0 0,2-5 0,-4 5 0,0 0 0,0 1 0,-1-1 0,1 0 0,-1 1 0,0-1 0,1 0 0,-1 0 0,0 1 0,-1-1 0,1 0 0,0 0 0,-1 1 0,0-1 0,1 0 0,-1 1 0,0-1 0,0 1 0,-1-1 0,-2-4 0,1 2 0,-1 0 0,0 1 0,-1-1 0,1 1 0,-1 0 0,0 0 0,0 0 0,0 1 0,0 0 0,0 0 0,-1 0 0,0 1 0,1-1 0,-1 1 0,0 1 0,0-1 0,0 1 0,0 0 0,0 0 0,-1 1 0,-10 0 0,12 0 0,1 1 0,-1-1 0,1 1 0,-1 0 0,1 0 0,0 1 0,0-1 0,0 1 0,-1 0 0,2 0 0,-1 0 0,0 1 0,-5 3 0,6-3 0,1 0 0,0 0 0,-1-1 0,1 1 0,0 1 0,0-1 0,1 0 0,-1 0 0,1 1 0,-1-1 0,1 1 0,0-1 0,1 1 0,-1-1 0,1 1 0,-1 0 0,1-1 0,0 6 0,1-2 0,0-1 0,0 1 0,1-1 0,0 1 0,0-1 0,0 0 0,1 1 0,0-1 0,0-1 0,1 1 0,0 0 0,0-1 0,8 9 0,-1-2 0,1-1 0,0 0 0,1-1 0,21 14 0,-15-13 0,1-1 0,0 0 0,1-1 0,0-2 0,0 0 0,1-1 0,-1-1 0,1-1 0,0-1 0,1-1 0,30-1 0,-17-2-1365,-22 0-5461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24575,'90'221'0,"-43"-127"0,8 19 0,-53-110 0,-1 0 0,0-1 0,-1 1 0,1 0 0,0 0 0,-1-1 0,0 1 0,1 0 0,-1 0 0,0 0 0,0 0 0,-1 4 0,0-6 0,1 0 0,-1 0 0,1 0 0,-1 0 0,1 0 0,-1 0 0,0 0 0,1 0 0,-1 0 0,0-1 0,0 1 0,0 0 0,1 0 0,-1-1 0,0 1 0,0 0 0,0-1 0,0 1 0,0-1 0,0 1 0,0-1 0,-1 0 0,1 1 0,0-1 0,0 0 0,0 0 0,0 0 0,0 0 0,-1 0 0,1 0 0,0 0 0,-2 0 0,-5-2 0,0 1 0,1-1 0,-1 0 0,1-1 0,-1 0 0,1 0 0,0-1 0,0 1 0,-7-6 0,-3-3 0,0-1 0,-17-18 0,28 25 0,0 0 0,0 0 0,1-1 0,0 0 0,0 0 0,1 0 0,0-1 0,0 1 0,1-1 0,0 0 0,0 0 0,-1-11 0,3 17 0,1 0 0,0 0 0,0 0 0,0 0 0,0 0 0,0 0 0,1 0 0,-1 0 0,1 0 0,-1 0 0,1 0 0,0 0 0,-1 0 0,1 0 0,0 1 0,0-1 0,2-2 0,-1 2 0,1-1 0,-1 1 0,1 0 0,0 0 0,0 0 0,0 0 0,0 0 0,0 0 0,4-1 0,3 0 0,1-1 0,-1 2 0,1 0 0,0 0 0,14 0 0,75 2-1365,-86 0-5461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24575,'5'-12'0,"1"-3"0,1 5 0,-2 7 0,-1 8 0,-2 6 0,-1 1-8191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24575,'30'37'0,"-7"-5"0,-9-13 0,0 0 0,31 30 0,-41-45 0,0-1 0,1 1 0,-1-1 0,1 0 0,-1 0 0,1 0 0,0 0 0,0-1 0,1 0 0,-1 0 0,0-1 0,1 1 0,-1-1 0,1 0 0,-1 0 0,1-1 0,6 0 0,-11 0 0,1 0 0,0-1 0,0 1 0,-1-1 0,1 1 0,0-1 0,-1 1 0,1-1 0,-1 0 0,1 0 0,-1 0 0,1 0 0,-1 0 0,0 0 0,1 0 0,-1-1 0,0 1 0,0 0 0,0-1 0,0 1 0,0-1 0,0 1 0,0-1 0,0 0 0,0-2 0,1-3 0,0-1 0,0 0 0,-1 0 0,1-10 0,-1 7 0,-1 11 0,0-1 0,0 0 0,1 1 0,-1-1 0,0 1 0,0-1 0,0 1 0,0-1 0,1 1 0,-1-1 0,0 0 0,0 1 0,1-1 0,-1 1 0,0 0 0,1-1 0,-1 1 0,1-1 0,-1 1 0,0-1 0,1 1 0,-1 0 0,1-1 0,-1 1 0,2 0 0,-1-1 0,0 1 0,0 0 0,0 0 0,0 0 0,0 0 0,0 0 0,1 0 0,-1 0 0,0 0 0,0 1 0,0-1 0,2 1 0,4 2 0,1 0 0,-1 1 0,8 5 0,-6-3 0,-2-2 0,1 0 0,0 0 0,0-1 0,0 0 0,0 0 0,1-1 0,9 2 0,-16-4 0,0 0 0,0 0 0,0 1 0,1-2 0,-1 1 0,0 0 0,0 0 0,0-1 0,1 1 0,-1-1 0,0 0 0,0 1 0,0-1 0,0 0 0,0 0 0,0-1 0,0 1 0,-1 0 0,1-1 0,0 1 0,-1-1 0,1 1 0,-1-1 0,1 0 0,-1 1 0,0-1 0,0 0 0,0 0 0,0 0 0,0 0 0,0 0 0,0 0 0,0-3 0,1-1 9,-1 0-1,0 0 1,0 0-1,0-1 1,-1 1 0,0 0-1,0 0 1,0 0-1,-1-1 1,0 1-1,0 0 1,-1 0-1,-2-6 1,1 3-174,-1 1 0,0 1 0,0-1 0,-1 1 0,0-1 0,0 1 0,-1 1 0,-10-11 0,3 5-6661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2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24575,'37'25'-235,"-2"2"0,-1 2 0,-1 1 0,52 63 0,-69-72 207,0 1 0,-2 0 0,-1 0 0,-1 1-1,-1 1 1,0 0 0,-2 1 0,-1 0-1,7 41 1,-9-30 218,-2 1-1,-2-1 1,-2 1-1,0-1 0,-3 1 1,-11 56-1,11-82-271,0-1 0,-1 0-1,0 0 1,-1 0 0,0 0 0,-1-1-1,0 0 1,0 0 0,-1 0-1,0-1 1,0 0 0,-1 0 0,0-1-1,-12 8 1,3-2-6744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2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21 24575,'-4'-4'0,"0"1"0,1-1 0,-1 1 0,-7-4 0,37 31 0,3-4 0,0-1 0,55 25 0,107 70 0,-81-43 0,4 3 0,-88-54 0,38 36 0,-46-39 0,1 0 0,1-1 0,0-1 0,24 13 0,83 45 0,201 90 0,-289-145 0,93 57 0,-69-37 0,41 34 0,-41-26 0,-36-26 0,31 31 0,6 4 0,-24-22 0,56 39 0,161 76 0,-204-120 0,62 36 0,79 50 0,-64-40 0,27 10 0,3 0 0,14 19 0,-66-47 0,121 71 0,-50-24 0,-95-57 0,174 104 0,-148-78 0,24 13 0,51 5 0,1-6 0,-113-52 0,41 17 0,112 52 0,26 21 0,-59-34 0,-130-58 0,22 11 0,47 24 0,-44-23 0,-64-31 0,104 58 0,-36-9 0,-55-33 0,39 36 0,33 31 0,-72-67 0,71 35 0,-67-40 0,19 10 0,114 43 0,-121-52 0,-52-22-22,-5-3 74,-6-1-1447,-3-3-5431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3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776 435 24575,'-315'-149'0,"232"107"0,-32-19 0,48 22 0,-44-30 0,95 58 0,8 7 0,0-1 0,1 0 0,-1-1 0,1 1 0,1-2 0,-1 1 0,-7-10 0,11 7 0,8 9 0,13 9 0,-16-8 0,470 275 0,-413-242 36,28 16-5477,-51-31 2655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6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644 43 24575,'23'-12'0,"-18"10"0,0-1 0,0 0 0,0 0 0,0 0 0,0 0 0,0-1 0,6-6 0,-34 23 0,-58 32 0,-134 53 0,133-65 0,-144 83 0,164-77-1365,39-25-5461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6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20 24575,'0'0'0,"-1"-1"0,1 1 0,0-1 0,0 1 0,0-1 0,0 1 0,-1-1 0,1 1 0,0-1 0,0 1 0,0-1 0,0 1 0,0-1 0,0 1 0,1-1 0,-1 1 0,0-1 0,0 1 0,0-1 0,0 1 0,0-1 0,1 1 0,-1-1 0,0 1 0,0 0 0,1-1 0,-1 1 0,0-1 0,1 1 0,-1 0 0,1-1 0,-1 1 0,0 0 0,1-1 0,-1 1 0,1 0 0,-1 0 0,1-1 0,-1 1 0,1 0 0,8-2 0,-8 2 0,-1 0 0,0 0 0,0 1 0,0-1 0,0 0 0,1 0 0,-1 0 0,0 1 0,0-1 0,0 0 0,0 0 0,0 1 0,0-1 0,0 0 0,0 0 0,0 0 0,0 1 0,0-1 0,0 0 0,0 0 0,0 1 0,0-1 0,0 0 0,0 0 0,0 1 0,0-1 0,0 0 0,0 0 0,0 1 0,0-1 0,0 0 0,0 0 0,-1 0 0,1 1 0,0-1 0,0 0 0,0 0 0,-6 10 0,0 0 0,-1-1 0,0 0 0,0-1 0,-17 16 0,-9 9 0,-6 16 0,-53 83 0,79-115 0,10-13 0,0-1 0,1 1 0,-1 0 0,1-1 0,-1 1 0,1 0 0,1 0 0,-1 1 0,0-1 0,0 6 0,2-10 0,0 1 0,0 0 0,0-1 0,0 1 0,0-1 0,1 1 0,-1 0 0,0-1 0,0 1 0,1 0 0,-1-1 0,0 1 0,1-1 0,-1 1 0,0-1 0,1 1 0,-1-1 0,1 1 0,-1-1 0,1 0 0,-1 1 0,1-1 0,0 1 0,-1-1 0,1 0 0,-1 0 0,1 1 0,0-1 0,-1 0 0,2 0 0,21 3 0,-21-3 0,240-8 134,-49-1-1633,-183 9-5327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7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24575,'8'23'0,"2"-1"0,0 0 0,1 0 0,1-1 0,2 0 0,28 34 0,-41-53 0,0-1 0,1 1 0,-1-1 0,1 1 0,0-1 0,-1 0 0,1 0 0,0 0 0,0 0 0,0 0 0,0 0 0,0 0 0,0-1 0,0 1 0,0-1 0,0 1 0,0-1 0,0 0 0,3 0 0,-4 0 0,0 0 0,1 0 0,-1-1 0,1 1 0,-1-1 0,0 1 0,1-1 0,-1 1 0,0-1 0,1 0 0,-1 0 0,0 0 0,0 1 0,0-1 0,0 0 0,0-1 0,0 1 0,0 0 0,0 0 0,0 0 0,0 0 0,-1-1 0,1 1 0,0 0 0,-1-1 0,1 1 0,0-3 0,0-4 0,0 1 0,0 0 0,-1-1 0,0 1 0,-1-8 0,1 9 0,-1 0 0,1 0 0,0 0 0,1 0 0,-1-1 0,1 1 0,1 1 0,1-8 0,-3 12 0,1 0 0,-1 0 0,1 0 0,0-1 0,0 1 0,-1 0 0,1 0 0,0 0 0,0 0 0,0 0 0,0 0 0,0 1 0,0-1 0,0 0 0,0 0 0,0 1 0,1-1 0,1 0 0,-1 0 0,1 1 0,-1-1 0,1 1 0,-1 0 0,1 0 0,-1 0 0,1 0 0,-1 0 0,5 2 0,3 1 0,1 0 0,0 1 0,15 9 0,-16-9 0,223 112-1365,-220-109-5461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8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89 24575,'-11'-6'0,"-1"-2"0,-22-8 0,31 14 0,0 1 0,0 0 0,0 0 0,0 1 0,0-1 0,0 0 0,0 1 0,0 0 0,0 0 0,0 0 0,0 0 0,0 0 0,-6 2 0,9-2 0,-1 0 0,0 1 0,1-1 0,-1 0 0,0 0 0,1 1 0,-1-1 0,0 1 0,1-1 0,-1 1 0,1-1 0,-1 1 0,0-1 0,1 1 0,0-1 0,-1 1 0,1 0 0,-1-1 0,1 1 0,0 0 0,-1 0 0,1-1 0,0 1 0,0 0 0,-1 0 0,1 1 0,0 0 0,0 0 0,1-1 0,-1 1 0,0 0 0,1-1 0,-1 1 0,1 0 0,-1-1 0,2 4 0,2 1 0,-1 0 0,1-1 0,0 1 0,9 8 0,-7-7 0,1-1 0,1 0 0,-1 0 0,1-1 0,0 0 0,0 0 0,0-1 0,1 0 0,0-1 0,-1 0 0,1 0 0,0 0 0,16 1 0,-23-4 0,-1 0 0,1 0 0,-1 0 0,1 0 0,-1 0 0,1 0 0,-1 0 0,1-1 0,-1 1 0,1-1 0,-1 1 0,1-1 0,-1 1 0,1-1 0,-1 0 0,0 0 0,1 0 0,-1 1 0,0-1 0,0 0 0,0-1 0,0 1 0,0 0 0,0 0 0,0 0 0,0-1 0,0 1 0,0 0 0,-1-1 0,1 1 0,-1-1 0,1 1 0,-1-1 0,1-2 0,-1 1 0,1-1 0,-1 1 0,0 0 0,0-1 0,-1 1 0,1-1 0,-1 1 0,1 0 0,-1-1 0,0 1 0,0 0 0,-1 0 0,1 0 0,-4-6 0,-2 0-105,0 0 0,-1 0 0,0 0 0,0 1 0,-1 0 0,0 1 0,0 0 0,-1 0 0,0 1 0,0 1 0,-1-1 0,-14-4 0,11 6-6721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8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24575,'125'74'0,"-57"-35"0,-64-36 0,1-1 0,0 1 0,0-1 0,0 0 0,0 0 0,0-1 0,9 2 0,-13-3 0,1 0 0,-1 0 0,1 0 0,-1 0 0,1 0 0,-1 0 0,1 0 0,-1-1 0,0 1 0,1 0 0,-1-1 0,1 1 0,-1-1 0,0 0 0,0 1 0,1-1 0,-1 0 0,0 0 0,0 0 0,0 0 0,0 0 0,0 0 0,0 0 0,0 0 0,0 0 0,0-1 0,0 1 0,-1 0 0,1 0 0,-1-1 0,1 1 0,0-2 0,0-2 0,0 0 0,-1 0 0,1 1 0,-1-1 0,0-6 0,-1 8 0,1 0 0,0 0 0,0 0 0,0 0 0,0 0 0,1-1 0,-1 1 0,1 0 0,0 0 0,0 0 0,0 0 0,0 1 0,3-6 0,-3 7 0,0 0 0,0 0 0,0 1 0,0-1 0,0 0 0,0 1 0,0-1 0,1 1 0,-1 0 0,0-1 0,0 1 0,0 0 0,1-1 0,-1 1 0,0 0 0,0 0 0,1 0 0,-1 0 0,0 1 0,0-1 0,1 0 0,-1 0 0,0 1 0,0-1 0,0 0 0,0 1 0,3 1 0,3 2 0,1 0 0,13 10 0,-14-9 0,19 12-81,48 36-1203,-65-45-5542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59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250 777 24575,'54'-109'0,"-48"94"0,0 0 0,-1-1 0,-1 0 0,0 0 0,1-21 0,-4 27 0,-2 0 0,1 1 0,-1-1 0,-1 0 0,0 1 0,0-1 0,-1 1 0,0 0 0,-8-15 0,-4-7 0,-29-39 0,25 41 0,-190-272 0,209 300 0,-1 0 0,1 0 0,-1 1 0,0-1 0,1 0 0,-1 0 0,0 1 0,1-1 0,-1 0 0,0 1 0,0-1 0,0 1 0,0-1 0,1 1 0,-1-1 0,0 1 0,0 0 0,-2-1 0,3 1 0,0 1 0,-1-1 0,1 0 0,-1 0 0,1 1 0,0-1 0,-1 0 0,1 0 0,0 1 0,-1-1 0,1 0 0,0 1 0,0-1 0,-1 1 0,1-1 0,0 0 0,0 1 0,0-1 0,0 1 0,-1-1 0,1 1 0,0-1 0,0 0 0,0 1 0,0-1 0,0 1 0,0 5 0,0 0 0,0 0 0,0 0 0,2 9 0,8 35 0,22 90 0,-26-120 0,1-1 0,1 1 0,0-2 0,23 36 0,-17-34 0,0-1 0,2-1 0,0 0 0,1-1 0,1 0 0,0-2 0,1 0 0,1-1 0,0-1 0,1-1 0,0-1 0,1-1 0,0-1 0,29 8 0,-39-13 0,-2-1 0,0-1 0,0 0 0,0 0 0,13 0 0,-20-2 0,1 0 0,-1-1 0,1 1 0,-1-1 0,1 0 0,-1 0 0,1 0 0,-1 0 0,0 0 0,0-1 0,0 0 0,1 0 0,-2 0 0,1 0 0,0 0 0,3-3 0,-3 2 0,-1 0 0,1 1 0,-1-1 0,0 0 0,0-1 0,0 1 0,0 0 0,0-1 0,-1 1 0,0-1 0,2-6 0,-1 0 0,-1 0 0,0 1 0,-1-12 0,1-14 0,-1 35 0,0 0 0,0 0 0,0 0 0,0 0 0,0 0 0,0-1 0,0 1 0,0 0 0,0 0 0,0 0 0,0 0 0,0 0 0,0-1 0,0 1 0,0 0 0,0 0 0,0 0 0,0 0 0,0 0 0,0-1 0,0 1 0,0 0 0,0 0 0,0 0 0,1 0 0,-1 0 0,0 0 0,0 0 0,0-1 0,0 1 0,0 0 0,0 0 0,0 0 0,1 0 0,-1 0 0,0 0 0,0 0 0,0 0 0,5 5 0,6 13 0,-9-15 0,6 10 0,0 1 0,14 15 0,-18-24 0,1 0 0,0 0 0,-1-1 0,1 0 0,1 0 0,-1 0 0,1 0 0,7 3 0,-12-7-3,-1 1 0,0-1-1,1 0 1,-1 0 0,1 0-1,-1 0 1,0 1 0,1-1-1,-1 0 1,1 0-1,-1 0 1,0 0 0,1 0-1,-1 0 1,1 0 0,-1 0-1,1 0 1,-1 0 0,0 0-1,1 0 1,-1-1 0,1 1-1,-1 0 1,2-8 203,-10-11-1685,3 9-5341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00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41 24575,'-2'-13'0,"-2"-1"0,4 4 0,0 6 0,2 7 0,2 7 0,0 7 0,0 4 0,2 3 0,0 2 0,-2-1 0,-1-1 0,-1-6-8191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00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1 212 24575,'63'53'0,"25"20"0,-86-72 0,1 1 0,-1 0 0,1-1 0,-1 1 0,1-1 0,0 0 0,0 1 0,0-1 0,-1-1 0,1 1 0,6 0 0,-8-1 0,1 0 0,-1 0 0,0 0 0,0-1 0,1 1 0,-1 0 0,0-1 0,0 1 0,1-1 0,-1 1 0,0-1 0,0 0 0,0 0 0,0 1 0,0-1 0,0 0 0,0 0 0,0 0 0,0 0 0,-1 0 0,1 0 0,0 0 0,0 0 0,-1-1 0,1 1 0,-1 0 0,1 0 0,-1 0 0,1-3 0,1-5 0,-1 1 0,1-1 0,-2 0 0,1 0 0,-1 0 0,-1-11 0,0-23 0,1 42 0,0 0 0,0 0 0,0 0 0,0 0 0,0 0 0,0-1 0,1 1 0,-1 0 0,0 0 0,0 0 0,1 0 0,-1 0 0,1 0 0,-1 0 0,1 0 0,0 0 0,-1 1 0,1-1 0,0 0 0,-1 0 0,1 0 0,0 1 0,0-1 0,0 0 0,0 1 0,0-1 0,0 1 0,0-1 0,0 1 0,0-1 0,0 1 0,0 0 0,0-1 0,0 1 0,0 0 0,0 0 0,0 0 0,0 0 0,0 0 0,0 0 0,0 0 0,1 0 0,-1 1 0,0-1 0,0 0 0,2 1 0,4 2 0,0 0 0,0 0 0,-1 0 0,1 1 0,8 6 0,12 8 0,1 0 0,43 20 0,-56-32 0,-1-1 0,1 0 0,0-1 0,0-1 0,0 0 0,0-1 0,24 1 0,-26-3 0,1-1 0,-1-1 0,0 0 0,1 0 0,-1-1 0,0-1 0,0 0 0,-1-1 0,22-11 0,-28 13 0,0-1 0,0 0 0,-1 0 0,1 0 0,-1-1 0,0 0 0,0 0 0,-1 0 0,1 0 0,-1-1 0,0 0 0,-1 0 0,1 0 0,-1 0 0,0 0 0,-1-1 0,1 1 0,-2-1 0,1 0 0,1-11 0,-3 12 0,0 1 0,0-1 0,-1 1 0,0 0 0,0-1 0,-1 1 0,1 0 0,-1 0 0,0 0 0,0 0 0,-1 0 0,0 0 0,-6-8 0,3 4 0,-1 0 0,-1 1 0,0 0 0,0 1 0,-17-13 0,23 19 0,1-1 0,-1 1 0,0 0 0,0 0 0,0 0 0,0 0 0,0 1 0,0-1 0,0 1 0,0-1 0,0 1 0,0-1 0,0 1 0,-1 0 0,1 0 0,0 0 0,-2 1 0,3-1 0,-1 1 0,1-1 0,0 1 0,-1 0 0,1 0 0,0-1 0,0 1 0,0 0 0,0 0 0,0 0 0,0 0 0,0 0 0,0 0 0,0 1 0,0-1 0,0 0 0,1 0 0,-1 1 0,1-1 0,-1 0 0,1 1 0,-1-1 0,1 1 0,0-1 0,-1 3 0,0 3 0,1 0 0,-1-1 0,1 1 0,0 0 0,1 0 0,0-1 0,0 1 0,0 0 0,1-1 0,0 1 0,3 7 0,0-4 0,0 0 0,1-1 0,0 0 0,0 0 0,1 0 0,10 10 0,8 3 0,0-1 0,1-2 0,46 28 0,-62-41-107,3 2 227,26 12 1,-36-18-246,1-1 0,0 1 0,0-1 0,0 0 0,1 0 0,-1-1 0,0 1 0,0-1 1,0 0-1,0 0 0,7-1 0,1-2-6701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01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72 195 24575,'-5'2'0,"0"1"0,1 0 0,-1 0 0,0 0 0,1 0 0,0 1 0,0 0 0,0 0 0,0 0 0,1 0 0,-1 1 0,1-1 0,0 1 0,1 0 0,-3 5 0,3-5 0,1 0 0,0 0 0,0 0 0,0 0 0,0 0 0,1 0 0,0 0 0,0 0 0,0 0 0,1 0 0,0 0 0,0 0 0,0 0 0,0 0 0,1-1 0,3 9 0,0-4 0,-1 0 0,2-1 0,-1 0 0,1 0 0,0 0 0,12 12 0,-14-18 0,-1 1 0,0 0 0,1-1 0,0 0 0,-1 1 0,1-1 0,8 2 0,-10-3 0,1 0 0,-1-1 0,0 0 0,1 1 0,-1-1 0,1 0 0,-1 0 0,1 0 0,-1-1 0,0 1 0,1 0 0,-1-1 0,0 0 0,5-1 0,-5 1 0,-1 0 0,1-1 0,0 1 0,-1 0 0,1-1 0,-1 1 0,1-1 0,-1 1 0,0-1 0,0 0 0,0 1 0,0-1 0,0 0 0,0 0 0,0 0 0,-1 0 0,1 0 0,-1 0 0,1 0 0,-1 0 0,1-4 0,-1-6 0,1 0 0,-3-19 0,1 13 0,1 13 0,1-14 0,4 16 0,6 8 0,10 9 0,47 24 0,-55-33 0,-1 0 0,1-1 0,0 0 0,1-1 0,21 3 0,10-2 0,67-3 0,-90-3 0,1 0 0,-1-1 0,0-2 0,41-12 0,-59 15 0,0 1 0,0-1 0,0 0 0,0 0 0,-1-1 0,1 1 0,-1-1 0,1 0 0,-1 0 0,0 0 0,0 0 0,0 0 0,3-6 0,-4 5 0,-1 1 0,1 0 0,-1-1 0,0 1 0,0-1 0,0 1 0,0-1 0,-1 1 0,1-1 0,-1 1 0,0-1 0,0 0 0,0 1 0,-1-1 0,1 1 0,-3-7 0,1 2 0,-1 1 0,0 0 0,0 0 0,-1 1 0,0-1 0,0 1 0,-1-1 0,1 1 0,-11-9 0,-4-3 0,-33-23 0,7 6 0,43 34 0,1-1 0,-1 0 0,0 0 0,0 0 0,1 0 0,-1 0 0,1 0 0,-1 0 0,1-1 0,0 1 0,0 0 0,0-1 0,0 1 0,1-1 0,-1 1 0,0-5 0,1 6 0,0-1 0,0 0 0,1 1 0,-1-1 0,0 1 0,1-1 0,-1 1 0,1-1 0,-1 1 0,1 0 0,0-1 0,0 1 0,-1 0 0,1-1 0,0 1 0,0 0 0,0 0 0,1 0 0,-1 0 0,0 0 0,0 0 0,0 0 0,1 0 0,-1 0 0,1 1 0,-1-1 0,0 0 0,4 0 0,0-1-80,0 1 0,0 0-1,1 0 1,-1 0 0,1 0-1,-1 1 1,1 0 0,-1 0-1,1 0 1,-1 1 0,0 0 0,1 0-1,-1 0 1,0 1 0,1 0-1,4 2 1,0 2-6746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02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0 24575,'-15'3'0,"-7"0"0,-1 3 0,2 2 0,4 3 0,6-1-8191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6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74 24575,'-4'-8'0,"5"12"0,8 14 0,6 7 0,2 0 0,1-1 0,20 22 0,-31-38 0,0-2 0,0 1 0,1-1 0,-1 0 0,2 0 0,-1-1 0,0 0 0,1-1 0,0 0 0,0 0 0,0-1 0,1 0 0,12 2 0,-21-5 0,1 1 0,0-1 0,-1 0 0,1 0 0,0 0 0,0 0 0,-1 0 0,1 0 0,0-1 0,-1 1 0,1-1 0,0 1 0,-1-1 0,1 1 0,-1-1 0,1 0 0,-1 0 0,1 0 0,2-2 0,-3 2 0,0-1 0,0 1 0,0-1 0,0 0 0,0 0 0,0 0 0,0 0 0,-1 0 0,1 0 0,-1 1 0,1-1 0,-1-1 0,0 1 0,1 0 0,-1 0 0,-1-3 0,0-4 0,0 0 0,0 0 0,-1-1 0,-1 1 0,1 1 0,-2-1 0,-4-9 0,-34-58 0,34 62 0,-24-47 0,30 57-1365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7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32 24575,'-31'-8'0,"-48"-10"0,67 16 0,-1 0 0,1 1 0,0 0 0,-17 2 0,26 0 0,1-1 0,-1 0 0,1 0 0,-1 1 0,1 0 0,-1-1 0,1 1 0,-1 0 0,1 0 0,0 0 0,0 1 0,0-1 0,0 0 0,0 1 0,0 0 0,0-1 0,0 1 0,-3 3 0,4-2 0,-1 0 0,1 0 0,0 1 0,0-1 0,0 0 0,0 0 0,0 1 0,1-1 0,-1 0 0,1 1 0,0-1 0,0 0 0,1 6 0,0-3 0,0 1 0,1 0 0,0-1 0,0 1 0,0-1 0,1 0 0,0 1 0,0-1 0,0-1 0,1 1 0,0 0 0,0-1 0,1 0 0,-1 0 0,1 0 0,0 0 0,1-1 0,-1 0 0,1 0 0,0-1 0,0 1 0,0-1 0,0 0 0,0-1 0,1 1 0,-1-1 0,1-1 0,-1 1 0,8 0 0,-2-2 0,-1 1 0,0-2 0,0 1 0,0-1 0,0-1 0,14-3 0,-22 3 0,0 1 0,0 0 0,1-1 0,-1 1 0,0-1 0,-1 0 0,1 0 0,0 0 0,0-1 0,-1 1 0,1-1 0,-1 1 0,0-1 0,0 0 0,0 0 0,0 0 0,0 0 0,-1 0 0,1 0 0,-1 0 0,0-1 0,0 1 0,0 0 0,0-5 0,1-17 0,-2 21 0,0 0 0,0 0 0,0 0 0,1 0 0,1-8 0,-1 11 0,-1 1 0,1-1 0,-1 0 0,0 1 0,1-1 0,-1 1 0,1-1 0,-1 1 0,1 0 0,0-1 0,-1 1 0,1 0 0,-1-1 0,1 1 0,0 0 0,-1-1 0,1 1 0,0 0 0,-1 0 0,1 0 0,0 0 0,-1 0 0,1 0 0,0 0 0,-1 0 0,1 0 0,0 0 0,-1 0 0,1 0 0,0 0 0,-1 1 0,1-1 0,0 0 0,-1 0 0,1 1 0,0-1 0,0 1 0,27 14 0,-25-12 0,26 16 0,1-2 0,0 0 0,1-2 0,42 14 0,-70-28 15,1 0 0,0 0 0,0-1 0,-1 1 0,1-1 0,0 0 0,7 0 0,-11 0-23,1 0-1,-1-1 1,1 1-1,-1 0 1,1 0 0,-1 0-1,1 0 1,-1-1 0,1 1-1,-1 0 1,1 0-1,-1-1 1,1 1 0,-1 0-1,0-1 1,1 1 0,-1-1-1,0 1 1,1 0-1,-1-1 1,0 1 0,1-1-1,-1 0 1,0 0-68,0 0 1,0 0-1,0 0 1,0 0-1,0 0 1,0 0-1,0-1 1,0 1-1,-1 0 1,1 0-1,-1 0 1,1 0-1,0 0 1,-1 0-1,0 1 1,0-3-1,-7-8-6750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7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24575,'69'43'0,"81"65"0,-146-105 0,-3-1 0,1-1 0,-1 1 0,1-1 0,0 0 0,-1 1 0,1-1 0,0 0 0,0 0 0,0 0 0,0-1 0,2 2 0,-14-22 0,-11-13 0,-43-50 0,43 57 0,0-1 0,-32-55 0,51 77 0,0 1 0,0-1 0,0 0 0,1 0 0,0 0 0,-1 0 0,2 0 0,-1 0 0,1 0 0,0-7 0,0 10 0,0 1 0,0-1 0,1 1 0,-1-1 0,0 1 0,1 0 0,-1-1 0,1 1 0,0 0 0,0-1 0,-1 1 0,1 0 0,0 0 0,0 0 0,0 0 0,1-2 0,0 2 0,0 0 0,-1 1 0,1-1 0,-1 0 0,1 1 0,0-1 0,-1 1 0,1-1 0,0 1 0,0 0 0,-1 0 0,1 0 0,0 0 0,0 0 0,-1 0 0,4 1 0,0 0-136,0 1-1,0-1 1,0 1-1,0 0 1,0 0-1,0 1 1,-1-1-1,1 1 0,6 6 1,-1-1-6690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24575,'2'10'0,"2"6"0,-1-2 0,-3-4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7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24575,'0'-10'0,"0"-1"0,3 4 0,0 6 0,0 5 0,0 5 0,-1 3 0,-1 0-8191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8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192 200 24575,'-2'-21'0,"-1"0"0,-10-36 0,11 50 0,0 0 0,-1 0 0,0 0 0,0 1 0,0-1 0,-1 1 0,0 0 0,-1 0 0,1 0 0,-1 1 0,-8-8 0,11 11 0,0 0 0,0 1 0,0-1 0,-1 1 0,1-1 0,0 1 0,-1 0 0,1 0 0,-1 0 0,0 0 0,1 0 0,-1 1 0,0-1 0,1 1 0,-1 0 0,0-1 0,1 1 0,-1 0 0,0 1 0,0-1 0,1 0 0,-1 1 0,0 0 0,1 0 0,-1-1 0,1 2 0,-1-1 0,1 0 0,-1 0 0,1 1 0,0-1 0,0 1 0,0 0 0,-3 2 0,2-1 0,0 1 0,0 0 0,0-1 0,0 2 0,0-1 0,1 0 0,0 0 0,0 1 0,0-1 0,0 1 0,1 0 0,0-1 0,0 1 0,0 0 0,0 0 0,1 0 0,0 0 0,0 7 0,2-3 0,0 1 0,0-1 0,1 0 0,0 1 0,0-1 0,1 0 0,0-1 0,8 12 0,-4-8 0,1-1 0,0 0 0,1 0 0,0-1 0,12 10 0,2-2 0,1-1 0,0-1 0,1-2 0,50 21 0,-60-28 0,0-2 0,0 0 0,0-1 0,1 0 0,0-2 0,-1 0 0,1 0 0,0-2 0,0 0 0,28-4 0,-40 3-124,-1 0 0,1-1 0,0 1 0,-1-1 0,1 0 0,-1 0-1,0-1 1,0 1 0,0-1 0,7-6 0,0-2-6702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8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26 24575,'-26'-8'0,"14"4"0,0 1 0,0 0 0,-1 0 0,1 1 0,-1 1 0,-19 0 0,31 1 0,0 0 0,0 0 0,0 0 0,0 0 0,0 0 0,0 0 0,0 0 0,0 0 0,0 1 0,1-1 0,-1 0 0,0 1 0,0-1 0,0 1 0,0-1 0,1 1 0,-1-1 0,0 1 0,1 0 0,-1-1 0,0 1 0,1 0 0,-1-1 0,1 1 0,-2 1 0,2-1 0,0 1 0,0-1 0,0 0 0,0 0 0,0 1 0,0-1 0,0 0 0,1 0 0,-1 0 0,0 1 0,1-1 0,-1 0 0,1 0 0,-1 0 0,1 0 0,0 2 0,5 5 0,0 0 0,0-1 0,11 11 0,-16-16 0,40 35 0,47 33 0,-19-16 0,-62-49 0,-1 1 0,0 0 0,0 0 0,-1 0 0,6 8 0,-10-13 0,0 0 0,-1 0 0,1 0 0,0 0 0,-1 0 0,1 0 0,-1 0 0,0 0 0,1 0 0,-1 1 0,0-1 0,0 0 0,1 0 0,-1 0 0,0 0 0,0 0 0,0 1 0,-1-1 0,1 0 0,0 0 0,0 0 0,-1 0 0,1 0 0,0 1 0,-1-1 0,1 0 0,-1 0 0,1 0 0,-1 0 0,0 0 0,0-1 0,1 1 0,-1 0 0,0 0 0,0 0 0,0 0 0,0-1 0,0 1 0,0-1 0,0 1 0,0 0 0,0-1 0,0 0 0,0 1 0,0-1 0,-1 1 0,-10 2 0,0 0 0,0 0 0,1-1 0,-2-1 0,-14 1 0,-1 0 0,-37 3-116,-228 32-1133,266-31-5577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9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24575,'16'16'0,"0"-1"0,1-1 0,1 0 0,37 21 0,-25-19 0,54 27 0,-74-38 0,1-1 0,0 0 0,0-1 0,0-1 0,0 0 0,12 1 0,-20-3 0,1 0 0,-1 0 0,0 0 0,0 0 0,0-1 0,1 0 0,-1 0 0,0 0 0,0 0 0,0 0 0,0 0 0,-1-1 0,1 1 0,0-1 0,0 0 0,3-3 0,-5 4 0,1-1 0,-1 0 0,1 0 0,-1 0 0,0 0 0,1 0 0,-1 0 0,0 0 0,0 0 0,-1 0 0,1 0 0,0-1 0,-1 1 0,1 0 0,-1 0 0,0-1 0,0 1 0,0 0 0,0-1 0,0 1 0,0 0 0,0-1 0,-2-2 0,1 0 0,-1 0 0,1-1 0,-1 1 0,0 0 0,-1 0 0,0 1 0,1-1 0,-7-8 0,3 10 0,7 8 0,7 10 0,0-7 0,1 0 0,0-1 0,0 0 0,0-1 0,1 0 0,0 0 0,0-1 0,0 0 0,1-1 0,14 4 0,-13-5 0,0 0 0,0-1 0,0 0 0,0-1 0,1 0 0,-1-1 0,0 0 0,1-1 0,16-4 0,-24 4 0,-1 0 0,1-1 0,0 1 0,-1-1 0,1 0 0,-1 0 0,0-1 0,0 1 0,0-1 0,0 0 0,0 0 0,0-1 0,-1 1 0,1-1 0,-1 1 0,0-1 0,0 0 0,-1 0 0,1-1 0,-1 1 0,0-1 0,0 1 0,0-1 0,-1 1 0,0-1 0,0 0 0,0 0 0,0 1 0,-1-1 0,1 0 0,-1 0 0,-1 0 0,1 0 0,-1 0 0,1 0 0,-1 1 0,-3-9 0,0 4 0,1 1 0,-1 1 0,-1-1 0,1 1 0,-1-1 0,0 1 0,-1 1 0,-12-13 0,13 15 0,0 0 0,0 1 0,0-1 0,-1 1 0,1 0 0,-1 1 0,0-1 0,0 1 0,0 1 0,0-1 0,0 1 0,0 0 0,-8-1 0,-4 2-1365,1 0-5461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9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24575,'2'10'0,"4"6"0,0 3 0,3 0 0,1 0 0,2-1 0,-1-1 0,0-1 0,0-1 0,-1-2-8191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19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24575,'3'-3'0,"0"2"0,0 4 0,0 3 0,-1 4 0,-1 3 0,0-2-8191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20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24575,'17'20'0,"12"14"0,2 7 0,2 3 0,-3 0 0,-1-1 0,-3 1 0,-4-3 0,-2-3 0,0-1 0,-2-1 0,-2-2 0,-3-4 0,0-5 0,-3-1 0,-3-3 0,-5-4 0,-3-6-8191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20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0 593 24575,'26'3'0,"6"0"0,38-2 0,-61-1 0,0-1 0,-1 0 0,1 0 0,0-1 0,-1 0 0,1 0 0,-1-1 0,0-1 0,10-4 0,-14 5 0,1-1 0,-1 1 0,0-1 0,0 0 0,0 0 0,0-1 0,-1 1 0,0-1 0,0 1 0,0-1 0,0 0 0,-1 0 0,0 0 0,0-1 0,0 1 0,-1 0 0,1-1 0,-2 1 0,2-10 0,-1-3 0,-1 0 0,0-1 0,-2 1 0,-5-31 0,0 20 0,-1-1 0,-2 2 0,-20-45 0,-49-77 0,76 145 0,0-1 0,-8-13 0,11 18 0,-1 0 0,1 1 0,-1-1 0,1 0 0,-1 0 0,0 1 0,1-1 0,-1 0 0,0 1 0,0-1 0,1 1 0,-1-1 0,0 1 0,0-1 0,0 1 0,-1-1 0,1 1 0,1 0 0,-1 1 0,1-1 0,0 0 0,-1 1 0,1-1 0,0 1 0,-1-1 0,1 0 0,0 1 0,-1-1 0,1 1 0,0-1 0,0 1 0,-1-1 0,1 1 0,0-1 0,0 1 0,0-1 0,0 1 0,0-1 0,0 1 0,0-1 0,0 1 0,0-1 0,0 1 0,0-1 0,0 1 0,0-1 0,0 2 0,2 17 0,4 9 0,1 0 0,17 40 0,28 52 0,-48-111 0,72 139 0,-66-132 0,1-1 0,0 0 0,1 0 0,0-1 0,1-1 0,28 22 0,-38-32 0,0-1 0,0 0 0,0 0 0,1 0 0,-1-1 0,1 1 0,0-1 0,-1 0 0,1 0 0,0 0 0,0-1 0,-1 1 0,1-1 0,0 0 0,7 0 0,-9-1 0,1 1 0,0-1 0,-1 0 0,1 0 0,-1 0 0,0 0 0,1 0 0,-1-1 0,0 1 0,1-1 0,-1 0 0,0 1 0,0-1 0,-1 0 0,1 0 0,0 0 0,-1-1 0,1 1 0,-1 0 0,1 0 0,-1-1 0,0 1 0,1-3 0,0-4 0,0 1 0,0 0 0,-1 0 0,0-1 0,0 1 0,-2-15 0,2-10 0,-1 33 0,0-1 0,0 0 0,0 0 0,0 0 0,0 1 0,0-1 0,0 0 0,0 0 0,0 1 0,1-1 0,-1 0 0,0 0 0,1 1 0,-1-1 0,0 0 0,1 0 0,-1 1 0,1-1 0,-1 1 0,1-1 0,0 0 0,-1 1 0,1-1 0,-1 1 0,1 0 0,0-1 0,-1 1 0,1-1 0,0 1 0,0 0 0,-1-1 0,1 1 0,0 0 0,0 0 0,0 0 0,-1 0 0,1 0 0,0 0 0,0 0 0,0 0 0,-1 0 0,1 0 0,0 0 0,0 0 0,0 0 0,-1 1 0,2-1 0,5 3 0,0 0 0,0 0 0,0 0 0,8 6 0,-1-1 0,-9-5-49,31 15-389,0-2-1,71 22 0,-95-35-6387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21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24575,'1'2'0,"0"0"0,0 0 0,0 1 0,1-2 0,-1 1 0,1 0 0,-1 0 0,1 0 0,0-1 0,0 1 0,0-1 0,2 2 0,3 3 0,13 13 0,1-2 0,27 18 0,-37-28 0,0 0 0,0-1 0,1-1 0,0 0 0,0 0 0,24 4 0,-33-8 0,1 0 0,-1-1 0,1 0 0,0 0 0,-1 0 0,1 0 0,0-1 0,-1 0 0,1 1 0,0-1 0,-1 0 0,1-1 0,-1 1 0,5-3 0,-6 3 0,0-1 0,0 0 0,1 1 0,-1-1 0,-1 0 0,1 0 0,0 0 0,0 0 0,-1 0 0,1-1 0,-1 1 0,1 0 0,-1-1 0,0 1 0,0-1 0,0 1 0,-1-1 0,1 0 0,0-4 0,0-7 0,-2-25 0,2 42 0,1 1 0,-1-1 0,1 0 0,0 0 0,0 0 0,0 0 0,0 0 0,4 3 0,26 27 0,-23-25 0,1-1 0,1 0 0,-1-1 0,1 0 0,0-1 0,0 0 0,0 0 0,1-1 0,0-1 0,15 3 0,-22-5 0,1-1 0,-1 1 0,0-1 0,0 0 0,0-1 0,0 0 0,0 1 0,0-1 0,0-1 0,-1 1 0,10-5 0,-11 4 0,1 0 0,-1 0 0,1-1 0,-1 0 0,0 0 0,0 0 0,0 0 0,0 0 0,-1 0 0,1-1 0,-1 0 0,0 1 0,0-1 0,0 0 0,-1 0 0,2-4 0,0-2 0,-1 0 0,0 0 0,-1 0 0,0-1 0,-1 1 0,0 0 0,0-1 0,-1 1 0,0 0 0,-1 0 0,0-1 0,-1 1 0,-6-14 0,6 15 0,-1 0 0,0 0 0,-1 1 0,0 0 0,0-1 0,-1 2 0,0-1 0,0 1 0,0 0 0,-1 0 0,-1 0 0,1 1 0,-1 1 0,-12-8 0,4 6-1365,2 3-5461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2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90 24575,'-3'-8'0,"0"0"0,7 13 0,57 73 0,-7-11 0,-53-67 0,7 12 0,0-1 0,20 18 0,-26-27 0,0 0 0,0 0 0,0 0 0,0 0 0,1-1 0,-1 1 0,0-1 0,1 0 0,-1 0 0,1 0 0,0 0 0,-1 0 0,1 0 0,0-1 0,-1 1 0,1-1 0,0 0 0,0 0 0,0 0 0,-1 0 0,6-1 0,-6 0 0,-1 1 0,0-1 0,0 1 0,0-1 0,1 0 0,-1 0 0,0 0 0,0 0 0,0 1 0,0-1 0,-1 0 0,1-1 0,0 1 0,0 0 0,-1 0 0,1 0 0,0 0 0,-1-1 0,1 1 0,-1 0 0,1-1 0,-1 1 0,0 0 0,0-1 0,0 1 0,0 0 0,0-1 0,0 1 0,0-2 0,0-4 0,-1-1 0,0 0 0,-5-12 0,5 16 0,1 4 0,0-1 0,0 1 0,0 0 0,0 0 0,0 0 0,0 0 0,0 0 0,0 0 0,0 0 0,0-1 0,0 1 0,0 0 0,0 0 0,0 0 0,0 0 0,0 0 0,0-1 0,0 1 0,0 0 0,0 0 0,0 0 0,0 0 0,0 0 0,0 0 0,0-1 0,0 1 0,0 0 0,0 0 0,0 0 0,0 0 0,0 0 0,0 0 0,0 0 0,0-1 0,1 1 0,-1 0 0,0 0 0,0 0 0,0 0 0,0 0 0,0 0 0,0 0 0,0 0 0,1 0 0,-1 0 0,8 3 0,12 12 0,-16-12 0,7 5 0,1 0 0,-1-1 0,1 0 0,1-1 0,-1 0 0,1-1 0,0 0 0,0-1 0,19 3 0,-26-6 0,0-1 0,0 1 0,0-1 0,0 0 0,0 0 0,0-1 0,0 0 0,0 0 0,-1 0 0,1 0 0,0-1 0,-1 0 0,1-1 0,-1 1 0,0-1 0,1 0 0,-1 0 0,-1-1 0,1 1 0,0-1 0,-1 0 0,0 0 0,0-1 0,4-5 0,-5 7 0,-1-1 0,0 0 0,0 0 0,0 0 0,0 0 0,-1 0 0,1 0 0,-1 0 0,0 0 0,0 0 0,-1-1 0,1 1 0,-1 0 0,0-8 0,-1 6 0,0 0 0,0 0 0,-1 0 0,0 0 0,0 0 0,-1 0 0,1 1 0,-1-1 0,-5-6 0,1 2 0,-1 0 0,0 1 0,0 0 0,-1 0 0,0 1 0,-1 0 0,0 1 0,0 0 0,-20-10 0,26 15-105,0 0 0,0 0 0,0 1 0,0 0 0,0 0 0,-1 0 0,1 0 0,0 1 0,-1 0 0,1-1 0,0 2 0,-6-1 0,-3 4-6721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2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24575,'2'13'0,"4"6"0,1 3 0,1 0 0,2-1 0,2 0 0,1 0 0,2-1 0,-1-2 0,2-2 0,-1 0 0,-3-3-8191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3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24575,'72'120'0,"-59"-102"0,1 0 0,0 0 0,2-1 0,18 15 0,-27-27 0,-1 0 0,1-1 0,0 0 0,0 0 0,0-1 0,0 0 0,1 0 0,-1-1 0,1 0 0,0 0 0,0-1 0,-1 0 0,12 1 0,-16-2 0,0 0 0,0 0 0,1-1 0,-1 1 0,0-1 0,0 1 0,0-1 0,1 0 0,-1 0 0,0-1 0,0 1 0,0-1 0,-1 1 0,1-1 0,0 0 0,0 0 0,-1 0 0,0 0 0,1 0 0,-1-1 0,0 1 0,0-1 0,0 0 0,0 1 0,-1-1 0,1 0 0,-1 0 0,1 0 0,-1 0 0,0 0 0,0-1 0,-1 1 0,1-6 0,0 2 0,0-1 0,-1 1 0,0-1 0,-1 1 0,1 0 0,-2-1 0,1 1 0,-1 0 0,0 0 0,0 0 0,-1 0 0,0 0 0,0 0 0,-1 1 0,-4-8 0,2 9 0,6 10 0,8 12 0,-1-8 0,0 0 0,0-1 0,1 0 0,0 0 0,0-1 0,1 0 0,0-1 0,0 0 0,1 0 0,-1-1 0,20 8 0,-14-7 0,0-1 0,1-1 0,0 0 0,0-1 0,0-1 0,0 0 0,25-1 0,-34-1 0,-1-1 0,0 0 0,0 0 0,0 0 0,1-1 0,-1 0 0,0 0 0,-1 0 0,1-1 0,0 0 0,-1 0 0,6-4 0,-8 5 0,-1 0 0,0-1 0,1 1 0,-1 0 0,0-1 0,0 1 0,0-1 0,-1 0 0,1 0 0,-1 0 0,1 0 0,-1 0 0,0 0 0,0 0 0,-1 0 0,1 0 0,0-1 0,-1 1 0,0 0 0,0 0 0,0-1 0,0 1 0,0 0 0,-1 0 0,-1-4 0,0-1 0,-1 0 0,0 1 0,0-1 0,-1 1 0,0 0 0,0 0 0,-1 0 0,0 1 0,0-1 0,-1 1 0,-9-8 0,6 6 0,-1 0 0,0 0 0,0 1 0,-1 1 0,0 0 0,-21-9 0,25 13-124,1 0 0,-1 0 0,0 1 0,1 0 0,-1 0 0,0 1-1,0 0 1,0 0 0,1 0 0,-8 2 0,-2 1-6702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5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43 24575,'-29'-5'0,"-89"-12"0,96 15 0,1 1 0,-1 1 0,-32 4 0,52-3 0,0-1 0,0 0 0,0 0 0,0 1 0,-1-1 0,1 1 0,0 0 0,0 0 0,0 0 0,0 0 0,1 0 0,-1 0 0,0 0 0,0 0 0,1 1 0,-1-1 0,0 1 0,1-1 0,0 1 0,-1 0 0,1 0 0,0-1 0,0 1 0,0 0 0,0 0 0,0 0 0,0 0 0,1 0 0,-1 0 0,1 1 0,-1-1 0,1 0 0,0 0 0,0 0 0,0 0 0,0 0 0,0 1 0,0-1 0,1 0 0,-1 0 0,1 0 0,-1 0 0,1 0 0,0 0 0,0 0 0,0 0 0,2 3 0,2 4 0,1-1 0,0 0 0,1-1 0,0 1 0,0-1 0,0 0 0,1-1 0,0 0 0,12 7 0,2 0 0,2-1 0,33 13 0,-43-20 0,0 0 0,0-2 0,1 1 0,-1-2 0,1 0 0,22 0 0,-31-2 0,1 0 0,0 0 0,-1-1 0,1 0 0,-1 0 0,1-1 0,-1 0 0,0 0 0,1 0 0,-1-1 0,0 0 0,-1 0 0,1-1 0,0 1 0,-1-1 0,8-8 0,-10 10 0,-1-1 0,0 0 0,0 0 0,0 1 0,0-1 0,-1-1 0,1 1 0,-1 0 0,0 0 0,0 0 0,0-1 0,0 1 0,0-1 0,0-5 0,-1 4 0,-1 0 0,1 0 0,-1 0 0,0 0 0,0 0 0,0 0 0,-1 0 0,0 1 0,-3-7 0,0 1 0,-1 1 0,0 0 0,-1 0 0,0 1 0,0 0 0,-1 0 0,0 1 0,-15-12 0,20 17 0,0 0 0,0 0 0,0 1 0,0-1 0,0 1 0,0 0 0,-1-1 0,1 2 0,0-1 0,-1 0 0,1 1 0,0-1 0,-1 1 0,1 0 0,-7 1 0,7-1 0,1 1 0,0 0 0,0 0 0,-1 0 0,1 0 0,0 0 0,0 0 0,0 0 0,0 1 0,0-1 0,0 1 0,0 0 0,1-1 0,-1 1 0,1 0 0,-1 0 0,1 0 0,0 0 0,-1 0 0,1 0 0,0 0 0,-1 5 0,0-2-114,1-1 1,0 0-1,0 1 0,0-1 0,1 1 1,-1-1-1,1 1 0,0-1 0,1 1 1,-1-1-1,2 6 0,1 0-6712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5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24575,'0'1'0,"0"1"0,1-1 0,-1 0 0,1 0 0,-1 0 0,1 1 0,-1-1 0,1 0 0,0 0 0,0 0 0,0 0 0,-1 0 0,1 0 0,0 0 0,0 0 0,0-1 0,0 1 0,0 0 0,1 0 0,0 0 0,25 11 0,-14-6 0,0-2 0,0 0 0,1 0 0,-1-1 0,1-1 0,0 0 0,0-1 0,27-1 0,-38-1 6,1 0 0,0 0 0,-1 0-1,1 0 1,-1-1 0,1 1 0,-1-1-1,0 0 1,5-3 0,-6 3-65,0 0-1,0 1 1,0 0 0,0-1-1,0 1 1,0 0 0,0 0 0,0 0-1,0 0 1,1 1 0,-1-1-1,0 1 1,1-1 0,-1 1 0,1 0-1,-1 0 1,0 0 0,1 0-1,-1 0 1,0 0 0,1 1 0,-1-1-1,4 2 1,4 3-6767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6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183 769 24575,'12'-35'0,"-2"0"0,0 0 0,4-42 0,-12 52 0,0 0 0,-1 0 0,-2 0 0,-1 0 0,-7-38 0,-4 4 0,-26-75 0,28 104 0,-1 1 0,-2 0 0,-1 0 0,-22-31 0,36 58 0,-1-1 0,0 1 0,0-1 0,-1 1 0,1 0 0,0 0 0,-1 0 0,1 0 0,-1 1 0,0-1 0,1 1 0,-5-2 0,6 2 0,0 1 0,0 0 0,0 0 0,-1 0 0,1 0 0,0 0 0,0 0 0,0 0 0,0 0 0,-1 0 0,1 0 0,0 1 0,0-1 0,0 0 0,0 1 0,0-1 0,0 1 0,0-1 0,0 1 0,0 0 0,0-1 0,0 1 0,0 0 0,0 0 0,1 0 0,-1-1 0,0 1 0,0 0 0,1 0 0,-1 0 0,1 0 0,-1 0 0,1 0 0,-1 1 0,1 0 0,-3 6 0,0 0 0,1 0 0,1 0 0,-1 0 0,1 0 0,0 0 0,1 0 0,0 9 0,2 4 0,0-1 0,5 22 0,0-18 0,0 0 0,1-1 0,1 0 0,1 0 0,2-1 0,0 0 0,1-1 0,1 0 0,22 25 0,-16-25 0,0 0 0,2-1 0,0-1 0,1-1 0,1-1 0,0-1 0,45 21 0,-29-22-1365,-25-11-5461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6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186 518 24575,'-16'-9'0,"-1"0"0,1 0 0,-1 0 0,-1 2 0,-33-10 0,49 16 0,0 1 0,0 0 0,0-1 0,0 1 0,0 0 0,0 0 0,0 0 0,0 0 0,0 0 0,0 1 0,0-1 0,0 1 0,0-1 0,0 1 0,0 0 0,0-1 0,-2 3 0,3-2 0,-1 0 0,1 0 0,0 0 0,0 1 0,1-1 0,-1 0 0,0 1 0,0-1 0,1 1 0,-1-1 0,0 1 0,1-1 0,0 1 0,-1-1 0,1 1 0,0-1 0,0 1 0,0-1 0,0 1 0,0 0 0,0-1 0,0 3 0,2 3 0,0-1 0,0 1 0,0 0 0,0-1 0,1 1 0,0-1 0,1 0 0,0 0 0,0 0 0,0 0 0,0-1 0,1 0 0,0 0 0,0 0 0,0 0 0,1-1 0,-1 0 0,1 0 0,0 0 0,11 4 0,-13-7 0,1 1 0,-1-1 0,1 0 0,0 0 0,0 0 0,-1-1 0,1 0 0,0 0 0,0 0 0,0-1 0,-1 1 0,1-1 0,7-2 0,-9 1 0,1 1 0,-1-1 0,0 1 0,0-1 0,0 0 0,0-1 0,-1 1 0,1 0 0,0-1 0,-1 1 0,0-1 0,1 0 0,-1 0 0,0 0 0,-1 0 0,1 0 0,0 0 0,1-6 0,0 0 0,-1 0 0,0-1 0,-1 1 0,1-1 0,-2 1 0,1-1 0,-2 1 0,1-1 0,-1 1 0,-4-15 0,-3-10 0,-20-50 0,15 49 0,8 21 0,-47-124 0,40 110 0,-2 1 0,-29-46 0,42 71 0,0 1 0,-1-1 0,1 1 0,0-1 0,0 1 0,-1 0 0,1 0 0,-1-1 0,-2 0 0,4 2 0,-1 0 0,1-1 0,0 1 0,0 0 0,0 0 0,0 0 0,-1 0 0,1 0 0,0 0 0,0 0 0,0 0 0,-1 0 0,1 0 0,0 0 0,0 0 0,0 0 0,-1 0 0,1 0 0,0 0 0,0 1 0,0-1 0,0 0 0,-1 0 0,1 0 0,0 0 0,0 0 0,0 0 0,0 0 0,-1 1 0,1-1 0,0 0 0,-1 12 0,2 1 0,2 1 0,0 0 0,0-1 0,2 0 0,5 14 0,35 64 0,-39-79 0,135 209 0,-109-174 0,-18-26-1365,-4-5-5461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7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24575,'31'87'0,"3"10"0,47 93 0,-74-174 0,-2-6 0,0-1 0,0 1 0,9 11 0,-13-20 0,-1-1 0,1 1 0,-1-1 0,0 1 0,1-1 0,-1 1 0,1-1 0,-1 0 0,1 1 0,-1-1 0,1 0 0,0 1 0,-1-1 0,1 0 0,-1 0 0,1 1 0,0-1 0,-1 0 0,1 0 0,0 0 0,-1 0 0,1 0 0,-1 0 0,1 0 0,0 0 0,-1 0 0,1 0 0,0 0 0,-1 0 0,1-1 0,0 1 0,-1 0 0,1 0 0,-1-1 0,1 1 0,-1 0 0,1-1 0,-1 1 0,1-1 0,-1 1 0,1 0 0,-1-1 0,1 1 0,-1-1 0,0 1 0,1-1 0,-1 0 0,1 0 0,2-4 0,0-1 0,0 1 0,5-12 0,-7 12 0,3-4 0,1 0 0,-1 0 0,2 1 0,-1-1 0,1 1 0,0 0 0,1 0 0,9-8 0,-14 14 0,0 0 0,1 0 0,-1 0 0,1 0 0,0 1 0,-1-1 0,1 1 0,0-1 0,0 1 0,0 0 0,0 0 0,0 1 0,0-1 0,0 1 0,0-1 0,0 1 0,0 0 0,0 0 0,1 0 0,-1 1 0,0-1 0,0 1 0,0-1 0,0 1 0,0 0 0,0 0 0,-1 0 0,1 1 0,0-1 0,3 3 0,-2-1 0,0 0 0,-1 0 0,1 0 0,-1 1 0,0-1 0,0 1 0,0 0 0,0 0 0,-1 0 0,0 0 0,0 0 0,0 0 0,0 1 0,0-1 0,-1 1 0,0-1 0,0 1 0,0-1 0,-1 1 0,1 0 0,-1 0 0,0-1 0,-1 6 0,1-6 0,-1 1 0,0-1 0,0 0 0,0 0 0,-1 0 0,1 1 0,-1-1 0,0-1 0,0 1 0,0 0 0,-1 0 0,1-1 0,-1 0 0,0 1 0,0-1 0,0 0 0,-1 0 0,1-1 0,-1 1 0,1-1 0,-1 1 0,0-1 0,0 0 0,0-1 0,-4 2 0,-5 1 0,-32 9 0,41-12 0,1 0 0,-1-1 0,0 0 0,0 1 0,1-1 0,-1 0 0,0-1 0,0 1 0,-5-2 0,8 2 0,1 0 0,-1-1 0,0 1 0,1 0 0,-1 0 0,0-1 0,1 1 0,-1 0 0,1-1 0,-1 1 0,0-1 0,1 1 0,-1 0 0,1-1 0,-1 0 0,1 1 0,0-1 0,-1 1 0,1-1 0,-1 1 0,1-1 0,0 0 0,0 1 0,-1-1 0,1 0 0,0 0 0,0-1 0,0 1 0,0 0 0,0 0 0,1-1 0,-1 1 0,0 0 0,1 0 0,-1-1 0,1 1 0,0 0 0,-1 0 0,1 0 0,1-1 0,2-3 0,0 0 0,0 0 0,1 1 0,9-7 0,6 0 0,-1 1 0,2 1 0,-1 0 0,1 2 0,27-6 0,-4 0 0,-1 0 0,47-16 0,-80 25 0,1 0 0,-1-1 0,-1-1 0,1 0 0,-1 0 0,10-8 0,-17 12 0,0 0 0,0 0 0,0 0 0,0-1 0,-1 1 0,1 0 0,0-1 0,-1 1 0,0-1 0,0 1 0,0-1 0,2-5 0,-3 7 0,0-1 0,0 1 0,0 0 0,0 0 0,0-1 0,0 1 0,0 0 0,-1 0 0,1 0 0,-1-1 0,1 1 0,0 0 0,-1 0 0,0 0 0,1 0 0,-1 0 0,0 0 0,1 0 0,-1 0 0,0 0 0,0 0 0,0 0 0,0 0 0,0 1 0,0-1 0,0 0 0,0 1 0,0-1 0,0 1 0,0-1 0,-2 0 0,-3 0 0,1-1 0,0 1 0,-1 0 0,1 0 0,0 0 0,-1 1 0,1 0 0,-1 0 0,1 0 0,-1 1 0,1 0 0,-7 2 0,10-3 0,0 0 0,0 1 0,0 0 0,0 0 0,0-1 0,0 1 0,0 0 0,0 0 0,0 1 0,0-1 0,1 0 0,-1 1 0,0-1 0,1 1 0,-1-1 0,1 1 0,0 0 0,-1 0 0,1 0 0,0-1 0,0 1 0,0 0 0,1 0 0,-1 0 0,0 1 0,1-1 0,-1 0 0,1 0 0,0 0 0,-1 0 0,1 0 0,0 1 0,1 1 0,0 0 0,0 0 0,0 0 0,0 0 0,0 0 0,1 0 0,0 0 0,0-1 0,0 1 0,0-1 0,1 1 0,-1-1 0,1 0 0,0 0 0,0 0 0,0 0 0,0-1 0,1 1 0,-1-1 0,1 1 0,4 1 0,5 2 0,0 0 0,0-1 0,0-1 0,25 6 0,92 14-1365,-114-21-5461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49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239 560 24575,'-6'-8'0,"0"0"0,0 0 0,-1 0 0,0 1 0,0 0 0,-1 0 0,0 0 0,0 1 0,-10-5 0,14 9 0,0 0 0,0 0 0,1 1 0,-1-1 0,-1 1 0,1 0 0,0 0 0,0 1 0,0-1 0,0 1 0,-1 0 0,1 0 0,0 0 0,0 1 0,0-1 0,0 1 0,-1 0 0,1 0 0,0 1 0,1-1 0,-1 1 0,0 0 0,0 0 0,-5 4 0,7-5 0,-1 1 0,1-1 0,0 1 0,0 0 0,0 0 0,0 0 0,0 0 0,0 0 0,1 1 0,-1-1 0,1 1 0,-1-1 0,1 1 0,0-1 0,0 1 0,0 0 0,0-1 0,0 5 0,1-4 0,0 1 0,0-1 0,1 0 0,-1 0 0,1 0 0,0 1 0,0-1 0,0 0 0,0 0 0,0 0 0,1-1 0,-1 1 0,1 0 0,0 0 0,0-1 0,3 4 0,2 1 0,0 0 0,1 0 0,-1-1 0,2 0 0,-1 0 0,1-1 0,0 0 0,0 0 0,0-1 0,1-1 0,-1 1 0,1-1 0,17 2 0,-25-4 0,0-1 0,0 0 0,1 0 0,-1 0 0,0-1 0,0 1 0,-1 0 0,1-1 0,0 1 0,0-1 0,0 0 0,0 0 0,0 1 0,0-1 0,-1 0 0,1-1 0,0 1 0,-1 0 0,3-3 0,-2 2 0,0-1 0,0 0 0,0 0 0,-1 0 0,1 0 0,-1 0 0,0 0 0,0 0 0,0-1 0,1-5 0,-1-2 0,0 0 0,-1 0 0,0 0 0,-1 1 0,0-1 0,-4-15 0,-15-43 0,-28-70 0,-39-61 0,82 189 0,-1-4 0,-1 1 0,0 0 0,-1 0 0,-17-22 0,24 36 0,1-1 0,0 1 0,-1 0 0,1-1 0,0 1 0,-1-1 0,1 1 0,0 0 0,-1 0 0,1-1 0,-1 1 0,1 0 0,-1 0 0,1-1 0,-1 1 0,1 0 0,-1 0 0,1 0 0,-1 0 0,1 0 0,-1 0 0,0 0 0,1 0 0,0 0 0,-1 0 0,1 0 0,-1 1 0,1-1 0,0 0 0,-1 1 0,1-1 0,0 0 0,0 1 0,-1-1 0,1 0 0,0 1 0,0-1 0,0 0 0,-1 1 0,1-1 0,0 1 0,0-1 0,0 1 0,-3 25 0,5 2 0,1 1 0,1-1 0,11 38 0,-1-20 0,24 53 0,-31-83 0,1-1 0,0 0 0,2-1 0,-1 0 0,2-1 0,0 0 0,0 0 0,1-1 0,1 0 0,0-1 0,15 9 0,-18-13 0,1-1 0,0 0 0,0 0 0,0-1 0,1-1 0,0 0 0,0 0 0,0-1 0,0-1 0,0 0 0,1-1 0,-1 0 0,0 0 0,1-2 0,21-2 0,-30 2 0,0 0 0,-1 0 0,1 0 0,-1-1 0,1 1 0,-1-1 0,0 0 0,1 1 0,-1-2 0,0 1 0,0 0 0,0-1 0,-1 1 0,6-7 0,-5 5 0,0-1 0,0 0 0,0-1 0,-1 1 0,1 0 0,-1-1 0,-1 0 0,3-11 0,-2 6 0,-1 0 0,-1-1 0,1 1 0,-2-1 0,0 1 0,0-1 0,-1 1 0,0 0 0,-7-17 0,7 22 0,0 1 0,-1-1 0,0 1 0,0 0 0,-1 0 0,1 0 0,-7-6 0,9 10 0,0 0 0,1 0 0,-1 0 0,0 0 0,0 1 0,0-1 0,0 0 0,0 1 0,0-1 0,0 1 0,0-1 0,0 1 0,0-1 0,0 1 0,-1 0 0,1-1 0,0 1 0,0 0 0,0 0 0,0 0 0,-1 0 0,1 0 0,0 0 0,0 0 0,0 1 0,0-1 0,0 0 0,-1 1 0,1-1 0,0 0 0,0 1 0,0-1 0,0 1 0,0 0 0,0-1 0,0 1 0,0 0 0,1 0 0,-1 0 0,0-1 0,0 1 0,1 0 0,-1 0 0,0 0 0,0 2 0,-1 0 0,0 1 0,0-1 0,1 1 0,0 0 0,-1 0 0,1 0 0,0 0 0,1 0 0,-1 0 0,1 0 0,0 0 0,0 0 0,0 0 0,0 0 0,1 0 0,0 0 0,-1 0 0,2 0 0,-1 0 0,0-1 0,1 1 0,2 5 0,2 1 0,0 1 0,0-1 0,1 0 0,0-1 0,1 0 0,12 12 0,-10-12 14,1 0-1,-1-2 0,2 1 0,-1-1 1,1-1-1,0 0 0,0 0 1,16 3-1,-18-5-148,1-2 0,0 1 0,0-2 0,-1 1 0,1-1 0,1-1 0,-1 0 0,0 0 0,0-2 0,14-2 0,-12 1-6691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0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122 685 24575,'16'-34'0,"-2"-1"0,-1 0 0,9-41 0,-19 59 0,0-1 0,-1 1 0,-1 0 0,0-1 0,-2 1 0,0 0 0,-1 0 0,0-1 0,-5-16 0,-2 8 0,0 1 0,-25-49 0,-35-45 0,39 71 0,29 46 0,-1-1 0,1 1 0,-1 0 0,0 0 0,1 0 0,-1 0 0,0 0 0,-3-2 0,5 4 0,-1-1 0,1 1 0,0 0 0,0 0 0,0 0 0,-1 0 0,1 0 0,0 0 0,0 0 0,-1 0 0,1 0 0,0 0 0,0 0 0,-1 0 0,1 0 0,0 0 0,0 0 0,-1 0 0,1 0 0,0 0 0,0 0 0,-1 0 0,1 0 0,0 0 0,0 0 0,-1 0 0,1 1 0,0-1 0,0 0 0,0 0 0,-1 1 0,0 0 0,1 0 0,-1 0 0,1 0 0,-1 0 0,1 0 0,0 0 0,-1 0 0,1 0 0,0 0 0,0 1 0,0 1 0,-2 19 0,1 1 0,2-1 0,0 0 0,1 1 0,2-1 0,0 0 0,1 0 0,1-1 0,1 1 0,1-1 0,1-1 0,1 0 0,0 0 0,2-1 0,13 18 0,1-4-227,1-2-1,1-1 1,2-2-1,1 0 1,62 41-1,-75-58-6598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1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106 113 24575,'-8'-1'0,"0"0"0,1 0 0,-1 1 0,0 1 0,0-1 0,-10 3 0,16-3 0,-1 1 0,1-1 0,0 1 0,1-1 0,-1 1 0,0 0 0,0 0 0,0 0 0,0 0 0,1 1 0,-1-1 0,0 0 0,1 1 0,-1-1 0,1 1 0,0-1 0,-1 1 0,1 0 0,0-1 0,0 1 0,0 0 0,0 0 0,0 0 0,1 0 0,-1 0 0,1 0 0,-1 0 0,0 4 0,1 0 0,0 0 0,1 1 0,-1-1 0,1 0 0,1 1 0,-1-1 0,1 0 0,0 0 0,4 8 0,-2-5 0,0-1 0,1 0 0,0 0 0,0-1 0,13 14 0,-17-19 0,1-1 0,0 1 0,0 0 0,1-1 0,-1 1 0,0-1 0,0 0 0,1 0 0,-1 1 0,1-2 0,-1 1 0,1 0 0,-1 0 0,1-1 0,-1 0 0,1 1 0,0-1 0,-1 0 0,1 0 0,0 0 0,-1-1 0,1 1 0,0-1 0,-1 1 0,1-1 0,-1 0 0,3-1 0,-1 0 0,0 0 0,-1 0 0,1-1 0,0 1 0,-1-1 0,0 0 0,0 1 0,0-2 0,0 1 0,0 0 0,-1-1 0,1 1 0,-1-1 0,0 1 0,3-9 0,0-2 0,0 0 0,3-23 0,-8 32 0,1 1 0,0-1 0,-1 0 0,0 0 0,0 0 0,0 0 0,-1 0 0,0 0 0,0 0 0,0 0 0,-3-5 0,4 10 0,0 0 0,0-1 0,0 1 0,0 0 0,0 0 0,0 0 0,0 0 0,0 0 0,0 0 0,0 0 0,0-1 0,0 1 0,0 0 0,0 0 0,0 0 0,0 0 0,0 0 0,0 0 0,0 0 0,-1 0 0,1 0 0,0-1 0,0 1 0,0 0 0,0 0 0,0 0 0,0 0 0,0 0 0,-1 0 0,1 0 0,0 0 0,0 0 0,0 0 0,0 0 0,0 0 0,0 0 0,0 0 0,-1 0 0,1 0 0,0 0 0,0 0 0,0 0 0,0 0 0,0 0 0,-1 0 0,-1 7 0,-1 9 0,2-7 0,1 1 0,0-1 0,1 0 0,0 1 0,3 11 0,-3-16 0,0-1 0,1 0 0,-1 1 0,1-1 0,0 0 0,0 0 0,1 0 0,-1 0 0,1 0 0,0-1 0,0 1 0,7 5 0,-8-7 0,0-1 0,0 1 0,0-1 0,1 1 0,-1-1 0,0 0 0,1 0 0,-1 0 0,1-1 0,-1 1 0,1-1 0,-1 1 0,1-1 0,0 0 0,-1 0 0,1 0 0,-1 0 0,1 0 0,-1 0 0,1-1 0,0 1 0,-1-1 0,1 0 0,-1 0 0,3-1 0,-2 0 0,0 1 0,-1-1 0,1 0 0,0 0 0,-1 0 0,0 0 0,1-1 0,-1 1 0,0-1 0,0 1 0,0-1 0,0 0 0,-1 0 0,1 0 0,-1 0 0,0 0 0,0 0 0,0 0 0,1-5 0,0-7 0,-1 1 0,-2-26 0,1-10 0,0 49 0,0 1 0,0-1 0,0 0 0,0 1 0,0-1 0,0 0 0,0 1 0,1-1 0,-1 0 0,0 1 0,0-1 0,1 0 0,-1 1 0,0-1 0,0 1 0,2-2 0,-2 2 0,0 0 0,0 0 0,1 0 0,-1 0 0,0 0 0,0 0 0,1 1 0,-1-1 0,0 0 0,0 0 0,1 0 0,-1 0 0,0 0 0,0 0 0,0 0 0,1 1 0,-1-1 0,0 0 0,0 0 0,0 0 0,1 0 0,-1 1 0,0-1 0,0 0 0,0 0 0,0 0 0,0 1 0,1-1 0,11 26 0,-8-19 0,5 10 0,0 0 0,2-1 0,0 0 0,1 0 0,0-1 0,2-1 0,-1 0 0,17 12 0,-27-24 0,1 1 0,-1-1 0,1-1 0,-1 1 0,1 0 0,0-1 0,-1 0 0,1 0 0,0 0 0,0 0 0,0 0 0,7-1 0,-9 0 0,0 0 0,0 0 0,0-1 0,0 1 0,0-1 0,0 1 0,0-1 0,0 0 0,0 0 0,0 0 0,0 0 0,0 0 0,0-1 0,0 1 0,-1 0 0,1-1 0,-1 1 0,1-1 0,-1 0 0,1 1 0,-1-1 0,0 0 0,0 0 0,1-2 0,6-15 0,-2 0 0,0 0 0,-1-1 0,5-37 0,-7 46 0,-3 11 0,1 0 0,-1 0 0,0 0 0,0 0 0,0 0 0,0 0 0,0 0 0,1 0 0,-1 0 0,0 0 0,0 0 0,0 0 0,0 0 0,0 0 0,0 0 0,1 0 0,-1 0 0,0 1 0,0-1 0,0 0 0,0 0 0,0 0 0,0 0 0,0 0 0,1 0 0,-1 0 0,0 0 0,0 1 0,0-1 0,0 0 0,0 0 0,0 0 0,0 0 0,0 0 0,0 1 0,0-1 0,0 0 0,5 21 0,0 19 0,1-1 0,21 74 0,37 73 0,16 57 0,-67-176 0,-12-59 0,0 0 0,-1 0 0,0 0 0,0 0 0,-1 0 0,-2 11 0,2-17 0,1 0 0,-1-1 0,1 1 0,-1 0 0,0-1 0,0 1 0,1-1 0,-1 1 0,0-1 0,-1 1 0,1-1 0,0 0 0,0 0 0,0 0 0,-1 1 0,1-1 0,-1 0 0,1 0 0,-3 1 0,1-1 0,0 0 0,0-1 0,0 1 0,0-1 0,0 1 0,0-1 0,1 0 0,-1 0 0,0 0 0,-6-2 0,2 1 0,0-1 0,1 0 0,-1 0 0,1-1 0,-1 0 0,1 0 0,0 0 0,0-1 0,-8-6 0,-6-8 0,2 0 0,-1-2 0,2 0 0,-26-41 0,36 50 0,1 1 0,0-1 0,1-1 0,1 1 0,0-1 0,0 0 0,1 1 0,0-2 0,1 1 0,1 0 0,0 0 0,1-21 0,1 27 0,0 0 0,1 1 0,-1-1 0,1 0 0,1 0 0,-1 1 0,1-1 0,0 1 0,0 0 0,0 0 0,1 0 0,0 0 0,8-7 0,5-4 0,1 1 0,25-15 0,-31 22 0,51-30 0,-45 28 0,0-1 0,-1 0 0,28-23 0,-41 30 0,-1-1 0,1 1 0,-1-1 0,-1 1 0,1-1 0,0 0 0,-1 0 0,0 0 0,0 0 0,-1 0 0,1-1 0,-1 1 0,0 0 0,0-7 0,0-10 0,-1 0 0,-2-25 0,1 40 0,-1-9 0,-1 0 0,-1 0 0,0 0 0,-1 0 0,-1 0 0,-9-17 0,15 32 0,-1-1 0,1 1 0,-1 0 0,0 0 0,0 0 0,1-1 0,-1 1 0,0 0 0,0 0 0,0 0 0,0 0 0,0 0 0,0 0 0,-1 1 0,1-1 0,0 0 0,0 0 0,0 1 0,-1-1 0,1 1 0,-3-1 0,3 1 0,0 0 0,0 0 0,0 0 0,0 1 0,0-1 0,0 0 0,0 1 0,0-1 0,0 0 0,0 1 0,0-1 0,0 1 0,1 0 0,-1-1 0,0 1 0,0 0 0,1-1 0,-1 1 0,0 0 0,1 0 0,-1 0 0,0 0 0,1-1 0,-1 1 0,1 0 0,0 0 0,-1 0 0,1 0 0,-1 2 0,-1 5 0,1-1 0,0 1 0,0-1 0,0 1 0,1 0 0,0-1 0,0 1 0,1-1 0,0 1 0,0 0 0,1-1 0,0 0 0,1 1 0,-1-1 0,1 0 0,1 0 0,-1-1 0,1 1 0,0-1 0,1 1 0,9 9 0,-9-9 0,1-1 0,0 0 0,1 0 0,-1-1 0,1 0 0,0 0 0,0 0 0,1-1 0,0 0 0,-1-1 0,1 1 0,0-2 0,1 1 0,-1-1 0,0 0 0,1-1 0,-1 0 0,1 0 0,11-1 0,-8-3-1365,-3 0-5461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1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87 381 24575,'-9'8'0,"-1"0"0,2 1 0,-1 0 0,1 0 0,1 1 0,-12 19 0,16-24 0,1 0 0,-1 0 0,1 0 0,1 1 0,-1-1 0,1 1 0,0-1 0,0 1 0,0 0 0,1-1 0,0 1 0,0 0 0,1 0 0,-1-1 0,1 1 0,3 9 0,-1-6 0,0-1 0,1 0 0,0 0 0,0 0 0,1 0 0,6 7 0,-9-12 0,-1-1 0,1 0 0,0 1 0,0-1 0,0 0 0,1 0 0,-1-1 0,0 1 0,1 0 0,-1-1 0,1 1 0,0-1 0,-1 0 0,1 0 0,0 0 0,0 0 0,-1-1 0,1 1 0,0-1 0,0 0 0,0 1 0,4-1 0,-5-1 0,0 0 0,0 0 0,0 1 0,0-1 0,0 0 0,0-1 0,-1 1 0,1 0 0,0 0 0,-1-1 0,1 1 0,-1-1 0,1 1 0,-1-1 0,1 0 0,-1 0 0,0 1 0,0-1 0,0 0 0,0 0 0,-1 0 0,1 0 0,1-3 0,0-4 0,0 1 0,0-1 0,-1 0 0,0-12 0,-1-2 0,-1-1 0,-1 1 0,-6-25 0,-20-69 0,10 47 0,-6-16 0,14 50 0,0 0 0,-8-68 0,34 160 0,-5-16 0,3-1 0,1-1 0,26 50 0,72 103 0,-113-191 0,42 63-1365,-33-49-5461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3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24575,'1'28'0,"2"0"0,1-1 0,1 1 0,1-1 0,1 0 0,1 0 0,2-1 0,1 0 0,22 40 0,-17-36 0,-9-15 0,1 0 0,1 0 0,20 26 0,-28-40 0,-1-1 0,0 1 0,1-1 0,-1 0 0,1 1 0,-1-1 0,0 1 0,1-1 0,-1 0 0,1 1 0,-1-1 0,1 0 0,-1 1 0,1-1 0,0 0 0,-1 0 0,1 0 0,-1 0 0,1 1 0,-1-1 0,1 0 0,0 0 0,0 0 0,-1-1 0,1 1 0,-1 0 0,1-1 0,-1 1 0,1 0 0,-1-1 0,1 1 0,-1-1 0,0 1 0,1 0 0,-1-1 0,0 1 0,0-1 0,1 1 0,-1-1 0,0 0 0,0 1 0,1-1 0,-1 0 0,1-6 0,0-1 0,0 1 0,0-9 0,0 4 0,-1 10 0,1-5 0,0 0 0,1 0 0,0-1 0,0 1 0,3-7 0,-4 12 0,0 0 0,0 0 0,1 0 0,-1 1 0,0-1 0,1 1 0,-1-1 0,1 1 0,-1-1 0,1 1 0,0 0 0,0 0 0,-1-1 0,1 1 0,0 1 0,0-1 0,0 0 0,0 0 0,0 1 0,0-1 0,0 1 0,4-1 0,5 1 0,0 1 0,1-1 0,-1 2 0,0 0 0,0 0 0,0 1 0,0 0 0,-1 1 0,1 0 0,-1 1 0,0 0 0,0 0 0,0 1 0,-1 1 0,0-1 0,0 1 0,-1 1 0,11 12 0,-17-18 0,0 0 0,0 0 0,-1 1 0,1-1 0,-1 1 0,1-1 0,-1 1 0,0 0 0,0-1 0,0 1 0,0 0 0,-1 0 0,1 0 0,-1 0 0,1-1 0,-1 1 0,0 0 0,0 0 0,-1 0 0,1 0 0,-1 0 0,1 0 0,-1 0 0,0-1 0,0 1 0,0 0 0,0-1 0,-1 1 0,1-1 0,-1 1 0,1-1 0,-1 1 0,-3 2 0,0 0 0,0 0 0,-1 0 0,0 0 0,0-1 0,0 0 0,-1 0 0,0 0 0,1-1 0,-1 0 0,0 0 0,-14 3 0,-6-3-15,0 0-1,0-1 1,-45-4-1,20 0-1287,39 2-5523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4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67 24575,'-1'0'0,"1"0"0,-1 1 0,0-1 0,1 0 0,-1 1 0,1-1 0,-1 1 0,1-1 0,-1 0 0,1 1 0,-1 0 0,1-1 0,-1 1 0,1-1 0,0 1 0,-1-1 0,1 1 0,0 0 0,-1-1 0,1 1 0,0 0 0,0-1 0,0 1 0,0 0 0,-1 1 0,2-1 0,-1 1 0,0-1 0,1 0 0,-1 1 0,1-1 0,-1 1 0,1-1 0,-1 0 0,1 0 0,0 1 0,1 1 0,1 1 0,1-1 0,-1 0 0,0 1 0,1-1 0,0-1 0,7 6 0,-3-5 0,1 0 0,-1 0 0,1-1 0,-1 0 0,1 0 0,0-1 0,9 0 0,7-1 0,30-3 0,-50 3 0,0 0 0,0-1 0,0 0 0,0 0 0,-1 0 0,1-1 0,0 0 0,-1 0 0,1 0 0,-1 0 0,1-1 0,-1 1 0,0-1 0,0 0 0,-1 0 0,1-1 0,0 1 0,-1-1 0,0 0 0,0 0 0,0 0 0,-1 0 0,1 0 0,-1-1 0,0 1 0,0-1 0,0 1 0,-1-1 0,0 0 0,0 0 0,0 0 0,0 0 0,-1 0 0,0-6 0,0-11 0,-1 21 0,1 14 0,0 6 0,1 1 0,1 0 0,1-1 0,1 1 0,11 31 0,43 93 0,-39-101 0,2 3 0,-10-24 0,-1 0 0,-1 1 0,-1 0 0,7 31 0,-15-52 0,1 0 0,-1 0 0,0-1 0,0 1 0,0 0 0,0 0 0,0 0 0,0-1 0,0 1 0,0 0 0,-1 0 0,1-1 0,-1 1 0,1 0 0,-1 0 0,0-1 0,0 1 0,1-1 0,-3 3 0,2-3 0,-1 0 0,1 0 0,-1 0 0,1-1 0,-1 1 0,1 0 0,-1-1 0,1 1 0,-1-1 0,0 0 0,1 1 0,-1-1 0,0 0 0,1 0 0,-1 0 0,0 0 0,1-1 0,-1 1 0,0 0 0,1-1 0,-3 0 0,-10-4 0,0 0 0,0-1 0,1-1 0,0 0 0,0-1 0,1 0 0,0-1 0,0 0 0,1-1 0,0 0 0,-17-22 0,25 27 0,0 1 0,0-1 0,0 0 0,1 0 0,-1 0 0,1 0 0,0-1 0,1 1 0,-2-8 0,2 10 0,1 0 0,0 0 0,0 1 0,0-1 0,0 0 0,0 1 0,0-1 0,1 0 0,-1 1 0,1-1 0,0 0 0,0 1 0,0-1 0,0 1 0,0 0 0,0-1 0,1 1 0,-1 0 0,1 0 0,0-1 0,2-1 0,1 0-91,1 0 0,0 0 0,-1 1 0,1 0 0,0 0 0,0 1 0,1-1 0,-1 1 0,0 1 0,1-1 0,-1 1 0,1 0 0,0 1 0,7-1 0,-1 1-6735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5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24575,'2'7'0,"0"0"0,1 0 0,0-1 0,0 1 0,1-1 0,-1 0 0,2 0 0,-1 0 0,0 0 0,1-1 0,0 1 0,11 7 0,-14-10 0,1-1 0,0-1 0,0 1 0,-1 0 0,1-1 0,0 1 0,0-1 0,1 0 0,-1 0 0,0 0 0,0 0 0,0-1 0,1 1 0,-1-1 0,0 0 0,1 0 0,-1 0 0,0 0 0,1-1 0,-1 1 0,0-1 0,0 0 0,0 0 0,1 0 0,-1 0 0,0-1 0,0 1 0,-1-1 0,1 0 0,3-2 0,-3 1 0,0 1 0,0-1 0,-1 0 0,1 0 0,-1-1 0,1 1 0,-1 0 0,0-1 0,0 1 0,-1-1 0,1 0 0,-1 0 0,2-6 0,-1 1 0,-1 0 0,0 0 0,0-1 0,-2-14 0,7 36 0,0 0 0,1-1 0,9 14 0,-12-21 0,-1 1 0,1-1 0,-1 0 0,1 0 0,0 0 0,1-1 0,-1 0 0,0 1 0,1-1 0,0-1 0,0 1 0,0-1 0,0 0 0,0 0 0,0 0 0,1-1 0,-1 0 0,0 0 0,1 0 0,-1-1 0,1 1 0,-1-1 0,1-1 0,-1 1 0,1-1 0,10-2 0,-15 2 0,1 1 0,-1-1 0,1 0 0,-1 1 0,1-1 0,-1 0 0,1 0 0,-1 0 0,0 0 0,1 0 0,-1 0 0,0-1 0,0 1 0,0 0 0,0 0 0,0-1 0,0 1 0,0-1 0,-1 1 0,2-3 0,-1-1 0,0 1 0,0-1 0,-1 0 0,0 1 0,0-9 0,0-3 0,0 15 0,0 1 0,0-1 0,1 1 0,-1-1 0,0 1 0,0-1 0,0 1 0,0 0 0,0-1 0,1 1 0,-1-1 0,0 1 0,0 0 0,1-1 0,-1 1 0,0-1 0,1 1 0,-1 0 0,0 0 0,1-1 0,-1 1 0,1 0 0,-1 0 0,0-1 0,1 1 0,-1 0 0,1 0 0,-1 0 0,1 0 0,-1-1 0,1 1 0,-1 0 0,1 0 0,-1 0 0,0 0 0,1 0 0,-1 0 0,2 1 0,20 3 0,-15-2 0,7 2 0,1-2 0,0 0 0,0 0 0,0-2 0,0 0 0,0 0 0,0-2 0,0 1 0,-1-2 0,1 0 0,17-7 0,-3-1-1365,-16 5-5461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5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76 24575,'-3'-2'0,"-1"-1"0,0 1 0,-1 0 0,1 0 0,0 0 0,0 1 0,-1-1 0,1 1 0,-1 0 0,-8 0 0,11 1 0,0 0 0,0 0 0,0 0 0,0 0 0,0 1 0,1-1 0,-1 1 0,0 0 0,0-1 0,1 1 0,-1 0 0,0 0 0,1 0 0,-1 0 0,1 0 0,-1 0 0,1 1 0,-1-1 0,1 0 0,0 1 0,0-1 0,0 1 0,0-1 0,0 1 0,0 0 0,0 0 0,0-1 0,0 4 0,0-2 0,0 0 0,0-1 0,0 1 0,1 0 0,-1 0 0,1 0 0,0 0 0,0-1 0,0 1 0,0 0 0,1 0 0,-1 0 0,1 0 0,-1-1 0,1 1 0,0 0 0,0 0 0,1-1 0,-1 1 0,0-1 0,1 1 0,-1-1 0,1 0 0,0 1 0,0-1 0,0 0 0,0 0 0,0 0 0,0-1 0,1 1 0,-1 0 0,1-1 0,-1 0 0,1 1 0,0-1 0,-1 0 0,1 0 0,0-1 0,-1 1 0,1-1 0,0 1 0,0-1 0,0 0 0,0 0 0,0 0 0,0 0 0,-1 0 0,1-1 0,0 1 0,3-2 0,-1 0 0,-1 0 0,0 0 0,1 0 0,-1 0 0,0-1 0,0 0 0,-1 0 0,1 0 0,0 0 0,-1 0 0,0-1 0,0 1 0,0-1 0,0 0 0,0 0 0,-1 0 0,0-1 0,0 1 0,0 0 0,0-1 0,-1 1 0,2-8 0,-3 9 0,1 0 0,-1 0 0,1 0 0,-1 0 0,0 0 0,0 0 0,-1 0 0,1 0 0,0 0 0,-1 0 0,0 0 0,0 0 0,0 0 0,0 0 0,0 0 0,-1 0 0,1 1 0,-1-1 0,0 0 0,1 1 0,-1 0 0,-1-1 0,1 1 0,0 0 0,0 0 0,-1 0 0,1 0 0,-1 1 0,0-1 0,1 1 0,-1-1 0,0 1 0,0 0 0,-6-1 0,1 0-124,0 1 0,-1 0 0,1 1 0,-1 0 0,0 0 0,1 1-1,-1 0 1,1 0 0,0 1 0,-12 4 0,0 1-6702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6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165 309 24575,'-7'0'0,"0"-1"0,0 0 0,1 0 0,-1 0 0,0-1 0,0 0 0,1-1 0,-1 0 0,1 0 0,0 0 0,0 0 0,0-1 0,0 0 0,1 0 0,-10-10 0,9 8 0,1 0 0,0 1 0,1-2 0,-1 1 0,1 0 0,1-1 0,-1 0 0,1 0 0,0 0 0,0 0 0,1-1 0,0 1 0,1-1 0,-2-9 0,2 6 0,1 1 0,0-1 0,1 0 0,2-18 0,-2 25 0,0 1 0,0 0 0,0-1 0,1 1 0,-1 0 0,1-1 0,0 1 0,0 0 0,0 0 0,0 0 0,0 1 0,1-1 0,-1 0 0,1 1 0,-1 0 0,1 0 0,0-1 0,4-1 0,0 1 8,0 0 0,0 0 0,1 0 0,-1 1 0,1 0 0,0 1 0,0 0 0,-1 0 0,1 0 0,0 1 0,0 0 0,0 1 0,0 0 0,7 2 0,-3-1-173,0 2 0,-1-1 0,1 1 0,-1 1 0,0 0 0,-1 1 0,1 0 0,13 11 0,-9-5-6661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6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75 205 24575,'29'-41'0,"-21"30"0,1 0 0,-2-1 0,0 0 0,0 0 0,-1-1 0,7-19 0,-13 30 0,1 0 0,-1 0 0,1 0 0,-1 0 0,0 0 0,0 1 0,0-1 0,0 0 0,0 0 0,0 0 0,-1 0 0,1 0 0,0 0 0,-1 1 0,0-1 0,1 0 0,-1 0 0,0 1 0,0-1 0,0 0 0,0 1 0,0-1 0,0 1 0,-1-1 0,1 1 0,0 0 0,-1-1 0,1 1 0,-1 0 0,1 0 0,-1 0 0,0 0 0,1 0 0,-1 1 0,0-1 0,0 0 0,0 1 0,1-1 0,-3 1 0,0-1 0,-1 0 0,1 1 0,0-1 0,0 1 0,0 0 0,0 1 0,-1-1 0,1 1 0,0-1 0,0 1 0,0 1 0,0-1 0,0 0 0,0 1 0,1 0 0,-1 0 0,-4 3 0,4-2 0,0 1 0,0 1 0,0-1 0,0 1 0,1 0 0,0-1 0,0 1 0,0 1 0,0-1 0,1 0 0,0 1 0,0-1 0,0 1 0,-1 9 0,2-11 0,1 0 0,0 1 0,0-1 0,0 0 0,0 0 0,0 1 0,1-1 0,0 0 0,0 0 0,0 0 0,0 0 0,1 0 0,-1 0 0,1 0 0,0 0 0,0-1 0,1 1 0,-1-1 0,1 1 0,4 4 0,3 0 0,0 0 0,0 0 0,1-1 0,0-1 0,0 0 0,1 0 0,0-1 0,0 0 0,15 3 0,-11-4 0,1-1 0,-1-1 0,1 0 0,0-1 0,0-1 0,25-3 0,-39 3-68,-1 0 0,0-1-1,0 1 1,0 0 0,0-1 0,0 0-1,0 1 1,0-1 0,0 0 0,0 0-1,0 0 1,-1 0 0,1 0 0,0-1-1,-1 1 1,1 0 0,-1-1 0,1 1-1,1-4 1,1-3-6758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7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41 24575,'-2'-7'0,"1"4"0,0 0 0,0 0 0,0 0 0,0 0 0,-1 1 0,1-1 0,-1 0 0,1 1 0,-1-1 0,-3-2 0,7 27 0,54 180 0,-34-134 0,-21-64 0,8 28 0,2 0 0,1-1 0,26 49 0,-35-75 10,1 0 0,0 0 0,0 0 0,0-1 0,1 1 0,0-1 0,0 0 0,0-1 0,0 1 0,0-1 0,11 6 0,-7-6-196,0 0 1,0 0-1,0-1 0,0 0 1,0-1-1,0 0 1,13 0-1,-9-1-6640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7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0 24575,'-30'0'0,"-13"0"0,-1 0 0,4 0 0,7 0 0,6 0 0,7 3 0,6 0 0,1 0 0,2 2 0,-1 0 0,0 0 0,1 0 0,1 1 0,-1-2 0,1-1-8191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24575,'10'19'0,"-1"0"0,0 0 0,-1 1 0,-1 0 0,6 31 0,-1-7 0,0-4 0,1-1 0,2 0 0,2-1 0,2-1 0,23 36 0,-39-69 0,0-1 0,0 1 0,0-1 0,0 1 0,1-1 0,-1 0 0,1 0 0,0-1 0,0 1 0,0-1 0,0 0 0,0 0 0,0 0 0,1-1 0,7 3 0,-10-4 0,1 1 0,-1-1 0,1 0 0,0 0 0,-1 0 0,1 0 0,0-1 0,-1 1 0,1-1 0,0 1 0,-1-1 0,1 0 0,-1 0 0,1 0 0,-1 0 0,0-1 0,1 1 0,-1-1 0,0 1 0,0-1 0,0 0 0,0 0 0,0 0 0,-1 0 0,1 0 0,0 0 0,-1 0 0,2-3 0,0-2 0,0 0 0,0 0 0,-1 0 0,0 0 0,0-1 0,-1 1 0,1-14 0,1-3 0,-3 24 0,0 0 0,0-1 0,0 1 0,0 0 0,0 0 0,0 0 0,0 0 0,0-1 0,0 1 0,0 0 0,0 0 0,0 0 0,0 0 0,0-1 0,0 1 0,1 0 0,-1 0 0,0 0 0,0 0 0,0 0 0,0-1 0,0 1 0,0 0 0,1 0 0,-1 0 0,0 0 0,0 0 0,0 0 0,0 0 0,1 0 0,-1-1 0,0 1 0,0 0 0,0 0 0,1 0 0,6 4 0,8 14 0,-12-14 0,9 9 0,1 3 0,2 0 0,17 14 0,-28-26 0,0-1 0,0 1 0,0-1 0,1-1 0,0 1 0,-1-1 0,1 0 0,0 0 0,0 0 0,0 0 0,1-1 0,-1 0 0,9 1 0,-12-2-114,0 0 1,-1-1-1,1 1 0,0 0 0,0-1 1,0 1-1,-1-1 0,1 0 0,0 1 1,0-1-1,2-2 0,5-3-6712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59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65 24575,'-2'-1'0,"1"0"0,0-1 0,-1 1 0,1 0 0,-1-1 0,1 1 0,-1 0 0,1 0 0,-1 0 0,0 1 0,0-1 0,1 0 0,-1 1 0,0-1 0,0 1 0,0-1 0,0 1 0,0 0 0,0 0 0,0 0 0,1 0 0,-1 0 0,0 0 0,0 1 0,0-1 0,0 1 0,0-1 0,0 1 0,1-1 0,-1 1 0,0 0 0,1 0 0,-1 0 0,-2 2 0,2-1 0,0 0 0,0 0 0,0 0 0,1 0 0,-1 0 0,0 1 0,1-1 0,0 1 0,-1-1 0,1 1 0,0 0 0,0-1 0,1 1 0,-1 0 0,0 0 0,1 0 0,0-1 0,0 1 0,0 0 0,0 0 0,0 0 0,1 5 0,0-3 0,1 1 0,-1-1 0,1 1 0,0-1 0,1 0 0,-1 0 0,1 0 0,0 0 0,0 0 0,1 0 0,-1-1 0,1 0 0,0 0 0,0 0 0,1 0 0,-1 0 0,1-1 0,-1 0 0,1 0 0,0 0 0,1-1 0,-1 1 0,0-1 0,1-1 0,-1 1 0,1-1 0,-1 0 0,1 0 0,9 0 0,-8 0 0,0-1 0,0-1 0,0 1 0,0-1 0,13-3 0,-18 3 0,0 0 0,0 1 0,0-1 0,0 0 0,-1-1 0,1 1 0,0 0 0,0-1 0,-1 1 0,1-1 0,-1 1 0,1-1 0,-1 1 0,0-1 0,0 0 0,0 0 0,0 0 0,0 0 0,0 0 0,0 0 0,-1 0 0,1 0 0,0-3 0,0 0 0,0 0 0,0-1 0,-1 1 0,0 0 0,0-1 0,0 1 0,0 0 0,-1-1 0,0 1 0,0 0 0,0 0 0,-1 0 0,0 0 0,0 0 0,-4-8 0,6 13 0,0 0 0,0 0 0,-1-1 0,1 1 0,0 0 0,0-1 0,0 1 0,0 0 0,-1 0 0,1-1 0,0 1 0,0 0 0,-1 0 0,1 0 0,0-1 0,0 1 0,-1 0 0,1 0 0,0 0 0,-1 0 0,1 0 0,0 0 0,-1-1 0,1 1 0,0 0 0,-1 0 0,1 0 0,0 0 0,-1 0 0,-2 9 0,4 14 0,1-16 0,0 0 0,1 0 0,0-1 0,1 1 0,-1-1 0,1 1 0,0-1 0,1 0 0,0 0 0,0-1 0,8 8 0,-5-6 0,0-1 0,0-1 0,0 1 0,1-1 0,0-1 0,0 0 0,0 0 0,12 3 0,-19-6 0,0 0 0,1-1 0,-1 1 0,1-1 0,-1 0 0,1 0 0,-1 0 0,0 0 0,1 0 0,-1 0 0,1-1 0,-1 1 0,1-1 0,-1 0 0,0 1 0,0-1 0,1 0 0,-1 0 0,0-1 0,2 0 0,-2 0 0,0 0 0,0 0 0,0-1 0,0 1 0,0 0 0,-1-1 0,1 1 0,-1-1 0,0 1 0,1-1 0,-1 0 0,0 1 0,-1-1 0,1 0 0,0 0 0,-1-4 0,1-7 0,-2 0 0,1 1 0,-2-1 0,0 1 0,-1-1 0,-6-18 0,-2-17 0,11 49 0,-1 0 0,1 0 0,0 0 0,0 0 0,0-1 0,0 1 0,0 0 0,0 0 0,0 0 0,0 0 0,0-1 0,0 1 0,0 0 0,0 0 0,0 0 0,0-1 0,0 1 0,0 0 0,0 0 0,0 0 0,0-1 0,0 1 0,0 0 0,0 0 0,0 0 0,0 0 0,0-1 0,0 1 0,0 0 0,1 0 0,-1 0 0,0 0 0,0 0 0,0-1 0,0 1 0,0 0 0,1 0 0,-1 0 0,0 0 0,8 5 0,16 22 0,-11-12 0,-6-8 0,2 0 0,-1 0 0,1-1 0,0 0 0,15 7 0,-17-10 0,-1 0 0,1-1 0,0 0 0,0 0 0,0 0 0,0-1 0,0 1 0,1-2 0,7 1 0,-13-1 0,0 0 0,1 0 0,-1-1 0,0 1 0,0-1 0,1 1 0,-1-1 0,0 0 0,0 1 0,0-1 0,0 0 0,0-1 0,0 1 0,0 0 0,0 0 0,0-1 0,0 1 0,-1-1 0,1 0 0,-1 1 0,1-1 0,-1 0 0,0 0 0,0 0 0,1 0 0,0-3 0,0-2 0,0-1 0,-1 0 0,0 1 0,0-1 0,0 0 0,-1-9 0,1-4 0,-1 20 0,0 0 0,0 0 0,0 0 0,0-1 0,0 1 0,0 0 0,1 0 0,-1 0 0,0 0 0,1 0 0,-1 0 0,1 0 0,-1 0 0,1 1 0,0-1 0,1-2 0,-2 3 0,1 0 0,0-1 0,-1 1 0,1 0 0,0-1 0,-1 1 0,1 0 0,0 0 0,0-1 0,-1 1 0,1 0 0,0 0 0,0 0 0,-1 0 0,1 0 0,0 0 0,0 0 0,0 1 0,5 1 0,-1 0 0,1 0 0,-1 1 0,0 0 0,6 4 0,3 1 0,26 10-70,-28-13-92,0 0 0,-1 0 0,1 1 0,-1 1 1,-1 0-1,1 0 0,15 15 0,-17-10-6664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00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1 148 24575,'3'12'0,"2"-1"0,-1 0 0,1 0 0,1 0 0,0 0 0,0-1 0,9 11 0,-1-4 0,1-1 0,0 0 0,18 14 0,-23-22 0,0-1 0,0 0 0,0-1 0,1 0 0,0 0 0,21 6 0,-27-10 0,0-1 0,1 1 0,-1-1 0,0 0 0,1-1 0,0 1 0,-1-1 0,1 0 0,-1 0 0,1-1 0,-1 0 0,1 0 0,-1 0 0,1-1 0,-1 1 0,0-1 0,5-3 0,-6 2 0,-1 1 0,1-1 0,-1 0 0,0-1 0,0 1 0,0 0 0,-1-1 0,1 0 0,-1 1 0,0-1 0,0 0 0,0 0 0,-1 0 0,1-1 0,-1 1 0,1-5 0,0 0 0,-1-1 0,0 1 0,0 0 0,-1 0 0,0 0 0,-2-17 0,3 17 0,5 11 0,13 18 0,-11-10 0,5 1 0,0-1 0,1 0 0,0-1 0,26 13 0,-33-19 0,-1 0 0,0-1 0,1 0 0,-1 0 0,1 0 0,0-1 0,-1 0 0,1-1 0,0 1 0,0-1 0,0 0 0,-1-1 0,1 0 0,9-2 0,-13 2 0,-1 0 0,1 0 0,-1 0 0,1 0 0,-1 0 0,0-1 0,0 1 0,1-1 0,-1 0 0,0 1 0,-1-1 0,1 0 0,0 0 0,0 0 0,2-4 0,-2 2 0,-1 0 0,1 0 0,-1 0 0,1-1 0,-1 1 0,0 0 0,-1 0 0,1-1 0,-1-3 0,0-2 0,0 1 0,-1-1 0,-1 1 0,1 0 0,-2-1 0,1 1 0,-1 0 0,-5-11 0,2 9-85,1 0 0,-2 0-1,0 1 1,0 0 0,0 0-1,-1 0 1,-1 1 0,0 1-1,0-1 1,-1 1 0,0 1-1,0 0 1,0 0 0,-1 1-1,-12-5 1,4 5-6741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00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77 24575,'0'-1'0,"-1"0"0,0 0 0,0-1 0,1 1 0,-1 0 0,0 0 0,0 0 0,0 0 0,0 1 0,0-1 0,-1 0 0,1 0 0,0 1 0,0-1 0,0 0 0,-1 1 0,1-1 0,-2 1 0,2 0 0,0 0 0,0 0 0,-1 0 0,1 1 0,0-1 0,0 0 0,0 1 0,0-1 0,0 1 0,0-1 0,0 1 0,1-1 0,-1 1 0,0 0 0,0 0 0,0-1 0,1 1 0,-1 0 0,0 0 0,1 0 0,-1 0 0,0 0 0,0 1 0,-1 3 0,0-1 0,0 0 0,0 1 0,1 0 0,-1-1 0,1 1 0,0 0 0,0 0 0,1-1 0,0 1 0,0 0 0,0 0 0,0 0 0,1 0 0,-1 0 0,1-1 0,0 1 0,1 0 0,-1-1 0,1 1 0,0-1 0,0 1 0,1-1 0,3 6 0,-2-5 0,-1-1 0,0 0 0,1 1 0,0-1 0,0-1 0,0 1 0,0-1 0,1 1 0,-1-1 0,1 0 0,0-1 0,0 1 0,0-1 0,0 0 0,1 0 0,-1-1 0,0 0 0,1 0 0,-1 0 0,1 0 0,7-1 0,-10 0 0,0 0 0,-1-1 0,1 0 0,-1 1 0,1-1 0,0 0 0,-1 0 0,0 0 0,1 0 0,-1-1 0,0 1 0,0-1 0,1 1 0,-1-1 0,0 0 0,-1 0 0,1 0 0,0 0 0,0 0 0,-1 0 0,1 0 0,-1-1 0,0 1 0,0-1 0,0 1 0,0-1 0,0 1 0,0-1 0,0-3 0,1-5 0,-1 0 0,1-1 0,-2 1 0,0-1 0,-1-15 0,0 21-44,1 1 0,-1-1 0,0 1 0,-1 0 0,1 0 0,-1 0 0,0 0 0,0 0 0,-1 0 0,0 0 0,1 0 0,-1 1 0,-1 0 0,1-1 0,-1 1 0,0 0 0,0 1-1,0-1 1,0 1 0,0 0 0,-1 0 0,0 0 0,1 0 0,-1 1 0,0 0 0,0 0 0,0 0 0,-1 1 0,1 0 0,-9-1 0,-2 0-6782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0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29 24575,'0'-1'0,"-1"1"0,1 0 0,-1-1 0,1 1 0,-1 0 0,1-1 0,-1 1 0,1 0 0,-1 0 0,1 0 0,-1-1 0,1 1 0,-1 0 0,1 0 0,-1 0 0,0 0 0,1 0 0,-1 0 0,1 0 0,-1 0 0,1 0 0,-1 0 0,0 0 0,1 1 0,-1-1 0,1 0 0,-1 0 0,1 0 0,-1 1 0,1-1 0,-1 0 0,1 1 0,-1-1 0,1 0 0,0 1 0,-1-1 0,1 1 0,-1-1 0,1 1 0,0-1 0,-1 0 0,1 1 0,0-1 0,0 1 0,-1 0 0,1-1 0,0 1 0,0-1 0,0 1 0,0-1 0,0 1 0,0 0 0,-1 3 0,1 0 0,0-1 0,1 1 0,-1 0 0,1-1 0,-1 1 0,2 3 0,31 80 0,-20-57 0,-2 1 0,10 40 0,-35-139 0,-2 0 0,-28-69 0,35 120 0,9 17 0,0 0 0,0 0 0,0 0 0,0 0 0,0 0 0,0 1 0,0-1 0,0 0 0,0 0 0,0 0 0,0 0 0,0 0 0,0 0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0,0 0 0,0-1 0,0 1 0,0 0 0,2 11 0,7 23 0,16 36 0,5 13 0,-29-79 17,-1-1 0,1 0 1,0 1-1,-1-1 0,0 0 0,0 6 0,0-8-79,0 0 0,0 0 0,0 0 0,0 0 1,-1 0-1,1 0 0,-1 0 0,1 0 0,0 0 0,-1 0 0,0 0 0,1 0 1,-1 0-1,0-1 0,1 1 0,-1 0 0,0 0 0,0-1 0,0 1 0,1 0 1,-1-1-1,0 1 0,-2 0 0,-6 2-6764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1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19 177 24575,'-15'-8'0,"11"10"0,7 6 0,5 8 0,1 0 0,0-1 0,2 0 0,22 26 0,-28-36 0,1 1 0,-1-1 0,1-1 0,0 1 0,0-1 0,0 0 0,0-1 0,1 1 0,0-1 0,0 0 0,-1-1 0,2 0 0,-1 0 0,14 2 0,-19-4 0,0 0 0,0-1 0,0 1 0,1-1 0,-1 1 0,0-1 0,0 0 0,0 1 0,0-1 0,0 0 0,0 0 0,0-1 0,0 1 0,0 0 0,-1-1 0,1 1 0,0-1 0,-1 1 0,1-1 0,-1 0 0,0 0 0,1 0 0,-1 1 0,0-1 0,0 0 0,0-1 0,0-1 0,1-1 0,0 0 0,0 0 0,-1-1 0,0 1 0,0 0 0,0-1 0,-1 1 0,0-1 0,0 1 0,-1-7 0,0 5 0,0 2 0,0 0 0,0 0 0,0 1 0,1-7 0,0 10 0,0 1 0,0 0 0,0-1 0,0 1 0,0-1 0,0 1 0,0 0 0,0-1 0,1 1 0,-1 0 0,0-1 0,0 1 0,0 0 0,0 0 0,1-1 0,-1 1 0,0 0 0,0-1 0,1 1 0,-1 0 0,0 0 0,0-1 0,1 1 0,-1 0 0,1 0 0,-1 0 0,1 0 0,0 0 0,0 0 0,0 0 0,-1 0 0,1 0 0,0 0 0,0 1 0,-1-1 0,1 0 0,0 0 0,-1 1 0,1-1 0,0 1 0,-1-1 0,1 0 0,0 1 0,7 5 0,9 6 0,1-1 0,0 0 0,24 10 0,-36-19 0,1 1 0,-1-1 0,1-1 0,-1 1 0,1-1 0,0 0 0,-1-1 0,1 0 0,0 0 0,0 0 0,0-1 0,-1 0 0,1 0 0,9-3 0,-13 3 0,0-1 0,0 1 0,-1 0 0,1-1 0,0 1 0,0-1 0,-1 0 0,1 0 0,-1 0 0,0 0 0,1 0 0,-1 0 0,0-1 0,0 1 0,-1-1 0,1 0 0,0 1 0,-1-1 0,0 0 0,1 0 0,-1 0 0,0 0 0,-1 0 0,2-6 0,-2 4 0,1-1 0,-1 1 0,-1-1 0,1 1 0,-1-1 0,0 1 0,0-1 0,0 1 0,-1 0 0,0 0 0,0 0 0,0-1 0,-4-5 0,-2-1 0,0 0 0,-1 1 0,0 0 0,-1 1 0,-10-10 0,14 15 0,1 1 0,-1-1 0,0 1 0,0 1 0,0-1 0,0 1 0,-1 0 0,1 1 0,-1-1 0,0 1 0,0 1 0,-7-2 0,-1 3-1365,1 3-5461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1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12 24575,'-1'0'0,"-11"-3"0,-1 2 0,0 0 0,1 0 0,-1 1 0,-13 2 0,24-1 0,0-1 0,-1 0 0,1 1 0,0-1 0,0 1 0,0 0 0,0 0 0,0 0 0,-1 0 0,2 0 0,-1 0 0,0 0 0,0 1 0,0-1 0,1 1 0,-1-1 0,0 1 0,1 0 0,0-1 0,-1 1 0,1 0 0,0 0 0,0 0 0,0 0 0,0 0 0,0 0 0,1 1 0,-1-1 0,0 0 0,1 0 0,0 0 0,0 1 0,-1-1 0,1 0 0,0 0 0,1 3 0,0 0 0,-1-1 0,1 0 0,1 0 0,-1 0 0,1 0 0,-1 0 0,1 0 0,0 0 0,0 0 0,1-1 0,-1 1 0,1-1 0,0 0 0,0 0 0,0 0 0,0 0 0,0 0 0,5 2 0,5 4 0,2 0 0,-1-1 0,20 7 0,-20-9 0,0-1 0,0-1 0,24 5 0,-28-8 0,-1 0 0,0 0 0,0-1 0,0 0 0,0 0 0,0-1 0,11-3 0,-17 4 0,0-1 0,0 0 0,0 0 0,0 0 0,0 0 0,-1-1 0,1 1 0,0-1 0,-1 1 0,1-1 0,-1 0 0,1 0 0,-1-1 0,0 1 0,0 0 0,0-1 0,0 1 0,0-1 0,-1 1 0,1-1 0,-1 0 0,0 0 0,1 0 0,-1 0 0,-1 0 0,1 0 0,0 0 0,-1 0 0,1 0 0,-1 0 0,0 0 0,0 0 0,-1-1 0,0-3 0,0 0 0,0 0 0,-1 0 0,0 0 0,0 1 0,-1-1 0,0 1 0,0 0 0,-1 0 0,1 0 0,-1 0 0,0 0 0,-1 1 0,0 0 0,-8-8 0,-1 3-1365,1 3-5461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2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32 24575,'-4'-6'0,"1"3"0,1-1 0,-1 1 0,0 0 0,0 0 0,-5-4 0,8 7 0,-1 0 0,1-1 0,-1 1 0,1 0 0,-1 0 0,1-1 0,-1 1 0,1 0 0,-1 0 0,1 0 0,0 0 0,-1 0 0,1 0 0,-1 0 0,1 0 0,-1 0 0,1 0 0,-1 0 0,1 0 0,-2 1 0,2-1 0,-1 1 0,0-1 0,0 1 0,1-1 0,-1 1 0,1 0 0,-1-1 0,0 1 0,1 0 0,0-1 0,-1 1 0,1 0 0,-1 0 0,1 0 0,-1 1 0,-2 9 0,0 0 0,1 0 0,0 1 0,0-1 0,1 1 0,1-1 0,2 24 0,2-4 0,14 54 0,-17-78-114,0 0 1,-1 0-1,0 0 0,0 0 0,0 0 1,-1 0-1,1 0 0,-2 0 0,1 0 1,-1 0-1,-5 12 0,3-10-6712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3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24575,'0'4'0,"1"1"0,-1 0 0,1-1 0,0 1 0,1-1 0,-1 1 0,1-1 0,2 5 0,21 34 0,-16-29 0,-3-5 0,0 1 0,0-2 0,1 1 0,1-1 0,-1 0 0,14 10 0,-18-16 0,0 1 0,0-1 0,1 0 0,-1 0 0,1 0 0,0-1 0,0 1 0,-1-1 0,1 0 0,0 0 0,0 0 0,0 0 0,0-1 0,0 1 0,0-1 0,1 0 0,-1 0 0,0-1 0,0 1 0,5-2 0,-7 1 0,1 0 0,-1 0 0,0 0 0,1 0 0,-1-1 0,0 1 0,0-1 0,0 1 0,0-1 0,0 0 0,0 0 0,0 0 0,-1 0 0,1 0 0,1-4 0,-1 3 0,0-1 0,0 0 0,-1 0 0,0-1 0,1 1 0,-2 0 0,1 0 0,0-9 0,-1 7 0,0-1 0,0 1 0,-1-1 0,0 1 0,0 0 0,-1-1 0,0 1 0,0 0 0,0 0 0,-1 0 0,1 0 0,-7-7 0,22 39 0,-3-13 0,0 1 0,0-2 0,2 1 0,-1-2 0,16 12 0,-22-18 0,1-1 0,-1 0 0,1-1 0,0 1 0,0-1 0,1 0 0,-1-1 0,1 0 0,-1 0 0,1 0 0,-1-1 0,1 0 0,0 0 0,0 0 0,7-1 0,-11 0 0,-1-1 0,1 1 0,0-1 0,-1 1 0,1-1 0,-1 0 0,0 0 0,1 0 0,-1 0 0,0 0 0,1-1 0,-1 1 0,0-1 0,0 0 0,0 1 0,0-1 0,2-3 0,-2 2 0,0-1 0,0 0 0,0 1 0,0-1 0,0 0 0,-1 0 0,0 0 0,0 0 0,1-8 0,-1 1 0,0 0 0,-1 0 0,-1 0 0,1 0 0,-2 0 0,0 0 0,-5-16 0,3 14 24,-1 1 0,0-1 0,-1 1 0,-9-14 0,11 20-173,-1 0 1,1 1-1,-1-1 1,0 1-1,0 0 1,0 0-1,-1 1 1,0-1-1,-9-4 1,2 3-6678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3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24575,'0'12'0,"0"7"0,3 3 0,3 0 0,3-1 0,2 0 0,3 0 0,0 1 0,1 0 0,-2 0 0,-1 0 0,-2-2 0,-3-2 0,-3-3-8191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5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11 24575,'-2'-11'0,"-2"15"0,-4 16 0,2 8 0,2 0 0,0 0 0,2 38 0,2-36 0,-1-7 0,1 0 0,2 0 0,0 0 0,9 35 0,-7-45 0,-1-1 0,0 1 0,-1 0 0,-1 0 0,0 0 0,-1 0 0,0 0 0,-1 0 0,0 0 0,-1 0 0,-1 0 0,-6 18 0,0-6 0,-1 0 0,-16 27 0,24-48-65,0-1 0,1 1 0,-1 0 0,1 0 0,0 0 0,0 0 0,0 0 0,1 0 0,-1 0 0,1 0 0,0 0 0,0 0 0,1 0 0,-1 0 0,1 0 0,0 0 0,0 0 0,0 0 0,0 0 0,4 7 0,1-2-6761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5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4 24575,'-2'-2'0,"-2"1"0,1 4 0,0 3 0,2 4 0,0 2 0,0 2 0,1 1 0,0 0 0,0 1 0,0 2 0,-2 0 0,-2-2-8191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26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24575,'7'30'0,"6"13"0,0 3 0,0 0 0,-2-3 0,-2-7 0,-4-4 0,-1-6 0,-3-1 0,-1-3 0,0 0 0,-1-4-8191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40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24575,'2'1'0,"1"0"0,-1-1 0,0 1 0,0 1 0,0-1 0,0 0 0,0 1 0,0-1 0,3 4 0,5 3 0,133 64 0,-97-53 0,56 17 0,-35-14 0,14 4 0,-48-15 0,40 18 0,-16-6 0,7 1 0,63 34 0,-71-31 0,1-2 0,66 19 0,-43-11 0,-27-9 0,-25-11 0,-1 0 0,42 28 0,44 42 0,-105-77 0,32 24 0,0 0 0,-1 1 0,58 61 0,-72-65 0,-2 1 0,-1 2 0,-1 0 0,19 37 0,-5 2 0,38 80 0,-50-85 0,4 11 0,51 106 0,-35-88 0,17 46 0,-6 24 0,-36-114 0,3 0 0,1-1 0,36 54 0,-43-83 0,0 0 0,1-1 0,28 25 0,-26-27 0,-13-11 0,1-1 0,-1 0 0,1 0 0,0 0 0,1-1 0,-1 0 0,0 0 0,9 2 0,3 0 0,34 5 0,-27-5 0,35 12 0,3 0 0,26 3 0,-59-13 0,-20-5 0,0 0 0,14 1 0,36 5 0,-40-5 0,33 2 0,41 4 0,-40-3 0,-8 1 0,-26-4 0,32 1 0,-34-3 0,30 6 0,-29-4 0,29 1 0,-30-3 0,34 7 0,-19-2 0,56 9 0,172 26 0,-133-23 0,-9-6 0,106 5 0,-134-9 0,-11-1 0,-20-7 0,-11 0 0,65 8 0,-58-2 0,101-5 0,-80-2 0,-63 1 0,0-2 0,17-3 0,19-2 0,-10 6 0,-29 2 0,1-1 0,0 0 0,-1-1 0,1 0 0,0-1 0,-1-1 0,22-6 0,-33 9-37,1-1 0,-1 1 1,0 0-1,1 0 0,-1 0 0,0 0 0,1 0 0,-1-1 0,0 1 0,1 0 0,-1 0 0,0-1 1,0 1-1,1 0 0,-1 0 0,0-1 0,0 1 0,0 0 0,1-1 0,-1 1 0,0 0 0,0-1 1,0 1-1,0 0 0,0-1 0,1 1 0,-1 0 0,0-1 0,0 1 0,0-1 0,0 1 0,0 0 1,0-1-1,0 1 0,0 0 0,-1-1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42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1136 590 24575,'-50'-29'0,"35"19"0,0 2 0,0 0 0,-26-10 0,20 10 0,0-1 0,1-1 0,-32-21 0,-9-5 0,29 17 0,-31-23 0,33 22 0,-72-39 0,94 54 0,-9-7 0,0 2 0,-1 0 0,-36-14 0,35 17 0,-30-16 0,30 14 0,-27-11 0,29 13 0,0 0 0,1-2 0,0 0 0,-29-22 0,30 20 0,-1 0 0,0 1 0,0 1 0,-31-13 0,-70-11-1365,105 30-5461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4:45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3371 1699 24575,'-38'-38'0,"-66"-69"0,90 90 0,0-1 0,1-1 0,1 0 0,-15-33 0,-38-92 0,-20-48 0,42 63 0,24 65 0,-16-90 0,19 72 0,6 36 0,-26-70 0,22 76 0,10 27 0,-1-1 0,0 1 0,-1 0 0,0 1 0,-1-1 0,-11-14 0,10 16 0,-13-22 0,5 6 0,12 23 0,1 0 0,-1 0 0,0 1 0,1-1 0,-2 1 0,1 0 0,0 0 0,-9-4 0,-40-16 0,23 11 0,-118-39 0,30 22 0,97 24 0,-121-22 0,105 21 0,16 2 0,-39-1 0,42 4 0,-30-6 0,29 4 0,-29-1 0,-662 4 0,325 1 0,358-3 0,-30-4 0,-19-2 0,56 7 0,-24-5 0,25 3 0,-31-2 0,21 6 0,10-1 0,0 0 0,0-1 0,-34-7 0,-52-11 0,39 8 0,38 7 0,0 2 0,-50 2 0,35 1 0,39-1-124,1 0 0,0 0 0,0 0 0,0 1 0,0-1 0,0 1-1,0 0 1,0 0 0,0 0 0,-4 2 0,-3 4-6702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34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24575,'1'23'0,"1"1"0,1-1 0,1 0 0,0 0 0,15 39 0,-13-45-120,11 41 373,-15-53-419,-1 0-1,0 0 1,-1 1-1,0-1 1,1 0-1,-2 1 1,1-1-1,-2 9 1,-1-5-6660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35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24575,'2'5'0,"48"102"0,-42-92 0,1 0 0,1 0 0,0-1 0,21 22 0,-27-32 0,2 1 0,-1-1 0,1 0 0,-1 0 0,1 0 0,0-1 0,0 0 0,1 0 0,-1-1 0,13 4 0,-17-6 0,0 1 0,1-1 0,-1 0 0,0 1 0,1-1 0,-1 0 0,0-1 0,1 1 0,-1 0 0,0-1 0,1 1 0,-1-1 0,0 0 0,0 1 0,1-1 0,-1 0 0,0 0 0,0-1 0,0 1 0,0 0 0,-1-1 0,1 1 0,0-1 0,0 0 0,-1 1 0,1-1 0,-1 0 0,0 0 0,1 0 0,-1 0 0,0 0 0,0 0 0,-1-1 0,2-2 0,0 0 0,-1-1 0,0 1 0,0-1 0,0 1 0,-1-1 0,0 1 0,0-1 0,0 0 0,-2-7 0,-1-3 0,-10-28 0,11 38 0,2 5 0,0 1 0,-1 0 0,1-1 0,0 1 0,0-1 0,0 1 0,-1-1 0,1 1 0,0 0 0,0-1 0,0 1 0,0-1 0,0 1 0,0-1 0,0 1 0,0-1 0,0 1 0,0-1 0,1 1 0,-1-1 0,0 1 0,0 0 0,0-1 0,0 1 0,1-1 0,-1 1 0,0-1 0,0 1 0,1 0 0,-1-1 0,1 1 0,0 0 0,0-1 0,0 1 0,-1 0 0,1 0 0,0 0 0,0 0 0,0 0 0,0 0 0,-1 1 0,1-1 0,0 0 0,0 0 0,0 1 0,0-1 0,33 19 0,-32-18 0,5 3 0,80 47 0,-75-45 0,0-1 0,1 0 0,-1-1 0,1 0 0,21 3 0,-33-7 0,1 0 0,-1 0 0,1 1 0,-1-1 0,1 0 0,-1 0 0,1 0 0,-1-1 0,1 1 0,-1 0 0,1 0 0,-1-1 0,1 1 0,-1-1 0,0 1 0,1-1 0,-1 0 0,0 0 0,1 0 0,-1 1 0,0-1 0,0 0 0,0 0 0,0 0 0,0-1 0,0 1 0,0 0 0,0 0 0,0-1 0,-1 1 0,1 0 0,0-1 0,-1 1 0,1 0 0,-1-1 0,0 1 0,1-1 0,-1 1 0,0-3 0,1 0 0,-1-1 0,-1 1 0,1 0 0,0-1 0,-1 1 0,0 0 0,0 0 0,0 0 0,-1-1 0,1 1 0,-1 1 0,0-1 0,-3-4 0,-5-5-99,-2 0-1,0 1 0,-1 1 1,0 0-1,-21-14 1,21 15-669,-4-2-6058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5:36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44 24575,'-3'0'0,"0"1"0,0-1 0,1 1 0,-1 0 0,0 0 0,1 0 0,-1 0 0,1 1 0,-1-1 0,1 1 0,0-1 0,-1 1 0,1 0 0,0 0 0,0 0 0,0 0 0,1 0 0,-1 0 0,-1 4 0,-1-2 0,1 1 0,0 1 0,0-1 0,1 0 0,0 1 0,0-1 0,0 1 0,-1 7 0,3-12 0,-1 1 0,1-1 0,0 1 0,0-1 0,0 1 0,0 0 0,0-1 0,0 1 0,1-1 0,-1 1 0,0-1 0,1 1 0,-1-1 0,1 1 0,0-1 0,-1 1 0,1-1 0,0 0 0,0 0 0,0 1 0,0-1 0,0 0 0,0 0 0,0 0 0,0 0 0,1 0 0,-1 0 0,0 0 0,1 0 0,1 0 0,3 2 0,1-1 0,-1-1 0,1 1 0,0-1 0,12 0 0,2 1 0,-10 0 0,-2 0 0,-1-1 0,1 0 0,-1 0 0,1-1 0,12-1 0,-19 0 0,0 1 0,-1 0 0,1-1 0,0 1 0,0-1 0,-1 0 0,1 0 0,0 0 0,-1 1 0,1-1 0,-1-1 0,1 1 0,-1 0 0,1 0 0,-1 0 0,0-1 0,0 1 0,0-1 0,0 1 0,0-1 0,0 1 0,0-1 0,0 0 0,-1 1 0,1-1 0,0 0 0,-1 0 0,0 1 0,1-1 0,-1 0 0,0-2 0,1-1 7,-1-1 0,0 1 0,-1 0 0,1 0 0,-1 0 1,0 0-1,0 0 0,-1 0 0,0 0 0,1 1 0,-1-1 0,-1 0 0,1 1 0,-1 0 0,0-1 0,-5-5 0,3 4-156,-1 0 1,0 1-1,0 0 1,-1 0-1,1 0 1,-1 0-1,0 1 1,0 1-1,-13-6 1,2 3-6678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24575,'0'0'0,"0"0"0,0 0 0,0 0 0,0 0 0,0 0 0,0 0 0,0-1 0,0 1 0,-1 0 0,1 0 0,0 0 0,0 0 0,0-1 0,0 1 0,0 0 0,0 0 0,0 0 0,1 0 0,-1 0 0,0-1 0,0 1 0,0 0 0,0 0 0,0 0 0,0 0 0,0 0 0,0-1 0,0 1 0,0 0 0,0 0 0,0 0 0,1 0 0,-1 0 0,0 0 0,0 0 0,0-1 0,0 1 0,0 0 0,0 0 0,1 0 0,-1 0 0,0 0 0,0 0 0,0 0 0,0 0 0,0 0 0,1 0 0,-1 0 0,0 0 0,0 0 0,0 0 0,0 0 0,1 0 0,-1 0 0,0 0 0,0 0 0,0 0 0,0 0 0,0 0 0,1 0 0,-1 0 0,0 0 0,0 1 0,7 8 0,15 102 0,3 10 0,4-6 0,-28-158 0,-10-137 0,3 130 0,6 50 0,0 0 0,0 0 0,0 1 0,0-1 0,0 0 0,0 0 0,0 0 0,0 0 0,0 0 0,0 0 0,0 0 0,0 0 0,0 0 0,0 0 0,0 0 0,0 0 0,0 0 0,0 0 0,-1 0 0,1 0 0,0 0 0,0 0 0,0 0 0,0 0 0,0 0 0,0 0 0,0 0 0,0 0 0,0 0 0,0 0 0,0 0 0,0 0 0,0 0 0,0 0 0,0 0 0,0 0 0,0-1 0,0 1 0,0 0 0,0 0 0,0 0 0,0 0 0,0 0 0,0 0 0,0 0 0,0 0 0,0 0 0,0 0 0,0 0 0,0 0 0,0 0 0,-1 0 0,1 0 0,-3 7 0,-2 12 0,1 21 0,1 0 0,5 72 0,5-75 24,-6-31-179,1-1 1,-1 1 0,0 0-1,0 0 1,-1 0 0,0 1 0,0-1-1,-1 8 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3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7 115 24575,'0'0'0,"0"0"0,-1 0 0,1 0 0,0 0 0,-1 1 0,1-1 0,0 0 0,-1 0 0,1 0 0,0 0 0,-1 1 0,1-1 0,0 0 0,0 0 0,-1 1 0,1-1 0,0 0 0,0 0 0,-1 1 0,1-1 0,0 0 0,0 1 0,0-1 0,0 0 0,-1 1 0,1-1 0,0 0 0,0 1 0,0-1 0,0 0 0,0 1 0,0-1 0,0 1 0,0-1 0,0 0 0,0 1 0,0-1 0,0 0 0,0 1 0,1 0 0,3 16 0,-3-17 0,3 11 0,1 0 0,0-1 0,1 0 0,0 0 0,1 0 0,0-1 0,15 15 0,-3-5 0,1-1 0,29 19 0,-46-34 0,1-1 0,0 1 0,-1-1 0,1 0 0,0 0 0,0-1 0,1 1 0,-1-1 0,0 0 0,7 1 0,-9-2 0,0 0 0,0 0 0,-1 0 0,1-1 0,0 1 0,0 0 0,0-1 0,0 0 0,-1 1 0,1-1 0,0 0 0,0 0 0,-1 0 0,1 0 0,-1 0 0,1 0 0,-1 0 0,1 0 0,-1-1 0,0 1 0,0-1 0,1 1 0,-1-1 0,0 1 0,0-1 0,1-2 0,0-1 0,0-1 0,-1 1 0,1 0 0,-1-1 0,0 1 0,-1-1 0,1 1 0,-2-11 0,1 9 0,1-1 0,-1 1 0,3-12 0,-3 18 0,0 1 0,0 0 0,0 0 0,0-1 0,0 1 0,1 0 0,-1-1 0,0 1 0,0 0 0,0 0 0,0-1 0,0 1 0,1 0 0,-1 0 0,0-1 0,0 1 0,0 0 0,1 0 0,-1 0 0,0 0 0,0-1 0,1 1 0,-1 0 0,0 0 0,0 0 0,1 0 0,-1 0 0,0 0 0,1-1 0,9 5 0,10 15 0,-16-14 0,5 4 0,1 0 0,0-1 0,22 13 0,-27-18 0,0-1 0,1 1 0,-1-1 0,1 0 0,-1 0 0,1-1 0,0 0 0,0 0 0,-1 0 0,13 0 0,-16-2 0,0 1 0,0 0 0,0-1 0,0 1 0,0-1 0,0 0 0,0 0 0,0 0 0,-1 0 0,1 0 0,0 0 0,-1 0 0,1 0 0,0-1 0,-1 1 0,1-1 0,-1 1 0,0-1 0,0 1 0,0-1 0,1 0 0,-2 0 0,1 0 0,0 1 0,0-1 0,0 0 0,-1 0 0,1 0 0,-1-3 0,2-5 0,-1 0 0,0 0 0,0 0 0,-2-17 0,0 18-62,-1-1 0,0 1 0,0 0 0,0-1 0,-1 1 0,-1 1 0,1-1 0,-2 0 0,1 1 0,-1 0 0,0 0 0,-1 0-1,0 1 1,0-1 0,-1 1 0,1 1 0,-1 0 0,-1 0 0,0 0 0,1 1 0,-16-8 0,10 6-6764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3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24575,'0'-1'0,"0"1"0,-1 0 0,1 0 0,0-1 0,-1 1 0,1 0 0,0 0 0,-1 0 0,1 0 0,-1 0 0,1-1 0,0 1 0,-1 0 0,1 0 0,-1 0 0,1 0 0,0 0 0,-1 0 0,1 0 0,-1 0 0,1 1 0,0-1 0,-1 0 0,1 0 0,0 0 0,-1 0 0,1 0 0,-1 1 0,1-1 0,-1 1 0,1-1 0,-1 1 0,1 0 0,0 0 0,0-1 0,-1 1 0,1 0 0,0 0 0,0-1 0,0 1 0,0 0 0,0 0 0,0 0 0,0 0 0,0 0 0,1 4 0,0 1 0,0-1 0,3 9 0,5 6 0,23 37 0,-1-3 0,-30-52-105,0 0 0,0 0 0,0 0 0,0 0 0,0 0 0,-1 1 0,1-1 0,-1 0 0,0 1 0,1-1 0,-1 0 0,-1 5 0,-1 1-6721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6:54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10 24575,'6'-9'0,"-5"15"0,-6 21 0,5-23 0,-7 28 0,2 1 0,0 48 0,6-3 0,-2 70 0,0-144 0,0 1 0,0-1 0,-1 1 0,1-1 0,-1 0 0,0 0 0,0 0 0,-1 0 0,-3 5 0,4-6 0,0 0 0,-1 0 0,2 0 0,-1 0 0,0 1 0,1-1 0,-1 0 0,1 1 0,0-1 0,0 1 0,0 0 0,1-1 0,-1 1 0,1 5 0,12 55 0,-7-44 0,3 31 0,-7-44 0,-1 0 0,0-1 0,0 1 0,-1 0 0,0-1 0,0 1 0,-1 0 0,-3 10 0,-7 11 0,5-14 0,1 1 0,0 0 0,1 0 0,1 1 0,1-1 0,-3 27 0,4-7 0,3 0 0,0 0 0,3 0 0,1-1 0,11 45 0,9 20-1365,-20-78-5461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08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24575,'16'1'0,"0"0"0,0 1 0,0 0 0,19 7 0,59 23 0,-44-14 0,113 50 0,-27-8 0,-80-38 0,-1 2 0,-1 3 0,65 44 0,-28-21 0,-47-27 0,-31-17 0,-1-1 0,16 4 0,-19-6 0,1 0 0,-1 1 0,1 0 0,-1 0 0,9 6 0,-18-10-20,0 1-1,1-1 0,-1 0 1,0 0-1,0 0 0,1 0 0,-1 0 1,0 0-1,0 1 0,0-1 1,1 0-1,-1 0 0,0 0 1,0 1-1,0-1 0,0 0 1,0 0-1,1 1 0,-1-1 1,0 0-1,0 0 0,0 1 0,0-1 1,0 0-1,0 0 0,0 1 1,0-1-1,0 0 0,0 0 1,0 1-1,0-1 0,0 0 1,0 1-1,0-1 0,0 0 1,0 0-1,0 1 0,0-1 0,0 0 1,-1 0-1,1 0 0,0 1 1,0-1-1,0 0 0,0 0 1,-1 1-1,1-1 0,0 0 1,0 0-1,0 0 0,-1 0 1,1 1-1,0-1 0,0 0 0,-1 0 1,1 0-1,0 0 0,0 0 1,-1 0-1,1 0 0,0 0 1,0 0-1,-1 0 0,1 0 1,-1 0-1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09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619 241 24575,'2'-2'0,"1"1"0,-1-1 0,0 1 0,1 0 0,-1-1 0,1 1 0,-1 0 0,1 1 0,0-1 0,-1 0 0,1 1 0,0-1 0,0 1 0,3 0 0,1 0 0,0 0 0,-1 0 0,1 1 0,12 3 0,108 42 0,-61-20 0,87 38 0,19 7 0,34 19 0,-129-53 0,96 38 0,82 32 0,-19-8 0,196 72 0,-360-145 0,-27-9 0,312 118 0,36-2 0,-320-112 0,126 42 0,-36-11 0,49 20 0,-144-45 0,-45-19 0,0 1 0,0 1 0,0 1 0,22 15 0,-44-26 0,-1 1 0,0-1 0,1 0 0,-1 0 0,0 0 0,1 0 0,-1 1 0,0-1 0,1 0 0,-1 0 0,0 1 0,0-1 0,1 0 0,-1 0 0,0 1 0,0-1 0,1 0 0,-1 1 0,0-1 0,0 0 0,0 1 0,0-1 0,0 0 0,0 1 0,1-1 0,-1 1 0,0-1 0,0 0 0,0 1 0,0-1 0,0 1 0,-1-1 0,1 1 0,-1-1 0,0 0 0,1 1 0,-1-1 0,0 0 0,1 0 0,-1 1 0,0-1 0,1 0 0,-1 0 0,0 0 0,1 0 0,-2 0 0,-28-2 0,-26-11 0,-67-25 0,-53-30 0,119 45 0,-420-177 0,273 112 0,-63-10 0,113 45 0,-327-98 0,132 45 0,-37-35 0,17-19 0,38 19 0,220 102 0,-27-11 0,-179-86 0,155 75 0,139 50 13,-37-23 0,25 14-1404,23 13-5435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0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188 90 24575,'-30'-15'0,"-13"-5"0,-1-2 0,5 3 0,8 5-8191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1.1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1105 415 24575,'-47'-20'0,"-1"2"0,-89-21 0,71 21 0,-57-13 0,-68-20 0,161 41 0,-206-75 0,213 74 0,1-2 0,0 0 0,0-1 0,2 0 0,0-2 0,-27-27 0,45 41-97,0 0-1,-1 0 1,1 1-1,-1-1 1,1 1-1,-1 0 1,1-1-1,-1 1 1,0 0-1,1 1 1,-1-1-1,0 0 0,-4 0 1,-4 0-6729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2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1141 6 24575,'2'-5'0,"-8"5"0,-11 6 0,16-6 0,-25 9 2,0-1 0,0-2 0,-55 6 0,-83-5-84,146-6 52,-408-8-395,130-1-933,241 7-4946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4.4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315 343 24575,'-44'-4'0,"-55"-3"0,81 7 0,0 0 0,-1 2 0,-23 4 0,37-5 0,1 0 0,-1 1 0,1 0 0,0-1 0,-1 1 0,1 1 0,0-1 0,0 1 0,0-1 0,1 1 0,-1 0 0,1 1 0,-1-1 0,-4 7 0,7-8 0,0 0 0,0 0 0,0 0 0,0 0 0,0 0 0,0 0 0,0 0 0,1 0 0,0 0 0,-1 1 0,1-1 0,0 0 0,0 0 0,0 0 0,0 1 0,0-1 0,1 0 0,-1 0 0,0 0 0,1 0 0,0 1 0,0-1 0,0 0 0,-1 0 0,2 0 0,-1 0 0,0-1 0,0 1 0,1 0 0,-1 0 0,1-1 0,2 3 0,1 1 0,1-1 0,-1 0 0,1-1 0,-1 1 0,1-1 0,0 0 0,0 0 0,13 3 0,3-1 0,29 4 0,-46-8 0,-1 0 0,1-1 0,0 1 0,0-1 0,0 0 0,0-1 0,0 1 0,0-1 0,0 0 0,-1 0 0,1-1 0,0 1 0,-1-1 0,1 0 0,-1 0 0,1-1 0,-1 1 0,7-6 0,-8 5 0,0 0 0,0 0 0,-1 0 0,1-1 0,-1 1 0,1-1 0,-1 1 0,0-1 0,0 0 0,-1 0 0,1 0 0,-1 0 0,0 0 0,0 0 0,0 0 0,-1 0 0,1-1 0,-1 1 0,0 0 0,-1-7 0,-1 0 0,0 0 0,0 0 0,-2 0 0,1 1 0,-1-1 0,-1 1 0,-5-10 0,-46-65 0,47 72 0,-9-13 0,-12-16 0,-63-72 0,79 102 0,9 8 0,6 10 0,106 178 0,15-9 0,-120-172-79,2 3-82,1 0 1,-1-1-1,1 0 0,0 0 0,0 0 0,1-1 1,7 5-1,-3-4-6665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5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73 285 24575,'1'-1'0,"13"-11"0,-1 0 0,0-1 0,-1 0 0,17-24 0,-27 33 0,1 0 0,-1 0 0,-1 0 0,1 0 0,0 0 0,-1 0 0,0 0 0,0 0 0,0-1 0,0-7 0,-1 9 0,-1 0 0,1 0 0,-1 0 0,1 0 0,-1 0 0,0 0 0,0 0 0,0 0 0,-1 0 0,1 0 0,-1 0 0,0 1 0,1-1 0,-1 0 0,0 1 0,-4-4 0,0 1 0,1 1 0,0 0 0,-1 0 0,0 0 0,0 0 0,0 1 0,-1 0 0,1 0 0,-10-2 0,14 4 0,0 1 0,-1-1 0,1 1 0,0-1 0,-1 1 0,1 0 0,0 0 0,-1 0 0,1 0 0,-1 0 0,1 0 0,0 1 0,-1-1 0,1 1 0,0 0 0,-1 0 0,1 0 0,0 0 0,0 0 0,0 0 0,0 0 0,0 1 0,0-1 0,0 1 0,1-1 0,-1 1 0,0 0 0,1 0 0,-3 3 0,2-1 0,0-1 0,1 0 0,-1 1 0,1-1 0,0 0 0,0 1 0,0 0 0,1-1 0,-1 1 0,1-1 0,0 1 0,0 0 0,0-1 0,1 7 0,0-5 0,1 0 0,-1 0 0,1 0 0,0 0 0,0-1 0,1 1 0,0-1 0,-1 1 0,6 5 0,0-2 0,0 1 0,1-1 0,0 0 0,1-1 0,-1 0 0,1-1 0,1 0 0,13 7 0,-12-8 0,0-1 0,1 0 0,-1 0 0,1-1 0,0-1 0,0 0 0,0-1 0,0 0 0,0-1 0,0 0 0,0-1 0,-1-1 0,1 0 0,0 0 0,0-2 0,-1 1 0,0-2 0,14-6 0,-11 4 0,0-1 0,-1 0 0,0-1 0,19-16 0,-32 24 0,0 0 0,-1 0 0,1 1 0,0-1 0,-1 0 0,1 0 0,-1 0 0,1 0 0,-1 0 0,1 0 0,-1 0 0,0 0 0,1 0 0,-1 0 0,0 0 0,0 0 0,0 0 0,1 0 0,-1 0 0,-1 0 0,1 0 0,0 0 0,0 0 0,0 0 0,0 0 0,-1 0 0,1 0 0,0 0 0,-1 0 0,1 0 0,-1 0 0,1 1 0,-1-1 0,0 0 0,1 0 0,-2-1 0,-3-3 0,0 0 0,-1 0 0,0 0 0,-8-5 0,-1-1 0,11 7 0,0 0 0,0 0 0,0 0 0,1-1 0,0 1 0,0-1 0,0 0 0,-3-5 0,5 7 0,0 0 0,0 0 0,0 0 0,0 0 0,0 0 0,1 0 0,0 0 0,-1 0 0,1 0 0,0 0 0,0 0 0,0 0 0,1 0 0,-1-1 0,1 1 0,1-3 0,-1 4 0,0 1 0,0-1 0,0 1 0,0 0 0,1-1 0,-1 1 0,0 0 0,1 0 0,-1-1 0,1 1 0,-1 0 0,1 1 0,0-1 0,-1 0 0,1 0 0,0 1 0,0-1 0,0 1 0,-1-1 0,1 1 0,0 0 0,4 0 0,3-1 0,0 1 0,1 1 0,9 1 0,6 4-1365,-15-2-5461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5.2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24575,'5'15'0,"4"5"0,0 1 0,2 1 0,-1-2 0,0-2 0,0-3 0,0-3 0,-1 0 0,2-2 0,-2-1 0,1 2 0,1-3 0,-2 1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5.4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24575,'7'8'0,"4"5"0,1-1 0,-1-1-8191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5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0 139 24575,'221'130'0,"-219"-128"0,-1-1 0,1 0 0,0 0 0,0 0 0,0 0 0,0-1 0,0 1 0,0 0 0,0-1 0,2 1 0,-3-1 0,-1 0 0,1 0 0,-1 0 0,0 0 0,1 0 0,-1-1 0,1 1 0,-1 0 0,0 0 0,1 0 0,-1 0 0,0-1 0,1 1 0,-1 0 0,0 0 0,0-1 0,1 1 0,-1 0 0,0 0 0,0-1 0,1 0 0,2-13 0,-3 5 0,-1 1 0,0-1 0,0 1 0,-1-1 0,0 1 0,-1 0 0,1 0 0,-2 0 0,1 0 0,-8-11 0,-6-8 0,-31-36 0,24 32 0,-6-5-1365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6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12 24575,'-18'-4'0,"-31"-3"0,45 7 0,0-1 0,0 1 0,0 0 0,0 1 0,0-1 0,-1 1 0,1 0 0,0 0 0,0 0 0,0 0 0,1 1 0,-1-1 0,-6 4 0,9-4 0,0 0 0,0 0 0,0-1 0,1 1 0,-1 0 0,0 0 0,0 0 0,1 0 0,-1 0 0,1 0 0,-1 0 0,1 0 0,-1 0 0,1 0 0,-1 0 0,1 0 0,0 0 0,0 0 0,-1 1 0,1-1 0,0 1 0,1 1 0,-1-1 0,0 0 0,1 0 0,0 0 0,-1 0 0,1 1 0,0-1 0,0 0 0,0 0 0,2 2 0,2 3 0,1 0 0,0-1 0,0 0 0,10 8 0,-9-8 0,0 0 0,0-1 0,1 0 0,0-1 0,12 6 0,-18-9 0,0 0 0,0-1 0,-1 1 0,1-1 0,0 0 0,0 1 0,0-1 0,-1 0 0,1 0 0,0 0 0,0 0 0,0-1 0,0 1 0,-1 0 0,1-1 0,0 1 0,0-1 0,-1 0 0,1 0 0,0 1 0,-1-1 0,1 0 0,-1 0 0,1-1 0,-1 1 0,0 0 0,1 0 0,-1-1 0,0 1 0,0-1 0,0 1 0,0-1 0,0 1 0,1-3 0,0 0 0,-1 0 0,1 0 0,-1 0 0,0 0 0,0 0 0,0 0 0,-1 0 0,1-1 0,-1 1 0,0 0 0,0-1 0,-1 1 0,1 0 0,-1 0 0,0 0 0,0-1 0,0 1 0,-3-5 0,1 5 0,2 6 0,1 7 0,2-5 0,0 1 0,0-1 0,0 0 0,1 0 0,0 0 0,-1 0 0,1-1 0,1 1 0,-1-1 0,0 1 0,1-1 0,0 0 0,7 4 0,-7-5 0,0 1 0,0-1 0,0 0 0,0 0 0,1-1 0,-1 1 0,0-1 0,1 0 0,0 0 0,-1 0 0,1-1 0,0 1 0,9-2 0,-11 1-195,-1-1 0,1 0 0,0 1 0,0-2 0,0 1 0,5-3 0,1-2-6631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6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24575,'20'54'0,"43"84"0,41 42 0,-92-160 0,1 0 0,1-1 0,1-1 0,20 21 0,-35-38 0,1-1 0,-1 1 0,1-1 0,-1 1 0,1-1 0,-1 0 0,1 1 0,-1-1 0,1 0 0,-1 1 0,1-1 0,0 0 0,-1 0 0,1 1 0,0-1 0,-1 0 0,1 0 0,0 0 0,0 0 0,-1 0 0,0-1 0,0 1 0,1 0 0,-1 0 0,0 0 0,0-1 0,0 1 0,1 0 0,-1 0 0,0-1 0,0 1 0,0 0 0,0 0 0,0-1 0,0 1 0,1 0 0,-1 0 0,0-1 0,0 1 0,0 0 0,0-1 0,0 1 0,0 0 0,0-1 0,0 1 0,-5-24 0,-4 3 0,-12-37 0,20 53 0,-1 0 0,1 0 0,1 0 0,-1 0 0,1 0 0,-1 0 0,2-1 0,-1 1 0,1-6 0,0 9 0,0 0 0,0 0 0,0 0 0,0 0 0,0 0 0,0 0 0,0 1 0,0-1 0,1 0 0,-1 1 0,1-1 0,-1 1 0,1 0 0,0-1 0,0 1 0,-1 0 0,1 0 0,0 0 0,0 0 0,0 0 0,0 1 0,0-1 0,0 0 0,0 1 0,0 0 0,0-1 0,1 1 0,3 0 0,4 0 0,0 1 0,1-1 0,-1 2 0,17 3 0,-12-1 0,-1 1 0,0 1 0,26 13 0,37 28 0,-73-44 0,0-1 0,-1 1 0,1 0 0,0 0 0,-1 0 0,0 1 0,4 4 0,-6-7 0,-1 0 0,1 0 0,-1 0 0,0 0 0,1 0 0,-1 0 0,0 0 0,1 0 0,-1 0 0,0 0 0,0 0 0,0 0 0,0 0 0,0 0 0,0 0 0,0 0 0,0 0 0,-1 1 0,1-1 0,0 0 0,-1 0 0,1 0 0,-1 0 0,1 0 0,-1 0 0,1-1 0,-1 1 0,1 0 0,-1 0 0,0 0 0,0 0 0,1-1 0,-1 1 0,0 0 0,0-1 0,-1 2 0,-1-1-124,0 1 0,1-1 0,-1 1 0,0-1 0,0 0 0,0 0-1,0 0 1,0 0 0,0-1 0,-4 1 0,-5 0-6702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6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10 24575,'-3'-5'0,"0"1"0,0 3 0,0 5 0,1 6 0,1 5 0,-2 1 0,0 2 0,-1-1 0,2 0 0,0-4-8191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7.4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1 157 24575,'3'3'0,"0"0"0,0 0 0,0 0 0,-1 0 0,4 5 0,-3-4 0,5 7 0,0-1 0,0-1 0,1 0 0,1 0 0,-1-1 0,1 0 0,19 11 0,-28-19 0,0 1 0,0 0 0,0-1 0,0 1 0,0-1 0,0 0 0,0 1 0,0-1 0,0 0 0,1 1 0,-1-1 0,0 0 0,0 0 0,0 0 0,1 0 0,-1-1 0,0 1 0,0 0 0,0 0 0,0-1 0,1 1 0,-1 0 0,0-1 0,0 1 0,0-1 0,0 0 0,0 1 0,0-1 0,0 0 0,0 1 0,-1-1 0,1 0 0,0 0 0,0 0 0,0 0 0,-1 0 0,1 0 0,-1 0 0,2-2 0,-1 0 0,0-1 0,0 1 0,0 0 0,0-1 0,-1 1 0,0-1 0,1 1 0,-1 0 0,0-1 0,-1 1 0,1-1 0,-2-6 0,-48-155 0,48 161-227,1 0-1,-1 0 1,1 0-1,-1 1 1,-3-6-1,-3 0-6598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7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47 268 24575,'8'-19'0,"29"-77"0,-32 81 0,-2 1 0,1-1 0,-2 0 0,2-27 0,-4 39 0,0 0 0,0 0 0,-1-1 0,1 1 0,-1 0 0,0 0 0,0 0 0,0 0 0,0 0 0,0 0 0,-3-4 0,3 6 0,1 1 0,-1-1 0,0 0 0,1 0 0,-1 1 0,0-1 0,0 0 0,1 1 0,-1-1 0,0 1 0,0-1 0,0 1 0,0-1 0,0 1 0,0 0 0,0 0 0,0-1 0,0 1 0,0 0 0,0 0 0,0 0 0,0 0 0,0 0 0,0 0 0,0 0 0,0 0 0,0 0 0,0 1 0,0-1 0,0 0 0,0 1 0,0-1 0,1 1 0,-1-1 0,0 1 0,0-1 0,0 1 0,-1 0 0,-2 3 0,0-1 0,0 1 0,0 0 0,1 0 0,0 0 0,-1 1 0,1-1 0,1 1 0,-1 0 0,1 0 0,-1 0 0,0 5 0,-2 3 0,1 1 0,1 0 0,-2 19 0,3-18 0,1 0 0,0-1 0,1 1 0,1 0 0,4 21 0,-4-29 0,1-1 0,0 1 0,0-1 0,1 0 0,0 0 0,0 0 0,0 0 0,1-1 0,-1 1 0,2-1 0,-1 0 0,0 0 0,1 0 0,8 5 0,-3-3 10,0 0 1,1-1-1,0 0 0,0-1 0,0 0 1,1-1-1,22 5 0,7-1-331,41 2-1,-50-7-482,-17-2-6022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8.5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420 30 24575,'-83'-13'0,"-155"-4"0,231 17 0,-1 1 0,0 0 0,1 0 0,-1 0 0,1 1 0,-1 0 0,-10 4 0,17-5 0,-1 0 0,0 0 0,1-1 0,-1 1 0,1 0 0,-1 1 0,1-1 0,-1 0 0,1 0 0,0 1 0,0-1 0,-1 0 0,1 1 0,0-1 0,0 1 0,1 0 0,-1-1 0,0 1 0,0 0 0,1-1 0,-1 1 0,1 0 0,0 0 0,-1 0 0,1-1 0,0 1 0,0 0 0,0 0 0,0 0 0,0 0 0,1-1 0,-1 1 0,1 0 0,-1 0 0,1-1 0,1 4 0,0 0 0,1-1 0,-1 0 0,1 0 0,0 0 0,0 0 0,1 0 0,-1-1 0,1 1 0,0-1 0,0 0 0,0 0 0,0 0 0,0-1 0,6 3 0,10 4 0,38 13 0,-56-22 0,16 6 0,1-2 0,0 0 0,0-1 0,0 0 0,0-2 0,38-2 0,-54 1 0,0-1 0,0 1 0,0-1 0,0 0 0,0 0 0,0 0 0,0 0 0,-1-1 0,1 1 0,0-1 0,-1 1 0,1-1 0,-1 0 0,1 0 0,-1 0 0,0 0 0,0-1 0,3-4 0,-4 5 0,0 1 0,0-1 0,0 0 0,0 0 0,-1 0 0,1 0 0,-1 1 0,1-1 0,-1 0 0,0 0 0,0 0 0,0 0 0,0 0 0,0 0 0,0 0 0,0 0 0,-1 0 0,1 0 0,-1 0 0,1 0 0,-1 1 0,0-1 0,0 0 0,0 0 0,0 1 0,0-1 0,0 0 0,0 1 0,-1-1 0,-1-1 0,-15-10 0,8 10 0,10 3 0,0 0 0,-1 0 0,1 0 0,0 0 0,0 0 0,-1 0 0,1 0 0,0 0 0,0 0 0,-1 0 0,1 1 0,0-1 0,0 0 0,0 0 0,-1 0 0,1 0 0,0 1 0,0-1 0,0 0 0,0 0 0,0 0 0,-1 1 0,1-1 0,0 0 0,0 0 0,0 1 0,0-1 0,0 0 0,0 0 0,0 0 0,0 1 0,0-1 0,0 0 0,0 1 0,0 0 0,0 1 0,0 0 0,1 0 0,-1-1 0,1 1 0,-1-1 0,1 1 0,0-1 0,0 1 0,0-1 0,-1 1 0,1-1 0,1 1 0,-1-1 0,0 0 0,2 2 0,24 21 0,-21-20 0,9 7-1365,-1-1-5461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8.9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24575,'210'324'0,"-199"-310"0,-1-1 0,2 0 0,-1-1 0,2 0 0,25 18 0,-35-28-80,-1-1 0,0 0-1,1 0 1,-1 1 0,1-1-1,-1-1 1,1 1 0,0 0-1,-1-1 1,1 1 0,0-1 0,-1 0-1,1 0 1,0 0 0,0 0-1,2-1 1,4-2-6746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9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1 24575,'-30'10'0,"-13"6"0,-1 2 0,2-1 0,7-2 0,8-2 0,9-5-8191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19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0 111 24575,'13'18'0,"0"-1"0,0 0 0,19 16 0,-24-25 0,0-1 0,1 0 0,0-1 0,0 0 0,0 0 0,1-1 0,0 0 0,11 3 0,-16-6 0,1 0 0,-1-1 0,1 0 0,0 0 0,-1-1 0,1 0 0,0 0 0,-1 0 0,10-2 0,-13 2 0,0-1 0,0 1 0,0-1 0,0 0 0,0 1 0,-1-1 0,1 0 0,0 0 0,0 0 0,-1-1 0,1 1 0,-1 0 0,1-1 0,-1 1 0,1-1 0,-1 1 0,0-1 0,0 0 0,0 1 0,0-1 0,0 0 0,0 0 0,0 0 0,-1 0 0,1 0 0,0 0 0,-1 0 0,0 0 0,1-2 0,-1-4 0,1 0 0,-1 0 0,-1 0 0,1 0 0,-2 0 0,1 0 0,-1 0 0,0 1 0,0-1 0,-1 0 0,0 1 0,0 0 0,-10-14 0,30 34 0,-7-6 0,-1 0 0,0-1 0,1 1 0,0-2 0,0 1 0,0-1 0,1-1 0,0 0 0,-1 0 0,1-1 0,1 0 0,-1-1 0,0-1 0,1 1 0,19-2 0,-30 0 0,1 0 0,-1 0 0,1 0 0,-1 0 0,1-1 0,-1 1 0,0 0 0,1-1 0,-1 1 0,0-1 0,1 0 0,-1 1 0,0-1 0,1 0 0,-1 0 0,0 0 0,0 0 0,0 0 0,0 0 0,0 0 0,0 0 0,0 0 0,0-1 0,-1 1 0,1 0 0,0-1 0,-1 1 0,1 0 0,-1-1 0,1 1 0,-1-1 0,0 1 0,1-1 0,-1 1 0,0 0 0,0-1 0,0 1 0,0-1 0,-1 1 0,1-1 0,-1-1 0,0-4 0,-1 0 0,0 0 0,0 0 0,-1 0 0,0 1 0,0-1 0,-5-7 0,1 5-273,0 0 0,0 1 0,-1-1 0,-17-13 0,13 13-6553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0.1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14 24575,'-5'5'0,"1"1"0,-1 1 0,2-1 0,-1 0 0,1 1 0,0 0 0,0 0 0,0 0 0,1 0 0,0 0 0,0 9 0,1-12 0,1 0 0,0 0 0,0 0 0,1 0 0,-1 0 0,1 0 0,0 0 0,0 0 0,0 0 0,1 0 0,0 0 0,-1-1 0,1 1 0,0-1 0,1 1 0,-1-1 0,0 0 0,1 0 0,0 0 0,0 0 0,0 0 0,4 2 0,-4-2 0,1-1 0,0 1 0,1-1 0,-1 0 0,0 0 0,1 0 0,-1-1 0,1 0 0,-1 1 0,1-2 0,-1 1 0,1 0 0,0-1 0,0 0 0,-1 0 0,1-1 0,5 0 0,-6 0 0,-1 1 0,0-1 0,0 0 0,0 0 0,0-1 0,0 1 0,0-1 0,-1 1 0,1-1 0,0 0 0,-1 0 0,1 0 0,-1-1 0,0 1 0,1 0 0,-1-1 0,-1 1 0,1-1 0,0 0 0,0 0 0,-1 0 0,0 0 0,1 0 0,-1 0 0,1-5 0,0-3 24,0 0 0,-1 0 0,0 0 0,-2-22 0,1 30-102,0-1 0,-1 0 0,0 1-1,1-1 1,-1 1 0,0-1 0,0 1 0,-1-1 0,1 1-1,-1 0 1,0 0 0,0 0 0,0 0 0,0 0 0,0 0-1,-1 0 1,1 0 0,-5-3 0,-4 0-6748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1.9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24575,'10'27'0,"5"18"0,4 7 0,0 3 0,3 0 0,-1 1 0,2 0 0,1-2 0,3 1 0,0-2 0,2-3 0,0-1 0,1 0 0,-2-3 0,-4-7 0,-6-10-8191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3.1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1145 2067 24575,'54'84'0,"-4"2"0,63 151 0,-74-142 0,4-2 0,57 92 0,-25-55 0,-2-4 0,-60-103 0,-1 1 0,-1 1 0,9 34 0,-15-47 0,-5-8 0,-1-5 0,-5-7 0,-8-15 0,-85-136 0,4 6 0,-522-940-688,456 769 688,27-11 0,10 60 344,-26 12 0,60 96-344,27 47 0,30 58 0,-18-32 0,-54-63-1365,96 142-5461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5.1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24575,'61'5'164,"390"34"-1269,-193-13 188,360 47-1278,-569-65-1943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6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492 534 24575,'-3'-1'0,"-193"-65"0,153 54 0,-1 2 0,-69-7 0,107 17 0,1-1 0,-1 1 0,1 0 0,-1 1 0,1-1 0,-1 1 0,1 0 0,-1 1 0,-7 2 0,11-3 0,0 0 0,0 0 0,0 0 0,1 1 0,-1-1 0,0 0 0,1 1 0,-1-1 0,1 1 0,-1 0 0,1 0 0,0-1 0,0 1 0,0 0 0,0 0 0,0 0 0,0 0 0,0 0 0,1 0 0,-1 0 0,1 0 0,-1 0 0,1 1 0,0-1 0,0 0 0,0 4 0,1-1 0,0 1 0,0-1 0,0 1 0,1-1 0,0 0 0,0 0 0,0 0 0,1 0 0,0 0 0,-1 0 0,2 0 0,-1-1 0,0 0 0,1 0 0,0 0 0,0 0 0,8 5 0,7 6 0,1-2 0,36 18 0,-56-30 0,21 9 0,-1-1 0,2-1 0,-1-1 0,1-1 0,0 0 0,0-2 0,1-1 0,28 1 0,-44-4 0,1 0 0,-1 0 0,1-1 0,-1 0 0,1-1 0,-1 0 0,0 0 0,0 0 0,0-1 0,0 0 0,10-6 0,-13 7 0,-1-1 0,1 0 0,0 0 0,-1 0 0,0-1 0,1 1 0,-1-1 0,-1 0 0,1 1 0,0-1 0,-1-1 0,0 1 0,0 0 0,0 0 0,-1-1 0,1 1 0,-1-1 0,0 1 0,0-7 0,0 0 0,-1 1 0,-1-1 0,1 0 0,-2 1 0,0-1 0,0 1 0,-5-14 0,-31-68 0,37 89 0,-32-68 0,-3 1 0,-3 2 0,-81-106 0,120 173 0,-1 0 0,1 0 0,-1 0 0,0 1 0,1-1 0,-1 0 0,0 0 0,1 1 0,-1-1 0,0 1 0,0-1 0,0 1 0,0-1 0,0 1 0,-1-1 0,2 1 0,-1 0 0,1 0 0,0 0 0,0 1 0,-1-1 0,1 0 0,0 0 0,0 1 0,0-1 0,-1 0 0,1 1 0,0-1 0,0 0 0,0 0 0,0 1 0,0-1 0,0 0 0,-1 1 0,1-1 0,0 0 0,0 1 0,0-1 0,0 0 0,0 1 0,0-1 0,0 0 0,1 1 0,-1-1 0,0 1 0,6 33 0,9 20 0,3 0 0,34 72 0,-35-91 0,2-1 0,2 0 0,1-1 0,35 39 0,-48-61 0,1-1 0,1 0 0,-1-1 0,2 0 0,13 8 0,-18-13 0,1 0 0,0 0 0,0-1 0,0 0 0,1 0 0,-1-1 0,1 0 0,-1 0 0,14 0 0,-11-2 0,0 0 0,1 0 0,-1-1 0,0-1 0,0 0 0,0 0 0,15-6 0,-22 7 0,-1-1 0,1 1 0,-1-1 0,1 0 0,-1 0 0,0 0 0,0-1 0,0 1 0,0-1 0,0 0 0,0 0 0,-1 0 0,1 0 0,-1 0 0,0 0 0,0-1 0,0 1 0,0-1 0,-1 1 0,0-1 0,1 0 0,-1 0 0,-1 1 0,2-8 0,-2 6 0,1 1 0,-1-1 0,0 0 0,0 0 0,-1 0 0,1 1 0,-1-1 0,0 0 0,-1 0 0,1 1 0,-4-8 0,3 9 0,-1-1 0,1 1 0,-1-1 0,0 1 0,0 0 0,0 0 0,0 0 0,-1 0 0,1 1 0,-1-1 0,1 1 0,-1 0 0,-5-2 0,5 2 0,-1 0 0,0 1 0,0 0 0,0 0 0,0 0 0,0 0 0,0 1 0,0-1 0,-10 2 0,13-1 0,1 0 0,0 0 0,-1 1 0,1-1 0,0 0 0,-1 1 0,1-1 0,0 1 0,0-1 0,-1 1 0,1-1 0,0 1 0,0 0 0,0 0 0,0 0 0,0 0 0,0-1 0,0 1 0,0 0 0,0 1 0,0-1 0,1 0 0,-1 0 0,0 0 0,1 0 0,-1 1 0,1-1 0,-1 0 0,1 1 0,-1-1 0,1 0 0,0 1 0,0-1 0,0 0 0,0 1 0,0-1 0,0 0 0,0 1 0,0-1 0,1 0 0,-1 2 0,2 4 0,0-1 0,1 1 0,0-1 0,0 0 0,0 0 0,1 0 0,-1 0 0,1-1 0,1 0 0,-1 0 0,1 0 0,0 0 0,0 0 0,0-1 0,1 0 0,5 3 0,-1-1 0,-1-1 0,1 0 0,0 0 0,1-1 0,-1 0 0,1-1 0,-1 0 0,1-1 0,13 1 0,4-1 0,0-2 0,47-5 0,-61 3 0,0-1 0,-1 0 0,1 0 0,-1-2 0,0 0 0,0 0 0,16-10 0,-27 13 0,0 1 0,1 0 0,-1-1 0,0 1 0,-1-1 0,1 0 0,0 0 0,0 0 0,-1 0 0,1 0 0,-1 0 0,0 0 0,1 0 0,-1-1 0,0 1 0,0 0 0,-1-1 0,1 1 0,0-1 0,-1 1 0,0-1 0,1 1 0,-1-1 0,0 1 0,0-1 0,-1-2 0,0 1 0,0-1 0,0 1 0,0 0 0,-1-1 0,0 1 0,0 0 0,0 0 0,0 0 0,-1 1 0,1-1 0,-1 1 0,0-1 0,-7-5 0,-11-8 0,-1 1 0,-34-19 0,15 10 0,39 24 0,-23-18 0,24 19 0,0-1 0,0 0 0,0 1 0,0-1 0,1 0 0,-1 0 0,0 1 0,1-1 0,-1 0 0,1 0 0,-1 0 0,1 0 0,-1 0 0,1 0 0,-1 0 0,1 0 0,0 0 0,-1 0 0,1 0 0,0 0 0,0 0 0,0 0 0,0 0 0,0 0 0,0-1 0,1 1 0,0 0 0,0 0 0,-1 0 0,1 0 0,0 1 0,0-1 0,0 0 0,0 1 0,0-1 0,0 1 0,0-1 0,0 1 0,0-1 0,0 1 0,0 0 0,0 0 0,0-1 0,0 1 0,0 0 0,2 0 0,26 0 0,-26 0 0,12 2-227,-1 1-1,1 0 1,-1 1-1,0 0 1,27 12-1,-26-9-6598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6.7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24575,'7'20'0,"6"9"0,2 3 0,-1 0 0,0-3 0,0-3 0,-3-4 0,0-3 0,-3-3 0,1-3 0,-2-7 0,-2-7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6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24575,'5'-5'0,"2"1"0,-1 3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7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38 24575,'166'178'0,"-156"-166"0,1 0 0,0 0 0,1-1 0,0-1 0,1 0 0,0 0 0,15 7 0,-27-16 0,0-1 0,-1 1 0,1-1 0,0 0 0,0 1 0,0-1 0,-1 0 0,1 1 0,0-1 0,0 0 0,0 0 0,0 0 0,0 0 0,0 0 0,0 0 0,-1 0 0,1 0 0,0 0 0,0 0 0,0-1 0,0 1 0,0 0 0,-1 0 0,1-1 0,0 1 0,0-1 0,0 1 0,-1-1 0,1 1 0,0-1 0,-1 1 0,1-1 0,0 0 0,-1 1 0,1-1 0,-1 0 0,1 1 0,-1-1 0,1 0 0,-1 0 0,0 0 0,1 1 0,-1-1 0,0 0 0,0 0 0,1-1 0,0-5 0,0 0 0,0-1 0,-1 1 0,0-12 0,0 12 0,-1-26 60,-8-53 0,6 70-308,-1-1 1,0 1-1,-1 0 1,-1 1-1,-9-17 1,10 22-6579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7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4 24575,'-3'-1'0,"0"0"0,1 1 0,-1-1 0,0 1 0,0 0 0,0 0 0,-1 0 0,1 0 0,0 0 0,0 1 0,1-1 0,-1 1 0,0 0 0,0 0 0,0 0 0,0 0 0,1 1 0,-1-1 0,0 1 0,1-1 0,-1 1 0,1 0 0,0 0 0,0 0 0,-1 0 0,1 0 0,1 1 0,-1-1 0,0 1 0,0-1 0,1 1 0,0 0 0,-1-1 0,1 1 0,0 0 0,1 0 0,-1 0 0,-1 6 0,2 0 0,0 1 0,0-1 0,1 1 0,0-1 0,0 1 0,1-1 0,1 1 0,-1-1 0,1 0 0,1 0 0,0 0 0,0-1 0,1 0 0,0 1 0,9 11 0,-13-19 0,0 0 0,0 0 0,-1 0 0,1 1 0,0-1 0,0 0 0,0 0 0,0 0 0,0-1 0,1 1 0,-1 0 0,0 0 0,0-1 0,1 1 0,-1 0 0,0-1 0,0 1 0,1-1 0,-1 0 0,1 1 0,-1-1 0,0 0 0,1 0 0,-1 0 0,1 0 0,-1 0 0,0 0 0,1-1 0,-1 1 0,3-1 0,-2 0 0,0 0 0,0-1 0,0 1 0,0-1 0,-1 0 0,1 1 0,0-1 0,-1 0 0,0 0 0,1 0 0,-1 0 0,0 0 0,0 0 0,0 0 0,0 0 0,0 0 0,-1-1 0,1-1 0,2-14 0,0-1 0,-2 1 0,0 0 0,-3-25 0,1 28 0,3 22 0,-1 0 0,1 0 0,0 0 0,1-1 0,0 1 0,0-1 0,5 10 0,2 0 0,0 0 0,14 15 0,-13-19-1365,-1-3-5461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8.1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24575,'130'336'0,"-40"-98"0,-87-230 0,-2-4 0,0-1 0,0 1 0,1-1 0,-1 1 0,1-1 0,0 0 0,0 1 0,0-1 0,0 0 0,6 5 0,-8-8 0,0 0 0,0 0 0,0 0 0,1 0 0,-1 0 0,0 0 0,0 0 0,1 0 0,-1 0 0,0 0 0,0 0 0,1 0 0,-1 0 0,0 0 0,1 0 0,-1 0 0,0 0 0,0 0 0,1 0 0,-1 0 0,0 0 0,0 0 0,0 0 0,1 0 0,-1-1 0,0 1 0,0 0 0,1 0 0,-1 0 0,0 0 0,0-1 0,6-9 0,-2-13 0,-4 23 0,1-18 0,-1-30 0,-1 38 0,1-1 0,0 0 0,0 0 0,1 1 0,1-1 0,-1 1 0,2-1 0,4-14 0,-6 22 0,0 1 0,1-1 0,-1 1 0,1 0 0,-1-1 0,1 1 0,0 0 0,0 0 0,0 0 0,0 0 0,0 0 0,0 0 0,0 1 0,1-1 0,-1 1 0,1 0 0,-1-1 0,1 1 0,0 0 0,-1 0 0,1 1 0,0-1 0,0 1 0,3-1 0,0 1 0,0 0 0,-1 1 0,1 0 0,0 0 0,0 0 0,0 1 0,-1 0 0,1 0 0,0 0 0,6 5 0,3 1 0,0 1 0,-1 1 0,0 0 0,0 1 0,21 22 0,-28-25 0,-1-1 0,0 1 0,0 1 0,-1-1 0,0 1 0,0 0 0,-1 0 0,0 0 0,-1 0 0,0 1 0,3 14 0,-6-23-85,0 0 0,0 1-1,0-1 1,0 0 0,0 0-1,0 1 1,0-1 0,0 0-1,0 0 1,-1 0 0,1 1-1,-1-1 1,1 0 0,-1 0-1,0 2 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8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24575,'8'8'0,"2"4"0,0 4 0,-5 1 0,-3 0 0,-4-3 0,-2-4-8191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8.7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0 131 24575,'108'135'0,"-104"-131"0,-1 0 0,1 0 0,1 0 0,6 6 0,-10-9 0,-1-1 0,1 1 0,-1-1 0,1 0 0,0 1 0,-1-1 0,1 0 0,-1 1 0,1-1 0,0 0 0,-1 0 0,1 1 0,0-1 0,-1 0 0,1 0 0,0 0 0,-1 0 0,1 0 0,0 0 0,-1 0 0,1 0 0,0 0 0,-1 0 0,1-1 0,0 1 0,-1 0 0,1 0 0,0-1 0,-1 1 0,1 0 0,-1-1 0,1 1 0,-1 0 0,1-1 0,-1 1 0,1-1 0,-1 1 0,1-1 0,-1 1 0,1-1 0,-1 1 0,0-1 0,1 0 0,-1 1 0,0-1 0,0 0 0,1 1 0,-1-1 0,0 0 0,0 0 0,2-5 0,-1 1 0,-1-1 0,1 1 0,-1-1 0,1 0 0,-2 1 0,0-11 0,-12-43 0,5 26 0,4 7-341,0-1 0,2 0-1,0-29 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9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61 231 24575,'4'-17'0,"16"-68"0,-18 71 0,0 0 0,-1 0 0,-2-28 0,1 38 0,-1 1 0,1-1 0,-1 1 0,0-1 0,0 1 0,0 0 0,-1-1 0,-2-4 0,4 8 0,-1-1 0,1 1 0,0-1 0,-1 0 0,0 1 0,1-1 0,-1 1 0,1-1 0,-1 1 0,1-1 0,-1 1 0,0 0 0,1-1 0,-1 1 0,0 0 0,0 0 0,1-1 0,-1 1 0,0 0 0,0 0 0,1 0 0,-1 0 0,0 0 0,0 0 0,1 0 0,-1 0 0,0 0 0,0 0 0,1 0 0,-1 1 0,0-1 0,1 0 0,-1 0 0,0 1 0,1-1 0,-1 1 0,0-1 0,1 0 0,-1 1 0,0-1 0,1 1 0,-1 0 0,1-1 0,-1 2 0,-4 3 0,1-1 0,0 2 0,0-1 0,0 0 0,1 1 0,0 0 0,0 0 0,0 0 0,1 0 0,-1 0 0,2 1 0,-1-1 0,-1 11 0,0 8 0,2 1 0,0 28 0,2-48 0,-1 2 0,0 0 0,1 0 0,0 0 0,0-1 0,1 1 0,0 0 0,6 14 0,-6-18 0,0 0 0,0-1 0,1 1 0,-1 0 0,1-1 0,0 0 0,0 1 0,1-1 0,-1-1 0,0 1 0,1 0 0,0-1 0,0 0 0,0 0 0,7 3 0,-2-2 0,1 0 0,-1-1 0,0 0 0,1 0 0,11-1 0,50-1 0,-36-2 0,95-8-634,-114 8-97,1 0-6095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29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214 48 24575,'-20'-7'0,"-2"-2"0,0 1 0,0 1 0,-1 1 0,-38-4 0,60 10 0,-1-1 0,0 1 0,1 0 0,-1 0 0,1 0 0,-1 0 0,0 1 0,1-1 0,-1 0 0,1 1 0,-1-1 0,1 1 0,-1-1 0,1 1 0,-1 0 0,1 0 0,-1-1 0,1 1 0,0 0 0,0 0 0,-1 0 0,1 1 0,0-1 0,0 0 0,0 0 0,-1 3 0,1-1 0,0 0 0,0 0 0,0 0 0,1 0 0,0 0 0,-1 0 0,1 0 0,0 0 0,1 0 0,-1 0 0,0 0 0,1 0 0,1 5 0,2 3 0,0 0 0,1 0 0,0 0 0,0-1 0,2 0 0,-1 0 0,1 0 0,14 14 0,-5-7 0,2-1 0,0 0 0,26 17 0,-33-26 0,0 0 0,24 10 0,-31-16 0,0 1 0,0-1 0,0 1 0,0-1 0,0-1 0,0 1 0,0 0 0,0-1 0,1 0 0,-1 0 0,0 0 0,0-1 0,5 0 0,-7 0 0,-1 0 0,1 0 0,-1 0 0,1 0 0,-1-1 0,1 1 0,-1 0 0,0-1 0,0 1 0,0-1 0,0 1 0,0-1 0,0 1 0,0-1 0,0 0 0,-1 1 0,1-1 0,-1 0 0,1 0 0,-1 0 0,0 1 0,1-1 0,-1 0 0,0 0 0,0-2 0,0-7 0,-1 1 0,-2-21 0,-1 17 0,1 0 0,-1 1 0,-1-1 0,-1 1 0,0 0 0,-15-24 0,14 30 0,6 14 0,4 14 0,4-5-88,1 0-1,0 0 0,1-1 0,1 0 1,0-1-1,15 16 0,-14-17-655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0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63 24575,'-6'-19'0,"4"13"0,0 1 0,0-1 0,1 1 0,-1-1 0,0-9 0,14 46 0,17 91 0,6 19 0,-26-112 0,5 23 0,2-1 0,35 73 0,-49-119 0,1-1 0,-1 1 0,1 0 0,1-1 0,-1 0 0,1 0 0,-1 0 0,8 5 0,-8-6 0,0-1 0,0-1 0,1 1 0,-1 0 0,0-1 0,1 0 0,0 0 0,-1 0 0,1 0 0,0 0 0,-1-1 0,1 0 0,4 1 0,-3-1-105,0 0 0,1-1 0,-1 1 0,0-1 0,0 0 0,0 0 0,1 0 0,-1-1 0,0 0 0,-1 0 0,1 0 0,7-5 0,1-2-6721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0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335 0 24575,'-28'5'0,"-14"2"0,-4 2 0,-1-1 0,4-1 0,4-2 0,3-2 0,5-1 0,9-2-8191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1.3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88 24575,'0'0'0,"-1"0"0,1 0 0,0 0 0,-1 0 0,1 0 0,0 0 0,-1 1 0,1-1 0,0 0 0,0 0 0,-1 0 0,1 0 0,0 1 0,0-1 0,-1 0 0,1 0 0,0 1 0,0-1 0,-1 0 0,1 0 0,0 1 0,0-1 0,0 0 0,0 1 0,0-1 0,-1 0 0,1 1 0,0-1 0,0 0 0,0 1 0,0-1 0,0 0 0,0 1 0,0-1 0,0 0 0,0 1 0,0-1 0,0 0 0,1 1 0,-1-1 0,0 0 0,0 1 0,0-1 0,0 0 0,0 0 0,1 1 0,-1-1 0,0 1 0,9 17 0,-8-17 0,5 9 0,1 0 0,0-1 0,1 0 0,0 0 0,1-1 0,18 15 0,-11-12 0,0 0 0,1-1 0,26 12 0,-37-19 0,1-1 0,-1 0 0,0 0 0,1 0 0,-1-1 0,1 0 0,0 0 0,-1-1 0,1 0 0,0 0 0,7-1 0,-12 1 0,1-1 0,0 0 0,0 0 0,-1 0 0,1 0 0,0 0 0,-1 0 0,1-1 0,-1 1 0,0-1 0,1 0 0,-1 0 0,0 0 0,0 0 0,0 0 0,0 0 0,-1 0 0,1-1 0,0 1 0,-1 0 0,0-1 0,1 0 0,-1 1 0,0-1 0,-1 0 0,1 0 0,0-4 0,0 2 0,0 0 0,-1-1 0,0 1 0,0 0 0,-1 0 0,0 0 0,1 0 0,-2 0 0,1 0 0,-1 0 0,1 0 0,-5-7 0,6 12 0,0-1 0,0 1 0,0-1 0,-1 1 0,1 0 0,0-1 0,0 1 0,-1-1 0,1 1 0,0 0 0,-1-1 0,1 1 0,0 0 0,-1 0 0,1-1 0,0 1 0,-1 0 0,1 0 0,-1-1 0,1 1 0,0 0 0,-2 0 0,2 0 0,0 0 0,-1 0 0,1 0 0,0 1 0,0-1 0,-1 0 0,1 0 0,0 1 0,0-1 0,-1 0 0,1 0 0,0 1 0,0-1 0,0 0 0,-1 1 0,1-1 0,0 0 0,0 1 0,0-1 0,0 0 0,0 1 0,-1 2 0,1-1 0,-1 1 0,1-1 0,0 0 0,0 1 0,0-1 0,0 4 0,2 0 0,0 0 0,0 0 0,0-1 0,1 1 0,0 0 0,0-1 0,0 0 0,1 0 0,-1 0 0,1 0 0,1 0 0,-1-1 0,1 0 0,-1 0 0,1 0 0,0-1 0,1 1 0,-1-1 0,1 0 0,10 4 0,-11-6 0,0 1 0,-1-1 0,1 0 0,0 0 0,0-1 0,0 1 0,-1-1 0,1 0 0,0-1 0,0 1 0,0-1 0,0 0 0,-1 0 0,1 0 0,0-1 0,-1 0 0,1 0 0,-1 0 0,0 0 0,1 0 0,-1-1 0,0 0 0,-1 0 0,1 0 0,0-1 0,5-6 0,-5 4-36,-1 1 0,1 0 0,-1-1 1,0 0-1,-1 1 0,0-1 0,0 0 0,0 0 0,0-1 0,-1 1 0,0 0 0,0 0 0,-1-1 0,0 1 0,0-1 0,0 1 0,-1 0 1,0 0-1,0-1 0,-1 1 0,0 0 0,0 0 0,0 0 0,-1 0 0,0 1 0,0-1 0,0 1 0,0-1 0,-1 1 0,0 0 0,0 0 1,-1 1-1,1 0 0,-1-1 0,0 1 0,0 1 0,-6-4 0,-2 1-6790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1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24575,'10'20'0,"6"10"0,5 3 0,1 0 0,0-3 0,-1-3 0,-5-2 0,-2-4 0,-1-2 0,-3-2 0,-3-2 0,0-3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1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24575,'178'128'-871,"322"174"1,-269-182-440,279 155-3904,-473-252 5288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3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218 252 24575,'173'143'0,"-121"-105"0,86 47 0,259 110-134,-308-153-360,368 191 368,-266-131 126,187 110 0,-96-6 754,-243-179-754,1-2 0,1-1 0,79 33 0,80 26 0,242 70 0,-215-73 0,-220-78 0,22 11 0,-27-12 0,0 0 0,0 0 0,-1 0 0,1 0 0,0 1 0,-1-1 0,1 0 0,-1 1 0,1-1 0,-1 1 0,0-1 0,2 3 0,-3-4 0,0 1 0,0-1 0,0 0 0,0 1 0,1-1 0,-1 0 0,0 1 0,0-1 0,0 0 0,0 1 0,0-1 0,0 1 0,0-1 0,0 0 0,0 1 0,0-1 0,0 0 0,0 1 0,0-1 0,-1 0 0,1 1 0,0-1 0,0 0 0,0 1 0,0-1 0,0 0 0,-1 1 0,1-1 0,0 0 0,-1 1 0,-11 3 0,-16-5 0,8-5 0,0 0 0,0 0 0,0-2 0,-36-20 0,-4-1 0,-1009-494-879,1046 511 879,-287-159 0,10-15 0,-90-71 0,152 100 0,-27-12-71,71 46 204,135 85 587,-97-66-623,80 49-97,-35-27 0,103 74 0,-1 1 0,0 1 0,-18-10 0,24 15 0,1 0 0,-1 0 0,1 0 0,-1 0 0,0 0 0,0 1 0,1-1 0,-1 1 0,-4 0 0,6 0 0,0 0 0,-1 0 0,1 1 0,0-1 0,-1 0 0,1 1 0,0-1 0,0 1 0,-1 0 0,1-1 0,0 1 0,0 0 0,0 0 0,0 0 0,0 0 0,0-1 0,0 1 0,0 1 0,0-1 0,0 1 0,0-1 0,1 1 0,-1-1 0,1 0 0,-1 1 0,1-1 0,-1 1 0,1-1 0,0 0 0,0 1 0,0-1 0,0 1 0,0-1 0,0 1 0,0-1 0,0 0 0,1 1 0,-1-1 0,1 1 0,-1-1 0,1 0 0,-1 0 0,1 1 0,0-1 0,-1 0 0,2 2 0,3 3 0,0 1 0,1-1 0,7 7 0,-6-5 0,61 58-73,2-3 1,3-3-1,132 82 0,263 119-353,-279-161 368,475 239-944,-308-160 613,49 44-41,-103-53 430,74 27 2516,-197-113-2423,-5-3-91,-131-58-9,76 54-1,-108-68-1357,-2-1-5461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4.0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19 24575,'-1'-2'0,"-1"1"0,1-1 0,-1 0 0,0 1 0,0 0 0,0-1 0,0 1 0,0 0 0,0 0 0,0 0 0,0 0 0,0 1 0,-1-1 0,1 0 0,-3 1 0,3 0 0,0 0 0,0 0 0,0 1 0,0-1 0,1 1 0,-1-1 0,0 1 0,0 0 0,1-1 0,-1 1 0,0 0 0,1 0 0,-1 1 0,1-1 0,-1 0 0,1 0 0,0 1 0,0-1 0,-2 3 0,-4 6 0,0 0 0,0 1 0,2 0 0,-1 0 0,1 0 0,1 1 0,-4 16 0,-13 87 0,18-87 0,1 0 0,2 0 0,0 0 0,3 0 0,0-1 0,1 1 0,2 0 0,17 49 0,-9-42 0,1 1 0,2-2 0,1 0 0,2-2 0,46 60 0,22 11-1365,-74-87-5461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6.4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212 0 24575,'-4'2'0,"-28"15"0,-1-2 0,-35 11 0,56-23 0,5-1 0,1-1 0,-1 2 0,1-1 0,-1 1 0,1 0 0,-10 6 0,15-8 0,1-1 0,-1 1 0,0-1 0,1 1 0,-1-1 0,1 1 0,-1-1 0,1 1 0,0 0 0,-1-1 0,1 1 0,-1 0 0,1-1 0,0 1 0,0 0 0,0 0 0,-1-1 0,1 1 0,0 0 0,0 0 0,0-1 0,0 1 0,0 0 0,0 0 0,0-1 0,0 1 0,0 0 0,1 0 0,-1-1 0,0 1 0,0 0 0,1-1 0,-1 1 0,1 0 0,-1-1 0,0 1 0,1 0 0,-1-1 0,1 1 0,-1-1 0,1 1 0,0-1 0,-1 1 0,2 0 0,3 3 0,0 0 0,0-1 0,1 1 0,6 2 0,-10-5 0,269 137 0,-263-134 0,1 1 0,0 0 0,-1 1 0,0-1 0,11 11 0,-18-15 0,0 0 0,0 0 0,0 1 0,1-1 0,-1 0 0,0 1 0,-1-1 0,1 0 0,0 1 0,0-1 0,0 1 0,-1-1 0,1 1 0,-1 0 0,1-1 0,-1 1 0,0-1 0,0 1 0,0 0 0,0-1 0,0 1 0,0 0 0,0-1 0,0 1 0,-1 0 0,1-1 0,0 1 0,-1-1 0,0 1 0,1 0 0,-1-1 0,0 0 0,0 1 0,0-1 0,0 1 0,0-1 0,0 0 0,0 0 0,0 0 0,-2 2 0,-1 0 0,1-1 0,-1 1 0,0-1 0,0 0 0,0 0 0,0 0 0,0-1 0,0 0 0,0 1 0,0-1 0,-1-1 0,-4 1 0,-9 1 0,-29-3 0,28 1 0,-147-2 0,165 1-52,4-2 182,7-2-1573,0 2-5383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7.7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218 51 24575,'-10'-4'0,"-17"-6"0,0 0 0,-1 2 0,0 1 0,-36-4 0,61 11 0,1-1 0,-1 1 0,0 0 0,0 1 0,0-1 0,0 1 0,-4 1 0,6-2 0,1 0 0,0 0 0,-1 0 0,1 0 0,0 1 0,-1-1 0,1 0 0,0 0 0,0 0 0,-1 1 0,1-1 0,0 0 0,-1 1 0,1-1 0,0 0 0,0 1 0,0-1 0,0 0 0,-1 1 0,1-1 0,0 0 0,0 1 0,0 0 0,0 0 0,0 0 0,0 0 0,0-1 0,1 1 0,-1 0 0,0 0 0,1 0 0,-1-1 0,0 1 0,1 0 0,-1-1 0,1 1 0,-1 0 0,2 0 0,10 14 0,2 0 0,0 0 0,0-2 0,1 0 0,1-1 0,0 0 0,1-1 0,0-1 0,1-1 0,0 0 0,0-1 0,29 7 0,-40-13 0,4 1 0,0 0 0,0-1 0,0 0 0,1 0 0,15-1 0,-25-1 0,0 0 0,0-1 0,0 1 0,0 0 0,0-1 0,0 1 0,1-1 0,-1 0 0,-1 0 0,1 0 0,0 0 0,0 0 0,0 0 0,0 0 0,-1-1 0,1 1 0,0 0 0,-1-1 0,0 0 0,1 1 0,-1-1 0,0 0 0,0 0 0,0 1 0,0-1 0,0 0 0,0 0 0,0 0 0,-1 0 0,1 0 0,-1-1 0,1 1 0,-1 0 0,0 0 0,0-4 0,0 2 0,0 0 0,-1 0 0,0 0 0,1 0 0,-2 0 0,1 0 0,0 0 0,-1 0 0,1 0 0,-1 0 0,0 1 0,-5-7 0,1 2 0,0 0 0,-1 1 0,-15-14 0,50 55 0,-19-27 0,12 12 0,1-2 0,33 21 0,-47-33 0,0-1 0,-1 0 0,1-1 0,1 0 0,-1 0 0,0-1 0,1 0 0,-1-1 0,1 0 0,-1 0 0,1 0 0,10-2 0,-17 1 0,0 0 0,0 0 0,-1 0 0,1-1 0,0 1 0,0-1 0,0 1 0,-1-1 0,1 0 0,0 1 0,-1-1 0,1 0 0,-1 0 0,1 0 0,-1 0 0,0-1 0,1 1 0,-1 0 0,0 0 0,0-1 0,2-2 0,-2 2 0,0-1 0,0 1 0,0-1 0,-1 0 0,1 1 0,-1-1 0,0 1 0,1-1 0,-1 0 0,0 0 0,-1 1 0,1-1 0,-1-3 0,-1-2 0,0-1 0,-1 1 0,0 0 0,-1 0 0,1 0 0,-2 0 0,1 1 0,-7-9 0,-3 0 0,12 15 0,3 2 0,7 9 0,1-1 0,-1-1 0,1 0 0,1 0 0,-1 0 0,1-1 0,1-1 0,-1 0 0,1 0 0,0-1 0,1-1 0,14 5 0,-24-9 0,0 0 0,1 1 0,-1-1 0,0 0 0,0 0 0,1-1 0,-1 1 0,0 0 0,1-1 0,-1 1 0,0-1 0,0 0 0,0 0 0,0 0 0,0 0 0,0 0 0,4-3 0,5-3 0,-9 6 0,1 1 0,-1-1 0,0 0 0,1 0 0,-1 1 0,1-1 0,-1 1 0,1 0 0,-1 0 0,1 0 0,-1 0 0,1 0 0,-1 1 0,1-1 0,-1 1 0,4 1 0,5 1 0,-1 2 0,15 7 0,-8-4 0,-16-7 0,4 2 0,1 0 0,-1-1 0,1 0 0,0 0 0,-1 0 0,1 0 0,0-1 0,0 0 0,0 0 0,0-1 0,0 1 0,10-2 0,-15 1 0,-1 0 0,1 0 0,-1 0 0,1 0 0,0-1 0,-1 1 0,1 0 0,-1 0 0,1-1 0,-1 1 0,1 0 0,-1 0 0,0-1 0,1 1 0,-1 0 0,1-1 0,-1 1 0,0-1 0,1 1 0,-1-1 0,0 1 0,1-1 0,-1 1 0,0-1 0,0 1 0,1-1 0,-1 1 0,0-1 0,0 1 0,0-1 0,0 1 0,0-1 0,0 1 0,0-1 0,0 0 0,0 1 0,0-1 0,0 1 0,0-2 0,-10-25 0,6 16 0,3 9 0,0 0 0,0 0 0,1-1 0,0 1 0,-1 0 0,1 0 0,0 0 0,0-1 0,0 1 0,0 0 0,0 0 0,1-1 0,-1 1 0,1 0 0,-1 0 0,1 0 0,0 0 0,0 0 0,1-3 0,-1 4 0,0 0 0,1 0 0,-1 0 0,0 0 0,0 0 0,1 0 0,-1 0 0,1 0 0,-1 0 0,1 1 0,-1-1 0,1 0 0,-1 1 0,1-1 0,0 1 0,-1 0 0,1 0 0,0-1 0,-1 1 0,1 0 0,0 1 0,-1-1 0,1 0 0,0 0 0,-1 1 0,3 0 0,8 3 0,-1 1 0,0 0 0,0 1 0,-1 0 0,1 0 0,-1 1 0,9 9 0,8 4 0,-8-6-107,-11-8-73,0 0 0,0 0 1,1-1-1,0 0 0,0 0 1,18 6-1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8.1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138 313 24575,'6'-26'0,"-1"0"0,3-48 0,-7 62 0,-1 1 0,-1-1 0,0 1 0,-1-1 0,0 1 0,0 0 0,-1 0 0,-1 0 0,-4-11 0,5 17 0,0 0 0,-1 0 0,0 0 0,1 0 0,-1 1 0,-1 0 0,1 0 0,-1 0 0,1 0 0,-10-5 0,11 8 0,1 0 0,-1-1 0,0 1 0,1 0 0,-1 1 0,0-1 0,0 0 0,0 1 0,1-1 0,-6 1 0,6 0 0,0 0 0,0 1 0,1-1 0,-1 1 0,0-1 0,1 1 0,-1-1 0,0 1 0,1 0 0,-1 0 0,1 0 0,-1 0 0,1 0 0,0 0 0,-1 0 0,1 0 0,0 1 0,-2 2 0,1 0 0,0-1 0,0 1 0,0 0 0,1 0 0,-1 0 0,1 0 0,0 0 0,0 1 0,1-1 0,-1 0 0,1 0 0,0 1 0,0-1 0,1 6 0,0-1 0,1 0 0,0 1 0,0-2 0,1 1 0,6 14 0,-3-12 0,1 0 0,0 0 0,1 0 0,0-1 0,0-1 0,1 1 0,0-1 0,1-1 0,0 0 0,18 12 0,-11-10 0,1-1 0,0 0 0,0-1 0,0 0 0,1-2 0,24 5 0,-17-6 0,-1-2 0,0 0 0,1-2 0,0-1 0,-1 0 0,1-2 0,-1-2 0,0 0 0,0-1 0,0-1 0,25-11 0,-27 8-1365,-4 2-5461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9.7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331 375 24575,'-76'-31'0,"26"10"0,-104-29 0,152 49 0,-1 1 0,0-1 0,0 1 0,0 0 0,0 0 0,0-1 0,1 2 0,-1-1 0,0 0 0,-4 2 0,6-2 0,0 0 0,0 1 0,0 0 0,0-1 0,1 1 0,-1 0 0,0-1 0,0 1 0,0 0 0,1 0 0,-1 0 0,0 0 0,1-1 0,-1 1 0,1 0 0,-1 0 0,1 0 0,-1 0 0,1 1 0,0-1 0,-1 0 0,1 0 0,0 0 0,0 0 0,0 0 0,0 0 0,0 0 0,0 0 0,0 2 0,1 2 0,-1-1 0,1 1 0,0-1 0,0 1 0,0-1 0,0 0 0,1 1 0,0-1 0,0 0 0,4 6 0,-1-3 0,0-1 0,0 1 0,1-1 0,0 0 0,8 6 0,5 1 0,0 0 0,0-2 0,28 13 0,-38-20 0,1 0 0,0-1 0,1 0 0,-1-1 0,0 0 0,1 0 0,20 0 0,-26-2 0,0-1 0,0 1 0,0-1 0,0 0 0,0 0 0,0-1 0,0 1 0,6-4 0,-9 4 0,1-1 0,-1 0 0,1 1 0,-1-1 0,0 0 0,0 0 0,0 0 0,0 0 0,0-1 0,0 1 0,0 0 0,-1-1 0,1 0 0,-1 1 0,1-4 0,-1 2 0,0 0 0,0 0 0,-1 0 0,1 0 0,-1 0 0,0 0 0,0 0 0,-1 0 0,1 1 0,-1-1 0,0 0 0,0 0 0,-2-5 0,-3-6 0,-14-26 0,20 40 0,-30-49 0,-2 2 0,-1 0 0,-77-80 0,107 125 0,-1-2 0,-1 1 0,1-1 0,-1 1 0,0 0 0,-1 0 0,1 0 0,-7-3 0,12 7 0,-1-1 0,1 1 0,0 0 0,0 0 0,0 0 0,-1 0 0,1 0 0,0 0 0,0 0 0,-1 0 0,1 0 0,0-1 0,0 1 0,-1 0 0,1 0 0,0 0 0,0 0 0,-1 0 0,1 1 0,0-1 0,0 0 0,0 0 0,-1 0 0,1 0 0,0 0 0,0 0 0,-1 0 0,1 0 0,0 0 0,0 1 0,0-1 0,-1 0 0,1 0 0,0 0 0,0 0 0,0 1 0,0-1 0,-1 0 0,1 0 0,0 0 0,0 1 0,0-1 0,0 0 0,0 0 0,0 1 0,0-1 0,0 0 0,0 0 0,0 1 0,0-1 0,0 0 0,0 0 0,0 1 0,0-1 0,0 0 0,3 16 0,8 7 0,2-1 0,0 0 0,26 31 0,-34-46 0,12 16 0,1-1 0,1-1 0,1 0 0,1-2 0,30 22 0,-39-32 0,0-1 0,1-1 0,0 0 0,1-1 0,0 0 0,0-1 0,0 0 0,0-2 0,1 1 0,-1-2 0,29 2 0,-29-4 0,1 0 0,0-1 0,0 0 0,-1-1 0,23-7 0,-33 8 0,-1 0 0,1 0 0,-1-1 0,1 1 0,-1-1 0,1 0 0,-1 0 0,0 0 0,0-1 0,0 1 0,0-1 0,-1 1 0,1-1 0,0 0 0,-1 0 0,0 0 0,0-1 0,0 1 0,0 0 0,-1-1 0,1 1 0,-1-1 0,0 0 0,0 1 0,0-1 0,1-6 0,-2 7 0,-1 0 0,1 0 0,0 0 0,-1 0 0,0 0 0,1 0 0,-1 0 0,0 0 0,-1 0 0,1 0 0,0 0 0,-1 0 0,0 1 0,0-1 0,1 1 0,-2-1 0,1 1 0,0 0 0,0 0 0,-1 0 0,1 0 0,-1 0 0,-5-3 0,6 4 0,1 0 0,-1 1 0,0-1 0,0 0 0,0 0 0,0 1 0,0-1 0,0 1 0,0 0 0,0-1 0,0 1 0,0 0 0,0 0 0,0 0 0,0 1 0,0-1 0,0 0 0,0 1 0,0-1 0,0 1 0,0 0 0,0 0 0,0 0 0,1 0 0,-1 0 0,0 0 0,0 0 0,1 0 0,-1 1 0,1-1 0,-1 1 0,1-1 0,0 1 0,0-1 0,0 1 0,-1 0 0,1 2 0,-2 0 0,2 0 0,-1 0 0,0 1 0,1-1 0,0 0 0,0 1 0,0-1 0,0 1 0,1 0 0,0-1 0,0 1 0,0-1 0,1 1 0,-1-1 0,1 1 0,0-1 0,0 1 0,1-1 0,-1 1 0,1-1 0,4 6 0,-3-4 0,1 0 0,0-1 0,0 0 0,1 0 0,-1 0 0,1 0 0,0-1 0,1 0 0,-1 0 0,1 0 0,-1 0 0,1-1 0,0 0 0,8 2 0,9 2 0,0-2 0,1 0 0,-1-2 0,1 0 0,0-2 0,0-1 0,28-3 0,-40 2 0,-1 0 0,1-1 0,0-1 0,11-4 0,-16 5 0,-1-1 0,0 0 0,1 0 0,-1 0 0,0-1 0,0 0 0,-1 0 0,7-6 0,-10 9 0,-1-1 0,0 1 0,0 0 0,1-1 0,-1 1 0,0-1 0,0 1 0,-1-1 0,1 0 0,0 1 0,-1-1 0,1 0 0,0 1 0,-1-1 0,0 0 0,1 0 0,-1 0 0,0 1 0,0-1 0,0 0 0,0 0 0,-1 0 0,1 1 0,0-1 0,-1 0 0,1 0 0,-1 1 0,0-1 0,1 0 0,-1 1 0,0-1 0,0 0 0,0 1 0,-2-3 0,-4-4 0,-1 1 0,1 0 0,-1 0 0,-17-11 0,12 9 0,-33-21 0,-58-29 0,86 50 0,1-1 0,14 5 0,13 5 0,13 5 0,1 2 0,-1 0 0,0 2 0,38 19 0,-2-1 0,0-1 0,-7-2 0,63 17 0,-114-40 0,1-1 0,-1 1 0,1 0 0,-1 0 0,1 0 0,-1-1 0,1 1 0,-1 1 0,0-1 0,0 0 0,0 0 0,1 0 0,-1 1 0,0-1 0,0 0 0,-1 1 0,2 1 0,10 30 0,-2-3 0,17 15-1365,-21-36-5461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9.9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24575,'0'-8'0,"3"1"0,0 3 0,0 5 0,0 6 0,-1 3 0,-1 2 0,0 3 0,-1-2-8191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0.2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1 169 24575,'27'16'0,"181"111"0,-195-122 0,-13-5 0,0 0 0,0 0 0,0 0 0,1 0 0,-1 0 0,0 0 0,0 0 0,0-1 0,0 1 0,0 0 0,0 0 0,1 0 0,-1 0 0,0 0 0,0-1 0,0 1 0,0 0 0,0 0 0,0 0 0,0 0 0,0-1 0,0 1 0,0 0 0,0 0 0,0 0 0,0-1 0,0 1 0,0 0 0,0 0 0,0 0 0,0 0 0,0-1 0,0 1 0,0 0 0,0 0 0,0 0 0,-1 0 0,1-1 0,-12-24 0,11 24 0,-118-190 0,104 169 0,-1 0 0,-20-21 0,28 37 108,6 7-324,4 4-1041,1 3-5569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0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93 24575,'-89'-54'0,"73"46"0,0 1 0,-1 0 0,-29-8 0,44 15 0,0-1 0,0 1 0,0 0 0,-1-1 0,1 1 0,0 0 0,0 0 0,0 0 0,-1 1 0,1-1 0,0 1 0,0-1 0,0 1 0,0-1 0,0 1 0,-4 2 0,5-2 0,0 0 0,0 0 0,0 0 0,0 0 0,0 0 0,1 0 0,-1 0 0,0 0 0,0 1 0,1-1 0,-1 0 0,1 1 0,-1-1 0,1 0 0,0 1 0,-1-1 0,1 0 0,0 1 0,0-1 0,0 1 0,0-1 0,0 0 0,0 1 0,0-1 0,1 0 0,-1 3 0,2 3 0,1 0 0,-1 0 0,1 0 0,0 0 0,1-1 0,0 1 0,0-1 0,0 0 0,1 0 0,9 10 0,-10-12 0,0 0 0,0 0 0,1-1 0,-1 1 0,1-1 0,0 0 0,0 0 0,0-1 0,0 1 0,1-1 0,-1-1 0,1 1 0,-1-1 0,11 2 0,-14-3 0,1 0 0,-1-1 0,1 1 0,-1-1 0,0 1 0,1-1 0,-1 0 0,1 0 0,-1 0 0,0 0 0,0 0 0,0 0 0,0 0 0,0-1 0,0 0 0,0 1 0,0-1 0,0 0 0,-1 0 0,1 1 0,-1-1 0,1-1 0,-1 1 0,0 0 0,0 0 0,0 0 0,1-5 0,0 2 0,0 0 0,-1 0 0,0 0 0,0 0 0,0 0 0,-1 0 0,0 0 0,0 0 0,0 0 0,-1 0 0,1 0 0,-3-8 0,-1 6 0,0 9 0,0 11 0,5-8 0,-1 0 0,1 0 0,0 0 0,1 0 0,-1 0 0,1 0 0,0 0 0,0-1 0,1 1 0,-1-1 0,1 1 0,0-1 0,6 6 0,-6-7 0,0 0 0,0 0 0,0 0 0,0 0 0,0-1 0,1 0 0,6 4 0,-8-5 0,0 0 0,0-1 0,0 1 0,0-1 0,0 1 0,0-1 0,0 0 0,0 0 0,0 1 0,0-1 0,0-1 0,0 1 0,0 0 0,0-1 0,0 1 0,3-2 0,-4 2 7,1-1 0,0 0 0,-1 0 0,1 0 0,-1 0 0,1-1 0,-1 1 0,1 0 0,-1-1 0,0 1-1,0-1 1,0 1 0,0-1 0,0 1 0,0-1 0,1-2 0,0-2-304,0 1 1,-1 0-1,0 0 1,1-8-1,0-7-6529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1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24575,'31'235'0,"-22"-193"0,2 0 0,1-1 0,28 60 0,-27-73 0,-8-13 0,2-1 0,0 1 0,1-2 0,0 1 0,15 18 0,-22-31 0,-1 0 0,1 0 0,0-1 0,0 1 0,0 0 0,0 0 0,0-1 0,0 1 0,0 0 0,0-1 0,0 1 0,0-1 0,0 1 0,0-1 0,1 0 0,-1 1 0,0-1 0,0 0 0,3 0 0,-3 0 0,0 0 0,0-1 0,0 1 0,0-1 0,0 1 0,0-1 0,0 1 0,0-1 0,0 0 0,0 1 0,0-1 0,0 0 0,0 0 0,-1 0 0,1 0 0,1-1 0,2-5 0,0 0 0,-1-1 0,0 1 0,4-14 0,-4 13 0,-2 5 0,2-8 0,1 0 0,0 0 0,1 1 0,11-18 0,-15 26 0,0 0 0,0 0 0,0 1 0,1-1 0,-1 0 0,1 1 0,-1-1 0,1 1 0,0 0 0,-1 0 0,1-1 0,0 1 0,0 0 0,0 0 0,0 1 0,0-1 0,0 0 0,0 1 0,0-1 0,0 1 0,0 0 0,1-1 0,-1 1 0,0 0 0,0 1 0,0-1 0,0 0 0,0 0 0,1 1 0,-1-1 0,0 1 0,0 0 0,2 1 0,1 1 0,0 0 0,-1 0 0,0 0 0,0 1 0,0 0 0,0 0 0,0 0 0,-1 0 0,1 0 0,-1 1 0,4 7 0,3 8 0,11 29 0,-21-48 0,2 2 0,-1 0 0,0 0 0,0 0 0,0 0 0,0 0 0,-1 0 0,1 0 0,-1 0 0,0 0 0,0 5 0,0-8 1,0 0 1,0 1-1,0-1 0,0 0 0,0 0 0,-1 0 1,1 0-1,0 1 0,0-1 0,0 0 0,0 0 0,0 0 1,0 0-1,0 1 0,-1-1 0,1 0 0,0 0 1,0 0-1,0 0 0,0 0 0,-1 0 0,1 0 1,0 1-1,0-1 0,0 0 0,-1 0 0,1 0 0,0 0 1,0 0-1,0 0 0,-1 0 0,1 0 0,0 0 1,0 0-1,0 0 0,-1 0 0,1 0 0,0 0 0,0 0 1,0 0-1,0-1 0,-1 1 0,1 0 0,-8-4-964,7 3 509,-8-5-6372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1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24575,'3'25'0,"0"11"0,1-1-8191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1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1 133 24575,'25'43'0,"-19"-32"0,1 1 0,0-1 0,1-1 0,0 1 0,0-1 0,11 9 0,-11-11 0,2 0 0,-1-1 0,1 0 0,0 0 0,0-1 0,1-1 0,11 5 0,-20-9 0,-1-1 0,1 1 0,0-1 0,-1 0 0,1 0 0,0 1 0,0-1 0,-1 0 0,1 0 0,0-1 0,0 1 0,-1 0 0,1-1 0,0 1 0,-1-1 0,1 1 0,0-1 0,-1 0 0,1 1 0,1-2 0,-1 0 0,-1 0 0,1 1 0,0-1 0,-1 0 0,1 0 0,-1 0 0,0 0 0,0 0 0,0-1 0,0 1 0,0 0 0,1-5 0,0-5 0,0 0 0,-1-1 0,0 1 0,-1-19 0,0 26 0,-3-37 0,-2 1 0,-14-60 0,18 97-73,-3-6-1219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2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47 190 24575,'7'-19'0,"18"-55"0,-23 67 0,-1 0 0,0-1 0,0 1 0,0-1 0,-1 1 0,0-1 0,-2-14 0,2 21 0,-1 0 0,1-1 0,0 1 0,0 0 0,-1 0 0,1-1 0,-1 1 0,1 0 0,-1 0 0,0 0 0,1 0 0,-1 0 0,0 0 0,0 0 0,0 0 0,0 0 0,-1-1 0,1 1 0,1 1 0,-1 0 0,0 0 0,1 0 0,-1 0 0,0-1 0,0 1 0,1 0 0,-1 0 0,0 0 0,0 1 0,1-1 0,-1 0 0,0 0 0,1 0 0,-1 0 0,0 1 0,1-1 0,-1 0 0,0 1 0,1-1 0,-2 1 0,-1 1 0,0 1 0,0 0 0,0 0 0,0 0 0,0 0 0,0 0 0,1 1 0,-4 6 0,2-2 0,0 0 0,1 0 0,0 1 0,0-1 0,1 1 0,0-1 0,1 1 0,-1 0 0,2 0 0,-1 0 0,2 10 0,0-13 0,0 0 0,0 0 0,0 0 0,1 0 0,-1 0 0,2 0 0,-1 0 0,1-1 0,-1 1 0,2-1 0,-1 0 0,0 0 0,1 0 0,0 0 0,0-1 0,9 8 0,-3-5 0,2 1 0,-1-1 0,1-1 0,0 0 0,0-1 0,1 0 0,0 0 0,20 3 0,2-2 0,0-1 0,37-1 0,-52-4 8,1-1 0,26-6 0,-9 2-1397,-25 4-5437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4.4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 24575,'41'-4'0,"53"1"0,-81 4 0,0 0 0,0 0 0,1 1 0,-2 1 0,1 1 0,0-1 0,-1 2 0,15 6 0,-24-9 0,0-1 0,-1 1 0,1 0 0,0 0 0,-1 0 0,0 0 0,1 0 0,-1 1 0,0-1 0,0 0 0,0 1 0,0 0 0,-1-1 0,1 1 0,1 4 0,-3-6 0,0 1 0,1-1 0,-1 1 0,0 0 0,0-1 0,0 1 0,0-1 0,0 1 0,-1 0 0,1-1 0,0 1 0,-1-1 0,1 1 0,-1-1 0,1 1 0,-1-1 0,0 1 0,0-1 0,1 0 0,-1 1 0,0-1 0,0 0 0,-1 0 0,1 0 0,0 0 0,0 0 0,0 0 0,-1 0 0,1 0 0,0 0 0,-3 1 0,-5 2 0,0 0 0,0 0 0,0-1 0,0 0 0,0-1 0,-1 0 0,-16 2 0,2-3 0,0 0 0,-24-4 0,43 3 0,0-1 0,0 1 0,0-1 0,1-1 0,-1 1 0,0-1 0,1 0 0,-8-4 0,11 6 0,0-1 0,1 1 0,-1-1 0,0 1 0,0-1 0,1 0 0,-1 0 0,0 1 0,1-1 0,-1 0 0,1 0 0,-1 0 0,1 1 0,0-1 0,-1 0 0,1 0 0,0 0 0,-1 0 0,1-1 0,0 0 0,0 1 0,1-1 0,-1 1 0,0-1 0,1 1 0,-1 0 0,1-1 0,0 1 0,-1 0 0,1-1 0,0 1 0,0 0 0,0 0 0,0 0 0,0 0 0,0 0 0,1-1 0,23-20-1365,-13 12-5461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4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239 78 24575,'-7'-4'0,"-81"-41"0,75 39 0,0 1 0,-1 1 0,1 0 0,-25-4 0,36 7 0,0 1 0,0 0 0,1 0 0,-1 0 0,0 0 0,0 0 0,0 0 0,1 0 0,-1 0 0,0 1 0,0-1 0,1 1 0,-1-1 0,0 1 0,1 0 0,-1 0 0,0-1 0,1 1 0,-1 0 0,1 1 0,0-1 0,-1 0 0,1 0 0,0 0 0,0 1 0,-1-1 0,1 1 0,0-1 0,0 1 0,1-1 0,-1 1 0,0 0 0,1-1 0,-1 1 0,1 0 0,-1 0 0,0 3 0,1 3 0,-1 1 0,1-1 0,1 0 0,-1 1 0,1-1 0,4 16 0,7 16-136,1 1-1,35 69 1,52 71-273,-28-65 409,126 155 0,-153-222 138,-24-28-1505,-8-8-4777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4.9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45 24575,'-27'-10'0,"-12"-3"0,-2 3 0,3 3 0,7 3 0,5 4 0,7 3-8191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5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73 145 24575,'149'250'0,"-144"-243"0,-2-1 0,0-1 0,0 0 0,8 9 0,-17-31 0,-21-30 0,8 18 0,2-1 0,1-2 0,1 1 0,-12-41 0,22 55 0,1 1 0,0-1 0,0-19 0,3 32 0,1 0 0,0 0 0,0 0 0,0 0 0,1 0 0,-1 0 0,1 0 0,0 0 0,0 0 0,0 1 0,1-1 0,-1 0 0,1 1 0,0-1 0,0 1 0,0-1 0,1 1 0,-1 0 0,5-4 0,-5 5 0,0 1 0,0 0 0,0 0 0,0 0 0,0 1 0,0-1 0,1 0 0,-1 1 0,0-1 0,0 1 0,1 0 0,-1 0 0,0 0 0,0 0 0,1 0 0,-1 0 0,0 1 0,0-1 0,0 1 0,1 0 0,1 0 0,7 4 0,1 0 0,16 9 0,-19-9 0,-3-1 0,1 0 0,-1 0 0,-1 1 0,1-1 0,0 1 0,-1 1 0,0-1 0,-1 1 0,7 8 0,-10-12 0,0-1 0,0 1 0,0 0 0,0 0 0,0-1 0,0 1 0,-1 0 0,1 0 0,-1 0 0,1 0 0,-1 0 0,0 0 0,1 0 0,-1 0 0,0 0 0,0 0 0,-1 0 0,1 0 0,0 0 0,-1 0 0,1 0 0,-1 0 0,0 0 0,1 0 0,-1 0 0,0-1 0,0 1 0,0 0 0,-1-1 0,1 1 0,0 0 0,-1-1 0,1 0 0,0 1 0,-1-1 0,0 0 0,1 0 0,-3 2 0,-2 0 0,1-1 0,0 0 0,-1 1 0,1-2 0,-1 1 0,1-1 0,-1 0 0,-11 1 0,-51-3 0,39 0 0,13 1-227,-1-2-1,1 0 1,0 0-1,0-2 1,-16-5-1,17 4-6598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6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0 24575,'-2'26'0,"2"0"0,0 0 0,2 0 0,1 0 0,1-1 0,2 1 0,10 31 0,0-13 0,1-1 0,3 0 0,29 45 0,-38-69 0,11 20 0,-19-36 0,-1 0 0,0-1 0,1 1 0,-1 0 0,1-1 0,0 1 0,0-1 0,0 0 0,3 2 0,-5-3 0,-1-1 0,1 0 0,0 1 0,-1-1 0,1 0 0,0 0 0,0 0 0,-1 1 0,1-1 0,0 0 0,-1 0 0,1 0 0,0 0 0,0 0 0,-1 0 0,1 0 0,0 0 0,-1-1 0,1 1 0,0 0 0,0 0 0,-1 0 0,1-1 0,0 1 0,-1 0 0,1-1 0,-1 1 0,1-1 0,-1 1 0,1-1 0,0 1 0,-1-1 0,0 1 0,1-1 0,-1 1 0,1-1 0,-1 0 0,0 1 0,1-1 0,-1 0 0,0 1 0,0-1 0,1 0 0,-1 1 0,0-1 0,0-1 0,1-4 0,0-1 0,0 1 0,0-1 0,-1-6 0,0 9 0,-1-45 0,1 49 0,0 0 0,0 0 0,0-1 0,0 1 0,0 0 0,0 0 0,0-1 0,0 1 0,0 0 0,1-1 0,-1 1 0,0 0 0,0 0 0,0 0 0,0-1 0,0 1 0,1 0 0,-1 0 0,0-1 0,0 1 0,1 0 0,-1 0 0,0 0 0,0 0 0,1 0 0,-1-1 0,0 1 0,0 0 0,1 0 0,-1 0 0,0 0 0,0 0 0,1 0 0,-1 0 0,0 0 0,1 0 0,-1 0 0,0 0 0,0 0 0,1 0 0,-1 0 0,0 0 0,1 0 0,-1 0 0,0 1 0,0-1 0,1 0 0,-1 0 0,0 0 0,0 0 0,1 0 0,-1 1 0,0-1 0,16 11 0,-16-10 0,42 35 0,-24-19 0,0-1 0,33 21 0,-48-35-170,1 0-1,-1 0 0,1-1 1,0 0-1,-1 0 0,1 0 1,7 1-1,1-1-6655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6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1 24575,'-1'1'0,"-18"16"0,-18 20 0,32-32 0,1 0 0,0 1 0,0-1 0,0 1 0,1 0 0,0 0 0,0 1 0,-4 12 0,6-17 0,1 0 0,0 0 0,0 0 0,-1 0 0,1 0 0,0 0 0,1 0 0,-1 0 0,0 0 0,1 0 0,-1 0 0,1 0 0,-1 0 0,1 0 0,0 0 0,0 0 0,0 0 0,1 1 0,0 0 0,0-1 0,0 1 0,1-1 0,-1 0 0,1 0 0,-1 0 0,1 0 0,0 0 0,0-1 0,5 3 0,-4-2 0,0-1 0,0 1 0,0-1 0,1 0 0,-1 0 0,1-1 0,-1 1 0,0-1 0,1 0 0,-1 0 0,1 0 0,-1-1 0,0 0 0,1 1 0,-1-2 0,0 1 0,5-2 0,-7 2 0,0-1 0,0 1 0,1-1 0,-1 1 0,0-1 0,0 0 0,-1 0 0,1 0 0,0 0 0,-1 0 0,1-1 0,-1 1 0,0 0 0,2-4 0,-1 1 0,-1 1 0,0-1 0,0 0 0,-1 0 0,1 1 0,-1-1 0,0-5 0,17 58 0,-12-38-216,1 0 0,0 0 0,1 0 1,11 13-1,-16-21-70,8 10-6540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7.1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1 24575,'-5'1'0,"0"1"0,0 0 0,0 1 0,0-1 0,1 1 0,-1 0 0,1 0 0,0 0 0,0 0 0,0 1 0,0 0 0,1 0 0,-1 0 0,1 0 0,0 0 0,0 1 0,-2 4 0,3-4 0,1-1 0,-1 0 0,1 0 0,0 1 0,1-1 0,-1 1 0,1-1 0,0 1 0,0-1 0,0 0 0,0 1 0,1-1 0,0 1 0,0-1 0,0 0 0,0 1 0,1-1 0,0 0 0,0 0 0,3 5 0,3 5 0,1-1 0,1 0 0,0 0 0,0-1 0,1 0 0,1-1 0,0 0 0,0-1 0,15 9 0,-24-18 0,-1 1 0,1 0 0,-1 0 0,0 0 0,0 0 0,0 0 0,0 0 0,0 1 0,0-1 0,2 6 0,-4-8 0,0 1 0,1-1 0,-1 1 0,0 0 0,0-1 0,0 1 0,0 0 0,0 0 0,1-1 0,-1 1 0,-1 0 0,1-1 0,0 1 0,0 0 0,0-1 0,0 1 0,0 0 0,-1-1 0,1 1 0,-1 0 0,1 0 0,-1 0 0,0 0 0,0 0 0,0-1 0,0 1 0,0 0 0,0-1 0,0 1 0,0-1 0,0 1 0,0-1 0,0 1 0,0-1 0,0 0 0,0 1 0,-2-1 0,-1 1 0,0 0 0,1-1 0,-1 1 0,0-1 0,0 0 0,0 0 0,0 0 0,0 0 0,0-1 0,0 1 0,-6-3 0,9 3 0,1-1 0,0 1 0,-1 0 0,1 0 0,0-1 0,0 1 0,-1 0 0,1-1 0,0 1 0,0 0 0,-1-1 0,1 1 0,0 0 0,0-1 0,0 1 0,0-1 0,0 1 0,-1 0 0,1-1 0,0 1 0,0-1 0,0 1 0,0 0 0,0-1 0,0 1 0,0-1 0,1 1 0,-1-1 0,0 1 0,0 0 0,0-1 0,0 1 0,0 0 0,1-1 0,-1 1 0,0 0 0,0-1 0,1 1 0,-1 0 0,0-1 0,0 1 0,1 0 0,-1-1 0,0 1 0,1 0 0,-1 0 0,1-1 0,18-11 0,54-24 0,52-30 0,-20 0 0,-99 62 0,0-1 0,0 1 0,0-1 0,9-11 0,-14 15 0,1-1 0,-1 0 0,0 0 0,0 0 0,1 0 0,-1 0 0,0 0 0,-1 0 0,1 0 0,0 0 0,0 0 0,-1-1 0,0 1 0,1 0 0,-1 0 0,0-1 0,0 1 0,0 0 0,-1-4 0,1 4 0,-1 1 0,0 0 0,1-1 0,-1 1 0,0 0 0,0 0 0,0 0 0,0 0 0,0 0 0,0 0 0,0 0 0,-1 0 0,1 0 0,0 0 0,0 1 0,-1-1 0,1 0 0,-1 1 0,1-1 0,0 1 0,-1 0 0,1-1 0,-1 1 0,1 0 0,-1 0 0,1 0 0,-1 0 0,1 0 0,-1 0 0,-1 1 0,-2-1 0,-1 1 0,1 0 0,-1 0 0,1 0 0,0 1 0,-10 4 0,9-3 0,1 1 0,0-1 0,-1 1 0,1 0 0,1 1 0,-1-1 0,1 1 0,-1 0 0,1 0 0,1 0 0,-1 1 0,1-1 0,0 1 0,0 0 0,1 0 0,-4 11 0,6-15 0,0 1 0,0-1 0,1 1 0,-1 0 0,0-1 0,1 1 0,0-1 0,0 0 0,-1 1 0,1-1 0,1 0 0,-1 1 0,0-1 0,1 0 0,-1 0 0,1 0 0,-1 0 0,1 0 0,0 0 0,0-1 0,3 3 0,3 3 0,1-1 0,0 0 0,17 8 0,8 1 0,1-1 0,0-2 0,0-1 0,2-2 0,56 8 0,-5-6-1365,-65-8-5461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8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359 108 24575,'-142'-69'0,"121"60"0,0 2 0,0 1 0,-1 0 0,0 2 0,-22-2 0,41 6 0,0-1 0,0 1 0,0 0 0,0 0 0,0 0 0,0 1 0,0-1 0,1 1 0,-1 0 0,0 0 0,0 0 0,1 0 0,-1 0 0,0 0 0,1 1 0,-3 1 0,3-1 0,1 0 0,-1-1 0,1 1 0,-1 0 0,1 0 0,0 1 0,0-1 0,0 0 0,0 0 0,0 0 0,1 1 0,-1-1 0,1 0 0,-1 1 0,1-1 0,0 1 0,0-1 0,0 0 0,1 5 0,0 1 0,1 0 0,0 0 0,0 0 0,1-1 0,0 1 0,0-1 0,1 0 0,0 0 0,0 0 0,0 0 0,1-1 0,8 9 0,-1-2 0,1-1 0,0 1 0,1-2 0,22 14 0,-28-20 0,0 0 0,0-1 0,1-1 0,-1 1 0,1-1 0,0-1 0,0 1 0,0-2 0,15 2 0,-21-2 0,0-1 0,0 0 0,0 0 0,0-1 0,-1 1 0,1-1 0,0 1 0,0-1 0,0 0 0,0 0 0,-1 0 0,1 0 0,-1-1 0,1 1 0,-1-1 0,1 1 0,-1-1 0,0 0 0,1 0 0,-1 0 0,0 0 0,-1 0 0,1-1 0,0 1 0,-1-1 0,1 1 0,-1-1 0,0 1 0,1-1 0,-1 0 0,-1 0 0,1 0 0,1-5 0,-2 2 0,1 1 0,-1-1 0,0 0 0,0 0 0,-1 1 0,1-1 0,-1 1 0,-3-10 0,0 4 0,0-1 0,-11-19 0,30 49 0,1 0 0,27 23 0,-16-17-455,0-1 0,38 24 0,-53-40-6371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8.5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3 24575,'0'0'0,"-1"0"0,1 0 0,0 0 0,0-1 0,0 1 0,0 0 0,0 0 0,0 0 0,0 0 0,-1 0 0,1 0 0,0 0 0,0-1 0,0 1 0,0 0 0,0 0 0,-1 0 0,1 0 0,0 0 0,0 0 0,0 0 0,0 0 0,-1 0 0,1 0 0,0 0 0,0 0 0,0 0 0,-1 0 0,1 0 0,0 0 0,0 0 0,0 0 0,0 0 0,-1 0 0,1 0 0,0 0 0,0 0 0,0 1 0,0-1 0,0 0 0,-1 0 0,1 0 0,0 0 0,0 0 0,-3 11 0,2 13 0,4 19 0,2-1 0,15 56 0,-13-71 0,2 0 0,0-1 0,2 0 0,24 40 0,-20-40 0,34 41 0,-41-59 0,-1 1 0,1-1 0,1-1 0,0 1 0,0-1 0,0-1 0,19 10 0,-21-13-170,0-1-1,0 0 0,1 0 1,-1-1-1,0 0 0,0 0 1,13-1-1,-7 0-6655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8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16 24575,'-28'-3'0,"-13"0"0,-6 0 0,0 0 0,4 1 0,6 1 0,5 1 0,2-1 0,4 4 0,2 0 0,2 1 0,2 1 0,5 0-8191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9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77 24575,'-1'1'0,"1"0"0,-1 0 0,0 0 0,1 0 0,-1 0 0,1 1 0,-1-1 0,1 0 0,0 0 0,-1 0 0,1 1 0,0-1 0,0 0 0,0 0 0,0 1 0,0-1 0,0 0 0,0 0 0,0 1 0,1-1 0,-1 0 0,0 0 0,1 1 0,-1-1 0,1 0 0,-1 0 0,1 0 0,1 2 0,2 4 0,1 0 0,0-1 0,6 8 0,-8-12 0,6 9 0,1-1 0,1-1 0,0 0 0,0 0 0,1-1 0,0 0 0,0-1 0,1 0 0,0-1 0,0-1 0,26 8 0,-35-13 0,0 1 0,0-1 0,1 1 0,-1-1 0,0 0 0,0-1 0,1 1 0,-1-1 0,0 0 0,0 0 0,0 0 0,0 0 0,0-1 0,0 0 0,0 1 0,0-1 0,-1-1 0,1 1 0,-1-1 0,1 1 0,-1-1 0,0 0 0,0 0 0,0 0 0,-1-1 0,1 1 0,-1-1 0,0 1 0,0-1 0,0 0 0,0 0 0,-1 0 0,1 0 0,-1 0 0,0 0 0,1-6 0,-2 3 0,0-1 0,-1-14 0,1 20 0,0 1 0,0-1 0,0 1 0,0 0 0,-1 0 0,1-1 0,0 1 0,-1 0 0,1-1 0,-1 1 0,1 0 0,-1 0 0,0 0 0,1-1 0,-1 1 0,0 0 0,0 0 0,0 0 0,0 0 0,0 1 0,0-1 0,0 0 0,0 0 0,-2-1 0,1 4 0,4 5 0,4 4 0,2-1 0,0 0 0,1 0 0,0 0 0,1-1 0,0-1 0,1 0 0,0 0 0,0-1 0,0 0 0,1-1 0,0 0 0,0-1 0,1-1 0,-1 0 0,17 3 0,-25-6 0,1 0 0,-1-1 0,0 0 0,0 0 0,1 0 0,-1 0 0,0-1 0,0 0 0,1 0 0,-1 0 0,0 0 0,0 0 0,0-1 0,0 0 0,6-4 0,-7 4 0,0 0 0,-1 0 0,0-1 0,1 1 0,-1-1 0,0 0 0,0 1 0,0-1 0,-1 0 0,1 0 0,-1 0 0,1 0 0,-1-1 0,0 1 0,-1 0 0,1 0 0,0-1 0,-1 1 0,0-1 0,0-4 0,0 2 0,-1 1 0,0-1 0,0 1 0,0 0 0,-1-1 0,0 1 0,0 0 0,0 0 0,0 0 0,-1 0 0,-5-6 0,-1-1 0,0-1 0,-21-18 0,26 27-151,0 1-1,0 0 0,0 0 0,0 0 1,-1 0-1,1 1 0,-1-1 1,-7-2-1,-1 2-6674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09.9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 51 24575,'-10'-3'0,"-1"1"0,0 0 0,-11-1 0,19 3 0,0 0 0,0 0 0,0 0 0,0 0 0,0 0 0,-1 1 0,1 0 0,0-1 0,0 1 0,0 0 0,1 0 0,-1 1 0,0-1 0,0 1 0,-2 1 0,4-2 0,0 0 0,0 0 0,0 0 0,0 1 0,0-1 0,1 0 0,-1 0 0,0 1 0,1-1 0,-1 1 0,1-1 0,-1 0 0,1 1 0,0-1 0,-1 1 0,1-1 0,0 1 0,0-1 0,0 1 0,0-1 0,1 1 0,-1-1 0,0 1 0,0-1 0,1 0 0,-1 1 0,1-1 0,-1 0 0,1 1 0,0-1 0,1 2 0,2 4 0,1 0 0,0 0 0,0-1 0,6 7 0,-7-8 0,1-1 0,-1 0 0,0 0 0,1 0 0,0-1 0,0 1 0,0-1 0,0-1 0,1 1 0,-1-1 0,1 1 0,0-2 0,-1 1 0,1-1 0,0 1 0,0-2 0,0 1 0,0-1 0,0 0 0,0 0 0,0 0 0,0-1 0,0 0 0,-1 0 0,1-1 0,0 1 0,0-1 0,-1 0 0,1-1 0,6-4 0,-8 5 0,0 0 0,-1-1 0,1 1 0,-1-1 0,0 0 0,0 0 0,0 0 0,0 0 0,0-1 0,-1 1 0,0-1 0,1 1 0,-1-1 0,-1 0 0,1 0 0,0 0 0,-1 0 0,0 0 0,0 0 0,0-1 0,-1 1 0,1 0 0,-1 0 0,0-1 0,0 1 0,-1 0 0,0-7 0,-1 2-341,0 0 0,0 0-1,-5-13 1,1 11-6485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1.1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58 24575,'-30'-13'0,"-46"-17"0,66 26 0,0 1 0,-1 1 0,1 0 0,-1 0 0,-13 0 0,22 2 0,0 0 0,0 0 0,0 0 0,0 0 0,1 1 0,-1-1 0,0 0 0,0 1 0,0-1 0,1 1 0,-1 0 0,0-1 0,1 1 0,-1 0 0,1 0 0,-1 0 0,1 0 0,-1 0 0,1 1 0,-2 1 0,2-2 0,0 1 0,0 0 0,1 0 0,-1-1 0,0 1 0,1 0 0,-1 0 0,1 0 0,0 0 0,0 0 0,0 0 0,0 0 0,0 0 0,0 0 0,1 3 0,0 3 0,2 0 0,-1 0 0,1 0 0,0-1 0,1 1 0,0-1 0,7 12 0,-1-7 0,-1 0 0,2-1 0,-1 0 0,1 0 0,1-1 0,15 10 0,-18-14 0,0-1 0,0 0 0,1 0 0,-1-1 0,1 0 0,0 0 0,0-1 0,0-1 0,20 3 0,-23-5 0,0 0 0,-1 0 0,1 0 0,0-1 0,-1 0 0,1 0 0,-1-1 0,8-2 0,-11 3 0,-1 0 0,1-1 0,-1 1 0,0 0 0,1-1 0,-1 1 0,0-1 0,0 0 0,0 0 0,0 0 0,-1 0 0,1 0 0,0 0 0,-1 0 0,1 0 0,-1-1 0,0 1 0,0-1 0,0 1 0,0-1 0,0 1 0,0-6 0,0 0 0,-1 0 0,0 1 0,0-1 0,-1 0 0,0 1 0,-1-1 0,1 1 0,-1-1 0,-1 1 0,0 0 0,0-1 0,0 1 0,-1 1 0,0-1 0,0 1 0,-7-9 0,11 14 0,-1 1 0,1-1 0,0 1 0,-1-1 0,1 1 0,-1 0 0,1-1 0,-1 1 0,1-1 0,-1 1 0,0 0 0,1-1 0,-1 1 0,1 0 0,-1 0 0,0-1 0,0 1 0,0 0 0,1 0 0,0 0 0,-1 0 0,1 1 0,0-1 0,0 0 0,-1 0 0,1 0 0,0 0 0,0 1 0,0-1 0,-1 0 0,1 0 0,0 1 0,0-1 0,0 0 0,-1 0 0,1 1 0,0-1 0,0 0 0,0 0 0,0 1 0,0-1 0,0 0 0,0 1 0,0-1 0,-1 3 0,1-1 0,0 0 0,0 1 0,0-1 0,0 1 0,0-1 0,1 5 0,2 0 0,0-1 0,0 1 0,0-1 0,0 1 0,1-1 0,0 0 0,1-1 0,0 1 0,-1-1 0,11 9 0,-4-5 0,0 0 0,1 0 0,1-1 0,17 8 0,-22-13 0,0 0 0,0-1 0,0 0 0,0 0 0,0-1 0,1 0 0,-1 0 0,1-1 0,-1 0 0,13-3 0,-19 3 0,-1 0 0,0 0 0,1-1 0,-1 1 0,1-1 0,-1 1 0,0-1 0,0 1 0,1-1 0,-1 0 0,0 0 0,0 1 0,0-1 0,0 0 0,0 0 0,0 0 0,0 0 0,0-1 0,0 1 0,1-1 0,-1-1 0,0 0 0,1 0 0,-1 0 0,-1 0 0,1 0 0,0-1 0,-1 1 0,1-6 0,-1-1 0,-1 0 0,0 0 0,0 0 0,-6-18 0,4 18 0,5 13 0,9 14 0,-8-14 0,0 1 0,0-1 0,1 0 0,-1 0 0,1-1 0,0 1 0,0-1 0,0 0 0,0 0 0,0 0 0,0 0 0,8 1 0,-10-2 0,1-1 0,0 1 0,0-1 0,-1 0 0,1 0 0,0 0 0,0 0 0,-1 0 0,1-1 0,0 1 0,-1-1 0,1 0 0,0 0 0,-1 0 0,1 0 0,-1 0 0,1 0 0,-1-1 0,0 1 0,0-1 0,1 0 0,1-2 0,-2 2 0,0 0 0,0 0 0,0 0 0,0 1 0,0-1 0,1 0 0,-1 1 0,1-1 0,-1 1 0,1 0 0,0 0 0,-1 0 0,1 0 0,4 0 0,-4 1 0,1 0 0,-1 0 0,0 1 0,0-1 0,1 1 0,-1 0 0,0 0 0,0 0 0,0 0 0,0 0 0,0 1 0,4 1 0,14 8-273,0-1 0,1-1 0,0-1 0,26 6 0,-35-11-6553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1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150 341 24575,'-21'16'0,"0"0"0,-20 21 0,32-28 0,1 0 0,0 0 0,1 1 0,0 0 0,1 0 0,-10 22 0,14-29 0,1 1 0,0 0 0,1 0 0,-1-1 0,1 1 0,-1 0 0,1 0 0,1 4 0,-1-7 0,-1-1 0,1 1 0,1 0 0,-1 0 0,0-1 0,0 1 0,0 0 0,0 0 0,0-1 0,1 1 0,-1 0 0,0-1 0,1 1 0,-1 0 0,0-1 0,1 1 0,-1 0 0,1-1 0,-1 1 0,1-1 0,-1 1 0,1-1 0,0 1 0,-1-1 0,1 1 0,-1-1 0,1 0 0,0 1 0,-1-1 0,1 0 0,0 0 0,0 1 0,-1-1 0,1 0 0,0 0 0,0 0 0,-1 0 0,1 0 0,0 0 0,0 0 0,-1 0 0,1 0 0,0 0 0,0-1 0,-1 1 0,2-1 0,1 0 0,0 0 0,-1-1 0,1 1 0,-1-1 0,0 0 0,1 0 0,-1 0 0,0 0 0,0 0 0,0-1 0,-1 1 0,1 0 0,0-1 0,2-5 0,2-5 0,7-23 0,-12 35 0,6-25 0,0 0 0,-2 0 0,-1 0 0,-1-1 0,-1 1 0,-2-1 0,0 1 0,-2-1 0,-1 1 0,-1-1 0,-1 1 0,-1 0 0,-2 1 0,-19-46 0,26 67 0,-2 0 0,1 0 0,0 1 0,-1-1 0,-3-3 0,6 6 0,0 1 0,-1 0 0,1-1 0,0 1 0,0 0 0,-1 0 0,1-1 0,-1 1 0,1 0 0,0 0 0,-1-1 0,1 1 0,0 0 0,-1 0 0,1 0 0,-1 0 0,1 0 0,0 0 0,-1 0 0,1 0 0,-1 0 0,1 0 0,0 0 0,-2 0 0,2 0 0,-1 1 0,0 0 0,1-1 0,-1 1 0,1 0 0,-1-1 0,1 1 0,-1 0 0,1-1 0,0 1 0,-1 0 0,1 0 0,0 0 0,0-1 0,-1 1 0,1 0 0,0 0 0,0 1 0,-1 8 0,0 0 0,0 0 0,2 1 0,0 14 0,10 42 0,-9-59 0,8 47-455,2-1 0,38 98 0,-43-136-6371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2.2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79 24575,'-3'-3'0,"-9"-8"0,11 10 0,7 8 0,16 18 0,1 0 0,1-2 0,2-2 0,52 37 0,-73-55 0,-1-1 0,1 1 0,0-1 0,0 0 0,0 0 0,1-1 0,-1 1 0,0-1 0,1 0 0,-1 0 0,0-1 0,7 0 0,-10 0 0,1 0 0,0-1 0,-1 1 0,1-1 0,-1 0 0,1 0 0,-1 0 0,1 0 0,-1 0 0,0 0 0,1-1 0,-1 1 0,0-1 0,0 1 0,0-1 0,0 0 0,0 0 0,-1 0 0,1 0 0,0 0 0,-1 0 0,0-1 0,1 1 0,-1 0 0,0-1 0,1-2 0,0-3 0,0 0 0,0-1 0,-1 1 0,0 0 0,-1 0 0,1-1 0,-2 1 0,1 0 0,-1-1 0,0 1 0,-1 0 0,0 0 0,-1 0 0,1 0 0,-7-13 0,3 13 0,6 11 0,8 15 0,0-6 0,1 1 0,0-2 0,1 1 0,0-1 0,1-1 0,0 0 0,1-1 0,16 11 0,-17-13 0,1 0 0,1-1 0,-1 0 0,1 0 0,0-2 0,0 1 0,1-2 0,-1 0 0,16 2 0,-26-5 0,0 0 0,0 0 0,0 0 0,0 0 0,0 0 0,0-1 0,0 1 0,-1-1 0,1 0 0,0 0 0,0 0 0,-1 0 0,1 0 0,-1 0 0,1-1 0,-1 1 0,1-1 0,-1 0 0,0 0 0,3-3 0,-3 3 0,0-1 0,0 0 0,-1 0 0,1 0 0,-1 0 0,0-1 0,1 1 0,-2 0 0,1 0 0,0-1 0,-1 1 0,1-1 0,-1 1 0,0 0 0,0-1 0,0 1 0,-1-4 0,-1-2-80,0 0 0,-1 0-1,0 1 1,0-1 0,-1 1-1,0 0 1,0 0 0,-1 0-1,0 0 1,0 1 0,-1 0 0,0 0-1,0 1 1,-1-1 0,0 1-1,-8-6 1,1 3-6746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2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24575,'0'7'-2,"0"0"0,1-1 1,0 1-1,1 0 0,-1-1 0,1 1 0,0-1 0,1 0 0,0 0 0,6 11 0,3 0 41,0-1 0,18 19 0,-17-21-404,-1 0-1,0 0 1,10 19 0,-16-22-6461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4.4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784 0 24575,'23'3'0,"-7"-2"0,30 7 0,-53-6 0,-10-1 0,-476 0 0,238-2 0,240 2-50,-1 0 1,-19 5-1,17-2-1166,6-2-5610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4.8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862 30 24575,'-1'-1'0,"0"-1"0,-1 1 0,1-1 0,0 1 0,0 0 0,0-1 0,-1 1 0,1 0 0,-1 0 0,1 0 0,-1 0 0,1 0 0,-1 0 0,0 0 0,0 1 0,1-1 0,-1 1 0,0-1 0,0 1 0,1-1 0,-4 1 0,-5 0 0,0-1 0,1 2 0,-11 1 0,-1 0 0,-391 0 0,270-9 75,-45-1-1515,173 8-5386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5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24575,'220'94'0,"-92"-37"0,79 32 0,-202-87 0,0 1 0,0-1 0,0 1 0,-1-1 0,1 1 0,6 7 0,-10-9 0,0-1 0,0 1 0,-1 0 0,1 0 0,-1-1 0,1 1 0,0 0 0,-1 0 0,1 0 0,-1 0 0,0 0 0,1 0 0,-1 0 0,0 0 0,1 0 0,-1 0 0,0 0 0,0 0 0,0 0 0,0 0 0,0 0 0,0 0 0,0 0 0,-1 0 0,1 0 0,0 0 0,0 0 0,-1 0 0,1 0 0,-1 0 0,1 0 0,-1 0 0,1 0 0,-1 0 0,1-1 0,-1 1 0,0 0 0,0 0 0,1-1 0,-1 1 0,0 0 0,-1 0 0,-7 5 0,0-1 0,0 0 0,0 0 0,-1-1 0,0 0 0,0-1 0,-13 3 0,-4 2 0,-49 16-88,31-11-232,1 1 1,0 3 0,-59 31 0,87-38-6507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6.4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0 24575,'-4'23'0,"1"-1"0,1 1 0,1-1 0,1 1 0,5 39 0,2-24 0,1 0 0,21 56 0,38 93 0,-65-183 0,-1 0 0,0 0 0,0 0 0,0 0 0,0 7 0,-1-11 0,0 1 0,0-1 0,0 1 0,0 0 0,0-1 0,0 1 0,0-1 0,0 1 0,-1-1 0,1 1 0,0 0 0,0-1 0,0 1 0,-1-1 0,1 1 0,0-1 0,0 1 0,-1-1 0,1 1 0,0-1 0,-1 0 0,1 1 0,-1-1 0,1 1 0,-1-1 0,1 0 0,-1 1 0,1-1 0,-1 0 0,1 0 0,-1 1 0,1-1 0,-1 0 0,1 0 0,-1 0 0,1 0 0,-1 0 0,0 1 0,1-1 0,-1 0 0,1 0 0,-1-1 0,1 1 0,-1 0 0,0 0 0,1 0 0,-1 0 0,1 0 0,-1-1 0,0 1 0,-1-1 0,0 0 0,0 0 0,0 0 0,0-1 0,0 1 0,0 0 0,0-1 0,1 0 0,-1 1 0,0-1 0,1 0 0,-1 0 0,1 0 0,0 0 0,0 0 0,0 0 0,0 0 0,0 0 0,0 0 0,0-1 0,1 1 0,-1 0 0,1-1 0,-1-3 0,1-1 0,-1-1 0,1 1 0,0-1 0,1 1 0,-1 0 0,4-13 0,-3 16 0,0 0 0,1 0 0,-1 0 0,1 0 0,0 0 0,0 0 0,0 1 0,0-1 0,1 0 0,0 1 0,0 0 0,0 0 0,0 0 0,0 0 0,7-5 0,-5 5 0,0 1 0,0 0 0,1 0 0,-1 0 0,0 0 0,1 1 0,-1 0 0,1 0 0,-1 0 0,1 1 0,6 0 0,0 1 0,1 0 0,-1 1 0,0 1 0,1 0 0,-1 1 0,-1 0 0,1 0 0,-1 1 0,1 1 0,13 9 0,-10-4 0,25 21 0,-36-29 0,-1 1 0,1-1 0,-1 1 0,0 0 0,0 0 0,-1 0 0,1 0 0,-1 0 0,0 1 0,0-1 0,0 1 0,1 4 0,-3-7 0,0 0 0,0 1 0,0-1 0,0 0 0,0 0 0,0 0 0,-1 0 0,1 0 0,-1 0 0,1 0 0,-1 0 0,0 0 0,0 0 0,0 0 0,0 0 0,0-1 0,0 1 0,-1 0 0,1-1 0,0 1 0,-1-1 0,1 1 0,-1-1 0,0 0 0,0 1 0,1-1 0,-4 1 0,-2 2 0,0-1 0,1 0 0,-1-1 0,0 1 0,0-2 0,-14 3 0,-26 0 0,-73-4 0,69-1 0,26-1-682,-38-6-1,47 5-6143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7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32 24575,'-10'0'0,"0"0"0,-1 2 0,1-1 0,0 1 0,0 0 0,0 1 0,-18 8 0,24-9 0,1-1 0,0 1 0,-1 1 0,1-1 0,0 0 0,0 1 0,1-1 0,-1 1 0,0 0 0,-3 5 0,5-5 0,-1-1 0,1 1 0,0-1 0,0 1 0,1 0 0,-1 0 0,0-1 0,1 1 0,0 0 0,-1 0 0,1-1 0,0 1 0,1 0 0,-1 0 0,0-1 0,2 5 0,-1-4 0,0 1 0,1-1 0,-1 0 0,1 0 0,0 0 0,0 0 0,0 0 0,0 0 0,1-1 0,-1 1 0,1-1 0,-1 1 0,1-1 0,0 0 0,0 0 0,0 0 0,0-1 0,5 3 0,7 2 0,0 0 0,26 5 0,-36-9 0,8 1 0,0 0 0,0-1 0,0 0 0,0-1 0,0 0 0,17-2 0,-27 1 0,0-1 0,1 0 0,-1 1 0,0-1 0,0 0 0,1-1 0,-1 1 0,0 0 0,0-1 0,0 0 0,-1 0 0,6-3 0,-7 3 0,1 0 0,0-1 0,-1 1 0,1 0 0,-1-1 0,0 1 0,0-1 0,0 1 0,0-1 0,0 1 0,0-1 0,-1 0 0,1 1 0,-1-1 0,0 0 0,0 0 0,0-5 0,-1 4 0,0-1 0,0 0 0,0 1 0,-1 0 0,0-1 0,0 1 0,0 0 0,0 0 0,-1 0 0,1 0 0,-1 0 0,0 0 0,0 1 0,0-1 0,-7-4 0,-2-2 0,-1 0 0,0 1 0,-18-10 0,20 14-227,1 0-1,-1 0 1,0 1-1,-1 0 1,-15-3-1,11 5-6598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7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24575,'10'31'0,"3"16"0,3 9 0,0 2 0,0-2 0,0-2 0,0-5 0,2-4 0,1-5 0,-1-3 0,-1-4 0,-3-4 0,-1-5 0,-4-4 0,1-6 0,-3-4-8191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8.0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383 116 24575,'-30'-20'0,"-12"-7"0,-5 2 0,4 4 0,6 7 0,5 7 0,5 6 0,5 2 0,3 4 0,3 1 0,1 0 0,1 0 0,1 1 0,-1-2 0,2 1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8.5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24575,'13'59'0,"21"84"0,-27-118 0,2 0 0,1-1 0,20 37 0,-21-45 0,-4-6 0,1-1 0,-1 1 0,2-1 0,-1 0 0,1-1 0,1 1 0,10 8 0,-17-16 0,0 0 0,0-1 0,0 1 0,0 0 0,0-1 0,0 1 0,0-1 0,0 1 0,0-1 0,0 0 0,1 1 0,-1-1 0,0 0 0,0 0 0,0 0 0,1 0 0,-1 0 0,0 0 0,0 0 0,0 0 0,1-1 0,0 0 0,0 1 0,0-2 0,0 1 0,0 0 0,-1 0 0,1-1 0,0 1 0,-1-1 0,0 1 0,1-1 0,-1 1 0,2-5 0,3-3 0,-2-1 0,1-1 0,5-19 0,-9 27 0,0-1 0,0-2 0,1 1 0,0-1 0,0 1 0,0-1 0,6-7 0,-8 13 0,1-1 0,-1 0 0,1 0 0,-1 1 0,1-1 0,0 0 0,0 1 0,-1-1 0,1 1 0,0-1 0,0 1 0,0 0 0,-1-1 0,1 1 0,0 0 0,0-1 0,0 1 0,0 0 0,0 0 0,0 0 0,0 0 0,-1 0 0,1 0 0,0 0 0,0 0 0,0 0 0,0 0 0,0 0 0,0 1 0,0-1 0,0 0 0,-1 1 0,1-1 0,0 0 0,0 1 0,0-1 0,-1 1 0,1 0 0,0-1 0,-1 1 0,1 0 0,1 0 0,55 57 0,5 3 0,-10-17-1365,-38-31-5461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9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314 141 24575,'-62'-39'0,"20"11"0,-65-32 0,101 58 0,1 0 0,-1 0 0,0 0 0,1 0 0,-1 1 0,-6-1 0,10 2 0,0 0 0,0 0 0,1 0 0,-1 0 0,0 0 0,0 0 0,1 1 0,-1-1 0,0 1 0,1-1 0,-1 1 0,1-1 0,-1 1 0,1 0 0,-1 0 0,1 0 0,-1 0 0,1 0 0,0 0 0,-1 0 0,1 1 0,0-1 0,0 0 0,-2 3 0,0 2 0,1 0 0,0 0 0,0 0 0,0 1 0,0-1 0,1 0 0,0 1 0,0-1 0,1 1 0,0-1 0,0 1 0,2 7 0,0 8 0,2-1 0,8 27 0,5 5-213,42 92 0,41 42-213,11-7 199,-86-142-769,-3-4-5120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9.3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263 69 24575,'-28'-15'0,"-11"-5"0,-2 4 0,4 4 0,5 6 0,6 8 0,5 5 0,6 4 0,5 3 0,5 2 0,0-3 0,2-2-8191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19.9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110 247 24575,'3'6'0,"16"29"0,-18-32 0,0 0 0,0 0 0,0 1 0,0-1 0,-1 0 0,1 0 0,-1 0 0,0 1 0,0 4 0,0-7 0,0-1 0,0 1 0,0-1 0,0 1 0,0 0 0,-1-1 0,1 1 0,0-1 0,0 1 0,-1-1 0,1 1 0,0-1 0,-1 1 0,1-1 0,0 1 0,-1-1 0,1 1 0,-1-1 0,1 0 0,-1 1 0,1-1 0,-1 0 0,1 1 0,-1-1 0,1 0 0,-1 1 0,1-1 0,-1 0 0,0 0 0,1 0 0,-1 0 0,1 0 0,-1 0 0,0 0 0,1 0 0,-1 0 0,1 0 0,-1 0 0,0 0 0,1 0 0,-1 0 0,1 0 0,-1-1 0,1 1 0,-1 0 0,0-1 0,-3 0 0,0-1 0,1 0 0,0 0 0,-1 0 0,1 0 0,-3-3 0,0-1 0,0 0 0,0 0 0,1-1 0,0 0 0,0 0 0,1 0 0,0-1 0,0 1 0,-4-13 0,0-7 0,-9-43 0,6 18 0,11 51 0,0 1 0,0 0 0,0 0 0,-1-1 0,1 1 0,0 0 0,0-1 0,0 1 0,0 0 0,0 0 0,0-1 0,0 1 0,0 0 0,0-1 0,0 1 0,0 0 0,0-1 0,0 1 0,0 0 0,1 0 0,-1-1 0,0 1 0,0 0 0,0 0 0,0-1 0,0 1 0,1 0 0,-1 0 0,0-1 0,0 1 0,0 0 0,1 0 0,-1 0 0,0-1 0,0 1 0,1 0 0,-1 0 0,14 2 0,20 15 0,-29-14 0,28 14 0,0-2 0,2-1 0,-1-1 0,55 12 0,-66-21 0,0 0 0,0-1 0,0-1 0,0-1 0,0-2 0,0 0 0,0-1 0,31-7 0,-48 7 0,1-1 0,0 1 0,-1-1 0,1 0 0,-1 0 0,0-1 0,0 0 0,0 0 0,-1-1 0,1 1 0,4-7 0,-8 9 0,0 1 0,-1-1 0,1 0 0,-1 0 0,0 0 0,1 0 0,-1-1 0,0 1 0,0 0 0,0-1 0,-1 1 0,1 0 0,0-1 0,-1 1 0,0-1 0,0 1 0,1-1 0,-1 1 0,-1 0 0,1-1 0,0 1 0,-1-1 0,1 1 0,-1-1 0,0 1 0,1 0 0,-1-1 0,0 1 0,-1 0 0,1 0 0,0 0 0,-1 0 0,1 0 0,-4-3 0,-1-2 0,0 1 0,-1 1 0,0-1 0,0 1 0,0 0 0,-1 1 0,1 0 0,-1 0 0,-12-4 0,18 7 0,-1 1 0,0-1 0,0 0 0,0 1 0,0 0 0,0 0 0,0 0 0,0 0 0,0 0 0,0 0 0,0 1 0,0-1 0,-3 2 0,4-1 0,0 0 0,0 1 0,0-1 0,0 0 0,0 1 0,0-1 0,0 1 0,1 0 0,-1-1 0,1 1 0,-1 0 0,1 0 0,0 0 0,0 0 0,-1 0 0,2 0 0,-1 0 0,0 1 0,0 2 0,-1 0 0,2 1 0,-1 0 0,1 0 0,-1 0 0,2 0 0,-1 0 0,1 0 0,0 0 0,0-1 0,0 1 0,1 0 0,0-1 0,0 1 0,5 8 0,1 2 0,1 0 0,1-1 0,18 22 0,-16-23 20,1 0 0,0-1 0,1-1 0,0 0 0,18 11 0,-26-19-107,0-1-1,0 1 1,0-1 0,1 0-1,-1-1 1,1 1 0,0-1-1,-1-1 1,1 1-1,0-1 1,0 0 0,0-1-1,0 0 1,0 0 0,0 0-1,11-3 1,-5-1-6739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0.4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 66 24575,'-13'-7'0,"-6"-4"0,-2 0 0,1 2 0,-1 0 0,-23-6 0,42 14 0,0 1 0,0-1 0,0 1 0,-1-1 0,1 1 0,0 0 0,0 0 0,-1 0 0,1 0 0,0 0 0,0 1 0,0-1 0,-1 1 0,1-1 0,0 1 0,0 0 0,0 0 0,0 0 0,-2 1 0,2 0 0,1-1 0,-1 1 0,1 0 0,0 0 0,-1 0 0,1 0 0,0 0 0,0 0 0,0 0 0,1 0 0,-1 0 0,0 0 0,1 1 0,-1-1 0,1 0 0,0 0 0,0 1 0,0 2 0,0 6 0,1-1 0,1 1 0,-1-1 0,2 0 0,-1 0 0,1 0 0,1 0 0,0 0 0,0-1 0,8 12 0,-7-13 0,0 1 0,1-1 0,0 0 0,1 0 0,0-1 0,0 0 0,0 0 0,1 0 0,0-1 0,15 9 0,-18-13 0,-1 0 0,1 0 0,0-1 0,0 1 0,0-1 0,0 0 0,0 0 0,0-1 0,0 0 0,5 0 0,-8 0 0,0 0 0,0 0 0,0-1 0,0 1 0,0-1 0,0 1 0,0-1 0,0 0 0,0 1 0,0-1 0,-1 0 0,1 0 0,0-1 0,-1 1 0,1 0 0,0-1 0,-1 1 0,0-1 0,1 1 0,-1-1 0,0 1 0,0-1 0,0 0 0,0 0 0,0 0 0,1-3 0,1-3 0,0 0 0,-1-1 0,-1 1 0,1 0 0,-1-1 0,-1 1 0,1-1 0,-1 1 0,-1-1 0,0 1 0,0 0 0,-1-1 0,-4-14 0,6 22 0,0 1 0,-1-1 0,1 0 0,0 1 0,0-1 0,-1 0 0,1 1 0,-1-1 0,1 0 0,0 1 0,-1-1 0,1 1 0,-1-1 0,1 1 0,-1-1 0,-1 0 0,2 1 0,0 0 0,-1 0 0,1 0 0,0 0 0,0 1 0,-1-1 0,1 0 0,0 0 0,0 0 0,-1 0 0,1 1 0,0-1 0,0 0 0,0 0 0,-1 0 0,1 1 0,0-1 0,0 0 0,0 0 0,0 1 0,0-1 0,-1 0 0,1 1 0,0-1 0,0 0 0,0 0 0,0 1 0,-4 27 0,4-3 0,1 0 0,1 1 0,1-1 0,1 0 0,7 24 0,3-3 0,34 75 0,-45-112-151,2-1-1,-1 1 0,1-1 0,0 1 1,1-1-1,0-1 0,0 1 1,14 11-1,-11-12-6674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1.5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4 230 24575,'0'0'0,"0"0"0,0 0 0,-1 0 0,1 1 0,0-1 0,0 0 0,0 0 0,0 0 0,0 0 0,-1 0 0,1 0 0,0 0 0,0 0 0,0 0 0,0 0 0,0 0 0,0 0 0,-1 0 0,1 1 0,0-1 0,0 0 0,0 0 0,0 0 0,0 0 0,0 0 0,0 0 0,0 0 0,0 1 0,0-1 0,0 0 0,0 0 0,0 0 0,0 0 0,0 0 0,0 1 0,0-1 0,0 0 0,0 0 0,0 0 0,2 9 0,6 8 0,0-9 0,0 0 0,0 0 0,1-1 0,16 12 0,6 4 0,-26-19 0,0-1 0,0 1 0,0-1 0,0 0 0,0 0 0,1-1 0,-1 0 0,10 3 0,-13-4 0,0-1 0,-1 0 0,1 1 0,0-1 0,0 0 0,-1 0 0,1 0 0,0 0 0,0-1 0,-1 1 0,1 0 0,0-1 0,-1 1 0,1-1 0,0 0 0,-1 1 0,1-1 0,-1 0 0,1 0 0,-1 0 0,1 0 0,-1 0 0,0 0 0,0-1 0,1 1 0,-1 0 0,0-1 0,0 1 0,0-1 0,0 1 0,-1-1 0,1 1 0,1-4 0,0-1 0,0-1 0,-1 1 0,0-1 0,0 1 0,0-1 0,-1 0 0,0 0 0,0 1 0,-1-1 0,0 0 0,0 0 0,0 1 0,-1-1 0,0 1 0,0-1 0,-5-7 0,6 12 0,2 3 0,2 7 0,9 11 0,3-3 0,0-1 0,0-1 0,2 0 0,0-1 0,0-1 0,1 0 0,0-2 0,1 0 0,0-1 0,22 7 0,-29-13 0,0 0 0,1-1 0,-1 0 0,0-1 0,0 0 0,1-1 0,-1 0 0,0-1 0,15-3 0,-23 3 0,1 0 0,-1 0 0,1-1 0,-1 1 0,1-1 0,-1 0 0,0 0 0,0-1 0,0 1 0,0-1 0,0 0 0,0 0 0,-1 0 0,0 0 0,1-1 0,-1 0 0,0 1 0,-1-1 0,1 0 0,-1 0 0,0 0 0,0-1 0,0 1 0,0-1 0,-1 1 0,2-9 0,-2 4 0,-1 1 0,0-1 0,0 0 0,-1 0 0,0 0 0,-1 1 0,1-1 0,-2 1 0,1-1 0,-1 1 0,-1 0 0,-5-11 0,-8-11 0,-36-48 0,49 72 0,-28-32 0,30 35 0,0 1 0,0 0 0,0 0 0,-1 0 0,1 0 0,-1 0 0,0 1 0,1-1 0,-1 1 0,0-1 0,0 1 0,0 0 0,-5-1 0,7 2 0,0 0 0,0 0 0,0 0 0,0 0 0,0 0 0,0 1 0,0-1 0,0 0 0,0 0 0,0 1 0,0-1 0,0 0 0,1 1 0,-1-1 0,0 1 0,0 0 0,0-1 0,0 1 0,1-1 0,-2 2 0,1 0 0,0-1 0,-1 1 0,1 0 0,0 0 0,1 0 0,-1 0 0,0 0 0,0 0 0,0 2 0,0 6 0,0-1 0,0 0 0,1 14 0,0-19 0,0 30 0,-1-13 0,1 0 0,6 36 0,-6-53 0,1 0 0,0 0 0,0-1 0,1 1 0,-1 0 0,1-1 0,-1 0 0,1 1 0,0-1 0,1 0 0,-1 0 0,0 0 0,1 0 0,0 0 0,5 4 0,-4-4 0,1-1 0,-1 0 0,0 0 0,1 0 0,-1-1 0,1 1 0,0-1 0,0 0 0,-1 0 0,1-1 0,0 0 0,6 0 0,196-3 0,-201 4 0,-1-2 0,0 1 0,1-1 0,-1 1 0,1-2 0,-1 1 0,0 0 0,10-5 0,-13 5 0,0-1 0,0 1 0,1-1 0,-1 1 0,0-1 0,-1 0 0,1 1 0,0-1 0,0 0 0,-1 0 0,1-1 0,-1 1 0,0 0 0,0 0 0,1-1 0,-2 1 0,1 0 0,0-1 0,0 1 0,0-5 0,0-3 0,-1 0 0,0 0 0,-1 0 0,0 0 0,0 1 0,-5-15 0,0-13 0,6 27 0,7 12 0,10 20 0,-10-14 0,8 8 0,1 0 0,0-1 0,1-1 0,1-1 0,0-1 0,38 20 0,-55-31 0,1-1 0,-1 1 0,1-1 0,0 1 0,-1-1 0,1 0 0,0 0 0,0 1 0,-1-1 0,1 0 0,0-1 0,0 1 0,-1 0 0,1 0 0,0-1 0,-1 1 0,1-1 0,0 1 0,-1-1 0,1 0 0,-1 0 0,1 0 0,-1 0 0,1 0 0,-1 0 0,0 0 0,1 0 0,-1 0 0,0-1 0,2-2 0,1-1 0,0-1 0,-1 0 0,1 0 0,-2 0 0,1-1 0,3-10 0,-6 16 0,1-1 0,-1 1 0,1-1 0,0 1 0,-1-1 0,1 1 0,0-1 0,0 1 0,0 0 0,0-1 0,0 1 0,0 0 0,0 0 0,0 0 0,1 0 0,-1 0 0,0 0 0,1 0 0,-1 0 0,2 0 0,0 0 0,0 0 0,0 1 0,-1-1 0,1 1 0,0 0 0,0 0 0,0 0 0,-1 0 0,1 0 0,5 2 0,5 1 0,-1 2 0,0-1 0,23 13 0,-31-15 0,26 16-1365,-18-8-5461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2.3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 24575,'-8'10'0,"1"0"0,1 1 0,0-1 0,0 2 0,1-1 0,-7 21 0,11-28 0,0-1 0,0 1 0,0 0 0,1 0 0,0 0 0,-1-1 0,2 1 0,-1 0 0,0 0 0,1 0 0,-1 0 0,1-1 0,0 1 0,0 0 0,1-1 0,-1 1 0,1-1 0,0 1 0,0-1 0,0 0 0,0 0 0,0 0 0,1 0 0,-1 0 0,7 4 0,-2-1 0,0-2 0,1 1 0,0-1 0,0 0 0,0-1 0,0 0 0,1 0 0,0 0 0,16 1 0,-14-2 0,1-1 0,-1-1 0,0 0 0,1 0 0,-1-1 0,0-1 0,16-3 0,-16 1 0,0 0 0,0-1 0,0 0 0,0-1 0,-1 0 0,0-1 0,0 0 0,-1 0 0,1-1 0,-2 0 0,1-1 0,-1 0 0,10-15 0,-17 23 0,0 0 0,-1 0 0,1 0 0,0-1 0,-1 1 0,1 1 0,0-1 0,0 0 0,0 0 0,0 0 0,0 0 0,0 1 0,0-1 0,0 0 0,0 1 0,0-1 0,0 1 0,1-1 0,-1 1 0,0 0 0,2-1 0,-1 2 0,0-1 0,-1 1 0,1-1 0,-1 1 0,1 0 0,-1 0 0,1 0 0,-1 0 0,1 0 0,-1 0 0,0 0 0,1 0 0,-1 0 0,0 1 0,1 1 0,48 60 25,-30-36-720,46 48 0,-57-68-6131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2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24575,'2'0'0,"1"2"0,1 7 0,-2 3 0,0 3 0,-1-2-8191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2.8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102 338 24575,'13'-25'0,"-2"-1"0,16-54 0,-24 72 0,-1-1 0,0 0 0,-1-1 0,0 1 0,-1 0 0,0 0 0,0 0 0,-1 0 0,0-1 0,0 1 0,-1 0 0,0 0 0,-4-9 0,3 13 0,0-1 0,-1 1 0,1 0 0,-1 0 0,0 0 0,0 0 0,-1 1 0,1-1 0,-1 1 0,0 1 0,-9-7 0,12 9 0,0 0 0,0 0 0,1 0 0,-1 0 0,0 0 0,0 0 0,0 1 0,0-1 0,0 1 0,0 0 0,0-1 0,0 1 0,0 0 0,0 0 0,0 0 0,0 0 0,0 1 0,0-1 0,0 0 0,0 1 0,0 0 0,0-1 0,0 1 0,1 0 0,-1 0 0,0 0 0,0 0 0,1 0 0,-1 0 0,0 1 0,1-1 0,0 0 0,-1 1 0,1-1 0,0 1 0,-1 0 0,1-1 0,-1 4 0,-1 2 0,-1-1 0,2 1 0,-1-1 0,1 1 0,0 0 0,1 0 0,0 0 0,0 0 0,0 0 0,1 13 0,1-9 0,0-1 0,1 0 0,0 1 0,1-1 0,0 0 0,8 16 0,-2-8 0,1-1 0,0 0 0,1-1 0,1 0 0,0-1 0,2-1 0,20 19 0,-27-27-85,0-1 0,0 0-1,1 0 1,-1 0 0,1-1-1,1 0 1,-1-1 0,0 0-1,1 0 1,-1-1 0,1 0-1,0 0 1,0-1 0,0 0-1,10-1 1,-4 0-6741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3.1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 24575,'-15'30'0,"1"1"0,-15 51 0,26-71 0,0 1 0,1-1 0,0 0 0,1 1 0,0 0 0,1-1 0,0 1 0,1-1 0,1 1 0,-1-1 0,5 15 0,-3-19 0,0-1 0,1 1 0,-1-1 0,1 0 0,6 8 0,-6-9 0,0 1 0,0 0 0,0 0 0,-1 0 0,4 10 0,-6-14 4,-1 0 1,0-1-1,0 1 0,0-1 0,0 1 0,0-1 0,0 1 0,0 0 0,0-1 1,0 1-1,-1-1 0,1 1 0,-1-1 0,1 1 0,-1-1 0,0 1 1,1-1-1,-1 1 0,0-1 0,0 0 0,0 0 0,0 1 0,0-1 0,-3 2 1,-1 2-261,-2-1 1,1 1-1,-12 6 1,13-9-192,-12 7-6379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4.0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285 35 24575,'-31'-8'0,"-73"-15"0,93 21 0,0 1 0,0 0 0,-1 1 0,1 1 0,0-1 0,0 2 0,-14 2 0,23-3 0,-1 0 0,1-1 0,0 1 0,-1 0 0,1 0 0,0 0 0,0 0 0,0 1 0,0-1 0,0 0 0,0 1 0,0 0 0,0-1 0,0 1 0,1 0 0,-1 0 0,1 0 0,-1 0 0,1 0 0,0 0 0,0 0 0,0 1 0,0-1 0,0 0 0,0 1 0,1-1 0,-1 1 0,1-1 0,0 0 0,0 1 0,0-1 0,0 1 0,0 3 0,1 0 0,0 0 0,1 0 0,0 0 0,0 0 0,0-1 0,0 1 0,1 0 0,0-1 0,0 0 0,1 0 0,-1 0 0,7 6 0,-1-1 0,1-1 0,-1 0 0,2-1 0,-1-1 0,1 1 0,0-2 0,1 1 0,0-2 0,0 1 0,0-2 0,1 1 0,15 2 0,-25-7 0,1 1 0,0-1 0,-1 0 0,1 0 0,0 0 0,0-1 0,-1 1 0,1-1 0,0 0 0,-1 0 0,1 0 0,-1 0 0,1-1 0,-1 0 0,1 1 0,-1-1 0,0 0 0,0-1 0,0 1 0,0-1 0,-1 1 0,1-1 0,-1 0 0,1 0 0,-1 0 0,0 0 0,0 0 0,0 0 0,0-1 0,-1 1 0,0-1 0,1 1 0,0-5 0,-1 3 0,1 0 0,-1 0 0,-1-1 0,1 1 0,-1 0 0,1 0 0,-1 0 0,-1-1 0,1 1 0,-1 0 0,0 0 0,0 0 0,-1 0 0,1 0 0,-1 0 0,0 0 0,0 0 0,-1 1 0,0-1 0,1 1 0,-1-1 0,-1 1 0,-5-6 0,9 10 0,-1-1 0,1 1 0,0 0 0,-1-1 0,1 1 0,-1-1 0,1 1 0,-1 0 0,1-1 0,-1 1 0,0 0 0,1-1 0,-1 1 0,1 0 0,-1 0 0,0 0 0,1 0 0,-1 0 0,1 0 0,-1-1 0,0 1 0,1 0 0,-1 1 0,0-1 0,1 0 0,-1 0 0,1 0 0,-1 0 0,0 1 0,0-1 0,0 1 0,0 0 0,1 0 0,-1 0 0,0 0 0,1 0 0,-1 0 0,1 0 0,-1 0 0,1 0 0,0 0 0,-1 0 0,1 0 0,0 2 0,-1 4 0,0-1 0,1 1 0,0-1 0,2 12 0,0-10-151,0 1-1,0-1 0,1 0 0,1 0 1,-1 0-1,1-1 0,1 1 1,7 9-1,-4-5-6674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4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77 221 24575,'17'13'0,"46"37"0,-63-49 0,0-1 0,1 0 0,-1 0 0,0 0 0,1 0 0,-1 0 0,0 0 0,0 1 0,1-1 0,-1 0 0,0 0 0,0 0 0,0 1 0,1-1 0,-1 0 0,0 0 0,0 1 0,0-1 0,0 0 0,0 0 0,0 1 0,1-1 0,-1 0 0,0 1 0,0-1 0,0 0 0,0 0 0,0 1 0,0-1 0,0 1 0,-10-4 0,-14-11 0,12 6 0,0-2 0,0 1 0,1-2 0,1 1 0,0-1 0,0-1 0,1 0 0,1 0 0,-12-21 0,18 27 0,0 0 0,-1 0 0,2 0 0,-1-1 0,1 1 0,0 0 0,0-1 0,1 1 0,0-1 0,0 1 0,1-1 0,-1 1 0,3-9 0,-2 13 0,-1-1 0,1 1 0,0-1 0,0 1 0,0-1 0,0 1 0,0 0 0,1-1 0,-1 1 0,1 0 0,-1 0 0,1 0 0,0 0 0,0 0 0,0 1 0,0-1 0,0 0 0,0 1 0,0-1 0,1 1 0,-1 0 0,1 0 0,-1 0 0,1 0 0,-1 0 0,1 1 0,-1-1 0,1 1 0,0 0 0,-1-1 0,1 1 0,-1 0 0,1 1 0,3-1 0,-1 1-124,0 0 0,0 1 0,0 0 0,0-1 0,0 1 0,0 1-1,0-1 1,-1 1 0,1 0 0,6 5 0,2 3-6702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5.1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134 293 24575,'11'-16'0,"0"0"0,-1-1 0,-1 0 0,0-1 0,7-23 0,-14 35 0,-1-1 0,0 1 0,0 0 0,0 0 0,-1-1 0,1 1 0,-2 0 0,0-12 0,0 14 0,-1-1 0,1 1 0,-1 0 0,1 0 0,-1-1 0,0 1 0,-1 0 0,1 0 0,-1 1 0,0-1 0,1 1 0,-2-1 0,-4-3 0,2 2 0,0 0 0,0 1 0,-1 0 0,1 0 0,-1 1 0,-13-5 0,15 6 0,-1 1 0,1-1 0,0 1 0,0 1 0,-1-1 0,1 1 0,0-1 0,-1 1 0,1 1 0,-8 1 0,11-2 0,0 1 0,0-1 0,0 1 0,0 0 0,0 0 0,0 0 0,0 0 0,1 1 0,-1-1 0,0 0 0,1 1 0,-1-1 0,1 1 0,-1 0 0,-1 2 0,1 0 0,0-1 0,0 1 0,1-1 0,-1 1 0,1 0 0,0 0 0,-1 8 0,1-4 0,0 1 0,1 0 0,0 0 0,1 0 0,0 0 0,4 16 0,-1-11 0,1-1 0,0 0 0,1 0 0,1 0 0,0 0 0,0-1 0,1-1 0,1 1 0,0-1 0,1-1 0,16 16 0,-17-19 0,1 1 0,0-1 0,1-1 0,0 0 0,0 0 0,0-1 0,0 0 0,1-1 0,0-1 0,-1 0 0,1 0 0,1-1 0,19 1 0,-23-3-170,0 0-1,-1 0 0,1 0 1,0-1-1,0-1 0,-1 0 1,11-3-1,-3-2-6655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6.1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212 487 24575,'-23'-6'0,"0"-1"0,0 1 0,-1 1 0,1 1 0,-30-1 0,51 4 0,0 1 0,1 0 0,-1 0 0,0 1 0,0-1 0,0 0 0,1 1 0,-1-1 0,0 1 0,1-1 0,-1 1 0,0 0 0,1-1 0,-1 1 0,1 0 0,-1 0 0,1 0 0,-1 1 0,1-1 0,0 0 0,0 0 0,-1 1 0,0 1 0,2-1 0,-1-1 0,0 1 0,1 0 0,-1 0 0,1 0 0,0 0 0,0 0 0,0-1 0,0 1 0,0 0 0,0 0 0,0 0 0,1 0 0,-1 0 0,1 0 0,-1 0 0,1-1 0,0 1 0,-1 0 0,1-1 0,2 3 0,3 6 0,0-1 0,1 0 0,0-1 0,1 0 0,0 0 0,0 0 0,0-1 0,1 0 0,1-1 0,-1 0 0,1 0 0,0-1 0,0 0 0,0-1 0,1 0 0,-1-1 0,1 0 0,0-1 0,0 0 0,0 0 0,0-1 0,18-1 0,-25 0 0,0-1 0,0 0 0,-1 1 0,1-1 0,-1 0 0,1-1 0,-1 1 0,1 0 0,-1-1 0,0 0 0,0 0 0,0 0 0,0 0 0,0-1 0,0 1 0,-1-1 0,1 1 0,-1-1 0,1 0 0,-1 0 0,0 0 0,0 0 0,0-1 0,-1 1 0,1 0 0,-1-1 0,2-5 0,-2 1 0,1-1 0,-1 1 0,0-1 0,-1 0 0,1 1 0,-2-1 0,0 0 0,0 1 0,0-1 0,-5-14 0,-21-54 0,-3 1 0,-4 2 0,-76-126 0,106 194 0,1 2 0,1 0 0,-1 0 0,0 0 0,-6-6 0,9 9 0,0 1 0,0 0 0,-1 0 0,1 0 0,0 0 0,0-1 0,0 1 0,-1 0 0,1 0 0,0 0 0,0 0 0,0 0 0,-1 0 0,1 0 0,0-1 0,0 1 0,-1 0 0,1 0 0,0 0 0,0 0 0,-1 0 0,1 0 0,0 0 0,0 0 0,-1 0 0,1 0 0,0 1 0,0-1 0,-1 0 0,1 0 0,0 0 0,0 0 0,-1 0 0,1 0 0,0 0 0,0 1 0,0-1 0,-1 0 0,1 0 0,0 0 0,0 0 0,0 1 0,0-1 0,-1 0 0,1 0 0,0 1 0,0-1 0,0 0 0,0 0 0,0 0 0,0 1 0,0-1 0,0 0 0,0 1 0,-3 15 0,3-16 0,0 18 0,0 0 0,1 0 0,5 22 0,14 53 0,-14-70 0,1 0 0,0-1 0,2 0 0,1-1 0,0 0 0,2 0 0,23 32 0,-27-43 0,1 0 0,0-1 0,0 0 0,1 0 0,0-1 0,0 0 0,1-1 0,0 0 0,1-1 0,-1 0 0,1-1 0,0 0 0,0-1 0,1 0 0,18 3 0,-18-5 0,0-1 0,1 0 0,-1-1 0,1 0 0,-1-1 0,0 0 0,1-2 0,22-5 0,-31 6 0,1 0 0,-1 0 0,0 0 0,0-1 0,0 0 0,0 0 0,0 0 0,-1-1 0,1 1 0,-1-1 0,0 0 0,0 0 0,-1-1 0,1 1 0,-1-1 0,0 0 0,0 0 0,0 0 0,-1 0 0,1 0 0,-1-1 0,-1 1 0,2-7 0,-2 6 0,-1 0 0,0-1 0,0 1 0,0 0 0,-1-1 0,0 1 0,0 0 0,0 0 0,-1 0 0,0 0 0,0 0 0,-1 0 0,-5-9 0,6 11 0,-1 1 0,1-1 0,-1 1 0,0-1 0,0 1 0,0 0 0,-1 0 0,-6-5 0,7 6 0,1 1 0,-1 0 0,1 0 0,-1 0 0,1 0 0,-1 0 0,0 0 0,1 1 0,-1-1 0,0 1 0,0 0 0,1 0 0,-1 0 0,0 0 0,-4 1 0,6-1 0,-1 1 0,1-1 0,-1 1 0,0-1 0,1 1 0,-1 0 0,1 0 0,-1 0 0,1-1 0,0 1 0,-1 1 0,1-1 0,0 0 0,0 0 0,0 0 0,-1 1 0,1-1 0,-1 3 0,1-1 0,-1 0 0,1 0 0,0 1 0,0-1 0,0 0 0,0 1 0,1-1 0,-1 6 0,1 2 0,1-1 0,0 0 0,0 1 0,1-1 0,4 13 0,-2-13 9,0 0 1,1 1-1,0-2 0,1 1 0,0 0 1,0-1-1,1 0 0,0-1 0,1 0 0,-1 0 1,2 0-1,15 10 0,-4-4-306,0-1 0,1-2 0,1 0 0,42 15 0,-50-22-6529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6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225 722 24575,'3'-40'0,"-2"0"0,-2 1 0,-2-1 0,-1 0 0,-2 1 0,-2 0 0,-1 0 0,-3 0 0,-24-56 0,-52-76 0,40 83 0,40 76 0,8 12 0,0 0 0,0 0 0,0 0 0,0 0 0,-1 0 0,1 0 0,0 0 0,0 0 0,0 0 0,0 0 0,0 0 0,0 0 0,0 0 0,-1 0 0,1 0 0,0 0 0,0 0 0,0 0 0,0 0 0,0 0 0,0 0 0,0 0 0,0 0 0,-1 0 0,1 0 0,0 0 0,0 0 0,0 0 0,0 0 0,0 1 0,0-1 0,0 0 0,0 0 0,0 0 0,-1 0 0,1 0 0,0 0 0,0 0 0,0 0 0,0 0 0,0 1 0,0-1 0,0 0 0,0 0 0,0 0 0,0 0 0,0 0 0,0 0 0,0 0 0,0 1 0,-1 24 0,1-23 0,1 35 0,2 1 0,1-1 0,2 0 0,2 0 0,1 0 0,2-1 0,2-1 0,19 40 0,-16-42 40,2-1 0,31 42 0,-39-60-226,1-1 1,0-1-1,1 0 0,1 0 1,0-1-1,0-1 1,23 14-1,-18-15-6640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7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78 24575,'-2'1'0,"-15"13"0,1 1 0,-17 20 0,30-31 0,0 0 0,-1 0 0,2 0 0,-1 1 0,0-1 0,1 1 0,0 0 0,0-1 0,0 1 0,1 0 0,-1 0 0,1 0 0,0 0 0,1 0 0,-1 8 0,2-8 0,0 0 0,1-1 0,-1 1 0,1-1 0,0 0 0,0 1 0,0-1 0,1 0 0,0 0 0,-1 0 0,1-1 0,1 1 0,5 5 0,-1-1 0,1-1 0,0-1 0,0 0 0,18 10 0,-23-14 0,0 0 0,-1-1 0,1 0 0,0 0 0,0 0 0,0 0 0,0-1 0,0 1 0,0-1 0,0 0 0,0 0 0,0-1 0,1 1 0,-1-1 0,-1 0 0,1 0 0,0 0 0,0 0 0,0-1 0,0 0 0,-1 0 0,1 0 0,-1 0 0,0 0 0,1-1 0,-1 1 0,0-1 0,0 0 0,-1 0 0,1 0 0,-1 0 0,1 0 0,-1-1 0,0 1 0,0-1 0,-1 0 0,1 1 0,2-9 0,-3 6 0,1-1 0,-1 0 0,0 0 0,-1 0 0,0 0 0,0 0 0,0 0 0,-1 1 0,0-1 0,0 0 0,-1 0 0,0 0 0,0 1 0,-1-1 0,1 1 0,-1 0 0,-8-12 0,11 18 0,0-1 0,-1 1 0,1-1 0,0 1 0,0 0 0,-1-1 0,1 1 0,0 0 0,-1-1 0,1 1 0,0 0 0,-1-1 0,1 1 0,-1 0 0,1 0 0,0 0 0,-1-1 0,1 1 0,-1 0 0,1 0 0,0 0 0,-1 0 0,1 0 0,-1 0 0,1 0 0,-1 0 0,1 0 0,-1 0 0,0 0 0,0 0 0,1 1 0,-1-1 0,1 1 0,-1 0 0,1-1 0,0 1 0,-1-1 0,1 1 0,-1 0 0,1-1 0,0 1 0,0 0 0,-1 0 0,1-1 0,0 2 0,-1 4 0,0 0 0,1-1 0,-1 10 0,2-7 0,1-1 0,-1 0 0,1 0 0,0-1 0,1 1 0,0 0 0,0-1 0,0 1 0,1-1 0,0 0 0,0 0 0,0-1 0,1 1 0,0-1 0,0 0 0,0 0 0,1 0 0,11 7 0,-8-6 0,1-1 0,0 1 0,0-1 0,0-1 0,1 0 0,0-1 0,-1 0 0,1 0 0,1-1 0,-1 0 0,16-1 0,-23 0 0,0-1 0,-1-1 0,1 1 0,0 0 0,0-1 0,0 0 0,-1 0 0,1 0 0,-1 0 0,1-1 0,-1 1 0,1-1 0,-1 0 0,0 0 0,0 0 0,1-1 0,-2 1 0,1-1 0,0 1 0,0-1 0,-1 0 0,0 0 0,1 0 0,-1-1 0,-1 1 0,1 0 0,0-1 0,-1 1 0,1-1 0,-1 0 0,0 1 0,0-1 0,-1 0 0,1 0 0,-1-5 0,1-1 0,-1 0 0,0 0 0,0 0 0,-1 0 0,0 0 0,-1 1 0,0-1 0,-4-10 0,6 19 0,0 1 0,0 0 0,0 0 0,0 0 0,0 0 0,0 0 0,0 0 0,0 0 0,0 0 0,0 0 0,0 0 0,0 0 0,0 0 0,0-1 0,0 1 0,0 0 0,-1 0 0,1 0 0,0 0 0,0 0 0,0 0 0,0 0 0,0 0 0,0 0 0,0 0 0,0 0 0,0 0 0,0 0 0,0 0 0,0 0 0,0 0 0,0 0 0,0 0 0,-1 0 0,1 0 0,0-1 0,0 1 0,0 0 0,0 0 0,0 0 0,0 0 0,0 0 0,0 0 0,0 0 0,0 1 0,0-1 0,0 0 0,-1 0 0,1 0 0,0 0 0,0 0 0,0 0 0,0 0 0,0 0 0,0 0 0,0 0 0,0 0 0,-2 6 0,1 10 0,3-3 0,0 0 0,1 0 0,1 0 0,0 0 0,0-1 0,1 0 0,1 1 0,0-2 0,1 1 0,0-1 0,1 0 0,0 0 0,1-1 0,19 17 0,-25-24 0,1 0 0,0 0 0,0 0 0,0-1 0,0 1 0,0-1 0,0 0 0,0 0 0,1-1 0,-1 1 0,1-1 0,0 0 0,-1 0 0,1-1 0,0 1 0,-1-1 0,1 0 0,0 0 0,0-1 0,-1 0 0,1 1 0,-1-1 0,1-1 0,-1 1 0,1-1 0,-1 0 0,1 0 0,6-4 0,23-20 0,-12 8 0,-21 17 0,0 1 0,0-1 0,0 1 0,-1-1 0,1 1 0,0-1 0,0 1 0,0-1 0,0 1 0,0 0 0,0 0 0,0-1 0,0 1 0,0 0 0,0 0 0,0 0 0,1 0 0,-1 0 0,-1 1 0,1-1 0,-1 0 0,1 1 0,0-1 0,-1 0 0,1 1 0,-1-1 0,1 1 0,-1-1 0,1 1 0,-1-1 0,1 1 0,-1-1 0,0 1 0,1-1 0,-1 1 0,0 0 0,1 0 0,1 4 0,-1 0 0,0 1 0,0-1 0,0 1 0,0 5 0,0 0 0,8 94 0,-6 148 0,-5-135 0,2-113 0,0 0 0,0 0 0,-1 0 0,-1 8 0,2-12 0,0-1 0,-1 1 0,1-1 0,0 1 0,0-1 0,0 1 0,-1-1 0,1 1 0,0-1 0,-1 1 0,1-1 0,-1 1 0,1-1 0,0 1 0,-1-1 0,1 0 0,-1 1 0,1-1 0,-1 0 0,0 1 0,0-1 0,0 0 0,1 0 0,-1 0 0,0 0 0,0 0 0,1-1 0,-1 1 0,0 0 0,0 0 0,1-1 0,-1 1 0,0 0 0,1-1 0,-1 1 0,0 0 0,1-1 0,-1 1 0,1-1 0,-1 1 0,0-2 0,-8-7 0,1 0 0,0 0 0,0-1 0,-11-20 0,-20-47 0,31 59 0,1 0 0,0 0 0,2 0 0,0-1 0,1 1 0,-3-31 0,7 43 0,-1-1 0,2 1 0,-1 0 0,1-1 0,0 1 0,0 0 0,0 0 0,1 0 0,0 0 0,1 0 0,-1 0 0,1 0 0,0 1 0,0-1 0,1 1 0,0 0 0,0 0 0,0 0 0,0 1 0,1-1 0,0 1 0,-1 0 0,11-5 0,0 1 0,0 0 0,0 2 0,1 0 0,0 0 0,0 2 0,1 0 0,-1 0 0,27 0 0,-21 1 0,0-1 0,-1 0 0,0-2 0,0 0 0,0-1 0,-1-2 0,39-21 0,-44 22 0,-1-2 0,0 0 0,0-1 0,-1 0 0,0-1 0,-1-1 0,-1 0 0,0 0 0,0-1 0,13-24 0,-22 33 0,1 0 0,-1 0 0,0 0 0,0 0 0,0 0 0,-1 0 0,0-1 0,0 1 0,0 0 0,-1-1 0,1 1 0,-1-1 0,-1 1 0,1-1 0,-1 1 0,0 0 0,0-1 0,0 1 0,-1 0 0,0 0 0,0 0 0,0 0 0,-1 0 0,1 0 0,-1 1 0,0-1 0,-1 1 0,1 0 0,-1 0 0,0 0 0,0 0 0,0 1 0,0-1 0,-10-4 0,9 5 0,0 0 0,0 1 0,0-1 0,-1 1 0,1 1 0,-1-1 0,1 1 0,-1 0 0,0 0 0,1 1 0,-1-1 0,0 1 0,0 0 0,1 1 0,-1 0 0,0 0 0,1 0 0,-1 0 0,1 1 0,-1 0 0,1 0 0,0 0 0,-9 6 0,8-4 0,1 0 0,-1 0 0,1 1 0,-1 0 0,2 0 0,-1 0 0,0 1 0,1-1 0,0 1 0,0 0 0,1 1 0,-1-1 0,2 0 0,-1 1 0,0 0 0,1 0 0,1-1 0,-3 13 0,4-13 0,-1 1 0,1-1 0,0 0 0,0 0 0,1 1 0,0-1 0,0 0 0,0 0 0,1 0 0,0 0 0,0 0 0,1 0 0,-1 0 0,1-1 0,0 1 0,1-1 0,-1 0 0,1 0 0,0 0 0,1-1 0,-1 1 0,1-1 0,0 0 0,0 0 0,0-1 0,11 6 0,-3-2-136,-1-1-1,1-1 1,0 0-1,1-1 1,-1-1-1,1 0 1,0 0-1,0-1 0,24-1 1,-24-1-6690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8.5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267 551 24575,'-44'-16'0,"0"3"0,-83-16 0,122 29 0,1-1 0,0 1 0,-1-1 0,1 1 0,-1 1 0,-5 0 0,10-1 0,-1 0 0,0 1 0,0-1 0,1 0 0,-1 0 0,0 1 0,0-1 0,1 1 0,-1-1 0,0 1 0,1-1 0,-1 1 0,1-1 0,-1 1 0,0-1 0,1 1 0,-1 0 0,1-1 0,0 1 0,-1 0 0,1 0 0,0-1 0,-1 1 0,1 0 0,0 0 0,0-1 0,-1 1 0,1 0 0,0 0 0,0 0 0,0 0 0,0-1 0,0 1 0,0 0 0,0 0 0,1 0 0,-1-1 0,0 1 0,0 0 0,1 1 0,1 3 0,0 0 0,1 0 0,-1 0 0,1 0 0,0 0 0,1 0 0,-1-1 0,1 0 0,0 0 0,0 0 0,0 0 0,0 0 0,1-1 0,6 4 0,-2-1 0,0-1 0,0 0 0,1-1 0,-1 0 0,1-1 0,0 0 0,10 2 0,-15-4 0,-1-1 0,1 1 0,-1-1 0,1 0 0,-1 0 0,0 0 0,1-1 0,-1 0 0,1 0 0,-1 0 0,0 0 0,1-1 0,-1 1 0,0-1 0,0 0 0,0 0 0,0-1 0,-1 1 0,1-1 0,5-5 0,-4 3 0,-1 0 0,0-1 0,0 0 0,-1 1 0,1-1 0,-1 0 0,-1-1 0,1 1 0,-1 0 0,0-1 0,-1 0 0,1 1 0,0-8 0,-1-10 0,0 1 0,-2 0 0,0-1 0,-1 1 0,-2 0 0,0 0 0,-2 1 0,0-1 0,-12-25 0,1 9 0,-1 1 0,-2 1 0,-2 0 0,-31-39 0,50 72 0,-9-11 0,6 14 0,3 9 0,2 14 0,1-1 0,1 1 0,0 0 0,7 29 0,26 87 0,-26-108 0,65 217-1365,-66-221-5461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9.2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 0 24575,'-3'22'0,"1"-1"0,1 1 0,1 0 0,1-1 0,1 1 0,1 0 0,0-1 0,2 0 0,1 0 0,0 0 0,1 0 0,2-1 0,0-1 0,15 24 0,-23-39 0,1-2 0,1 1 0,-1 0 0,0 0 0,1-1 0,-1 1 0,1-1 0,-1 0 0,1 1 0,0-1 0,0-1 0,0 1 0,1 0 0,-1-1 0,0 0 0,1 1 0,-1-1 0,0-1 0,7 2 0,-4-2 0,-1 0 0,0 0 0,1-1 0,-1 0 0,1 0 0,-1 0 0,0-1 0,0 0 0,0 0 0,0 0 0,0 0 0,6-5 0,12-9 0,-17 11 0,0 1 0,0 0 0,0 0 0,0 1 0,8-3 0,-14 5 0,1 1 0,0 0 0,-1 0 0,1-1 0,0 1 0,-1 0 0,1 0 0,-1 0 0,1 0 0,0 0 0,-1 0 0,1 0 0,0 0 0,-1 1 0,1-1 0,0 0 0,-1 0 0,1 0 0,0 1 0,-1-1 0,1 0 0,-1 1 0,1-1 0,-1 0 0,1 1 0,0 0 0,0 0 0,0 1 0,0-1 0,-1 0 0,1 1 0,0-1 0,-1 1 0,1-1 0,-1 1 0,1-1 0,-1 4 0,1 1 0,-1 0 0,0 1 0,0-1 0,-2 12 0,0-13 0,1 0 0,-1 1 0,0-1 0,0 0 0,0 0 0,-1 0 0,0 0 0,0 0 0,0-1 0,-1 0 0,1 1 0,-1-1 0,0 0 0,0-1 0,-8 7 0,6-6 0,-1-1 0,1 1 0,0-1 0,-1-1 0,0 1 0,0-1 0,0 0 0,0-1 0,0 1 0,0-1 0,-13 0 0,5-1-114,0-1 1,1 0-1,-1-1 0,1 0 0,-1-1 1,1-1-1,0 0 0,0-1 0,0 0 1,1-2-1,-17-9 0,21 10-6712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29.7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20 24575,'-2'-1'0,"-8"-3"0,-1 0 0,-14-4 0,23 7 0,0 1 0,0-1 0,-1 1 0,1 0 0,0-1 0,0 1 0,0 0 0,-1 0 0,1 1 0,0-1 0,0 0 0,0 1 0,0-1 0,0 1 0,0 0 0,-1 0 0,2 0 0,-1 0 0,-3 1 0,4-1 0,1 0 0,-1 0 0,0 1 0,0-1 0,1 0 0,-1 0 0,0 0 0,1 1 0,-1-1 0,1 0 0,0 1 0,-1-1 0,1 0 0,0 1 0,0-1 0,0 0 0,0 1 0,0-1 0,0 0 0,0 1 0,0-1 0,1 0 0,-1 1 0,1-1 0,-1 0 0,1 0 0,-1 1 0,1-1 0,-1 0 0,1 0 0,2 2 0,1 3 0,0 0 0,0-1 0,1 0 0,9 9 0,-8-9 0,1 1 0,0-1 0,0-1 0,0 0 0,1 0 0,-1 0 0,1-1 0,0 0 0,0 0 0,0-1 0,0 0 0,1 0 0,10 0 0,-12-2 0,0 0 0,0-1 0,0 1 0,-1-1 0,1-1 0,0 1 0,-1-1 0,0 0 0,1-1 0,-1 0 0,0 0 0,0 0 0,0-1 0,-1 1 0,1-1 0,-1-1 0,6-4 0,-1-2 0,-1-1 0,0 0 0,0 0 0,9-19 0,-18 31 0,0-1 0,0 1 0,0 0 0,0 0 0,0 0 0,0 0 0,0-1 0,0 1 0,0 0 0,0 0 0,0 0 0,1 0 0,-1 0 0,0-1 0,0 1 0,0 0 0,0 0 0,0 0 0,0 0 0,0 0 0,1 0 0,-1-1 0,0 1 0,0 0 0,0 0 0,0 0 0,0 0 0,1 0 0,-1 0 0,0 0 0,0 0 0,0 0 0,0 0 0,1 0 0,-1 0 0,0 0 0,0 0 0,0 0 0,0 0 0,1 0 0,-1 0 0,0 0 0,0 0 0,0 0 0,0 0 0,0 0 0,1 0 0,-1 0 0,3 11 0,-2 19 0,-1-28 0,2 79 0,3 0 0,21 106 0,-24-176 0,0-5 0,-1-1 0,0 1 0,-1 0 0,1-1 0,-1 1 0,-1 6 0,1-12 0,0 1 0,0-1 0,0 0 0,0 0 0,0 1 0,0-1 0,0 0 0,0 0 0,0 1 0,0-1 0,0 0 0,0 0 0,-1 1 0,1-1 0,0 0 0,0 0 0,0 0 0,0 1 0,-1-1 0,1 0 0,0 0 0,0 0 0,-1 0 0,1 1 0,0-1 0,0 0 0,0 0 0,-1 0 0,1 0 0,0 0 0,0 0 0,-1 0 0,1 0 0,0 0 0,-1 0 0,1 0 0,0 0 0,0 0 0,-1 0 0,1 0 0,0 0 0,0 0 0,-1 0 0,1 0 0,0 0 0,0 0 0,-1 0 0,1-1 0,0 1 0,0 0 0,-1 0 0,-13-11 0,11 9 0,-9-8-1365,0 2-5461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0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1 24575,'-47'-1'0,"-43"2"0,76-1 0,0 2 0,0 0 0,0 1 0,-16 5 0,28-7 0,0-1 0,0 1 0,1 0 0,-1-1 0,0 1 0,0 0 0,1 0 0,-1 0 0,1 1 0,-1-1 0,1 0 0,0 0 0,-1 1 0,1-1 0,0 1 0,0-1 0,0 1 0,0 0 0,-2 2 0,3-2 0,0 1 0,-1-1 0,1 0 0,0 0 0,0 1 0,0-1 0,0 0 0,0 0 0,1 1 0,-1-1 0,1 0 0,-1 0 0,1 0 0,1 3 0,2 4 0,1-1 0,1 1 0,-1-1 0,1 0 0,0-1 0,10 10 0,13 8 0,0-1 0,53 32 0,-49-35 0,-1 1 0,40 37 0,-71-58 0,0 0 0,0 0 0,0 0 0,0 0 0,0 1 0,0-1 0,0 0 0,0 0 0,0 1 0,0-1 0,-1 1 0,1-1 0,-1 0 0,1 1 0,-1-1 0,0 1 0,1 0 0,-1-1 0,0 3 0,0-3 0,-1 0 0,1 0 0,-1 0 0,0 0 0,1 0 0,-1 0 0,0 0 0,1 0 0,-1 0 0,0 0 0,0 0 0,0 0 0,0-1 0,0 1 0,0 0 0,0-1 0,0 1 0,0-1 0,0 1 0,-1-1 0,1 0 0,0 1 0,0-1 0,0 0 0,-3 0 0,-13 3 0,0-2 0,0 0 0,-29-2 0,12-1 0,18 2 60,-24-5 0,34 4-246,0 0 1,0-1-1,1 1 0,-1-1 1,0-1-1,1 1 1,-7-4-1,3-1-6640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2.0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144 172 24575,'-19'-5'0,"1"1"0,-23-3 0,37 6 0,0 1 0,0 0 0,-1 0 0,1 0 0,0 0 0,0 1 0,0 0 0,-1 0 0,1 0 0,-7 3 0,10-4 0,0 1 0,0-1 0,1 1 0,-1-1 0,0 1 0,0 0 0,1-1 0,-1 1 0,1 0 0,-1-1 0,0 1 0,1 0 0,0 0 0,-1-1 0,1 1 0,-1 0 0,1 0 0,0 0 0,0 0 0,-1-1 0,1 1 0,0 0 0,0 0 0,0 0 0,0 0 0,0 0 0,0 0 0,0 0 0,0 0 0,0-1 0,1 1 0,-1 0 0,0 0 0,1 0 0,-1 0 0,0 0 0,1-1 0,-1 1 0,1 0 0,0 1 0,2 2 0,1 1 0,-1-1 0,1 0 0,0 0 0,5 5 0,2-1 0,0-1 0,0 0 0,0 0 0,1-1 0,0-1 0,0 0 0,1-1 0,-1 0 0,1-1 0,25 3 0,-34-5 0,-1-1 0,1 0 0,0 0 0,-1 0 0,1 0 0,-1-1 0,1 1 0,0-1 0,-1 0 0,1 0 0,-1 0 0,0-1 0,1 1 0,-1-1 0,5-3 0,-6 4 0,-1-1 0,1 1 0,-1-1 0,1 0 0,-1 1 0,1-1 0,-1 0 0,0 0 0,0 0 0,0 0 0,0 0 0,-1 0 0,1 0 0,0 0 0,-1-1 0,1 1 0,-1 0 0,0 0 0,0 0 0,0-1 0,0 1 0,0 0 0,0 0 0,-1 0 0,1-1 0,-2-2 0,-1-7 0,-2 0 0,0 0 0,0 0 0,-1 1 0,0 0 0,-1 0 0,0 1 0,0-1 0,-10-8 0,5 10 0,12 9 0,0 0 0,-1 0 0,1 0 0,0 0 0,0 0 0,-1 0 0,1 0 0,0 0 0,0 0 0,-1 0 0,1 0 0,0 0 0,0 0 0,-1 0 0,1 0 0,0 0 0,0 0 0,-1 0 0,1 0 0,0 0 0,0 0 0,-1 0 0,1 1 0,0-1 0,0 0 0,0 0 0,-1 1 0,1 0 0,-1 0 0,1 0 0,0 0 0,-1 0 0,1 0 0,0 0 0,0 0 0,0 0 0,0 1 0,0-1 0,0 0 0,0 0 0,1 0 0,-1 0 0,0 0 0,0 0 0,1 0 0,-1 0 0,1 1 0,4 8 0,0-1 0,0-1 0,1 1 0,0-1 0,0 0 0,1 0 0,0 0 0,0-1 0,1 0 0,11 7 0,-5-4 0,1 0 0,0-2 0,1 0 0,-1 0 0,24 6 0,-20-8 0,1-1 0,0 0 0,31 2 0,-48-7 0,0 0 0,0-1 0,0 1 0,0 0 0,-1-1 0,1 0 0,0 0 0,0 0 0,0 0 0,0 0 0,-1 0 0,1-1 0,-1 1 0,1-1 0,-1 0 0,1 0 0,-1 0 0,0 0 0,0 0 0,0 0 0,0-1 0,0 1 0,-1-1 0,1 1 0,-1-1 0,1 0 0,-1 1 0,1-6 0,0 3 0,-1 1 0,0-1 0,0 0 0,0-1 0,0 1 0,-1 0 0,0 0 0,0 0 0,0 0 0,-1 0 0,0 0 0,0 0 0,0 0 0,0 0 0,-5-9 0,5 12 0,2 7 0,4 9 0,-1-8 0,0 0 0,0 0 0,1 0 0,0-1 0,0 0 0,0 0 0,1 0 0,-1 0 0,1-1 0,0 0 0,1 0 0,-1-1 0,1 1 0,-1-1 0,1-1 0,0 0 0,0 0 0,0 0 0,0 0 0,1-1 0,-1-1 0,0 1 0,1-1 0,12-1 0,-19 0 0,1 1 0,0 0 0,-1-1 0,1 1 0,-1-1 0,1 1 0,-1-1 0,1 0 0,-1 0 0,0 0 0,1 0 0,-1 0 0,0 0 0,0 0 0,0 0 0,1 0 0,-1-1 0,0 1 0,-1 0 0,1-1 0,0 1 0,0-1 0,-1 1 0,1-1 0,0 1 0,-1-1 0,0 1 0,1-1 0,-1 1 0,0-1 0,0 0 0,0-2 0,0-4 0,0 0 0,-1 0 0,0 0 0,0 0 0,-3-10 0,4 18 0,0 0 0,0 0 0,-1 0 0,1-1 0,0 1 0,0 0 0,0 0 0,0 0 0,0 0 0,0-1 0,0 1 0,0 0 0,0 0 0,0 0 0,0-1 0,0 1 0,0 0 0,0 0 0,0 0 0,0 0 0,0-1 0,0 1 0,0 0 0,0 0 0,0 0 0,0-1 0,1 1 0,-1 0 0,0 0 0,0 0 0,0 0 0,0 0 0,0-1 0,0 1 0,1 0 0,-1 0 0,0 0 0,0 0 0,0 0 0,9 3 0,13 12 0,-17-12 0,3 3 0,1-1 0,0 0 0,0-1 0,15 6 0,-20-9 0,0 0 0,0 1 0,0-1 0,0-1 0,0 1 0,1-1 0,-1 0 0,0 1 0,0-2 0,0 1 0,0 0 0,0-1 0,8-2 0,7-11 0,-17 12 0,0 0 0,0 1 0,0-1 0,1 0 0,-1 1 0,3-2 0,-4 3 0,0 0 0,0-1 0,0 1 0,0 0 0,0 0 0,0 0 0,0 0 0,0 0 0,0 0 0,0 0 0,0 0 0,0 0 0,0 1 0,0-1 0,0 0 0,0 1 0,0-1 0,0 0 0,0 1 0,0-1 0,1 2 0,4 2 0,0 1 0,0 1 0,7 7 0,-9-9 0,0 0 0,0 0 0,0 0 0,1-1 0,-1 1 0,1-1 0,0 0 0,8 4 0,-4-4 0,0-1 0,0 0 0,0 0 0,1-1 0,10 1 0,51-4 0,-24 1 0,-20 1 0,0-1 0,0-1 0,31-7 0,-50 7 0,1 0 0,-1-1 0,1 0 0,-1-1 0,14-8 0,-17 9 0,-1 0 0,0 0 0,0-1 0,0 0 0,0 0 0,0 0 0,-1 0 0,0 0 0,0-1 0,5-8 0,-7 10 0,1-1 0,-1 0 0,1 0 0,-1 0 0,0 0 0,-1 0 0,1-1 0,-1 1 0,1 0 0,-1 0 0,-1 0 0,1 0 0,0-1 0,-1 1 0,0 0 0,0 0 0,-2-4 0,1 2 0,-1 1 0,1 0 0,-1 1 0,-1-1 0,1 0 0,0 1 0,-1-1 0,0 1 0,0 0 0,0 1 0,-1-1 0,-5-3 0,7 5 0,-1-1 0,1 1 0,-1 0 0,0 0 0,0 0 0,0 1 0,0 0 0,0-1 0,-6 0 0,8 2 0,0 0 0,0 0 0,0 1 0,0-1 0,0 1 0,0-1 0,0 1 0,0-1 0,0 1 0,0 0 0,1 0 0,-1 0 0,0 0 0,0 0 0,1 0 0,-1 1 0,1-1 0,-1 1 0,1-1 0,0 1 0,-3 2 0,1 1 0,0-1 0,1 1 0,-1 0 0,1 0 0,0 0 0,0 0 0,1 0 0,-1 0 0,1 0 0,0 1 0,1-1 0,-1 0 0,1 1 0,0-1 0,0 1 0,1-1 0,0 0 0,0 1 0,1 4 0,2 2 0,-1-1 0,2 0 0,-1 0 0,1 0 0,1-1 0,0 1 0,12 13 0,-8-11 0,1-1 0,0-1 0,1 0 0,0 0 0,1-1 0,14 8 0,-16-11 0,0-1 0,1-1 0,-1 0 0,1 0 0,0-1 0,1 0 0,-1-1 0,15 1 0,-19-3-72,-1-2 0,1 1 0,0-1 0,-1 0 0,1-1 0,-1 0 0,0 0 0,10-4 0,-8 3-645,4-2-6109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3.6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339 107 24575,'-126'-66'0,"107"58"0,0 0 0,-1 2 0,0 0 0,-37-5 0,54 10 0,1 1 0,-1-1 0,0 1 0,0 0 0,0 0 0,0 1 0,0-1 0,1 1 0,-1-1 0,0 1 0,0 0 0,1 0 0,-1 0 0,0 0 0,1 1 0,-5 2 0,4-1 0,1-1 0,0 1 0,-1-1 0,1 1 0,0 0 0,1 0 0,-1 0 0,1 0 0,-1 0 0,1 1 0,0-1 0,0 0 0,-1 7 0,1-4 0,1 1 0,-1 0 0,1-1 0,0 1 0,1-1 0,0 1 0,0-1 0,0 1 0,1-1 0,0 0 0,0 1 0,1-1 0,0 0 0,0 0 0,5 6 0,2 3 0,0-1 0,1 0 0,1-1 0,20 18 0,-23-24 0,-1 0 0,1-1 0,1 0 0,-1-1 0,1 0 0,0-1 0,0 0 0,20 6 0,-21-8 0,1 0 0,-1-1 0,0 0 0,1 0 0,-1-1 0,0 0 0,1 0 0,-1-1 0,1-1 0,13-3 0,-20 4 0,-1 0 0,1 0 0,-1 0 0,0-1 0,1 1 0,-1-1 0,0 1 0,0-1 0,0 0 0,0 1 0,0-1 0,0 0 0,0-1 0,-1 1 0,3-4 0,-2 2 0,0-1 0,0 1 0,-1-1 0,1 0 0,-1 1 0,0-1 0,-1 0 0,1-5 0,-1-2 0,0 1 0,-1-1 0,0 1 0,-1-1 0,0 1 0,-7-19 0,-12-21 0,18 45 0,0-1 0,-1 1 0,0 1 0,0-1 0,-8-9 0,12 15 0,0 0 0,0 0 0,-1 0 0,1-1 0,0 1 0,0 0 0,0 0 0,0 0 0,0 0 0,-1-1 0,1 1 0,0 0 0,0 0 0,-1 0 0,1 0 0,0 0 0,0 0 0,0-1 0,-1 1 0,1 0 0,0 0 0,0 0 0,-1 0 0,1 0 0,0 0 0,0 0 0,-1 0 0,1 0 0,0 0 0,0 0 0,0 0 0,-1 1 0,1-1 0,0 0 0,0 0 0,-1 0 0,1 0 0,0 0 0,0 0 0,0 0 0,-1 1 0,1-1 0,0 0 0,0 0 0,0 0 0,0 0 0,-1 1 0,1-1 0,0 0 0,0 0 0,0 0 0,0 1 0,0-1 0,0 0 0,0 0 0,0 1 0,0-1 0,0 0 0,0 0 0,0 1 0,0-1 0,0 0 0,0 0 0,0 1 0,0-1 0,0 17 0,2-10 0,0 0 0,0 0 0,1 0 0,0 0 0,0-1 0,1 0 0,-1 1 0,1-1 0,1-1 0,-1 1 0,1-1 0,0 1 0,1-1 0,9 7 0,-1-2 0,0 0 0,1-2 0,0 1 0,0-2 0,19 7 0,-28-12 0,1 0 0,-1 0 0,0 0 0,1-1 0,-1 0 0,1-1 0,0 0 0,-1 0 0,7-1 0,-10 1 0,-1 0 0,0-1 0,1 1 0,-1-1 0,0 0 0,0 0 0,1 0 0,-1 0 0,0 0 0,0 0 0,0 0 0,0-1 0,0 1 0,0-1 0,-1 0 0,1 1 0,-1-1 0,1 0 0,-1 0 0,1 0 0,-1 0 0,0 0 0,0 0 0,0 0 0,0-1 0,0 1 0,0-4 0,1-3 0,-1 0 0,0 0 0,0 0 0,-1 0 0,0 0 0,0 0 0,-1 0 0,-1-1 0,0 2 0,0-1 0,0 0 0,-1 0 0,0 1 0,-5-9 0,8 16 0,-1 1 0,1 0 0,0-1 0,0 1 0,0 0 0,0 0 0,0-1 0,-1 1 0,1 0 0,0 0 0,0-1 0,0 1 0,-1 0 0,1 0 0,0-1 0,0 1 0,-1 0 0,1 0 0,0 0 0,-1 0 0,1 0 0,0-1 0,0 1 0,-1 0 0,0 0 0,0 7 0,4 14 0,-1-15 0,1 0 0,0 0 0,0 0 0,1-1 0,-1 1 0,8 8 0,0-2 0,19 17 0,-21-22 0,0 0 0,19 11 0,-25-16 0,0 0 0,0-1 0,0 0 0,0 1 0,1-1 0,-1 0 0,0-1 0,0 1 0,1 0 0,-1-1 0,0 0 0,1 0 0,-1 0 0,5 0 0,-6-1 0,0 0 0,0 0 0,0-1 0,0 1 0,-1 0 0,1-1 0,0 1 0,-1-1 0,1 1 0,-1-1 0,1 0 0,-1 0 0,0 1 0,0-1 0,0 0 0,0 0 0,0 0 0,0 0 0,0 0 0,-1-1 0,1 1 0,-1 0 0,1-3 0,0-4 0,0 1 0,0-1 0,-1 0 0,-1-13 0,1 18 0,-1 0 0,0 0 0,0-1 0,-4-6 0,4 8 0,4 9 0,0-1 0,1 1 0,-1-1 0,1 0 0,0 0 0,0-1 0,1 1 0,-1-1 0,1 0 0,0 0 0,0 0 0,1 0 0,6 2 0,-9-4 0,1-1 0,-1 1 0,0-1 0,0 0 0,1 0 0,-1-1 0,1 1 0,-1-1 0,1 1 0,-1-1 0,1 0 0,3-1 0,-5 0 0,1 1 0,0-1 0,-1 0 0,1 0 0,-1 0 0,0 0 0,1-1 0,-1 1 0,0-1 0,1 1 0,-1-1 0,0 0 0,0 0 0,-1 0 0,1 0 0,0 0 0,2-4 0,0-1 0,0-2 0,0 1 0,3-10 0,-4 11 0,0-1 0,0 1 0,1 0 0,5-8 0,-8 14 0,-1 0 0,1 0 0,0 0 0,0 0 0,0 0 0,0 0 0,0 0 0,0 1 0,0-1 0,1 0 0,-1 1 0,0-1 0,0 1 0,0 0 0,1-1 0,-1 1 0,0 0 0,0 0 0,1-1 0,-1 1 0,0 0 0,1 0 0,-1 0 0,0 1 0,0-1 0,1 0 0,-1 0 0,0 1 0,0-1 0,1 1 0,-1-1 0,0 1 0,0 0 0,0-1 0,0 1 0,1 1 0,6 3 0,-1 1 0,0 0 0,13 13 0,-15-13 0,13 13-682,18 25-1,-26-31-6143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4.3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284 103 24575,'-44'-24'0,"0"2"0,-61-21 0,101 42 0,0 0 0,-1 0 0,1 0 0,-1 0 0,1 1 0,-1-1 0,1 1 0,-1 0 0,1 1 0,-1-1 0,-4 2 0,7-2 0,1 1 0,-1 0 0,0 0 0,0-1 0,1 1 0,-1 0 0,0 0 0,1 1 0,-1-1 0,1 0 0,0 0 0,-1 1 0,1-1 0,0 1 0,0-1 0,0 1 0,0 0 0,0-1 0,0 1 0,0 0 0,0-1 0,1 1 0,-1 0 0,1 0 0,0 0 0,-1 0 0,1 0 0,0 2 0,0 3 0,0-1 0,1 1 0,-1 0 0,2 0 0,-1-1 0,1 1 0,0-1 0,0 1 0,1-1 0,-1 0 0,1 0 0,1 0 0,-1 0 0,1 0 0,0-1 0,9 9 0,-1-2 0,0 0 0,1-1 0,1 0 0,0-1 0,22 11 0,-31-18 0,1 0 0,-1-1 0,1 1 0,0-1 0,0-1 0,0 1 0,0-1 0,1 0 0,-1-1 0,0 1 0,0-1 0,1 0 0,-1-1 0,11-1 0,-14 1 0,1 0 0,-1 0 0,0-1 0,1 1 0,-1-1 0,0 1 0,0-1 0,0 0 0,0 0 0,0-1 0,0 1 0,-1-1 0,1 1 0,-1-1 0,0 0 0,1 0 0,-1 0 0,-1 0 0,1 0 0,0 0 0,-1 0 0,1-1 0,-1 1 0,0-1 0,0 1 0,0-6 0,0 2 9,-1 0-1,0-1 1,0 1-1,0 0 1,-1 0 0,0 0-1,-1 0 1,0 0-1,0 0 1,0 0-1,-1 0 1,0 1-1,-5-10 1,3 9-133,1 0 0,-1 0 1,-1 0-1,1 1 0,-1-1 0,0 1 1,-1 1-1,1-1 0,-1 1 0,0 0 1,-8-3-1,2 2-6702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4.8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24575,'12'9'0,"-1"-1"0,1 0 0,1 0 0,-1-2 0,22 9 0,-31-14 0,0 0 0,-1 0 0,1 0 0,0-1 0,0 1 0,0-1 0,0 0 0,0 0 0,0 0 0,0 0 0,0 0 0,0-1 0,-1 1 0,1-1 0,0 0 0,0 0 0,0 0 0,-1 0 0,1 0 0,0-1 0,-1 1 0,1-1 0,-1 0 0,0 0 0,0 1 0,0-1 0,1-1 0,-2 1 0,1 0 0,0-1 0,0 1 0,-1 0 0,3-6 0,1-3 0,-4 9 0,0-1 0,0 1 0,0 0 0,0-1 0,1 1 0,-1 0 0,1 0 0,2-2 0,-4 3 0,1 1 0,0 0 0,0-1 0,-1 1 0,1 0 0,0 0 0,0-1 0,-1 1 0,1 0 0,0 0 0,0 0 0,0 0 0,0 0 0,-1 0 0,1 0 0,0 0 0,0 0 0,0 1 0,-1-1 0,1 0 0,0 0 0,0 1 0,0-1 0,-1 0 0,1 1 0,0-1 0,-1 1 0,1-1 0,0 1 0,-1-1 0,1 2 0,3 0-36,69 49 197,-64-46-374,0 0 0,1-1 0,-1 0 0,1 0 1,0-1-1,16 3 0,-13-5-6613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5.2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24575,'3'3'0,"-1"1"0,1-1 0,-1 1 0,0 0 0,4 7 0,-5-8 0,1 1 0,-1-1 0,1 0 0,0 1 0,1-1 0,-1 0 0,0 0 0,6 4 0,-6-5 0,0-1 0,0 1 0,0-1 0,1 0 0,-1 1 0,1-1 0,-1-1 0,1 1 0,-1 0 0,1-1 0,-1 1 0,1-1 0,0 0 0,-1 1 0,1-1 0,-1-1 0,1 1 0,0 0 0,-1-1 0,1 1 0,-1-1 0,1 0 0,4-2 0,3-2 0,1-1 0,-2 0 0,1 0 0,10-10 0,2 0 0,-20 14 0,1 1 0,-1 0 0,1-1 0,-1 1 0,1 1 0,-1-1 0,1 0 0,0 0 0,0 1 0,-1 0 0,1 0 0,0-1 0,-1 1 0,1 1 0,0-1 0,0 0 0,-1 1 0,1-1 0,0 1 0,-1 0 0,1 0 0,-1 0 0,1 0 0,-1 1 0,4 1 0,6 5 0,0 1 0,-1 0 0,18 18 0,-11-10 0,6 4-1365,-15-14-5461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5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27 24575,'2'-23'0,"1"20"0,1 14 0,-1 3 0,3 26 0,-5-26 0,1-1 0,7 25 0,5 3 0,2-1 0,2 0 0,2-1 0,45 65 0,-52-85 0,1 1 0,1-2 0,1 0 0,1-1 0,24 20 0,-40-36-80,0 0 0,0-1-1,0 1 1,0 0 0,0-1-1,0 1 1,0-1 0,0 1-1,0-1 1,0 0 0,1 0 0,-1 1-1,0-1 1,0 0 0,0 0-1,2 0 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36.1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1 24575,'-28'7'0,"-14"3"0,-4 0 0,4-3-8191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48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7 343 24575,'0'0'0,"-1"-1"0,1 1 0,-1-1 0,1 1 0,-1-1 0,1 1 0,0-1 0,-1 1 0,1-1 0,0 1 0,-1-1 0,1 0 0,0 1 0,0-1 0,-1 1 0,1-1 0,0 0 0,0 1 0,0-1 0,0 0 0,0 1 0,0-1 0,0 0 0,0 1 0,0-1 0,0 0 0,0 1 0,1-2 0,0 1 0,0 0 0,0 0 0,0-1 0,0 1 0,0 0 0,0 0 0,0 0 0,0 1 0,0-1 0,1 0 0,-1 0 0,2 0 0,5-2 0,0 0 0,0 0 0,11-2 0,284-38-379,-145 24-552,246-38-1389,487-59-2493,161 53 4080,-1026 63 682,215 4 144,-187 0 850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0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210 947 24575,'23'-18'0,"0"-1"0,-1-1 0,27-31 0,-43 45 0,-1-1 0,0 0 0,-1 0 0,1-1 0,-1 1 0,-1-1 0,0 0 0,0 0 0,0 0 0,-1 0 0,0-1 0,-1 1 0,0 0 0,0-1 0,-1 1 0,0-14 0,-5-5 0,0 0 0,-1 1 0,-2-1 0,-1 1 0,-16-33 0,-71-119 0,79 150 0,4 6 0,-28-50 0,-87-114 0,114 172 0,13 14 0,1 0 0,0 0 0,0 0 0,0 0 0,0 0 0,0 0 0,-1-1 0,1 1 0,0 0 0,0 0 0,0 0 0,0 0 0,-1 0 0,1 1 0,0-1 0,0 0 0,0 0 0,0 0 0,0 0 0,-1 0 0,1 0 0,0 0 0,0 0 0,0 0 0,0 0 0,0 0 0,0 0 0,0 1 0,-1-1 0,1 0 0,0 0 0,0 0 0,0 0 0,0 0 0,0 1 0,-2 10 0,3 8 0,0 0 0,2 0 0,6 26 0,3 15 0,-4 11 0,-5-38 0,1-1 0,2 0 0,0-1 0,16 44 0,-11-50 0,1-1 0,1 0 0,1 0 0,24 30 0,-13-23 0,2-2 0,42 37 0,-57-55 0,1-2 0,0 0 0,1 0 0,0-2 0,0 1 0,0-2 0,1 0 0,0-1 0,1 0 0,-1-1 0,1-1 0,0 0 0,-1-1 0,1-1 0,32-2 0,-45 1 0,0 0 0,1-1 0,-1 1 0,0-1 0,1 0 0,-1 0 0,0-1 0,0 1 0,0 0 0,0-1 0,0 0 0,0 0 0,-1 0 0,1 0 0,-1 0 0,1 0 0,1-4 0,-1 3 0,-1-1 0,0 0 0,0 0 0,0 0 0,0 0 0,-1 0 0,0 0 0,0 0 0,0-1 0,0 1 0,-1 0 0,1-8 0,-1 11 0,0-3 0,0 1 0,0-1 0,1 0 0,-1 0 0,2-4 0,-2 8 0,0 0 0,1-1 0,-1 1 0,0-1 0,0 1 0,0-1 0,1 1 0,-1 0 0,0-1 0,0 1 0,1 0 0,-1-1 0,0 1 0,1 0 0,-1 0 0,1-1 0,-1 1 0,0 0 0,1 0 0,0-1 0,0 1 0,0 0 0,-1 0 0,1 0 0,0 0 0,-1 0 0,1 1 0,0-1 0,0 0 0,-1 0 0,1 1 0,0-1 0,-1 0 0,1 1 0,-1-1 0,1 0 0,0 1 0,-1-1 0,1 1 0,12 11 0,22 25 0,-29-29 0,0 0 0,1-1 0,0 0 0,1 0 0,0-1 0,0 1 0,0-2 0,1 1 0,13 6 0,-10-9-1365,-2-3-5461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0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24575,'0'5'0,"0"7"0,3 4 0,0 1 0,0 1 0,0-1 0,-2 0 0,1-3-8191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0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0 215 24575,'23'27'0,"14"16"0,60 54 0,-93-94 0,0 0 0,0 0 0,0 0 0,0-1 0,0 0 0,1 0 0,-1 0 0,9 3 0,-11-5 0,-1 0 0,0 1 0,0-1 0,0 0 0,0 0 0,1 0 0,-1 0 0,0 0 0,0-1 0,0 1 0,0 0 0,0 0 0,1-1 0,-1 1 0,0-1 0,0 1 0,0-1 0,0 1 0,0-1 0,0 0 0,0 0 0,0 1 0,-1-1 0,1 0 0,0 0 0,0 0 0,-1 0 0,1 0 0,0 0 0,-1 0 0,1 0 0,-1 0 0,1 0 0,-1 0 0,0 0 0,1 0 0,-1 0 0,0-1 0,0 1 0,0-2 0,2-19 0,-1 0 0,-1 1 0,-4-32 0,0 31 0,3 18 0,0 0 0,0 0 0,0 0 0,1 1 0,0-1 0,-1 0 0,2-7 0,-1 11 0,0 0 0,0-1 0,0 1 0,1-1 0,-1 1 0,0-1 0,0 1 0,0-1 0,1 1 0,-1-1 0,0 1 0,1 0 0,-1-1 0,0 1 0,1 0 0,-1-1 0,0 1 0,1 0 0,-1-1 0,1 1 0,-1 0 0,0 0 0,1 0 0,-1-1 0,1 1 0,-1 0 0,1 0 0,-1 0 0,1 0 0,-1 0 0,1 0 0,-1 0 0,1 0 0,-1 0 0,1 0 0,-1 0 0,1 0 0,-1 0 0,1 0 0,-1 0 0,1 1 0,-1-1 0,0 0 0,1 0 0,-1 0 0,1 1 0,-1-1 0,0 0 0,1 1 0,0 0 0,20 16 0,-9-5 0,1 0 0,0-1 0,0-1 0,1 0 0,1-1 0,0 0 0,0-2 0,0 1 0,1-2 0,0 0 0,0-1 0,1 0 0,0-2 0,-1 0 0,1 0 0,22-1 0,-23-2 0,-1-2 0,1 1 0,-1-2 0,1 0 0,28-10 0,-36 10 0,0 0 0,0-1 0,-1 0 0,1-1 0,-1 0 0,1 0 0,-2 0 0,1-1 0,-1 0 0,1 0 0,-2-1 0,7-8 0,-10 12 0,1-1 0,-1 0 0,0 0 0,-1 0 0,1 0 0,-1 0 0,1 0 0,-1 0 0,0-1 0,-1 1 0,1 0 0,-1-1 0,0 1 0,0-7 0,-2 4 0,1 1 0,0 0 0,-1-1 0,0 1 0,-1 0 0,1 0 0,-1 0 0,-1 1 0,-3-6 0,-1-1 0,-1 1 0,-1 0 0,0 1 0,0 0 0,-1 1 0,0 0 0,-1 1 0,-15-10 0,25 17 0,0 0 0,0 0 0,0 1 0,0-1 0,0 0 0,0 1 0,0-1 0,0 1 0,0-1 0,0 1 0,0 0 0,-2 0 0,3 0 0,0 1 0,0-1 0,0 0 0,0 1 0,0-1 0,0 0 0,1 1 0,-1-1 0,0 1 0,0 0 0,1-1 0,-1 1 0,0-1 0,1 1 0,-1 0 0,0 0 0,1-1 0,-1 1 0,1 0 0,0 0 0,-1 0 0,1 0 0,-1 0 0,1-1 0,0 1 0,0 0 0,0 0 0,0 0 0,-1 1 0,1 8 0,-1-1 0,1 1 0,0-1 0,1 1 0,0-1 0,1 0 0,0 0 0,1 1 0,-1-1 0,2-1 0,-1 1 0,1 0 0,8 13 0,-4-10 0,0 0 0,1 0 0,0-1 0,0 0 0,2-1 0,-1 0 0,1 0 0,15 9 0,-19-14 0,0-1 0,1 0 0,-1-1 0,1 0 0,0 0 0,0 0 0,0-1 0,0-1 0,0 1 0,0-1 0,0 0 0,1-1 0,-1 0 0,0 0 0,0-1 0,0 0 0,1-1 0,-1 1 0,0-2 0,12-4 0,-8 1 0,0-1 0,-1 0 0,0 0 0,-1-1 0,1-1 0,11-12 0,-13 12-1365,-1 2-5461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1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215 256 24575,'-25'-10'0,"-49"-15"0,64 22 0,1 1 0,-1 0 0,0 1 0,0 0 0,-14 1 0,22 0 0,0 0 0,0 0 0,0 0 0,1 0 0,-1 1 0,0-1 0,0 1 0,1-1 0,-1 1 0,0 0 0,1 0 0,-1 0 0,1 0 0,-1 0 0,1 0 0,-1 0 0,1 0 0,0 0 0,-1 1 0,0 1 0,1-1 0,0 0 0,0 1 0,0-1 0,0 0 0,0 1 0,1-1 0,-1 1 0,1-1 0,0 1 0,-1-1 0,1 1 0,0-1 0,1 3 0,0 4 0,1-1 0,0 0 0,0 0 0,1 0 0,0 0 0,0 0 0,7 12 0,-4-12 0,1 1 0,-1-1 0,1 0 0,1-1 0,10 9 0,1 0 0,24 13 0,-39-26 0,0-1 0,0 0 0,0 0 0,0 0 0,1-1 0,-1 1 0,0-1 0,1 0 0,-1 0 0,1-1 0,5 1 0,-7-1 0,0 0 0,0-1 0,-1 1 0,1-1 0,0 0 0,-1 0 0,1 1 0,-1-2 0,1 1 0,-1 0 0,1 0 0,-1-1 0,0 1 0,0-1 0,0 0 0,0 0 0,0 0 0,0 0 0,3-4 0,-1 0 0,0 0 0,-1-1 0,0 1 0,0-1 0,-1 0 0,0 0 0,0 0 0,0 0 0,-1 0 0,0 0 0,0-11 0,-1 3 0,-1-1 0,0 0 0,-1 1 0,-5-19 0,9 34 0,6 5 0,11 11 0,-11-10 0,7 6 0,1-2 0,1 0 0,-1-1 0,2-1 0,-1 0 0,1-1 0,0-1 0,28 6 0,-2-4 0,0-2 0,68 1 0,-95-7 0,0 0 0,0-1 0,-1-1 0,1-1 0,0 0 0,-1-1 0,0-1 0,19-7 0,-33 11 0,0 0 0,-1 0 0,1 0 0,0 0 0,-1-1 0,1 1 0,-1 0 0,1-1 0,-1 1 0,0-1 0,1 1 0,-1-1 0,0 0 0,0 1 0,0-1 0,0 0 0,0 0 0,0-2 0,0 1 0,-1 0 0,1 0 0,-1 0 0,0 0 0,0 0 0,-1 0 0,1 0 0,0 0 0,-1 0 0,-1-6 0,-3-2 0,0 0 0,0 0 0,-1 0 0,-14-19 0,-12-9 0,17 22 0,-18-27 0,30 39 0,0 0 0,0 0 0,1 0 0,-1-1 0,1 1 0,0 0 0,1-1 0,-1 0 0,1 1 0,0-10 0,1 14 0,0 0 0,0-1 0,0 1 0,0 0 0,0 0 0,1 0 0,-1-1 0,0 1 0,1 0 0,-1 0 0,1 0 0,-1 0 0,1 0 0,-1 0 0,1 0 0,0 0 0,0 0 0,-1 0 0,1 0 0,0 1 0,0-1 0,1-1 0,0 1 0,1 0 0,-1 0 0,0 0 0,1 0 0,-1 0 0,1 1 0,-1-1 0,1 1 0,-1-1 0,4 1 0,0 0 0,-1 0 0,1 0 0,0 1 0,0 0 0,0 0 0,0 0 0,-1 1 0,10 4 0,-9-3-195,-1 0 0,0 0 0,0 1 0,0 0 0,-1 0 0,9 9 0,-4-1-6631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2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45 286 24575,'7'16'0,"55"123"0,-49-112 0,2-1 0,1-1 0,20 25 0,-32-45 0,0 0 0,0-1 0,1 1 0,5 3 0,-10-8 0,0 0 0,0 0 0,0 1 0,0-1 0,1 0 0,-1 0 0,0 0 0,0 0 0,0 0 0,0 0 0,0 1 0,1-1 0,-1 0 0,0 0 0,0 0 0,0 0 0,0 0 0,1 0 0,-1 0 0,0 0 0,0 0 0,0 0 0,1 0 0,-1 0 0,0 0 0,0 0 0,0 0 0,1 0 0,-1 0 0,0 0 0,0 0 0,0 0 0,0 0 0,1 0 0,-1 0 0,0-1 0,0 1 0,0 0 0,0 0 0,1 0 0,-1 0 0,0 0 0,0-1 0,0-9 0,-9-13 0,-12-16 0,-33-44 0,-10-16 0,47 69 0,3 0 0,-17-45 0,27 63 0,1 0 0,0 0 0,0 0 0,1-1 0,1 1 0,0-1 0,1 1 0,0-1 0,3-21 0,-2 31 0,0 0 0,-1 0 0,1 0 0,0 0 0,1 0 0,-1 1 0,0-1 0,1 0 0,0 0 0,-1 1 0,1-1 0,0 1 0,0 0 0,1-1 0,-1 1 0,5-3 0,-3 3 0,-1 0 0,1 0 0,0 1 0,0-1 0,0 1 0,0 0 0,0 0 0,0 1 0,0-1 0,1 1 0,4 0 0,4 1 0,0 0 0,0 2 0,-1-1 0,1 2 0,-1-1 0,0 2 0,14 6 0,-18-7 0,0 0 0,0 1 0,0 0 0,-1 0 0,0 1 0,0 0 0,0 0 0,11 14 0,-16-18 0,0 1 0,-1-1 0,1 1 0,-1-1 0,1 1 0,-1 0 0,0-1 0,0 1 0,0 0 0,-1 0 0,1 0 0,0 0 0,-1 0 0,0 0 0,0 0 0,0 0 0,0 0 0,0-1 0,-1 1 0,1 0 0,-1 0 0,0 0 0,0 0 0,0 0 0,0-1 0,0 1 0,-1 0 0,1-1 0,-1 1 0,0-1 0,-2 4 0,-2-1 0,1 0 0,0-1 0,-1 1 0,0-1 0,0 0 0,0-1 0,0 1 0,-1-1 0,0 0 0,1-1 0,-13 3 0,1-1 0,0 0 0,0-2 0,-26 1 0,38-3-94,-2 1-47,1-1 0,0 0 0,0 0-1,0-1 1,0 0 0,0 0-1,0-1 1,-12-4 0,7 0-6685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3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24575,'38'101'0,"4"-1"0,99 168 0,-120-232 0,-7-9 0,2 0 0,37 45 0,-52-71 0,-1 0 0,1 0 0,0 0 0,0 0 0,0 0 0,0 0 0,0 0 0,0-1 0,0 1 0,0-1 0,0 1 0,1 0 0,-1-1 0,0 0 0,0 1 0,0-1 0,1 0 0,-1 1 0,0-1 0,0 0 0,3 0 0,-3-1 0,0 1 0,0 0 0,0-1 0,0 0 0,-1 1 0,1-1 0,0 1 0,0-1 0,0 0 0,0 0 0,-1 1 0,1-1 0,0 0 0,-1 0 0,1 0 0,-1 0 0,1 0 0,-1 0 0,1 0 0,-1 0 0,0 0 0,1 0 0,-1 0 0,0-2 0,2-8 0,-1-1 0,0 1 0,-1 0 0,0 0 0,-1-1 0,0 1 0,-5-21 0,-29-77 0,29 92 0,5 13 0,0 2 0,0 0 0,0 1 0,0-1 0,1 0 0,-1 0 0,1 0 0,-1 0 0,1 0 0,0 0 0,0 0 0,0 1 0,0-1 0,0 0 0,0 0 0,1-3 0,0 5 0,-1 0 0,0-1 0,0 1 0,1 0 0,-1 0 0,1 0 0,-1-1 0,0 1 0,1 0 0,-1 0 0,0 0 0,1 0 0,-1 0 0,0 0 0,1 0 0,-1 0 0,1 0 0,-1 0 0,0 0 0,1 0 0,-1 0 0,0 0 0,1 0 0,-1 1 0,1-1 0,-1 0 0,0 0 0,1 0 0,-1 0 0,0 1 0,0-1 0,1 1 0,12 8 0,-12-8 0,65 53 0,2-4 0,103 58 0,-170-107-31,27 12 186,-27-13-248,1 1 0,0-1 0,0 0 0,-1 1 0,1-1 0,0 0 0,-1 0-1,1 0 1,0 0 0,0 0 0,-1-1 0,1 1 0,0 0 0,-1-1 0,3 0 0,5-5-6733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3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31 24575,'-8'-3'0,"-12"-5"0,-32-7 0,47 13 0,0 1 0,0 1 0,-1-1 0,1 1 0,0 0 0,0 0 0,-1 0 0,1 1 0,0-1 0,0 1 0,-10 4 0,13-5 0,1 1 0,-1 0 0,0 0 0,0 0 0,1 0 0,-1 0 0,1 0 0,-1 0 0,1 1 0,-1-1 0,1 0 0,0 1 0,0 0 0,-1-1 0,1 1 0,0-1 0,0 1 0,1 0 0,-1 0 0,0 0 0,1 0 0,-1-1 0,1 1 0,-1 0 0,1 0 0,0 0 0,0 0 0,0 0 0,0 0 0,0 0 0,0 0 0,1 0 0,-1 0 0,1 0 0,-1 0 0,1-1 0,1 4 0,1 3 0,1-1 0,0 0 0,0 0 0,1 0 0,-1-1 0,1 0 0,11 11 0,-8-10 0,0-1 0,0 1 0,0-1 0,1-1 0,-1 0 0,12 5 0,-17-9 0,0 0 0,0 0 0,0 0 0,0 0 0,1-1 0,-1 0 0,0 1 0,0-1 0,0 0 0,5-1 0,-6 1 0,0-1 0,0 1 0,0-1 0,0 0 0,-1 0 0,1 0 0,0 0 0,0 0 0,0 0 0,-1 0 0,1 0 0,0-1 0,-1 1 0,1-1 0,-1 1 0,0-1 0,2-2 0,0-1 0,0-1 0,0 1 0,-1-1 0,0 0 0,0 0 0,0-1 0,-1 1 0,0 0 0,0 0 0,0-9 0,2-10 0,-1 24 0,3 5 0,5 9 0,-8-10 0,14 17 0,1-1 0,30 28 0,-41-42 0,-5-4-136,0 0-1,1 0 1,-1 0-1,0 0 1,0 0-1,1 0 1,-1-1-1,0 1 0,4 1 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8:54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47 24575,'-9'-4'0,"1"1"0,-1 0 0,1 0 0,-15-1 0,21 3 0,0 1 0,0 0 0,-1 0 0,1 0 0,0 0 0,0 1 0,0-1 0,0 0 0,0 1 0,0 0 0,-3 1 0,4-2 0,0 1 0,0 0 0,0 0 0,0-1 0,1 1 0,-1 0 0,0 0 0,0 0 0,0 0 0,1 0 0,-1 0 0,0 1 0,1-1 0,-1 0 0,1 0 0,0 0 0,-1 0 0,1 1 0,0-1 0,-1 2 0,1 2 0,1-1 0,-1 0 0,0 1 0,1-1 0,0 0 0,0 1 0,0-1 0,1 0 0,-1 0 0,1 0 0,3 5 0,4 6 0,14 20 0,-20-32 0,113 137 0,-85-105 0,-30-34 0,0 0 0,0 0 0,0 0 0,0 1 0,0-1 0,-1 0 0,1 0 0,0 1 0,-1-1 0,1 0 0,-1 1 0,1-1 0,-1 1 0,1 1 0,-2-3 0,1 1 0,0-1 0,0 1 0,-1 0 0,1-1 0,0 1 0,-1-1 0,1 1 0,-1 0 0,1-1 0,0 1 0,-1-1 0,1 0 0,-1 1 0,0-1 0,1 1 0,-1-1 0,1 0 0,-1 1 0,0-1 0,1 0 0,-1 0 0,1 1 0,-1-1 0,0 0 0,1 0 0,-1 0 0,0 0 0,1 0 0,-1 0 0,0 0 0,0 0 0,-8 1 0,0-1 0,0 0 0,0 0 0,-18-3 0,26 3 0,-1 0 0,0-1 0,1 1 0,-1-1 0,1 0 0,-1 1 0,1-1 0,-1 0 0,1 0 0,-1 0 0,1 0 0,0 0 0,-1 0 0,-1-2 0,3 2 0,-1 0 0,1 0 0,-1 0 0,1-1 0,0 1 0,0 0 0,-1 0 0,1 0 0,0 0 0,0 0 0,0-1 0,0 1 0,0 0 0,0 0 0,0 0 0,1 0 0,-1-1 0,0 1 0,1 0 0,-1 0 0,1 0 0,-1 0 0,2-2 0,0 0 0,0-1 0,1 1 0,0-1 0,-1 1 0,1 0 0,0 0 0,1 0 0,-1 0 0,0 1 0,1-1 0,0 1 0,3-2 0,9-3 0,28-9 0,-15 5 0,28-11 0,-9 5 0,53-28 0,-97 42 0,1 0 0,-1 0 0,0 0 0,0 0 0,0-1 0,0 0 0,0 0 0,-1 0 0,1 0 0,-1 0 0,4-9 0,-5 10 0,-1 0 0,1-1 0,-1 1 0,0 0 0,0-1 0,0 0 0,-1 1 0,1-1 0,-1 1 0,0-1 0,0 0 0,0 1 0,-1-1 0,1 0 0,-1 1 0,0-1 0,0 1 0,-1-4 0,0 4 0,1 0 0,-1 0 0,0 0 0,0 0 0,0 0 0,0 0 0,0 1 0,0-1 0,-1 1 0,0 0 0,1 0 0,-1 0 0,0 0 0,0 0 0,0 1 0,0-1 0,0 1 0,0-1 0,0 1 0,-1 0 0,1 1 0,0-1 0,-1 1 0,1-1 0,-1 1 0,1 0 0,-1 0 0,1 0 0,-5 1 0,4 0 0,-1 0 0,0 0 0,1 0 0,-1 0 0,1 1 0,-1 0 0,1 0 0,0 0 0,0 0 0,0 1 0,0-1 0,0 1 0,0 0 0,1 1 0,-1-1 0,1 0 0,0 1 0,0 0 0,0 0 0,-3 6 0,4-6 0,0 1 0,0 0 0,0 0 0,1 0 0,0 0 0,0 0 0,0 0 0,0 11 0,1-13 0,1 1 0,-1-1 0,1 1 0,0 0 0,1-1 0,-1 1 0,0-1 0,1 0 0,0 1 0,0-1 0,0 0 0,0 0 0,4 4 0,3 2 0,1 1 0,0-1 0,0 0 0,1-1 0,1-1 0,-1 0 0,1 0 0,23 9 0,-6-5 0,1-1 0,53 9 0,-57-15-227,0-1-1,1-2 1,-1 0-1,1-2 1,50-8-1,-61 7-6598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24575,'-7'12'0,"0"1"0,1-1 0,1 2 0,0-1 0,-4 19 0,7-23 0,0 1 0,1 0 0,0-1 0,1 1 0,0 0 0,1 0 0,0 0 0,0 0 0,3 9 0,6 19 0,3-2 0,0 1 0,36 65 0,-48-100 0,0-1 0,0 1 0,0 0 0,0-1 0,0 0 0,1 1 0,-1-1 0,0 0 0,1 1 0,2 0 0,-4-2 0,0 1 0,0-1 0,1 0 0,-1 0 0,0 0 0,1 0 0,-1 0 0,0 0 0,0 0 0,1 0 0,-1 0 0,0 0 0,0 0 0,1 0 0,-1 0 0,0 0 0,1 0 0,-1 0 0,0 0 0,0 0 0,1-1 0,-1 1 0,0 0 0,0 0 0,1 0 0,4-12 0,-4 3-344,0-1-1,-2-15 1,1 23 12,0-13-6494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841 229 24575,'-13'-11'0,"-121"-94"0,112 89 0,-2 1 0,0 2 0,0 0 0,-30-10 0,47 20 0,0 1 0,0 0 0,-1 0 0,1 1 0,-1 0 0,1 0 0,-15 1 0,18 0 0,1 1 0,-1-1 0,1 1 0,-1 0 0,1 0 0,0 1 0,-1-1 0,1 1 0,0-1 0,0 1 0,0 0 0,0 0 0,0 0 0,0 1 0,1-1 0,-1 1 0,1-1 0,-4 6 0,-2 5 0,0 1 0,1 0 0,0 1 0,-5 18 0,6-15 0,-19 36 0,24-52 0,0 0 0,0 0 0,0-1 0,-1 1 0,1 0 0,-1-1 0,1 1 0,-1-1 0,1 1 0,-1-1 0,0 0 0,0 0 0,0 0 0,1 0 0,-1 0 0,0 0 0,0 0 0,-4 0 0,2-1 0,0 1 0,1-1 0,-1 0 0,1-1 0,-1 1 0,0-1 0,1 1 0,-1-1 0,1 0 0,-5-2 0,-4-3 0,1 1 0,1-2 0,-1 0 0,1 0 0,-14-12 0,-60-69 120,0 1-1605,70 75-5341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98 24575,'-9'-5'0,"-23"-14"0,-1 0 0,-1 3 0,-47-17 0,78 31 0,-1 1 0,1 1 0,0-1 0,-1 0 0,1 1 0,-1 0 0,1 0 0,-1 0 0,0 0 0,-6 1 0,9 0 0,-1 0 0,1-1 0,0 1 0,-1 0 0,1-1 0,0 1 0,0 0 0,0 0 0,0 0 0,-1 0 0,1 0 0,1 0 0,-1 1 0,0-1 0,0 0 0,0 0 0,1 1 0,-1-1 0,0 0 0,1 1 0,-1-1 0,1 1 0,0-1 0,-1 0 0,1 1 0,0-1 0,0 4 0,0 3 0,0 0 0,1 1 0,-1-1 0,2 0 0,-1 0 0,1 0 0,1 1 0,-1-2 0,1 1 0,1 0 0,-1-1 0,7 10 0,1-1 0,0 0 0,2-1 0,0 0 0,16 15 0,-19-21 0,1 0 0,0-1 0,13 8 0,-19-13 0,0 0 0,1 0 0,-1 0 0,1-1 0,0 0 0,0 0 0,0-1 0,0 0 0,8 1 0,-13-2 0,0 0 0,0 0 0,1 0 0,-1 0 0,0 0 0,0 0 0,0-1 0,0 1 0,0 0 0,0-1 0,1 1 0,-1-1 0,0 1 0,0-1 0,0 0 0,0 1 0,-1-1 0,1 0 0,0 0 0,0 1 0,1-3 0,-1 2 0,0-1 0,0 0 0,0 0 0,0 0 0,-1 0 0,1 0 0,-1 0 0,1-1 0,-1 1 0,0 0 0,0-2 0,0-3 0,0-1 0,-1 1 0,0 0 0,0 0 0,-1 0 0,-2-7 0,1 4 0,-1 0 0,0 0 0,0 1 0,-1 0 0,0 0 0,-1 0 0,-13-16 0,19 25 0,0-1 0,0 1 0,-1 0 0,1-1 0,0 1 0,-1 0 0,1-1 0,0 1 0,-1 0 0,1 0 0,-1-1 0,1 1 0,0 0 0,-1 0 0,1 0 0,-1-1 0,1 1 0,-1 0 0,1 0 0,-1 0 0,1 0 0,-1 0 0,1 0 0,0 0 0,-1 0 0,1 0 0,-1 0 0,0 0 0,0 1 0,1 0 0,-1-1 0,1 1 0,0-1 0,-1 1 0,1 0 0,0-1 0,-1 1 0,1 0 0,0-1 0,0 1 0,0 0 0,0-1 0,0 1 0,0 0 0,0 1 0,2 30 0,10 16 0,1-1 0,27 61 0,7 23 0,-22-35 0,-22-78 0,0-1 0,-1 1 0,-1 28 0,-1-43 0,0-1 0,-1 1 0,1-1 0,-1 1 0,0 0 0,1-1 0,-1 1 0,0-1 0,0 0 0,-1 1 0,1-1 0,0 0 0,-1 0 0,0 0 0,1 0 0,-1 0 0,0 0 0,0 0 0,0 0 0,0-1 0,0 1 0,-1-1 0,1 1 0,0-1 0,-1 0 0,1 0 0,-1 0 0,1 0 0,-1-1 0,1 1 0,-1-1 0,-4 1 0,0-1 0,1 1 0,0-1 0,-1 0 0,1-1 0,0 0 0,0 0 0,-1 0 0,1-1 0,0 0 0,0 0 0,1 0 0,-1-1 0,-6-3 0,4 0 0,0 0 0,0-1 0,0 0 0,1 0 0,0 0 0,0-1 0,1 0 0,-6-10 0,9 13 0,1 1 0,-1-1 0,1 0 0,0 1 0,0-1 0,1 0 0,-1 0 0,1 0 0,0 0 0,1 0 0,-1 0 0,1-1 0,0 1 0,0 0 0,1 0 0,0 0 0,-1 0 0,3-5 0,-2 7 4,0 0-1,1 0 0,-1 1 1,1-1-1,0 0 1,0 1-1,-1 0 0,2-1 1,-1 1-1,0 0 1,0 0-1,1 0 0,-1 1 1,1-1-1,-1 0 1,1 1-1,5-2 0,3-2-100,1 2-1,0 0 1,13-2-1,-1 0-938,-9 1-5790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16 24575,'-25'-3'0,"-11"0"0,-1 0 0,2 0 0,5 1 0,5 1 0,7 1-8191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76 24575,'-27'-10'0,"-15"-6"0,-5 0 0,3 3 0,4 3 0,7 3 0,5 4 0,6 4 0,7 2-8191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24575,'1'0'0,"0"1"0,-1-1 0,1 1 0,-1-1 0,1 1 0,-1-1 0,1 1 0,-1 0 0,1-1 0,-1 1 0,1 0 0,-1-1 0,0 1 0,1 0 0,-1 0 0,0-1 0,0 1 0,0 0 0,0 0 0,0-1 0,1 1 0,-1 0 0,-1 1 0,1-1 0,-1 0 0,1-1 0,-1 1 0,1 0 0,-1-1 0,1 1 0,-1-1 0,0 1 0,1-1 0,-1 1 0,0-1 0,1 1 0,-1-1 0,0 0 0,0 1 0,0-1 0,1 0 0,-2 0 0,-7 2 0,1-1 0,-1 0 0,-11-1 0,16 0 0,-93-1 0,-52 2 0,113 4-1365,21-2-5461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264 553 24575,'0'-3'0,"0"0"0,-1 0 0,1 0 0,-1 1 0,0-1 0,0 0 0,0 1 0,0-1 0,-1 1 0,1-1 0,-1 1 0,1 0 0,-1 0 0,0-1 0,0 1 0,0 0 0,0 1 0,0-1 0,0 0 0,-4-1 0,-5-5 0,-1 1 0,-24-9 0,24 11 0,-9-4 0,-38-9 0,57 18 0,0-1 0,0 1 0,0 0 0,0 0 0,1 0 0,-1 0 0,0 0 0,0 0 0,0 0 0,0 1 0,1-1 0,-1 1 0,0-1 0,0 1 0,1 0 0,-1 0 0,0 0 0,1 0 0,-1 0 0,1 0 0,-1 0 0,1 0 0,0 0 0,-1 1 0,1-1 0,0 1 0,0-1 0,0 1 0,0-1 0,-1 4 0,-3 5 0,1 0 0,0 0 0,1 0 0,-3 13 0,3-12 0,2-4 0,-1 0 0,1 0 0,0 0 0,0 0 0,1 1 0,0-1 0,1 0 0,-1 0 0,1 0 0,3 10 0,-3-12 0,1 0 0,1 0 0,-1 0 0,1 0 0,-1 0 0,1 0 0,1-1 0,-1 0 0,1 1 0,0-1 0,0 0 0,0-1 0,9 7 0,-6-5 0,0 0 0,1-1 0,0 0 0,0 0 0,0-1 0,0 0 0,15 4 0,-20-7 0,0 1 0,0-1 0,0 0 0,0 0 0,0 0 0,0 0 0,0 0 0,0-1 0,0 1 0,0-1 0,-1 0 0,1 1 0,0-2 0,0 1 0,-1 0 0,1 0 0,0-1 0,-1 0 0,1 1 0,-1-1 0,0 0 0,0 0 0,0 0 0,0 0 0,0-1 0,3-3 0,-1-1 0,0-1 0,-1 0 0,1 0 0,-2 0 0,1 0 0,-1-1 0,0 1 0,-1 0 0,0-1 0,0 1 0,-1-1 0,0-10 0,-3-12 0,-14-62 0,12 66 0,-93-354 0,93 363 0,-4-9 0,9 26 0,0 1 0,0 0 0,0 0 0,0 0 0,0 0 0,0-1 0,0 1 0,0 0 0,0 0 0,0 0 0,-1-1 0,1 1 0,0 0 0,0 0 0,0 0 0,0 0 0,0 0 0,0-1 0,0 1 0,-1 0 0,1 0 0,0 0 0,0 0 0,0 0 0,0 0 0,-1-1 0,1 1 0,0 0 0,0 0 0,0 0 0,0 0 0,-1 0 0,1 0 0,0 0 0,0 0 0,0 0 0,-1 0 0,0 8 0,1 13 0,8 41 0,3-2 0,3 1 0,2-2 0,28 69 0,4-34 133,-11-25-1631,-33-59-5328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3 24575,'0'0'0,"1"-1"0,0 1 0,0 0 0,0-1 0,-1 1 0,1 0 0,0 0 0,0-1 0,0 1 0,-1 0 0,1 0 0,0 0 0,0 0 0,0 0 0,0 0 0,-1 0 0,1 1 0,0-1 0,0 0 0,0 0 0,-1 1 0,1-1 0,0 0 0,0 1 0,-1-1 0,1 1 0,0-1 0,-1 1 0,1-1 0,0 1 0,-1-1 0,1 2 0,0-1 0,-1 1 0,0-1 0,1 0 0,-1 1 0,0-1 0,0 0 0,0 1 0,0-1 0,-1 0 0,1 1 0,0-1 0,-1 0 0,1 1 0,0-1 0,-1 0 0,0 0 0,1 1 0,-1-1 0,0 0 0,0 1 0,-11 15 0,-1-1 0,-26 26 0,9-11 0,-10 10 0,-2-2 0,-2-3 0,-53 36 0,-65 45 0,160-115 0,0-1 0,0 0 0,1 1 0,-1 0 0,0-1 0,1 1 0,-1 0 0,1 0 0,-1 0 0,1 0 0,0 0 0,-1 2 0,2-4 0,0 1 0,0-1 0,-1 1 0,1-1 0,0 1 0,0-1 0,0 1 0,0-1 0,0 1 0,0-1 0,1 1 0,-1-1 0,0 1 0,0-1 0,0 1 0,0-1 0,0 1 0,1-1 0,-1 1 0,0-1 0,0 0 0,1 1 0,0 0 0,0 0 0,0 0 0,0-1 0,0 1 0,0 0 0,0-1 0,0 1 0,1-1 0,-1 0 0,0 1 0,0-1 0,0 0 0,2 1 0,15 1 0,0-1 0,27-2 0,20 2 0,83 19 115,6 0-1595,-140-19-5346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8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24575,'3'1'0,"-1"1"0,1 0 0,-1 0 0,0 0 0,0 0 0,1 0 0,-2 1 0,1-1 0,0 1 0,0-1 0,-1 1 0,1-1 0,1 6 0,2 6 0,5 22 0,-6-23 0,30 140 0,-21-88 0,39 119 0,-1-48-1365,-47-122-5461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24575,'110'14'0,"34"2"0,-141-16 0,-1 0 0,1 0 0,0 0 0,-1 0 0,1 0 0,-1 0 0,1-1 0,0 1 0,-1-1 0,1 0 0,-1 1 0,0-1 0,1 0 0,-1-1 0,0 1 0,1 0 0,-1-1 0,0 1 0,0-1 0,0 0 0,0 0 0,-1 0 0,1 0 0,0 0 0,-1 0 0,1 0 0,-1 0 0,0 0 0,0-1 0,0 1 0,0-1 0,0 1 0,0-1 0,-1 1 0,1-1 0,-1 1 0,0-1 0,0-3 0,0-3 0,0-1 0,-1 1 0,0 0 0,0 0 0,-1-1 0,-6-15 0,-26-54 0,7 18 0,16 30 0,7 18 0,0 1 0,-1 0 0,-11-21 0,16 33 0,0 0 0,0-1 0,0 1 0,-1 0 0,1-1 0,0 1 0,0 0 0,0-1 0,-1 1 0,1 0 0,0-1 0,0 1 0,0 0 0,-1 0 0,1-1 0,0 1 0,-1 0 0,1 0 0,0 0 0,-1-1 0,1 1 0,0 0 0,-1 0 0,1 0 0,0 0 0,-1 0 0,1 0 0,-1-1 0,0 12 0,6 17 0,12 32 0,31 74 0,37 54 0,-13-61-409,-58-105-547,-7-10-5870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24575,'-14'5'0,"0"-1"0,1 2 0,-1 0 0,1 1 0,-21 14 0,27-17 0,1 1 0,1 0 0,-1 1 0,1-1 0,-1 1 0,2 0 0,-1 0 0,1 1 0,0-1 0,0 1 0,0 0 0,-3 12 0,3-4 0,0 1 0,1 0 0,1 0 0,1 0 0,0 0 0,1 0 0,1 0 0,0 0 0,1 0 0,1-1 0,0 1 0,1-1 0,9 21 0,-1-5 0,2-1 0,2 0 0,0-1 0,2-1 0,29 36 0,-19-30 0,38 36 0,-53-58 0,1 0 0,0-1 0,1-1 0,0 0 0,27 14 0,-36-22-195,0 0 0,1 0 0,-1 0 0,0-1 0,1 1 0,7-1 0,-2 0-6631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0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33 266 24575,'4'-1'0,"0"1"0,-1-1 0,1 0 0,0 0 0,-1 0 0,1-1 0,-1 1 0,0-1 0,1 0 0,-1 0 0,3-3 0,33-27 0,-38 31 0,6-5 0,-1-1 0,0 1 0,0-1 0,0-1 0,-1 1 0,-1-1 0,1 1 0,-1-1 0,5-14 0,-8 18 0,0 1 0,0-1 0,0 1 0,0-1 0,-1 1 0,0-1 0,0 1 0,0-1 0,0 1 0,0-1 0,-1 0 0,1 1 0,-1-1 0,0 1 0,0 0 0,-1-1 0,1 1 0,-1 0 0,1-1 0,-1 1 0,0 0 0,0 0 0,0 1 0,-1-1 0,1 0 0,-5-3 0,2 2 0,0 0 0,0 0 0,0 1 0,0 0 0,0 0 0,-1 0 0,1 1 0,-1 0 0,0 0 0,-8-2 0,12 4 0,-1 0 0,1 0 0,-1 0 0,1 0 0,-1 0 0,1 0 0,-1 1 0,1-1 0,-1 1 0,1 0 0,-1-1 0,1 1 0,0 0 0,-1 1 0,1-1 0,0 0 0,0 1 0,0-1 0,0 1 0,0-1 0,0 1 0,1 0 0,-1 0 0,0 0 0,1 0 0,0 0 0,-2 3 0,-1 2 0,1 0 0,0 1 0,0-1 0,1 1 0,-1-1 0,2 1 0,-1 0 0,1 0 0,1 0 0,-1 0 0,1 0 0,1 0 0,-1 0 0,4 14 0,-1-9 0,0-1 0,1 0 0,1 0 0,0 0 0,0-1 0,2 1 0,-1-1 0,12 15 0,-3-8 0,1-2 0,1 0 0,0 0 0,1-2 0,0 0 0,1-1 0,1-1 0,0 0 0,1-2 0,0 0 0,0-2 0,1 0 0,0-2 0,0 0 0,27 3 0,-46-9-91,1 1 0,0-1 0,-1 0 0,1 0 0,0-1 0,0 1 0,-1-1 0,1 0 0,-1 0 0,1 0 0,-1 0 0,1 0 0,-1-1 0,6-3 0,0-1-6735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24575,'11'60'0,"2"-1"0,3-1 0,2-1 0,3 0 0,43 82 0,43 41 0,-86-145 0,-29-38 0,-4-6 0,-44-42 0,-63-74 0,115 122 0,-6-10 0,-1 0 0,-11-20 0,20 31 0,1-1 0,-1 0 0,0 0 0,1 0 0,0 0 0,0 0 0,0 0 0,0 0 0,0-1 0,1 1 0,-1 0 0,1 0 0,0-1 0,0 1 0,0 0 0,1-1 0,-1 1 0,2-6 0,0 6 0,-1 1 0,1 0 0,-1 0 0,1 1 0,-1-1 0,1 0 0,0 0 0,0 1 0,0-1 0,0 1 0,0 0 0,1-1 0,-1 1 0,0 0 0,0 0 0,1 1 0,-1-1 0,5 0 0,4-2 0,1 1 0,16 0 0,-10 2-1365,-3-1-5461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24575,'2'-5'0,"2"1"0,-1 3 0,0 8 0,-2 4 0,1 6 0,-2 2 0,0 1 0,0-1 0,0-4-8191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4 130 24575,'-1'7'0,"0"0"0,0-1 0,1 1 0,-1 0 0,2 0 0,-1-1 0,1 1 0,0 0 0,0-1 0,1 1 0,-1 0 0,2-1 0,-1 0 0,5 9 0,-2-6 0,0-1 0,0 0 0,1 0 0,0 0 0,1 0 0,0-1 0,0 0 0,0-1 0,11 8 0,-14-11 0,1-1 0,-1 0 0,1 1 0,-1-2 0,1 1 0,0 0 0,0-1 0,0 0 0,0 0 0,0 0 0,0-1 0,0 0 0,5 0 0,-7 0 0,-1 0 0,0-1 0,0 1 0,0 0 0,0-1 0,0 0 0,0 1 0,0-1 0,0 0 0,0 0 0,0 0 0,0 0 0,-1 0 0,1-1 0,0 1 0,-1-1 0,1 1 0,-1-1 0,1 1 0,-1-1 0,0 0 0,0 0 0,0 1 0,0-1 0,0 0 0,0 0 0,0 0 0,-1 0 0,1 0 0,-1 0 0,1-1 0,-1-2 0,1-8 0,-1 0 0,0 0 0,-2 1 0,1-1 0,-6-22 0,7 36 0,0-1 0,0 0 0,0 0 0,0 0 0,0 0 0,0 0 0,1 0 0,-1 0 0,0 1 0,0-1 0,0 0 0,0 0 0,0 0 0,1 0 0,-1 0 0,0 0 0,0 0 0,0 0 0,0 0 0,1 0 0,-1 0 0,0 0 0,0 0 0,0 0 0,0 0 0,1 0 0,-1 0 0,0 0 0,0 0 0,0 0 0,0 0 0,1-1 0,-1 1 0,0 0 0,0 0 0,0 0 0,0 0 0,0 0 0,0 0 0,1 0 0,-1-1 0,0 1 0,0 0 0,0 0 0,0 0 0,0 0 0,0 0 0,0-1 0,0 1 0,0 0 0,0 0 0,0 0 0,0 0 0,0 0 0,0-1 0,0 1 0,0 0 0,0 0 0,0 0 0,0 0 0,0-1 0,0 1 0,0 0 0,0 0 0,14 10 0,-12-8 0,7 5 0,1 0 0,0 0 0,0-1 0,0 0 0,1-1 0,0 0 0,13 3 0,-20-7 0,0 0 0,0 0 0,0 0 0,0-1 0,0 0 0,0 0 0,0 0 0,0 0 0,1-1 0,4-1 0,-6 1 0,0 0 0,0 0 0,0 0 0,-1-1 0,1 1 0,-1-1 0,1 0 0,-1 0 0,1 0 0,-1 0 0,0 0 0,0 0 0,0-1 0,0 1 0,2-5 0,-1 2 6,-1 0 0,0 0-1,0-1 1,0 1 0,0-1-1,-1 1 1,0-1 0,0 1 0,0-1-1,-1 0 1,0 1 0,0-1-1,0 0 1,-1 1 0,0-1-1,0 0 1,0 1 0,-1-1 0,0 1-1,-3-7 1,1 4-120,0 1 0,0-1-1,-1 1 1,0 0 0,0 0 0,-1 0-1,0 1 1,0 0 0,0 0 0,-1 0-1,0 1 1,-13-8 0,7 7-6712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1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24575,'180'230'0,"-157"-196"0,-1 1 0,-2 2 0,-2 0 0,-1 1 0,12 41 0,-24-64 0,-1 1 0,-1-1 0,-1 1 0,0 0 0,-1 0 0,-1 0 0,-2 25 0,1-34 0,0 1 0,-1-1 0,1 1 0,-2-1 0,1 0 0,-1 0 0,0 0 0,-1 0 0,1-1 0,-1 1 0,-1-1 0,1 0 0,-1 0 0,0-1 0,0 1 0,-1-1 0,1 0 0,-8 4 0,-25 13-1365,19-12-5461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3472 46 24575,'20'-12'0,"32"-15"0,-49 26 0,-30 6 0,-1-1 0,0-1 0,0-1 0,-44-4 0,21 1 0,41 1 0,-454-9 0,-140 2 0,375 8 0,-96 8 0,155-3 0,12 1 0,-134 1 0,-677-9 0,952 2-455,0 0 0,-27 6 0,31-4-6371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297 360 24575,'-56'-5'0,"-7"-1"0,-70 2 0,132 4 0,-1 0 0,0 0 0,0 0 0,0 0 0,1 1 0,-1-1 0,0 0 0,0 1 0,1-1 0,-1 1 0,0 0 0,1 0 0,-1-1 0,1 1 0,-1 0 0,1 0 0,-1 0 0,1 1 0,0-1 0,-1 0 0,1 0 0,0 1 0,0-1 0,0 1 0,0-1 0,0 1 0,0-1 0,0 1 0,1 0 0,-1-1 0,1 1 0,-1 0 0,1-1 0,-1 1 0,1 0 0,0 0 0,0 0 0,0-1 0,0 1 0,0 0 0,1 2 0,0 4 0,1-1 0,0 1 0,0-1 0,0 1 0,1-1 0,0 0 0,1 0 0,5 8 0,-3-7 0,1 0 0,0 0 0,0-1 0,0 0 0,1-1 0,0 1 0,0-1 0,1-1 0,18 9 0,-4-3 0,1-2 0,44 12 0,-53-17 0,0-1 0,0-1 0,1 0 0,-1-1 0,29-2 0,-43 1 0,1 0 0,0 0 0,0-1 0,0 1 0,-1-1 0,1 1 0,0-1 0,-1 0 0,1 1 0,0-1 0,-1 0 0,1 0 0,-1 0 0,1 0 0,-1-1 0,0 1 0,0 0 0,3-3 0,-3 1 0,0 1 0,1-1 0,-1 0 0,0 1 0,0-1 0,-1 0 0,1 0 0,-1 1 0,1-1 0,-1-6 0,0-1 0,-1 0 0,-1-1 0,0 1 0,0 0 0,-6-15 0,-19-43 0,-64-113 0,11 28 0,74 139 0,1 3 0,-1 0 0,-10-18 0,30 67 0,18 30 0,2-2 0,3 0 0,3-3 0,51 62 0,-85-118-136,0 0-1,0-1 1,1 1-1,0-1 1,0-1-1,0 1 1,1-1-1,-1 0 0,11 4 1,-8-6-6690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1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37 24575,'-1'3'0,"-1"0"0,1 0 0,0 0 0,0 1 0,0-1 0,1 0 0,-1 1 0,1-1 0,0 1 0,0-1 0,0 1 0,0-1 0,1 5 0,1-2 0,-1 0 0,1-1 0,0 0 0,1 1 0,-1-1 0,1 0 0,5 7 0,0-2 0,0-1 0,0 1 0,1-2 0,1 1 0,-1-1 0,20 12 0,-15-12 0,0 0 0,19 6 0,-27-11 0,1-1 0,0 0 0,0 0 0,0-1 0,1 0 0,-1 0 0,9-1 0,-13 0 0,0 0 0,-1-1 0,1 1 0,0-1 0,-1 0 0,1 0 0,0 0 0,-1 0 0,0 0 0,1 0 0,-1-1 0,0 1 0,1-1 0,-1 0 0,0 1 0,0-1 0,0 0 0,-1 0 0,1-1 0,0 1 0,-1 0 0,1 0 0,-1-1 0,0 1 0,0-1 0,0 1 0,0-1 0,1-5 0,-1 2 0,0-1 0,0 1 0,-1 0 0,0-1 0,0 1 0,0-1 0,-1 1 0,0 0 0,0 0 0,0-1 0,-5-9 0,3 9 0,3 13 0,5 15 0,-2-16 0,0 1 0,1-1 0,-1 0 0,1 0 0,0-1 0,1 1 0,-1-1 0,1 0 0,-1 0 0,1 0 0,0-1 0,1 1 0,-1-1 0,1-1 0,-1 1 0,1-1 0,0 0 0,0 0 0,0 0 0,8 0 0,-6-1 0,-1 0 0,1-1 0,-1 0 0,1 0 0,0-1 0,-1 0 0,1 0 0,-1-1 0,0 1 0,1-2 0,-1 1 0,0-1 0,0 0 0,-1-1 0,1 1 0,8-8 0,-12 9 0,0-1 0,0 1 0,0-1 0,0 0 0,-1 0 0,1 0 0,-1-1 0,0 1 0,0-1 0,0 1 0,0-1 0,-1 0 0,1 1 0,-1-1 0,0 0 0,0 0 0,0 0 0,-1 0 0,0 0 0,1 0 0,-1 0 0,-1 0 0,1 0 0,0 0 0,-1 0 0,0 0 0,0 0 0,0 0 0,-1 1 0,1-1 0,-1 0 0,0 1 0,0-1 0,0 1 0,0 0 0,-1-1 0,1 1 0,-1 0 0,0 1 0,0-1 0,0 0 0,0 1 0,0 0 0,-1-1 0,1 1 0,-5-1 0,-30-12-1365,19 9-5461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47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 24575,'-5'-7'0,"-1"-2"0,11 14 0,61 68 0,103 86 0,-72-70 0,-37-33 0,180 182 0,-229-225 0,78 95 0,-88-107 0,-1 0 0,0 0 0,1 0 0,0-1 0,-1 1 0,1 0 0,-1 0 0,1-1 0,0 1 0,-1 0 0,1-1 0,0 1 0,0-1 0,1 1 0,-2-1 0,0 0 0,0-1 0,0 1 0,1 0 0,-1 0 0,0-1 0,0 1 0,0 0 0,0 0 0,0-1 0,1 1 0,-1 0 0,0-1 0,0 1 0,0 0 0,0 0 0,0-1 0,0 1 0,0 0 0,0-1 0,0 1 0,0 0 0,0-1 0,0 1 0,-1 0 0,1-1 0,-7-28 0,2 14 0,-31-110 0,35 119 0,-1 1 0,1-1 0,-1 0 0,1 1 0,0-1 0,0 0 0,1 0 0,0 0 0,0 0 0,1 0 0,-1 0 0,2-5 0,-2 10 0,0 1 0,0 0 0,1-1 0,-1 1 0,0 0 0,0 0 0,0-1 0,0 1 0,0 0 0,0-1 0,1 1 0,-1 0 0,0 0 0,0-1 0,0 1 0,1 0 0,-1 0 0,0-1 0,0 1 0,1 0 0,-1 0 0,0 0 0,0 0 0,1-1 0,-1 1 0,0 0 0,1 0 0,-1 0 0,0 0 0,1 0 0,7 6 0,5 15 0,23 72 0,-26-64 0,1-1 0,18 33 0,-24-52 0,9 15 0,1 0 0,22 27 0,-36-50 0,-1-1 0,1 1 0,-1-1 0,1 1 0,-1 0 0,1-1 0,-1 1 0,1 0 0,-1-1 0,0 1 0,1 0 0,-1-1 0,0 1 0,0 0 0,1 0 0,-1-1 0,0 1 0,0 0 0,0 0 0,0-1 0,0 1 0,0 1 0,-1-1 0,1-1 0,0 1 0,-1-1 0,1 1 0,-1-1 0,1 1 0,-1-1 0,1 1 0,-1-1 0,0 0 0,1 1 0,-1-1 0,1 0 0,-1 1 0,0-1 0,1 0 0,-1 0 0,0 0 0,1 0 0,-2 0 0,-3 1 0,0-1 0,0 0 0,0 0 0,0 0 0,-9-2 0,-44-14 0,-59-23 0,16 3 0,-15 4-1365,100 28-5461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4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86 24575,'-1'34'0,"0"-14"0,1 0 0,1 0 0,1 0 0,0-1 0,6 23 0,0-14 0,-3-11 0,0 1 0,1-2 0,0 1 0,12 20 0,-18-37 0,0 1 0,0-1 0,0 1 0,0-1 0,1 0 0,-1 0 0,0 1 0,0-1 0,0 0 0,1 1 0,-1-1 0,0 0 0,0 0 0,1 1 0,-1-1 0,0 0 0,1 0 0,-1 1 0,0-1 0,0 0 0,1 0 0,-1 0 0,0 0 0,1 0 0,-1 0 0,1 1 0,-1-1 0,0 0 0,1 0 0,-1 0 0,4-10 0,-3-16 0,-6-7 0,-2 1 0,-12-39 0,-29-60 0,21 59 0,22 51 0,5 21 0,-1 0 0,1 0 0,0-1 0,0 1 0,0 0 0,0 0 0,0 0 0,0 0 0,0-1 0,0 1 0,0 0 0,0 0 0,0 0 0,0 0 0,1-1 0,-1 1 0,0 0 0,0 0 0,0 0 0,0 0 0,0 0 0,0-1 0,0 1 0,0 0 0,0 0 0,0 0 0,1 0 0,-1 0 0,0 0 0,0-1 0,0 1 0,0 0 0,0 0 0,1 0 0,8 6 0,82 96 0,-65-70 0,2 0 0,2-2 0,45 36 0,-58-53 0,0-1 0,1-1 0,0-1 0,0 0 0,1-1 0,23 6 0,-41-14 0,1-1 0,-1 1 0,1-1 0,0 1 0,-1-1 0,1 0 0,0 0 0,-1 0 0,1 0 0,0 0 0,-1 0 0,1-1 0,0 1 0,-1 0 0,1-1 0,-1 1 0,1-1 0,-1 0 0,1 1 0,1-2 0,-2 1 0,0-1 0,0 1 0,0 0 0,0 0 0,-1-1 0,1 1 0,0 0 0,-1-1 0,1 1 0,-1-1 0,1 1 0,-1-1 0,0 1 0,0-1 0,1 1 0,-1-1 0,0 1 0,-1-1 0,1 1 0,0-1 0,0 1 0,-1-3 0,-5-17 0,0 0 0,-2 0 0,-1 0 0,0 1 0,-15-22 0,13 22 0,-1 0 0,-1 1 0,-23-26 0,35 45-79,1-1 26,0 1-1,-1-1 0,1 1 1,0-1-1,-1 1 1,1 0-1,-1-1 0,1 1 1,-1 0-1,1-1 1,0 1-1,-1 0 1,1 0-1,-1-1 0,1 1 1,-1 0-1,1 0 1,-1 0-1,0 0 0,1-1 1,-1 1-1,1 0 1,-1 0-1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49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47 24575,'-30'-8'0,"-13"-2"0,-3 0 0,3 3 0,6 1 0,7 3 0,7 1 0,4 1 0,2 4 0,3 3 0,0 4 0,1-1 0,2-1-8191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24575,'2'14'0,"0"0"0,0-1 0,2 1 0,-1-1 0,2 1 0,0-1 0,8 15 0,3 10 0,12 27 0,39 64 0,-63-122-118,-1-2-38,0 0 0,-1 0 0,1 1 0,-1-1 1,0 1-1,0-1 0,1 9 0,-3-5-6670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1177 16 24575,'-20'3'0,"-1"-2"0,0 0 0,-35-3 0,11 1 0,-166-8 0,-20 1 0,-308 8-1365,506 0-5461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24575,'37'0'0,"1"1"0,0 3 0,53 11 0,-70-11 0,-14-3 0,0 0 0,0 1 0,-1-1 0,1 1 0,12 6 0,-18-7 0,0 0 0,1 0 0,-1 0 0,0 0 0,1 0 0,-1 0 0,0 0 0,0 1 0,0-1 0,0 0 0,0 1 0,-1-1 0,1 0 0,0 1 0,-1-1 0,1 1 0,-1 0 0,1-1 0,-1 1 0,0-1 0,1 1 0,-1 0 0,0-1 0,0 1 0,0 0 0,0-1 0,-1 1 0,1-1 0,0 1 0,-1 2 0,-28 89 0,19-56 0,-15 39 0,25-76 0,0 1 0,0-1 0,0 1 0,-1-1 0,1 1 0,0 0 0,0-1 0,0 1 0,0 0 0,0-1 0,0 1 0,0-1 0,1 1 0,-1 0 0,0-1 0,0 1 0,0-1 0,1 1 0,-1-1 0,0 1 0,0-1 0,1 1 0,-1-1 0,0 1 0,1-1 0,-1 1 0,1-1 0,-1 1 0,1-1 0,-1 0 0,1 1 0,-1-1 0,1 0 0,-1 1 0,1-1 0,-1 0 0,1 0 0,0 0 0,-1 1 0,1-1 0,-1 0 0,1 0 0,1 0 0,4 1 0,0 0 0,0-1 0,9 0 0,-10 0 0,86-2 0,-4 1 0,106 11 0,-153-6-1365,-25-3-5461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314 212 24575,'-34'-48'0,"18"23"0,-2 0 0,0 2 0,-41-40 0,55 60 0,0 0 0,1 0 0,-1 0 0,-1 1 0,1 0 0,0 0 0,0 0 0,-1 0 0,1 1 0,-1 0 0,1-1 0,-1 2 0,0-1 0,0 0 0,1 1 0,-8 0 0,9 1 0,0-1 0,0 1 0,0 0 0,-1 0 0,1 0 0,0 0 0,0 0 0,0 1 0,1-1 0,-1 1 0,0 0 0,1 0 0,-1 0 0,1 0 0,-1 0 0,1 1 0,0-1 0,0 1 0,0-1 0,0 1 0,1 0 0,-1 0 0,1 0 0,-2 4 0,-3 9 0,1 1 0,1 0 0,1 0 0,-2 32 0,4-20 0,1 1 0,5 30 0,0-26 0,2 0 0,1 0 0,2 0 0,25 56 0,76 120 0,-103-196-118,1 2-132,0 0 1,2 0 0,0-2-1,18 21 1,-19-26-6577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2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77 24575,'-27'-8'0,"-15"-4"0,-5-1 0,1 2 0,3 0 0,6 3 0,7 1 0,3 4 0,5 1 0,2 1 0,3 1 0,2 2 0,0 2 0,4 2 0,3 3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272 225 24575,'-29'-5'0,"-15"-4"0,-1 2 0,-73-2 0,117 9 0,-1 0 0,0 0 0,1 0 0,-1 1 0,1-1 0,-1 0 0,1 0 0,-1 1 0,1-1 0,-1 1 0,1 0 0,-1-1 0,1 1 0,0 0 0,-1 0 0,1 0 0,0 0 0,0 0 0,-2 2 0,2-2 0,0 0 0,0 1 0,1-1 0,-1 1 0,1-1 0,-1 1 0,1-1 0,0 1 0,0-1 0,0 1 0,-1-1 0,1 1 0,1 0 0,-1-1 0,0 1 0,1 1 0,0 3 0,1-1 0,-1 0 0,2 0 0,-1 0 0,0 0 0,1 0 0,0 0 0,0-1 0,7 8 0,-6-8 0,1 0 0,0 0 0,-1-1 0,1 0 0,1 0 0,-1 0 0,0 0 0,1-1 0,-1 0 0,1 0 0,0-1 0,0 0 0,9 1 0,9 0 0,0-1 0,26-3 0,-12 1 0,-26 0 0,-1 1 0,0-2 0,0 0 0,-1 0 0,1-1 0,13-5 0,-5 0 0,0-1 0,23-16 0,-37 23 0,-1 0 0,1 0 0,-1 0 0,1 0 0,0 1 0,-1 0 0,1 0 0,0 0 0,0 1 0,0-1 0,0 1 0,0 0 0,-1 1 0,1-1 0,9 3 0,5 2 0,-1 0 0,32 16 0,-4-2 0,-36-16 0,-5-2 0,1 1 0,-1 0 0,0 0 0,0 0 0,0 0 0,-1 1 0,1 0 0,8 6 0,-13-9 0,0 0 0,0 0 0,0 0 0,0 0 0,0 0 0,-1 0 0,1 0 0,0 0 0,0 0 0,0 0 0,0 0 0,0 0 0,0 0 0,0 0 0,0 0 0,0 0 0,0 0 0,0 0 0,0 0 0,0 0 0,0 0 0,0 0 0,0 0 0,0 0 0,0 0 0,0 0 0,0 0 0,0 0 0,-1 0 0,1 0 0,0 0 0,0 0 0,0 0 0,0 1 0,0-1 0,0 0 0,0 0 0,0 0 0,0 0 0,0 0 0,0 0 0,0 0 0,0 0 0,0 0 0,0 0 0,0 0 0,0 0 0,0 0 0,0 0 0,0 0 0,0 0 0,0 0 0,0 0 0,0 0 0,0 0 0,0 0 0,0 0 0,0 1 0,0-1 0,0 0 0,0 0 0,0 0 0,0 0 0,0 0 0,0 0 0,0 0 0,0 0 0,-7-1 0,-8-4 0,2 0 0,0-1 0,1-1 0,-1 0 0,1 0 0,1-2 0,0 1 0,0-1 0,0-1 0,1 0 0,-13-16 0,20 21 0,-1 0 0,1-1 0,0 1 0,0-1 0,0 1 0,1-1 0,0 0 0,0 0 0,0 0 0,1 0 0,0 0 0,0 0 0,0-1 0,1 1 0,0 0 0,0 0 0,1 0 0,0-1 0,0 1 0,0 0 0,1 0 0,0 0 0,0 0 0,0 1 0,1-1 0,3-5 0,-3 6-49,0 0 1,0 1-1,1-1 0,0 1 0,0 0 1,0 0-1,0 0 0,1 1 0,-1 0 1,1-1-1,0 1 0,0 1 0,0-1 1,0 1-1,1 0 0,-1 0 0,1 1 1,-1-1-1,1 1 0,-1 1 0,1-1 1,0 1-1,-1 0 0,1 0 0,0 0 0,-1 1 1,8 1-1,0 2-6777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24 24575,'-29'-5'0,"-6"-2"0,0 2 0,0 1 0,0 2 0,-37 2 0,66 1 0,0-1 0,0 1 0,0 1 0,1-1 0,-1 1 0,0 0 0,1 0 0,-1 1 0,-7 5 0,11-7 0,1 0 0,-1 1 0,0-1 0,1 1 0,-1-1 0,1 1 0,-1 0 0,1-1 0,0 1 0,0 0 0,0 0 0,0 0 0,0 0 0,0 0 0,1 0 0,-1 0 0,1 1 0,-1-1 0,1 0 0,0 0 0,0 0 0,0 1 0,0-1 0,0 0 0,0 0 0,0 0 0,1 0 0,1 4 0,0 1 0,1 0 0,1 1 0,0-2 0,0 1 0,0 0 0,1-1 0,-1 0 0,2 0 0,-1 0 0,9 6 0,6 6 0,38 23 0,88 40 0,-12-7 0,-131-72 0,0 0 0,-1 0 0,1 0 0,-1 0 0,0 0 0,0 1 0,0-1 0,0 1 0,0-1 0,2 5 0,-4-6 0,1 0 0,-1 0 0,0-1 0,0 1 0,1 0 0,-1 0 0,0 0 0,0 0 0,0-1 0,0 1 0,0 0 0,0 0 0,0 0 0,0 0 0,0 0 0,-1-1 0,1 1 0,0 0 0,-1 0 0,1 0 0,0 0 0,-1-1 0,1 1 0,-1 0 0,1-1 0,-1 1 0,1 0 0,-1-1 0,1 1 0,-1 0 0,0-1 0,0 1 0,1-1 0,-1 0 0,0 1 0,0-1 0,1 1 0,-1-1 0,0 0 0,0 0 0,0 1 0,-1-1 0,-11 3 0,-1 0 0,0-2 0,0 1 0,1-2 0,-1 0 0,-15-1 0,-2 0 0,6 0 0,1-1 0,0 0 0,0-2 0,-44-13 0,66 17-42,1 0-1,-1-1 0,1 1 1,0-1-1,-1 1 0,1-1 1,0 0-1,-1 0 0,1 1 1,0-1-1,0 0 0,0 0 1,0 0-1,0 0 0,0 0 1,0-1-1,0 1 0,0 0 1,0 0-1,1-1 0,-1 1 1,0 0-1,1-1 0,-1 1 1,1 0-1,0-1 0,-1 1 1,1-1-1,0 1 0,0-1 1,0-1-1,2-8-6783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24575,'0'2'0,"1"1"0,-1-1 0,0 0 0,1 1 0,-1-1 0,1 1 0,0-1 0,0 0 0,0 1 0,0-1 0,0 0 0,0 0 0,1 0 0,-1 0 0,1 0 0,-1 0 0,1 0 0,0 0 0,0-1 0,0 1 0,0-1 0,0 1 0,0-1 0,0 0 0,0 0 0,0 0 0,1 0 0,-1 0 0,0 0 0,1 0 0,3 0 0,-1 0 0,1-1 0,0 1 0,0-1 0,0 0 0,-1 0 0,1 0 0,0-1 0,0 0 0,-1 0 0,1 0 0,0-1 0,8-3 0,-9 2 0,1 0 0,-1 0 0,0-1 0,1 1 0,8-9 0,-12 9 0,0 1 0,0-1 0,0 1 0,-1-1 0,1 0 0,0 0 0,-1 0 0,0 0 0,0 0 0,0 0 0,0 0 0,0 0 0,0-4 0,-2 27 0,0-1 0,1 1 0,1-1 0,1 0 0,1 1 0,0-1 0,2 0 0,8 24 0,11 17 0,36 70 0,-59-128 0,3 4 0,-1 0 0,-1 0 0,1 1 0,-1-1 0,2 11 0,-3-16 0,-1 0 0,0 1 0,0-1 0,0 0 0,0 0 0,0 0 0,0 0 0,-1 0 0,1 0 0,0 0 0,-1 1 0,1-1 0,0 0 0,-1 0 0,1 0 0,-1 0 0,0 0 0,1 0 0,-1-1 0,0 1 0,1 0 0,-1 0 0,0 0 0,0-1 0,0 1 0,0 0 0,0-1 0,0 1 0,0-1 0,0 1 0,0-1 0,0 1 0,0-1 0,0 0 0,0 0 0,0 1 0,0-1 0,-1 0 0,1 0 0,-2 0 0,-6 0-170,-1 1-1,0-2 0,0 1 1,0-1-1,1-1 0,-1 0 1,-18-6-1,12 2-6655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24575,'1'3'0,"0"0"0,0 0 0,0 0 0,0 0 0,1 0 0,-1-1 0,1 1 0,0-1 0,0 1 0,4 4 0,0 0 0,3 3 0,0 0 0,0-1 0,1 0 0,0-1 0,0 0 0,1 0 0,22 11 0,-28-17 0,0 0 0,0 0 0,1 0 0,-1-1 0,1 1 0,-1-1 0,1-1 0,-1 1 0,1-1 0,-1 0 0,1 0 0,-1-1 0,1 1 0,10-4 0,-15 4 0,0-1 0,0 1 0,0-1 0,0 1 0,0-1 0,0 0 0,0 0 0,0 1 0,0-1 0,0 0 0,0 0 0,-1 0 0,1 0 0,0 0 0,-1 0 0,1 0 0,0 0 0,-1 0 0,1-1 0,-1 1 0,0 0 0,1 0 0,-1 0 0,0 0 0,0-1 0,0 1 0,0 0 0,0 0 0,0-1 0,0 1 0,0-1 0,-2-5 0,1 1 0,-1 0 0,0 0 0,-6-11 0,0-1 0,8 18 0,0 0 0,0 0 0,0 0 0,-1 0 0,1 0 0,0-1 0,0 1 0,0 0 0,0 0 0,0 0 0,0 0 0,0 0 0,0 0 0,0-1 0,0 1 0,0 0 0,0 0 0,0 0 0,0 0 0,0 0 0,0 0 0,0-1 0,0 1 0,0 0 0,0 0 0,0 0 0,0 0 0,0 0 0,0 0 0,0-1 0,0 1 0,0 0 0,0 0 0,0 0 0,0 0 0,0 0 0,1 0 0,-1 0 0,0-1 0,0 1 0,0 0 0,0 0 0,0 0 0,0 0 0,0 0 0,0 0 0,1 0 0,-1 0 0,0 0 0,0 0 0,0 0 0,0 0 0,10 4 0,12 14 0,-20-16 0,20 16 0,40 24 0,-51-35 0,1 0 0,1-2 0,-1 1 0,0-2 0,22 6 0,-33-10 0,0 1 0,0-1 0,0 0 0,1 0 0,-1 0 0,0 1 0,0-1 0,0 0 0,0-1 0,0 1 0,0 0 0,0 0 0,0 0 0,1-1 0,-1 1 0,0 0 0,0-1 0,0 1 0,0-1 0,0 1 0,0-1 0,-1 0 0,2 0 0,-1 0 0,0-1 0,-1 1 0,1 0 0,-1 0 0,1-1 0,-1 1 0,1 0 0,-1 0 0,0-1 0,0 1 0,1-1 0,-1 1 0,0 0 0,0-1 0,-1 1 0,1-2 0,-1-3 0,-1-1 0,1 1 0,-1-1 0,-1 1 0,1 0 0,-5-8 0,-6-4 0,10 15 0,1-1 0,-1 1 0,1-1 0,-1 1 0,1-1 0,-1-4 0,4 5 0,5 5 0,4 4 0,19 14 0,-7-3 0,1-2 0,0 0 0,33 15 0,-26-18-455,1-1 0,39 8 0,-58-16-6371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5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 24575,'0'0'0,"0"0"0,0 0 0,0 0 0,0 0 0,0 0 0,-1 0 0,1 0 0,0 0 0,0 0 0,0 0 0,0 1 0,0-1 0,0 0 0,0 0 0,0 0 0,0 0 0,0 0 0,-1 0 0,1 0 0,0 0 0,0 0 0,0 0 0,0 0 0,0 0 0,0 0 0,0 0 0,0 1 0,0-1 0,0 0 0,0 0 0,0 0 0,0 0 0,0 0 0,0 0 0,0 0 0,0 0 0,0 0 0,0 1 0,0-1 0,0 0 0,0 0 0,0 0 0,0 0 0,0 0 0,0 0 0,0 0 0,0 0 0,0 0 0,0 1 0,0-1 0,0 0 0,0 0 0,0 0 0,6 8 0,6 7 0,-6-10 0,0 1 0,0-1 0,1-1 0,-1 1 0,1-1 0,0 0 0,0-1 0,12 4 0,-17-6 0,0 0 0,0 0 0,0-1 0,1 1 0,-1-1 0,0 0 0,0 1 0,1-1 0,-1 0 0,0 0 0,1-1 0,-1 1 0,0 0 0,0-1 0,1 0 0,-1 1 0,0-1 0,0 0 0,0 0 0,0 0 0,0 0 0,0-1 0,0 1 0,0 0 0,0-1 0,-1 1 0,1-1 0,-1 0 0,1 0 0,-1 1 0,1-1 0,-1 0 0,1-3 0,0 0 0,0 1 0,-1-1 0,0 1 0,0-1 0,0 0 0,-1 1 0,1-1 0,-1-5 0,1-10 0,-1 20 0,0-1 0,0 1 0,0 0 0,0 0 0,0 0 0,0-1 0,0 1 0,0 0 0,0 0 0,0 0 0,0-1 0,1 1 0,-1 0 0,0 0 0,0 0 0,0-1 0,0 1 0,0 0 0,0 0 0,1 0 0,-1 0 0,0-1 0,0 1 0,0 0 0,1 0 0,-1 0 0,0 0 0,0 0 0,0 0 0,1 0 0,-1-1 0,0 1 0,9 3 0,12 12 0,-15-10 0,1-1 0,-1 1 0,1-1 0,0-1 0,0 1 0,0-1 0,1 0 0,-1-1 0,1 0 0,0 0 0,-1 0 0,1-1 0,0 0 0,0-1 0,0 0 0,0 0 0,0-1 0,0 0 0,8-2 0,-14 2 9,1 1 1,0-1-1,0 1 0,0 0 0,0 0 1,1 0-1,-1 0 0,0 0 0,0 0 0,0 1 1,0 0-1,3 1 0,-1 0-221,0 0 0,0 1 0,-1 0-1,0 0 1,1 0 0,4 5 0,1 1-6614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24575,'29'-8'0,"0"1"0,0 1 0,1 2 0,48-1 0,-73 4 0,0 1 0,0 0 0,-1-1 0,1 0 0,0 0 0,5-2 0,-9 2 0,-1 1 0,1 0 0,0 0 0,0 0 0,-1-1 0,1 1 0,0 0 0,-1-1 0,1 1 0,0-1 0,-1 1 0,1-1 0,-1 1 0,1-1 0,-1 1 0,1-1 0,-1 1 0,1-1 0,-1 0 0,1 1 0,-1-1 0,0 0 0,0 1 0,1-1 0,-1 0 0,0 0 0,0 1 0,0-1 0,0 0 0,1 0 0,-1 1 0,0-1 0,-1 0 0,1 0 0,0 0 0,0 1 0,0-1 0,0 0 0,0 1 0,-1-1 0,1 0 0,0 0 0,-1 1 0,1-1 0,-1 0 0,1 1 0,-1-2 0,-3-1 0,0-1 0,0 1 0,0 0 0,0 0 0,0 0 0,-1 1 0,1-1 0,-1 1 0,0 0 0,0 0 0,0 1 0,0-1 0,0 1 0,0 0 0,-9 0 0,13 1 0,-1 0 0,0 0 0,1 1 0,-1-1 0,1 0 0,-1 1 0,0-1 0,1 1 0,-1-1 0,1 1 0,-1 0 0,1-1 0,0 1 0,-1 0 0,1 0 0,0 0 0,0 0 0,-3 3 0,3-2 0,-1 1 0,0-1 0,1 1 0,-1 0 0,1 0 0,0-1 0,0 1 0,0 0 0,0 5 0,-1 0 0,2 1 0,-1 0 0,1-1 0,0 1 0,1 0 0,2 9 0,-2-13 0,0 1 0,0-1 0,1 0 0,0 0 0,0 0 0,1-1 0,-1 1 0,1 0 0,0-1 0,0 0 0,0 0 0,1 0 0,0 0 0,0 0 0,4 3 0,-5-5 0,0 0 0,0 0 0,0-1 0,0 1 0,0-1 0,1 0 0,-1 0 0,0 0 0,1 0 0,-1-1 0,1 1 0,-1-1 0,1 0 0,-1 0 0,1 0 0,-1 0 0,1-1 0,-1 1 0,0-1 0,1 0 0,-1 0 0,0 0 0,7-4 0,5-4-157,-1-1 0,0-1 0,0-1 0,-1 1 0,18-23 0,-26 28-266,7-7-6403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24575,'10'32'0,"6"19"0,0 8 0,0 2 0,0-3 0,-1-3 0,0-6 0,0-6 0,-2-3 0,-2-4 0,1-4 0,0-4 0,1-4 0,-2-3 0,-1-5 0,2-3 0,0-4 0,-2-3-8191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211 135 24575,'-12'-25'0,"-8"-9"0,-1 2 0,1 9 0,3 8 0,1 10 0,1 5 0,3 5 0,1 2 0,0 2 0,-1 2 0,-1-1 0,2 1 0,1-2 0,1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0 210 24575,'26'13'0,"0"-1"0,31 9 0,-56-21 0,-1 0 0,1 1 0,0-1 0,0 0 0,0 0 0,0 0 0,0 1 0,0-1 0,-1 0 0,1 0 0,0 0 0,0 0 0,0-1 0,0 1 0,0 0 0,1-1 0,-2 1 0,0 0 0,1 0 0,-1-1 0,0 1 0,0 0 0,0-1 0,0 1 0,1 0 0,-1-1 0,0 1 0,0 0 0,0-1 0,0 1 0,0 0 0,0-1 0,0 1 0,0 0 0,0-1 0,0 1 0,0 0 0,0-1 0,0 1 0,0 0 0,0-1 0,-1 1 0,1 0 0,0 0 0,0-1 0,-3-4 0,0-1 0,0 1 0,-6-7 0,4 6 0,0-2 0,-1 0 0,1 0 0,1-1 0,-1 1 0,1-1 0,1 0 0,0 0 0,0-1 0,1 1 0,0-1 0,0 1 0,1-1 0,0 0 0,2-17 0,-1 25 0,0-1 0,1 1 0,0-1 0,-1 1 0,1 0 0,0-1 0,0 1 0,0-1 0,0 1 0,1 0 0,-1 0 0,1 0 0,-1 0 0,1 0 0,0 0 0,-1 0 0,3-1 0,0 1 0,-1 0 0,1-1 0,-1 2 0,1-1 0,0 0 0,0 1 0,0 0 0,-1 0 0,1 0 0,5 0 0,-3 0 0,1 1 0,-1 0 0,1 0 0,-1 0 0,1 1 0,-1 0 0,0 0 0,0 1 0,1-1 0,-1 1 0,0 1 0,0-1 0,8 7 0,-8-5-273,-1 0 0,0 1 0,0-1 0,8 10 0,-7-4-6553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24575,'3'18'0,"3"7"0,0 4 0,2-2 0,0-3 0,1-5 0,-2-4 0,-1-1 0,1-1 0,-2 0 0,0-3-8191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7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24575,'3'-10'0,"0"-1"0,0 5 0,0 4 0,-2 7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40 24575,'-5'-4'0,"1"0"0,-1 0 0,0 1 0,0-1 0,0 1 0,-1 0 0,1 0 0,-1 1 0,0 0 0,1 0 0,-1 0 0,-9-1 0,14 3 0,0 0 0,0 0 0,0 0 0,0 0 0,0 0 0,0 0 0,0 0 0,0 1 0,0-1 0,0 0 0,0 1 0,0-1 0,0 1 0,0-1 0,0 1 0,0-1 0,1 1 0,-1 0 0,0-1 0,0 1 0,0 1 0,0-1 0,0 1 0,0 0 0,0 0 0,0-1 0,1 1 0,-1 0 0,1 0 0,-1 0 0,1 0 0,-1 3 0,1 2 0,0 0 0,1 0 0,-1 0 0,1 0 0,3 8 0,-1-5 0,0-1 0,1 1 0,1-1 0,-1 0 0,2 0 0,-1 0 0,1-1 0,0 0 0,1 0 0,0-1 0,0 1 0,1-1 0,0-1 0,0 0 0,14 9 0,-3-5 0,0 0 0,0-1 0,1-1 0,0-1 0,1-1 0,31 6 0,-30-9-273,0-2 0,-1 0 0,1-1 0,43-7 0,-47 5-6553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24575,'1'-1'0,"-1"1"0,1 0 0,-1 0 0,1-1 0,0 1 0,-1 0 0,1-1 0,-1 1 0,1-1 0,-1 1 0,1 0 0,-1-1 0,0 1 0,1-1 0,-1 0 0,0 1 0,1-1 0,-1 1 0,0-1 0,1 0 0,6-17 0,-4 10 0,-3 7 0,0 1 0,0 0 0,1 0 0,-1-1 0,0 1 0,0 0 0,0 0 0,0-1 0,0 1 0,0 0 0,0 0 0,1-1 0,-1 1 0,0 0 0,0 0 0,0 0 0,0 0 0,1-1 0,-1 1 0,0 0 0,0 0 0,1 0 0,-1 0 0,0 0 0,0-1 0,0 1 0,1 0 0,-1 0 0,0 0 0,1 0 0,2 8 0,-2 17 0,-1-22 0,2 44 0,1 1 0,20 90 0,-16-106 0,3-1 0,0-1 0,2 1 0,1-2 0,22 37 0,-31-61 0,-1 1 0,1-1 0,0 0 0,1 0 0,-1-1 0,1 1 0,7 4 0,-11-8 0,-1-1 0,1 1 0,0 0 0,0-1 0,1 1 0,-1-1 0,0 1 0,0-1 0,0 1 0,0-1 0,0 0 0,0 1 0,1-1 0,-1 0 0,0 0 0,0 0 0,0 0 0,1 0 0,-1 0 0,0-1 0,0 1 0,0 0 0,0 0 0,1-1 0,-1 1 0,0-1 0,0 1 0,0-1 0,0 1 0,0-1 0,0 0 0,0 0 0,0 1 0,0-1 0,-1 0 0,1 0 0,0 0 0,0 0 0,-1 0 0,1 0 0,-1 0 0,1 0 0,-1 0 0,1 0 0,-1 0 0,1-2 0,2-7 0,1-1 0,-2 0 0,2-12 0,7-23 0,-10 42 0,0 0 0,1 0 0,0 1 0,-1-1 0,1 1 0,0 0 0,1-1 0,-1 1 0,4-3 0,-5 5 0,0 0 0,-1 1 0,1-1 0,0 1 0,0-1 0,0 1 0,0 0 0,0-1 0,0 1 0,0 0 0,0 0 0,0 0 0,0 0 0,0 0 0,0 0 0,0 0 0,0 0 0,0 0 0,0 0 0,0 0 0,0 1 0,0-1 0,0 0 0,0 1 0,0-1 0,0 1 0,0-1 0,0 1 0,0-1 0,1 2 0,4 3 0,0 0 0,0 0 0,5 6 0,-6-5 0,172 155 0,-172-157-273,-1-1 0,1 1 0,1-1 0,6 3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4:59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90 24575,'-13'-7'0,"-73"-41"0,71 41 0,0 1 0,-1 0 0,-28-7 0,41 12 0,0 1 0,0-1 0,0 1 0,-1 0 0,1 0 0,0 0 0,0 0 0,-1 0 0,1 1 0,0-1 0,0 1 0,0 0 0,-7 2 0,9-1 0,-1-1 0,0 0 0,0 1 0,0 0 0,1-1 0,-1 1 0,0 0 0,1 0 0,0 0 0,-1 0 0,1 0 0,0 0 0,0 0 0,0 0 0,1 0 0,-1 1 0,0-1 0,1 0 0,-1 4 0,0 2 0,0-1 0,1 0 0,0 1 0,0-1 0,1 1 0,0-1 0,0 0 0,0 0 0,1 1 0,5 11 0,2 0 0,0 0 0,20 26 0,-15-22 0,-1 1 0,-1 0 0,-1 1 0,-1 0 0,11 41 0,-14-31 0,0-1 0,-3 2 0,1 62 0,-5-90 0,1 0 0,-1 0 0,1 0 0,1 0 0,0 0 0,0 0 0,0 0 0,1-1 0,0 1 0,0-1 0,7 10 0,-8-13 0,2 0 0,-1 0 0,0 0 0,1-1 0,-1 1 0,1-1 0,0 0 0,0 0 0,1 0 0,-1 0 0,1-1 0,-1 1 0,1-1 0,0-1 0,-1 1 0,1-1 0,0 1 0,10 0 0,3-1 0,33 0 0,-46-1 0,0-1 0,-1 0 0,1 1 0,0-1 0,-1-1 0,1 1 0,0-1 0,-1 0 0,1 0 0,-1 0 0,8-5 0,-11 5-151,1 1-1,-1-1 0,0 1 0,1-1 1,-1 0-1,0 1 0,0-1 1,1-2-1,2-5-6674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0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24575,'1'6'0,"0"0"0,-1-1 0,2 1 0,-1 0 0,1 0 0,0-1 0,0 1 0,0-1 0,5 8 0,0-1 0,1-1 0,17 20 0,-8-13 0,1 0 0,27 19 0,-42-34 0,1 0 0,1 0 0,-1-1 0,0 0 0,0 1 0,1-2 0,0 1 0,-1 0 0,1-1 0,0 0 0,6 1 0,-9-2 0,0 0 0,1 0 0,-1-1 0,0 1 0,0 0 0,0-1 0,0 1 0,-1-1 0,1 0 0,0 0 0,0 0 0,0 0 0,0 0 0,-1 0 0,1 0 0,0-1 0,-1 1 0,1 0 0,-1-1 0,0 1 0,1-1 0,-1 0 0,0 1 0,0-1 0,0 0 0,0 0 0,0 0 0,-1 0 0,2-2 0,-1-1 0,0-1 0,0 1 0,0-1 0,0 0 0,-1 1 0,-1-8 0,1 8 0,0 0 0,0 0 0,1-1 0,-1 1 0,1 0 0,2-7 0,-3 12 0,0 0 0,0-1 0,0 1 0,0 0 0,1-1 0,-1 1 0,0 0 0,0-1 0,0 1 0,1 0 0,-1-1 0,0 1 0,0 0 0,1 0 0,-1-1 0,0 1 0,0 0 0,1 0 0,-1-1 0,0 1 0,1 0 0,-1 0 0,0 0 0,1 0 0,-1-1 0,0 1 0,1 0 0,-1 0 0,1 0 0,-1 0 0,0 0 0,1 0 0,0 0 0,0 1 0,0-1 0,0 1 0,0-1 0,0 1 0,0-1 0,-1 1 0,1-1 0,0 1 0,0 0 0,1 1 0,15 22 0,-5-4 60,27 36 0,-31-47-308,0 0 1,0-1-1,1 0 1,0 0-1,18 11 1,-14-12-6579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24575,'15'-9'0,"0"1"0,0 1 0,1 0 0,30-8 0,-38 13 0,0 1 0,0 0 0,-1 1 0,1-1 0,0 1 0,0 1 0,0 0 0,0 0 0,0 0 0,-1 1 0,1 0 0,12 6 0,-8-4 0,1 2 0,0 0 0,22 13 0,-34-18 0,1 1 0,-1-1 0,1 1 0,-1-1 0,0 1 0,1-1 0,-1 1 0,0 0 0,0-1 0,0 1 0,-1 0 0,1 0 0,0 0 0,-1 0 0,1 3 0,1 3 0,-2 0 0,1 13 0,-1 6 0,7 23 0,2 1 0,2-1 0,26 70 0,5-15 0,16 47 0,-56-148 0,-1 1 0,0-1 0,0 1 0,0-1 0,0 1 0,-1-1 0,0 1 0,0 0 0,0-1 0,-2 9 0,2-11 0,-1 1 0,0-1 0,0 0 0,0 0 0,0 0 0,0 0 0,-1 0 0,1 0 0,0 0 0,-1 0 0,0-1 0,1 1 0,-1 0 0,0-1 0,0 0 0,0 1 0,0-1 0,0 0 0,0 0 0,0 0 0,0 0 0,-4 1 0,-1 0-273,0-1 0,0 0 0,-1 0 0,-7 0 0,2-1-6553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1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 24575,'-1'22'0,"0"-2"0,2 25 0,0-40 0,-1-1 0,1 1 0,0-1 0,0 1 0,0-1 0,0 0 0,1 0 0,0 1 0,0-1 0,0 0 0,5 6 0,-7-9 0,0-1 0,1 1 0,-1-1 0,0 1 0,1-1 0,-1 0 0,1 1 0,-1-1 0,0 0 0,1 1 0,-1-1 0,1 0 0,-1 0 0,1 1 0,-1-1 0,1 0 0,-1 0 0,1 0 0,0 1 0,-1-1 0,1 0 0,-1 0 0,1 0 0,-1 0 0,1 0 0,-1 0 0,1 0 0,0-1 0,0 1 0,0-1 0,0 0 0,0 0 0,0 1 0,0-1 0,-1 0 0,1 0 0,0 0 0,0 0 0,-1 0 0,1 0 0,-1 0 0,1-1 0,2-6 0,0-1 0,3-15 0,-5 20 0,3-16 0,-2 5 0,1 1 0,6-15 0,-8 27 0,-1 1 0,1-1 0,-1 1 0,1 0 0,0-1 0,-1 1 0,1 0 0,0 0 0,0-1 0,0 1 0,0 0 0,0 0 0,1 0 0,-1 0 0,0 0 0,0 0 0,1 1 0,-1-1 0,0 0 0,1 1 0,2-2 0,-2 2 0,0 0 0,1 0 0,-1 0 0,0 0 0,1 0 0,-1 1 0,0-1 0,0 1 0,1-1 0,-1 1 0,0 0 0,0 0 0,2 1 0,5 3 0,-1 1 0,0 0 0,0 0 0,0 1 0,9 10 0,-5-4 0,4 4 0,20 26 0,-31-34-1365,-2-1-5461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69 24575,'0'0'0,"0"0"0,0 0 0,0 0 0,0-1 0,0 1 0,0 0 0,0 0 0,0 0 0,0-1 0,0 1 0,0 0 0,0 0 0,0 0 0,0 0 0,0-1 0,0 1 0,0 0 0,0 0 0,0 0 0,0-1 0,0 1 0,0 0 0,0 0 0,-1 0 0,1 0 0,0-1 0,0 1 0,0 0 0,0 0 0,0 0 0,0 0 0,-1 0 0,1 0 0,0 0 0,0-1 0,0 1 0,0 0 0,-1 0 0,1 0 0,0 0 0,0 0 0,0 0 0,-1 0 0,1 0 0,0 0 0,0 0 0,0 0 0,-1 0 0,1 0 0,0 0 0,0 0 0,0 0 0,0 0 0,-1 0 0,1 0 0,0 0 0,0 1 0,0-1 0,0 0 0,-1 0 0,1 0 0,0 0 0,0 0 0,0 0 0,0 0 0,0 1 0,-1-1 0,1 0 0,-9 11 0,6-3 0,0 0 0,1 0 0,0 0 0,0-1 0,1 2 0,0-1 0,0 0 0,1 0 0,0 0 0,3 15 0,2 8 0,15 45 0,-8-32 0,-2-5 0,16 71 0,-28-122 0,-45-201 0,36 175 0,-1-1 0,-3 2 0,-28-56 0,34 78 0,7 13 0,0-1 0,0 0 0,0 0 0,1 0 0,-1 1 0,1-2 0,-2-4 0,3 8 0,0 0 0,0 0 0,0 0 0,0 0 0,0-1 0,0 1 0,0 0 0,0 0 0,0 0 0,0 0 0,0 0 0,0 0 0,0 0 0,0 0 0,0-1 0,0 1 0,0 0 0,0 0 0,0 0 0,0 0 0,0 0 0,0 0 0,0 0 0,0 0 0,0-1 0,0 1 0,0 0 0,0 0 0,1 0 0,-1 0 0,0 0 0,0 0 0,0 0 0,0 0 0,0 0 0,0 0 0,0 0 0,0 0 0,0 0 0,0 0 0,1 0 0,-1 0 0,0-1 0,6 3 0,5 6 0,115 104 0,-9-7 0,-82-78 0,59 38 0,-76-54 0,53 29 0,-62-35 0,0-1 0,0-1 0,0 0 0,1 0 0,-1-1 0,11 2 0,-19-4 0,0 0 0,0 0 0,1 0 0,-1 0 0,0 0 0,0 0 0,0 0 0,0-1 0,0 1 0,0 0 0,0-1 0,0 1 0,1 0 0,-1-1 0,0 1 0,0-1 0,-1 0 0,1 1 0,0-1 0,0 0 0,0 0 0,0 1 0,-1-1 0,1 0 0,0 0 0,-1 0 0,1 0 0,0 0 0,-1 0 0,1 0 0,-1 0 0,0 0 0,1 0 0,-1 0 0,0-1 0,0 1 0,0 0 0,1 0 0,-1 0 0,0 0 0,-1-2 0,1-4 0,0 0 0,-1 0 0,0 1 0,-1-1 0,-2-9 0,-10-22 0,-2 1 0,-1 0 0,-2 1 0,-2 1 0,-44-57 0,63 89 17,-1 0 0,1 0 1,-1 0-1,0 1 0,0-1 0,-4-2 0,7 5-52,-1-1 1,1 1-1,-1 0 1,0-1-1,1 1 1,-1 0-1,1 0 1,-1-1-1,0 1 1,1 0-1,-1 0 1,0 0-1,1 0 0,-1 0 1,0 0-1,1 0 1,-1 0-1,1 0 1,-1 0-1,0 0 1,1 0-1,-1 0 1,0 1-1,1-1 1,-1 0-1,1 0 1,-1 1-1,0-1 0,1 0 1,-1 1-1,1-1 1,-1 1-1,1-1 1,-1 1-1,1-1 1,0 1-1,-1-1 1,1 1-1,-1-1 1,1 1-1,0-1 0,-1 2 1,-2 7-6792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09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31 24575,'-8'-3'0,"-7"0"0,-6-3 0,-3 0 0,-1 1 0,1 2 0,1 0 0,3 2 0,2 0 0,1 1 0,2 0 0,0 0 0,1 1 0,-1-1 0,4 0-8191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47 24575,'-28'-8'0,"-11"-2"0,-5 1 0,4 1 0,5 2 0,6 3 0,6 1 0,4 1 0,3 1 0,2 1 0,0-1 0,1 1 0,-1 1 0,3 2-8191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0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 24575,'-6'-8'0,"6"8"0,0 0 0,0 0 0,-1 0 0,1 0 0,0 0 0,0 0 0,0 0 0,0 0 0,0 0 0,0 0 0,0 0 0,-1 0 0,1 0 0,0 0 0,0 0 0,0 0 0,0 0 0,0 0 0,0 0 0,0 1 0,0-1 0,-1 0 0,1 0 0,0 0 0,0 0 0,0 0 0,0 0 0,0 0 0,0 0 0,0 1 0,0-1 0,0 0 0,0 0 0,0 0 0,0 0 0,0 0 0,0 0 0,0 0 0,0 1 0,0 0 0,-1 1 0,1 0 0,0 0 0,0 0 0,0-1 0,0 1 0,1 0 0,0 2 0,6 21 0,29 87 0,-29-95 0,0 1 0,2-2 0,0 1 0,13 18 0,-19-32 0,-1-1 0,1 1 0,-1-1 0,1 0 0,0 0 0,-1 0 0,1 0 0,0 0 0,0-1 0,1 0 0,-1 1 0,0-1 0,0 0 0,1 0 0,-1-1 0,4 1 0,8 1 0,0-1 0,22-2 0,-14 0 0,20-1 0,0-2 0,-1-1 0,0-2 0,76-24 0,-113 29 0,-1 0 0,1 1 0,-1-2 0,1 1 0,-1 0 0,0-1 0,0 0 0,5-4 0,-8 6 0,0 0 0,0 0 0,0 0 0,0-1 0,0 1 0,0 0 0,-1 0 0,1-1 0,0 1 0,-1-1 0,1 1 0,-1-1 0,1 1 0,-1 0 0,0-1 0,1 0 0,-1 1 0,0-1 0,0 1 0,0-1 0,0 1 0,-1-1 0,1 1 0,0-1 0,-1 1 0,1-1 0,-1 1 0,1-1 0,-1 1 0,0-2 0,-8-9-1365,-1 2-5461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24575,'4'33'0,"2"0"0,1 0 0,2-1 0,1 0 0,18 38 0,50 97 0,-77-165-170,0 0-1,0 0 0,0 0 1,0 0-1,0 0 0,1 0 1,2 3-1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1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24575,'0'22'0,"0"-1"0,2 1 0,1-1 0,0 0 0,2 1 0,0-1 0,1-1 0,1 1 0,1-1 0,13 21 0,33 51 0,22 42 0,-67-114-1365,-3-3-5461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5:17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32 447 24575,'-11'-29'0,"8"24"0,1 0 0,0 0 0,0 0 0,0 0 0,1 0 0,0 0 0,0-1 0,0 1 0,1 0 0,-1-1 0,2-8 0,0 9 0,0-1 0,0 1 0,1 0 0,0-1 0,0 1 0,0 0 0,1 0 0,0 1 0,0-1 0,0 0 0,0 1 0,1 0 0,-1 0 0,1 0 0,0 0 0,10-6 0,3-1 0,1 0 0,0 2 0,25-10 0,-1 0 0,197-88 0,-183 86 0,1 3 0,81-16 0,-97 28 0,0 3 0,1 0 0,-1 3 0,44 5 0,165 31 0,-230-32 0,10 1 0,143 31 0,-152-30 0,0 0 0,-1 2 0,0 1 0,0 0 0,36 24 0,-46-25 0,0 0 0,-1 1 0,0 0 0,0 0 0,-1 1 0,-1 0 0,1 1 0,-2 0 0,1 0 0,-1 0 0,-1 1 0,0 0 0,-1 0 0,0 0 0,-1 0 0,-1 1 0,3 24 0,2 30 0,0 4 0,-6-52 0,-2 1 0,0-1 0,-1 0 0,-1 0 0,-1 0 0,-12 37 0,12-47 0,0 1 0,-1-1 0,0 0 0,0 0 0,-1-1 0,0 0 0,-1 0 0,0 0 0,0 0 0,0-1 0,-1-1 0,0 1 0,-1-1 0,-15 9 0,-11 1 0,-2-1 0,1-1 0,-1-3 0,-1 0 0,-70 8 0,-197 2 0,285-21 0,-61 1 0,-140-15 0,170 6 0,0-2 0,1-1 0,-90-35 0,112 34 15,2-1 0,0-1 0,0-1 0,2-2 0,0 0 0,0-1 0,-26-29 0,37 34-129,0-1 0,2 0-1,0-1 1,0 0 0,1-1 0,1 0-1,1-1 1,0 0 0,1 0 0,1-1-1,1 1 1,-6-34 0,9 34-6712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1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1007 665 24575,'2'-27'0,"-1"22"0,0 0 0,-1 1 0,0-1 0,0 1 0,-1-7 0,0 8 0,1 1 0,-1 0 0,0 0 0,0 0 0,0 0 0,0 0 0,0 0 0,0 0 0,-1 0 0,1 0 0,-1 0 0,1 1 0,-1-1 0,-3-2 0,-86-56 0,46 32 0,-343-192 0,249 147 0,-129-83-665,238 138-35,3 2-6126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2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71 770 24575,'23'-22'0,"-2"0"0,30-43 0,-45 57 0,-1-1 0,0 0 0,-1 0 0,0 0 0,0-1 0,0 1 0,-2-1 0,1 0 0,-1 0 0,-1 0 0,1 0 0,-1-12 0,-4-14 0,0 1 0,-11-43 0,-24-68 0,-8 12 0,24 75 0,19 48 0,3 9 0,-1 0 0,1 0 0,-1-1 0,0 1 0,0 0 0,0 0 0,0 0 0,0 0 0,0 0 0,-3-3 0,4 5 0,0 0 0,-1 0 0,1 0 0,-1 0 0,1 0 0,0 0 0,-1 0 0,1 0 0,0 0 0,-1 0 0,1 0 0,0 0 0,0 0 0,-1 0 0,1 0 0,0 1 0,-1-1 0,1 0 0,0 0 0,-1 0 0,1 1 0,0-1 0,0 0 0,0 0 0,-1 1 0,1-1 0,0 0 0,0 1 0,0-1 0,-1 0 0,1 0 0,0 1 0,0-1 0,0 0 0,0 1 0,0 0 0,-7 16 0,6-14 0,-12 27 0,3 1 0,-10 43 0,17-60 0,1 0 0,0 0 0,1 1 0,1-1 0,1 0 0,0 0 0,5 27 0,-1-21 0,1-1 0,0 0 0,2 0 0,0-1 0,1 0 0,1-1 0,1 0 0,0 0 0,1-1 0,1 0 0,0-1 0,1-1 0,1 0 0,0-1 0,1-1 0,25 17 0,-29-23 0,100 55 0,-99-55 0,1 0 0,-1-1 0,1-1 0,0 0 0,1-1 0,23 2 0,-35-5 0,0 0 0,1 0 0,-1 0 0,0-1 0,0 1 0,0-1 0,1 0 0,-1 0 0,0 0 0,0 0 0,0 0 0,0-1 0,-1 1 0,1-1 0,0 0 0,4-4 0,-3 3 0,-1-1 0,0 0 0,-1 1 0,1-2 0,0 1 0,-1 0 0,0 0 0,0-1 0,-1 1 0,3-7 0,-1-6 0,0 0 0,-1-1 0,0 0 0,-3-33 0,0 39 0,2 21 0,0 19 0,4-1 0,-4-17 0,0 0 0,1 0 0,1 0 0,-1 0 0,2-1 0,-1 1 0,1-1 0,9 16 0,-5-18-78,-7-7 83,-1 0 1,0 0-1,0 0 0,0 0 0,0 0 1,0 0-1,1 0 0,-1 0 0,0 0 1,0 0-1,0 0 0,0 0 0,0 0 1,1 0-1,-1-1 0,0 1 0,0 0 1,0 0-1,0 0 0,0 0 1,0 0-1,0 0 0,0-1 0,0 1 1,0 0-1,0 0 0,1 0 0,-1 0 1,0 0-1,0-1 0,0 1 0,0 0 1,0 0-1,0 0 0,0 0 1,0-1-1,0-1-190,0 0-1,-1 0 1,1-1 0,0 1 0,-1 0-1,1 0 1,-2-3 0,-3-7-6641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2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24575,'10'-5'0,"3"1"0,0 4 0,-3 3 0,-2 5 0,-4 4 0,-1 1 0,-2 4 0,-1 2 0,-3-3 0,-1-4-8191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3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24575,'1'5'0,"-1"0"0,1 0 0,0 0 0,1 0 0,-1 0 0,1 0 0,0 0 0,5 8 0,24 35 0,-31-48 0,13 17 0,0-1 0,1 0 0,0 0 0,1-2 0,1 0 0,0-1 0,28 18 0,-42-30 0,0 0 0,0 0 0,0 0 0,0 0 0,0 0 0,1 0 0,-1-1 0,0 1 0,1-1 0,-1 1 0,0-1 0,1 0 0,-1 0 0,0 0 0,1 0 0,-1 0 0,4-1 0,-4 0 0,-1 0 0,1 0 0,0 0 0,-1-1 0,1 1 0,-1 0 0,1-1 0,-1 1 0,0-1 0,1 1 0,-1-1 0,0 1 0,0-1 0,0 0 0,0 0 0,0 0 0,-1 1 0,1-1 0,0 0 0,0-4 0,0-3 0,1-1 0,-2 1 0,1-1 0,-2-13 0,1 14 0,-1 0 0,2 0 0,-1 0 0,3-12 0,-3 20 0,0 1 0,0-1 0,0 1 0,1 0 0,-1-1 0,0 1 0,0-1 0,0 1 0,0 0 0,0-1 0,1 1 0,-1-1 0,0 1 0,0 0 0,1-1 0,-1 1 0,0 0 0,1 0 0,-1-1 0,0 1 0,1 0 0,-1 0 0,0-1 0,1 1 0,-1 0 0,0 0 0,1 0 0,-1 0 0,1-1 0,-1 1 0,0 0 0,1 0 0,-1 0 0,1 0 0,-1 0 0,0 0 0,1 0 0,-1 0 0,1 0 0,-1 0 0,1 1 0,-1-1 0,0 0 0,1 0 0,-1 0 0,0 0 0,1 1 0,-1-1 0,1 0 0,-1 0 0,0 1 0,0-1 0,1 0 0,-1 0 0,0 1 0,1-1 0,-1 1 0,21 22 0,-17-18 0,10 11 0,1-1 0,18 14 0,-25-22 0,0-1 0,0-1 0,1 0 0,0 0 0,0-1 0,16 7 0,-21-11 0,-1 1 0,1-1 0,0 1 0,-1-1 0,1 0 0,0 0 0,-1-1 0,1 1 0,0-1 0,-1 1 0,1-1 0,-1-1 0,1 1 0,5-3 0,5-4 0,-1 1 0,16-14 0,-4 4 0,-12 8 0,-1 0 0,0 0 0,-1-1 0,0-1 0,11-14 0,-17 20 0,-1 0 0,-1 0 0,1 0 0,-1-1 0,0 0 0,0 0 0,0 0 0,-1 0 0,0 0 0,0 0 0,-1-1 0,0 1 0,0-1 0,0-10 0,-1 16 0,0-1 0,0 0 0,0 0 0,-1 0 0,1 0 0,-1 0 0,1 1 0,-1-1 0,0 0 0,1 0 0,-1 1 0,0-1 0,0 0 0,0 1 0,0-1 0,0 1 0,-1-1 0,1 1 0,0 0 0,-1-1 0,1 1 0,-1 0 0,0 0 0,1 0 0,-1 0 0,0 0 0,1 1 0,-1-1 0,0 0 0,0 1 0,0-1 0,1 1 0,-1 0 0,0 0 0,-3-1 0,2 2 0,0-1 0,-1 0 0,1 0 0,0 1 0,-1 0 0,1 0 0,0 0 0,0 0 0,0 0 0,0 1 0,0-1 0,0 1 0,0 0 0,0 0 0,1 0 0,-1 0 0,1 0 0,-1 1 0,-3 4 0,2-1 0,0 1 0,1 0 0,0 1 0,0-1 0,0 1 0,1-1 0,0 1 0,1 0 0,-2 11 0,2 1 0,1-1 0,3 34 0,-3-49 0,1-1 0,0 1 0,-1-1 0,2 1 0,-1-1 0,0 1 0,1-1 0,-1 0 0,1 1 0,0-1 0,0 0 0,0 0 0,5 4 0,-2-2 0,0-1 0,0-1 0,0 1 0,0-1 0,0 1 0,1-1 0,8 3 0,1-1 0,0-1 0,0 0 0,0-1 0,0-1 0,28 1 0,-23-3-120,-5 1 205,-1 0-1,28-4 1,-39 2-157,0 1 1,0-1-1,0 1 1,0-1 0,-1 0-1,1 0 1,0 0 0,-1-1-1,1 1 1,0 0 0,-1-1-1,0 0 1,1 0-1,-1 1 1,0-1 0,0-1-1,0 1 1,0 0 0,0 0-1,1-4 1,1-4-6755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4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108 115 24575,'-2'-4'0,"-1"0"0,1 0 0,-1 0 0,0 0 0,0 0 0,-1 1 0,1-1 0,-1 1 0,1 0 0,-6-4 0,8 7 0,0-1 0,-1 0 0,1 1 0,0-1 0,-1 0 0,1 1 0,0-1 0,-1 1 0,1 0 0,-1 0 0,1-1 0,0 1 0,-1 0 0,1 0 0,-1 0 0,1 0 0,-1 1 0,1-1 0,0 0 0,-1 1 0,1-1 0,-1 1 0,1-1 0,0 1 0,-1-1 0,1 1 0,0 0 0,0 0 0,0 0 0,0 0 0,0 0 0,0 0 0,0 0 0,0 0 0,0 0 0,0 0 0,-1 2 0,-1 3 0,0-1 0,1 1 0,0 0 0,0 0 0,0 0 0,0 0 0,1 0 0,0 0 0,0 0 0,1 8 0,0 10 0,3 29 0,-2-48 0,-1-1 0,1 1 0,0-1 0,0 1 0,1-1 0,-1 0 0,1 1 0,0-1 0,0 0 0,0 0 0,1 0 0,-1-1 0,1 1 0,0 0 0,0-1 0,6 5 0,-6-6 0,0 0 0,0 0 0,0 0 0,0-1 0,0 1 0,1-1 0,-1 0 0,1 0 0,-1 0 0,1-1 0,-1 1 0,1-1 0,-1 0 0,1 0 0,-1 0 0,1 0 0,-1 0 0,1-1 0,-1 0 0,1 0 0,5-2 0,-7 2 0,1 0 0,-1 0 0,1 0 0,-1 0 0,1-1 0,-1 1 0,0-1 0,0 0 0,0 1 0,0-1 0,0 0 0,0 0 0,-1-1 0,1 1 0,0 0 0,1-4 0,0-2 0,0 1 0,-1-1 0,0 1 0,1-11 0,-1 10 0,-1 0 0,2 0 0,4-13 0,-7 20 0,0 0 0,1 1 0,-1-1 0,1 0 0,-1 1 0,0-1 0,1 1 0,-1-1 0,1 0 0,0 1 0,-1-1 0,1 1 0,-1-1 0,1 1 0,0 0 0,-1-1 0,1 1 0,0 0 0,-1-1 0,1 1 0,0 0 0,0 0 0,-1 0 0,1-1 0,0 1 0,0 0 0,0 0 0,-1 0 0,1 0 0,0 0 0,0 1 0,-1-1 0,1 0 0,0 0 0,0 0 0,-1 1 0,1-1 0,0 0 0,-1 1 0,1-1 0,0 1 0,-1-1 0,2 1 0,4 4 0,0-1 0,0 1 0,8 10 0,-4-5 0,14 11 0,1 0 0,41 25 0,-56-40 0,1 0 0,1-1 0,-1 0 0,1-1 0,0 0 0,0-1 0,0 0 0,1-1 0,18 2 0,-27-4 0,0 0 0,0 0 0,0 0 0,0-1 0,0 1 0,0-1 0,0 0 0,0 0 0,0 0 0,0-1 0,5-2 0,-7 3 0,0-1 0,-1 1 0,1 0 0,-1-1 0,0 1 0,1-1 0,-1 1 0,0-1 0,0 0 0,0 0 0,0 1 0,0-1 0,0 0 0,-1 0 0,1 0 0,-1 0 0,1 0 0,-1 0 0,0 0 0,0 0 0,1 0 0,-2 0 0,1 0 0,0 0 0,-1-2 0,-1-8 0,-1 0 0,-1 1 0,1 0 0,-2 0 0,0 0 0,-7-11 0,-4-11 0,-42-93 0,57 125 0,1-1 0,-1 1 0,0-1 0,1 1 0,0-1 0,-1 0 0,1 1 0,0-1 0,0 1 0,0-1 0,0 0 0,0 1 0,0-1 0,0 1 0,0-1 0,1 0 0,-1 1 0,1-1 0,-1 1 0,1-1 0,1-1 0,-2 2 0,1 1 0,0-1 0,0 0 0,0 0 0,0 0 0,0 1 0,0-1 0,0 0 0,1 1 0,-1-1 0,0 1 0,0-1 0,0 1 0,1 0 0,-1 0 0,0-1 0,0 1 0,1 0 0,-1 0 0,0 0 0,0 0 0,1 0 0,-1 1 0,0-1 0,0 0 0,3 1 0,31 15-1365,-24-12-5461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4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47 24575,'39'201'0,"-29"-164"0,1 1 0,2-2 0,22 44 0,-16-41 0,-8-16 0,0-1 0,22 32 0,-69-113 0,4 6 0,2 5 0,-46-95 0,68 125 0,1-1 0,1 1 0,1-1 0,0 0 0,1-1 0,1 1 0,1-1 0,1 0 0,1-20 0,0 37 0,1 1 0,-1-1 0,0 1 0,1-1 0,-1 1 0,1-1 0,0 1 0,0-1 0,0 1 0,0 0 0,0-1 0,1 1 0,-1 0 0,1 0 0,-1 0 0,1 0 0,0 0 0,0 1 0,0-1 0,0 0 0,0 1 0,0-1 0,4-1 0,-1 1 0,0 1 0,0-1 0,0 1 0,0 0 0,1 0 0,-1 1 0,0-1 0,1 1 0,-1 0 0,8 2 0,3 0 0,0 1 0,0 1 0,-1 1 0,1 0 0,-1 1 0,0 1 0,-1 0 0,0 1 0,18 12 0,-29-18 0,0 1 0,0-1 0,-1 1 0,1-1 0,-1 1 0,1 0 0,-1 0 0,0 0 0,3 5 0,-5-7 0,1 0 0,-1 0 0,0 0 0,1 0 0,-1 0 0,0 0 0,0 0 0,1 0 0,-1 0 0,0 0 0,0 0 0,0 0 0,0 0 0,-1 0 0,1 1 0,0-1 0,0 0 0,-1 0 0,1 0 0,-1 0 0,1 0 0,0 0 0,-1 0 0,0 0 0,1-1 0,-1 1 0,0 0 0,1 0 0,-1 0 0,0-1 0,0 1 0,0 0 0,0-1 0,0 1 0,-1 0 0,-4 2 0,0 0 0,0-1 0,-1 1 0,1-2 0,0 1 0,-1-1 0,0 0 0,-11 1 0,-55-4 0,58 1-195,0-1 0,0 0 0,0-1 0,0-1 0,1 0 0,-22-10 0,22 7-6631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5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24575,'1'36'0,"1"0"0,2-1 0,2 1 0,10 36 0,4-8 0,33 76 0,-41-110 0,-3-7 0,18 34 0,-24-52 0,0 0 0,0 0 0,0-1 0,1 1 0,0-1 0,0 0 0,0 0 0,0 0 0,1 0 0,-1-1 0,1 1 0,6 2 0,-9-5 0,-1 0 0,1-1 0,0 1 0,0 0 0,-1-1 0,1 1 0,0-1 0,0 1 0,0-1 0,0 0 0,0 0 0,0 0 0,0 0 0,-1 0 0,1 0 0,0-1 0,0 1 0,0-1 0,0 1 0,0-1 0,3-1 0,-4 0 0,1 1 0,-1-1 0,1 1 0,-1-1 0,0 0 0,1 0 0,-1 0 0,0 1 0,0-1 0,-1 0 0,1 0 0,0-1 0,-1 1 0,1 0 0,-1 0 0,1 0 0,-1 0 0,0-5 0,0-13 0,-1-1 0,-5-28 0,2 22 0,4 11 0,2 12 0,4 9 0,15 22 0,2-1 0,51 44 0,-67-63-151,1-1-1,-1-1 0,1 1 0,0-1 1,1 0-1,-1-1 0,1 0 1,11 3-1,-5-3-6674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24575,'-3'6'0,"0"-1"0,1 1 0,0-1 0,0 1 0,0 0 0,0-1 0,1 1 0,0 0 0,1 0 0,-1 0 0,1 7 0,1 6 0,0 0 0,5 22 0,-2-21 0,1 1 0,12 29 0,-14-41 0,2 1 0,-1-1 0,1 0 0,1 0 0,-1 0 0,2-1 0,6 9 0,-12-16 0,0 0 0,0 0 0,0 0 0,1 0 0,-1-1 0,0 1 0,0 0 0,0 0 0,1-1 0,-1 1 0,0 0 0,1-1 0,-1 0 0,0 1 0,1-1 0,-1 0 0,1 0 0,-1 1 0,1-1 0,1-1 0,-1 1 0,0-1 0,0 1 0,0-1 0,0 0 0,-1 0 0,1 0 0,0 0 0,-1 0 0,1 0 0,0 0 0,-1 0 0,0-1 0,3-1 0,-1-2 0,1 0 0,-1 1 0,0-1 0,0 0 0,-1-1 0,1 1 0,-1 0 0,0-1 0,1-8 0,-1 1 0,0-1 0,-2 1 0,1-1 0,-2 1 0,0-1 0,0 0 0,-1 1 0,-1 0 0,0 0 0,-8-20 0,7 27 0,3 6 0,1 13 0,5 19 0,26 81-106,-20-78-1153,-7-22-5567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6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3 24575,'-3'0'0,"0"-1"0,0 1 0,0-1 0,0 1 0,0 0 0,0 0 0,0 0 0,0 0 0,0 1 0,0-1 0,0 1 0,0 0 0,-5 2 0,6-2 0,0 1 0,0-1 0,0 1 0,0-1 0,1 1 0,-1 0 0,1 0 0,-1 0 0,1 0 0,0 0 0,0 0 0,-1 0 0,1 0 0,1 0 0,-1 1 0,0-1 0,1 0 0,-1 4 0,-2 15 0,1 1 0,0 0 0,2-1 0,1 1 0,1 0 0,1-1 0,10 42 0,-8-47 0,1-1 0,0 0 0,1-1 0,1 0 0,15 22 0,-16-24 0,-6-11 0,0 0 0,-1 0 0,1 0 0,0 0 0,-1 0 0,1 0 0,-1 1 0,0-1 0,1 0 0,-1 0 0,0 0 0,0 1 0,0-1 0,0 0 0,0 2 0,0-2 0,0 0 0,0-1 0,-1 1 0,1-1 0,0 1 0,-1-1 0,1 1 0,0-1 0,-1 1 0,1-1 0,-1 1 0,1-1 0,-1 1 0,1-1 0,-1 1 0,1-1 0,-1 0 0,1 1 0,-1-1 0,1 0 0,-2 1 0,-1-1 0,0 1 0,0-1 0,0 1 0,1-1 0,-1 0 0,0 0 0,0 0 0,0 0 0,0-1 0,0 1 0,-4-2 0,2 0 0,0 0 0,0 0 0,0 0 0,0 0 0,0-1 0,0 0 0,-4-4 0,8 7 0,0-1 0,1 0 0,-1 1 0,1-1 0,-1 1 0,1-1 0,-1 0 0,1 0 0,-1 1 0,1-1 0,-1 0 0,1 0 0,0 0 0,-1 1 0,1-1 0,0 0 0,0 0 0,0 0 0,0 0 0,0-1 0,0 1 0,1 0 0,-1-1 0,1 1 0,-1 0 0,1 0 0,0 0 0,0 0 0,-1 0 0,1 0 0,0 0 0,0 0 0,0 0 0,0 1 0,0-1 0,0 0 0,0 0 0,0 1 0,3-2 0,17-8 0,1 1 0,27-7 0,23-10 0,-56 19 0,0 0 0,0-2 0,-1 1 0,0-2 0,21-17 0,-33 24 0,0 0 0,1-1 0,-2 1 0,1 0 0,0-1 0,-1 0 0,1 0 0,-1 1 0,0-1 0,0-1 0,-1 1 0,1 0 0,-1 0 0,0-1 0,0 1 0,0 0 0,-1-1 0,1 1 0,-1-1 0,0 1 0,-1-1 0,1 1 0,-1 0 0,0-1 0,0 1 0,0-1 0,-2-3 0,1 3 0,-1 0 0,1 1 0,-1-1 0,0 1 0,0 0 0,-1 0 0,1 0 0,-1 1 0,0-1 0,0 1 0,0 0 0,0 0 0,0 0 0,-1 0 0,-5-1 0,7 2 0,0 1 0,0-1 0,0 1 0,-1 0 0,1 0 0,0 0 0,-1 1 0,1-1 0,-1 1 0,1 0 0,-1 0 0,1 0 0,-1 0 0,1 1 0,-1-1 0,1 1 0,0 0 0,-1 0 0,1 0 0,0 1 0,0-1 0,-6 4 0,5-1 0,-1-1 0,1 1 0,0 0 0,0 1 0,0-1 0,0 1 0,1 0 0,0 0 0,0 0 0,0 0 0,1 0 0,0 1 0,0-1 0,0 1 0,0 0 0,1-1 0,0 1 0,0 0 0,1 0 0,0 0 0,0 0 0,0-1 0,1 1 0,-1 0 0,4 10 0,-1-5 0,0-1 0,1 0 0,0 0 0,1-1 0,0 1 0,0-1 0,1 0 0,0-1 0,1 1 0,0-1 0,0 0 0,1-1 0,12 10 0,-6-7 0,1-1 0,-1-1 0,2 0 0,-1-1 0,28 8 0,-10-6 0,61 9 0,-87-17-341,0 0 0,0-1-1,12 0 1,-4-3-6485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39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1157 47 24575,'8'-7'0,"-1"-1"0,1 0 0,0 1 0,14-10 0,-42 40 0,-3-1 0,-1-2 0,-1-1 0,-36 21 0,27-21 0,-64 26 0,-38 4 0,0-1 0,-137 51 0,162-61 0,36-15 0,-21 9 0,81-26 0,0 0 0,0 2 0,1 0 0,-14 10 0,18-10-1365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0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482 46 24575,'1'0'0,"-1"-1"0,0 1 0,0-1 0,1 1 0,-1 0 0,0-1 0,0 1 0,0-1 0,1 1 0,-1-1 0,0 1 0,0-1 0,0 1 0,0-1 0,0 1 0,0-1 0,0 1 0,0-1 0,0 1 0,0-1 0,0 1 0,0 0 0,-1-1 0,1 1 0,0-1 0,0 1 0,0-1 0,-1 1 0,1-1 0,0 1 0,0 0 0,-1-1 0,1 1 0,0 0 0,-1-1 0,1 1 0,0 0 0,-1-1 0,1 1 0,-1 0 0,1 0 0,-1-1 0,1 1 0,0 0 0,-1 0 0,1 0 0,-1 0 0,1 0 0,-1 0 0,1 0 0,-1 0 0,0 0 0,-5-1 0,-1 1 0,1 0 0,-10 2 0,3-1 0,-71 1 0,-116-12 0,150 7 0,32 3 0,1-2 0,-31-5 0,40 4 0,8 1 0,15 0 0,23 0 0,36 2 0,85 1 0,-37 13 0,-121-14 0,3 0 0,0 1 0,0-1 0,0 1 0,0-1 0,4 3 0,-7-3 0,-1 0 0,0 0 0,1 0 0,-1 0 0,1 1 0,-1-1 0,0 0 0,1 1 0,-1-1 0,0 0 0,1 0 0,-1 1 0,0-1 0,1 1 0,-1-1 0,0 0 0,0 1 0,1-1 0,-1 1 0,0-1 0,0 1 0,0 0 0,0 0 0,0-1 0,0 1 0,0 0 0,0 0 0,-1-1 0,1 1 0,0 0 0,0 0 0,-1-1 0,1 1 0,-1 0 0,1-1 0,0 1 0,-1 0 0,1-1 0,-2 2 0,-70 69 0,48-45-455,-2-2 0,-44 34 0,58-49-6371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2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24575,'1'4'0,"-1"1"0,1 0 0,0 0 0,0-1 0,1 1 0,-1-1 0,1 1 0,0-1 0,2 5 0,25 35 0,-27-42 0,33 41 0,-32-39 0,1 0 0,0-1 0,0 1 0,0-1 0,0 0 0,0 0 0,1 0 0,6 2 0,-10-4 0,0-1 0,0 0 0,0 0 0,0 1 0,-1-1 0,1 0 0,0 0 0,0 0 0,0 0 0,0 0 0,0 0 0,0 0 0,0-1 0,0 1 0,0 0 0,0 0 0,0-1 0,0 1 0,0-1 0,1 0 0,0 0 0,-1-1 0,1 1 0,0-1 0,-1 1 0,1-1 0,-1 0 0,0 0 0,2-3 0,1-3 0,-1 0 0,0 0 0,4-13 0,-2-4 0,-4 17 0,1-1 0,0 0 0,6-15 0,-8 24 0,1-1 0,-1 1 0,0-1 0,1 0 0,-1 1 0,0-1 0,1 1 0,-1-1 0,1 1 0,-1-1 0,1 1 0,-1-1 0,1 1 0,-1 0 0,1-1 0,0 1 0,-1 0 0,1-1 0,-1 1 0,1 0 0,0 0 0,-1-1 0,1 1 0,1 0 0,-1 0 0,0 0 0,0 1 0,1-1 0,-1 0 0,0 0 0,0 1 0,1-1 0,-1 1 0,0 0 0,0-1 0,0 1 0,2 1 0,3 3 0,1 1 0,-1 1 0,7 8 0,-5-6 0,10 11 0,29 29 0,-43-45 0,1 0 0,0 0 0,0 0 0,0-1 0,1 0 0,-1 0 0,1 0 0,7 2 0,-12-5-32,0 1-1,0-1 1,0 0-1,0 0 1,0 0-1,0 0 1,0 0-1,0 0 1,0 0-1,0 0 1,0 0-1,0 0 1,0-1-1,0 1 1,-1 0-1,1-1 1,0 1-1,0-1 1,0 1-1,0-1 1,0 1-1,-1-1 1,1 1-1,0-1 1,0 0-1,-1 1 1,1-1-1,0 0 1,-1 0-1,1 0 1,-1 1-1,1-1 1,-1 0-1,0 0 1,1 0-1,-1 0 0,0 0 1,1 0-1,-1 0 1,0 0-1,0-2 1,2-8-6794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2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87 24575,'-4'-5'0,"-1"-1"0,1 1 0,-1 0 0,0 1 0,0-1 0,-7-4 0,11 8 0,-1 0 0,1 0 0,-1 0 0,0 1 0,1-1 0,-1 0 0,0 1 0,1-1 0,-1 1 0,0 0 0,0-1 0,-2 1 0,3 0 0,0 0 0,0 1 0,0-1 0,0 0 0,0 1 0,1-1 0,-1 0 0,0 1 0,0-1 0,0 1 0,0-1 0,1 1 0,-1 0 0,0-1 0,1 1 0,-1 0 0,0-1 0,1 1 0,-1 0 0,1 0 0,-1 0 0,1-1 0,-1 1 0,1 2 0,-1 0 0,0 0 0,1 0 0,-1 0 0,1 0 0,0 0 0,0 0 0,0 0 0,0 1 0,1-1 0,-1 0 0,1 0 0,0 0 0,0 0 0,0-1 0,0 1 0,0 0 0,1 0 0,3 4 0,0 1 0,0-1 0,0 0 0,1 0 0,0 0 0,9 7 0,-8-9 0,0 0 0,0-1 0,0 0 0,0 0 0,1 0 0,-1-1 0,1 0 0,0-1 0,0 0 0,0 0 0,0 0 0,0-1 0,0-1 0,0 1 0,1-1 0,-1-1 0,0 1 0,13-4 0,-19 4 0,0-1 0,-1 1 0,1-1 0,-1 1 0,1-1 0,-1 0 0,1 1 0,-1-1 0,1 0 0,-1 0 0,0 0 0,0 0 0,1 0 0,-1 0 0,0-1 0,0 1 0,0 0 0,0 0 0,0-1 0,0 1 0,-1-1 0,1 1 0,0-1 0,-1 1 0,1-1 0,-1 1 0,0-1 0,1 0 0,-1 1 0,0-1 0,0 0 0,0 1 0,0-1 0,0 1 0,-1-4 0,0 0 0,0 0 0,-1 0 0,0 0 0,0 0 0,0 0 0,-1 0 0,0 1 0,0-1 0,-6-7 0,0 3 14,0-1-1,-1 1 0,0 0 0,0 1 1,-1 0-1,0 1 0,0 0 1,-23-9-1,25 12-127,-1 1 0,1 0-1,-1 0 1,0 1 0,1 1 0,-1-1-1,0 2 1,0-1 0,0 1 0,0 1-1,0 0 1,-12 3 0,9-1-6712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3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21 24575,'0'0'0,"0"0"0,-1 0 0,1 0 0,0 0 0,0 0 0,0 0 0,0 0 0,0 0 0,0 0 0,0 0 0,0 0 0,0 0 0,-1 0 0,1 1 0,0-1 0,0 0 0,0 0 0,0 0 0,0 0 0,0 0 0,0 0 0,0 0 0,0 0 0,0 0 0,0 0 0,0 0 0,0 0 0,-1 1 0,1-1 0,0 0 0,0 0 0,0 0 0,0 0 0,0 0 0,0 0 0,0 0 0,0 0 0,0 1 0,0-1 0,0 0 0,0 0 0,0 0 0,0 0 0,0 0 0,0 0 0,0 0 0,0 0 0,1 0 0,-1 1 0,0-1 0,0 0 0,0 0 0,5 8 0,8 7 0,-3-6 0,1-1 0,0-1 0,1 1 0,18 7 0,-25-12 0,1-1 0,0 0 0,-1 0 0,1 0 0,0-1 0,0 1 0,0-2 0,0 1 0,0-1 0,0 1 0,0-2 0,9 0 0,-13 0 0,0 1 0,-1 0 0,1-1 0,-1 0 0,1 1 0,-1-1 0,1 0 0,-1 0 0,0 1 0,1-1 0,-1 0 0,0-1 0,0 1 0,0 0 0,1 0 0,-1 0 0,-1-1 0,1 1 0,0 0 0,0-1 0,0 1 0,0-4 0,1 0 0,-1 0 0,0-1 0,-1 1 0,0-1 0,0-7 0,3-20 0,-3 33 0,0-1 0,0 1 0,0-1 0,0 1 0,0-1 0,1 1 0,-1 0 0,0-1 0,0 1 0,1-1 0,-1 1 0,0-1 0,1 1 0,-1 0 0,1-1 0,-1 1 0,0 0 0,1-1 0,-1 1 0,1 0 0,-1 0 0,1 0 0,-1-1 0,1 1 0,-1 0 0,1 0 0,-1 0 0,1 0 0,-1 0 0,1 0 0,-1 0 0,1 0 0,-1 0 0,1 0 0,-1 0 0,1 0 0,-1 0 0,1 0 0,-1 0 0,1 0 0,-1 1 0,0-1 0,1 0 0,0 1 0,23 13 0,-21-11 0,39 27-682,69 66-1,-102-86-6143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3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0 24575,'-28'3'0,"-13"3"0,-6 0 0,3 0 0,7-2 0,9-1-8191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4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116 717 24575,'10'-13'0,"-1"0"0,-1 0 0,0-1 0,-1 0 0,-1-1 0,0 1 0,0-1 0,-2-1 0,0 1 0,-1 0 0,0-1 0,0-22 0,-3 7 0,-2-1 0,-1 1 0,-13-56 0,2 34 0,-28-68 0,33 99 0,-1 0 0,0 1 0,-2 0 0,-24-33 0,35 53 0,1 0 0,-1 0 0,1 1 0,-1-1 0,1 0 0,-1 1 0,1-1 0,-1 1 0,1-1 0,-1 1 0,0-1 0,0 1 0,1-1 0,-1 1 0,0 0 0,0-1 0,1 1 0,-1 0 0,0 0 0,0-1 0,0 1 0,1 0 0,-2 0 0,1 1 0,0-1 0,0 0 0,1 1 0,-1-1 0,0 1 0,1-1 0,-1 1 0,1-1 0,-1 1 0,1 0 0,-1-1 0,1 1 0,-1 0 0,1-1 0,-1 1 0,1 0 0,0 0 0,0 0 0,-1 0 0,-1 8 0,0 0 0,0-1 0,0 13 0,1-15 0,0 21 0,1-1 0,1 1 0,1-1 0,2 0 0,0 1 0,2-2 0,1 1 0,13 32 0,-12-37 0,1-1 0,1-1 0,1 0 0,1 0 0,0-1 0,2-1 0,25 27 0,-30-35 0,0 0 0,1-1 0,0 0 0,1-1 0,0 0 0,0-1 0,0 0 0,1 0 0,0-1 0,0-1 0,0 0 0,0-1 0,1 0 0,18 2 0,-27-5 0,0 0 0,1-1 0,-1 1 0,0-1 0,1 0 0,-1 0 0,0 0 0,0 0 0,1-1 0,-1 1 0,-1-1 0,1 0 0,0-1 0,0 1 0,-1-1 0,1 1 0,-1-1 0,0 0 0,0 0 0,0-1 0,0 1 0,3-6 0,-1 1 0,0-1 0,-1 1 0,0-1 0,0 0 0,-1 0 0,0-1 0,-1 1 0,0-1 0,1-10 0,-3 19 0,0 0 0,0 0 0,0 0 0,1 0 0,-1 0 0,0 0 0,0 0 0,0 0 0,1 0 0,-1 0 0,1 0 0,-1 0 0,1-1 0,0 2 0,-1 0 0,0 0 0,0 0 0,1 0 0,-1 0 0,0 0 0,0 1 0,1-1 0,-1 0 0,0 0 0,0 0 0,0 0 0,1 0 0,-1 1 0,0-1 0,0 0 0,0 0 0,1 0 0,-1 1 0,0-1 0,0 0 0,0 0 0,0 0 0,0 1 0,0-1 0,1 0 0,-1 0 0,0 1 0,0-1 0,0 1 0,10 30 0,-10-28 0,2 6-91,1 0 0,-1 0 0,1-1 0,1 1 0,0 0 0,0-1 0,1 0 0,0 0 0,0 0 0,0-1 0,1 0 0,1 0 0,-1 0 0,9 6 0,-5-7-6735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4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24575,'0'-3'0,"0"3"0,0 2 0,0 5 0,3 3 0,0 2 0,0 4 0,0 3 0,1-3 0,1-4-8191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5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24575,'1'4'0,"0"0"0,1 0 0,-1 0 0,1 0 0,-1 0 0,1 0 0,0 0 0,1 0 0,-1-1 0,6 7 0,-2-2 0,-2-2 0,45 58 0,-41-55 0,0 0 0,1 0 0,0-1 0,15 11 0,-22-18 0,-1 0 0,1 0 0,-1 0 0,1-1 0,-1 1 0,1 0 0,-1-1 0,1 1 0,-1-1 0,1 1 0,0-1 0,-1 0 0,1 1 0,0-1 0,0 0 0,-1 0 0,1-1 0,0 1 0,-1 0 0,1 0 0,0-1 0,-1 1 0,3-2 0,-2 1 0,0 0 0,-1-1 0,1 1 0,0-1 0,-1 1 0,1-1 0,-1 0 0,0 1 0,0-1 0,1 0 0,-1 0 0,0 0 0,-1 0 0,1 0 0,0 0 0,0 0 0,0-4 0,0-3 0,0 1 0,-1 0 0,-1-15 0,0 16 0,1 1 0,0 0 0,0-1 0,0 1 0,1-1 0,3-11 0,-4 17 0,1 0 0,-1 0 0,1 0 0,-1 0 0,1 0 0,-1 0 0,1 0 0,0 0 0,0 0 0,0 0 0,-1 0 0,1 1 0,0-1 0,0 0 0,0 0 0,0 1 0,0-1 0,1 1 0,-1-1 0,0 1 0,0-1 0,0 1 0,0 0 0,0 0 0,1-1 0,-1 1 0,0 0 0,0 0 0,0 0 0,1 0 0,-1 0 0,0 1 0,0-1 0,0 0 0,1 1 0,-1-1 0,2 1 0,4 2 0,0 0 0,1 1 0,-1 0 0,8 6 0,-14-10 0,59 47 106,8 4-1577,-58-45-5355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5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63 292 24575,'20'-23'0,"28"-41"0,-43 57 0,-1 0 0,0-1 0,0 0 0,0 1 0,-1-1 0,-1-1 0,1 1 0,-1 0 0,-1-1 0,2-14 0,-4 17 0,1 1 0,-1-1 0,-1 1 0,1 0 0,-1 0 0,0-1 0,0 1 0,-1 0 0,1 1 0,-1-1 0,0 0 0,0 1 0,-1-1 0,-5-4 0,7 6 0,0 1 0,-1 0 0,1 0 0,-1 0 0,0 0 0,0 1 0,0-1 0,0 1 0,0 0 0,0-1 0,-4 0 0,5 2 0,0 0 0,0-1 0,0 1 0,0 0 0,0 1 0,0-1 0,0 0 0,0 0 0,0 1 0,0-1 0,0 1 0,0 0 0,0 0 0,0-1 0,0 1 0,1 1 0,-1-1 0,0 0 0,-1 2 0,-2 0 0,1 1 0,0 1 0,0-1 0,1 1 0,-1-1 0,1 1 0,0 0 0,0 0 0,1 1 0,-1-1 0,1 0 0,0 1 0,-1 6 0,1-1 0,1 0 0,-1 0 0,2 0 0,0 0 0,2 22 0,-1-28 0,0 1 0,0-1 0,0 0 0,1 0 0,0 0 0,0 0 0,0 0 0,1 0 0,-1-1 0,1 1 0,5 5 0,-3-4 0,1-1 0,0 1 0,0-1 0,0 0 0,1 0 0,12 7 0,1-3 0,0-1 0,0 0 0,0-2 0,36 7 0,-43-10 30,0-1 0,0 0 0,15-1 0,-21-1-195,-1-1 0,0 1 0,0-1 0,0-1 0,0 1 0,0-1 0,0 0 0,10-5 0,-6 2-6661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103 130 24575,'-7'-3'0,"0"2"0,0-1 0,0 1 0,0 0 0,0 0 0,-14 1 0,19 0 0,1 0 0,-1 0 0,0 0 0,1 0 0,-1 1 0,0-1 0,1 1 0,-1-1 0,1 1 0,-1-1 0,1 1 0,-1 0 0,1 0 0,-1 0 0,1 0 0,0 0 0,0 0 0,-1 0 0,1 0 0,0 1 0,0-1 0,0 0 0,0 1 0,0-1 0,1 0 0,-1 1 0,0-1 0,1 1 0,-1 0 0,1-1 0,-1 1 0,1-1 0,0 1 0,-1 0 0,1 1 0,1 5 0,-1 0 0,1-1 0,0 1 0,1 0 0,0-1 0,0 1 0,1-1 0,0 0 0,0 0 0,5 8 0,-3-7 0,0 1 0,1-1 0,0 0 0,1-1 0,-1 1 0,2-1 0,11 9 0,-17-14 0,1 0 0,0 0 0,0 0 0,0-1 0,0 1 0,1-1 0,-1 0 0,0 0 0,0 0 0,1 0 0,-1-1 0,1 1 0,-1-1 0,0 0 0,1 0 0,-1 0 0,5-1 0,-5 1 0,-1-1 0,1 0 0,0 0 0,0-1 0,-1 1 0,1 0 0,-1-1 0,0 0 0,1 1 0,-1-1 0,0 0 0,0 0 0,0-1 0,0 1 0,0 0 0,-1 0 0,1-1 0,-1 1 0,1-1 0,0-4 0,6-22 0,-8 24 0,1 1 0,0-1 0,0 0 0,3-4 0,-4 8 0,0 1 0,0-1 0,0 1 0,1 0 0,-1-1 0,0 1 0,0-1 0,1 1 0,-1 0 0,0-1 0,1 1 0,-1 0 0,0-1 0,1 1 0,-1 0 0,1 0 0,-1 0 0,0-1 0,1 1 0,-1 0 0,1 0 0,-1 0 0,1 0 0,-1-1 0,1 1 0,-1 0 0,0 0 0,1 0 0,-1 0 0,1 0 0,-1 0 0,1 0 0,-1 1 0,1-1 0,-1 0 0,1 0 0,-1 0 0,0 0 0,1 1 0,-1-1 0,1 0 0,-1 0 0,0 1 0,1-1 0,-1 0 0,0 0 0,1 1 0,18 19 0,-15-15 0,9 8 0,0 0 0,1 0 0,1-2 0,-1 1 0,2-2 0,24 13 0,-18-12 0,2-1 0,-1-1 0,1-1 0,32 6 0,-40-11 0,0-1 0,0 0 0,0-2 0,30-1 0,-45 1 0,0 0 0,0 0 0,0 0 0,0 0 0,0-1 0,0 1 0,0 0 0,1 0 0,-1-1 0,0 1 0,0-1 0,0 1 0,0-1 0,0 1 0,-1-1 0,1 0 0,0 1 0,0-1 0,0 0 0,0 0 0,-1 0 0,1 1 0,0-1 0,-1 0 0,1 0 0,-1 0 0,1 0 0,-1 0 0,1 0 0,-1 0 0,0 0 0,0-1 0,1 1 0,-1 0 0,0 0 0,0 0 0,0 0 0,0 0 0,0 0 0,0 0 0,-1-1 0,1 1 0,0 0 0,0 0 0,-1 0 0,0-1 0,-2-6 0,0 0 0,-1 0 0,0 0 0,-8-11 0,10 16 0,-23-35 0,8 14 0,-18-36 0,30 51 0,1-1 0,1 1 0,-1 0 0,2-1 0,-1 0 0,1 0 0,-1-19 0,3 21 0,0 0 0,0 0 0,1 0 0,0 0 0,0 0 0,4-12 0,-4 18 0,-1 0 0,1 0 0,0 0 0,0 1 0,0-1 0,1 0 0,-1 0 0,0 1 0,1-1 0,-1 0 0,1 1 0,-1-1 0,1 1 0,0 0 0,0 0 0,-1 0 0,1 0 0,0 0 0,0 0 0,0 0 0,0 0 0,0 1 0,0-1 0,1 1 0,-1-1 0,0 1 0,0 0 0,0 0 0,3 0 0,-1 1-227,0-1-1,-1 1 1,1-1-1,0 1 1,6 3-1,3 1-6598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7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24575,'12'48'0,"32"112"0,-35-134 0,1-1 0,1 0 0,1-1 0,18 26 0,-8-24 0,-21-25 0,0 0 0,0 0 0,0-1 0,0 1 0,0 0 0,0-1 0,0 1 0,1 0 0,-1-1 0,2 1 0,-2-1 0,-1 0 0,0 0 0,1 0 0,-1 0 0,1 0 0,-1 0 0,1 0 0,-1 0 0,0-1 0,1 1 0,-1 0 0,1 0 0,-1 0 0,0-1 0,1 1 0,-1 0 0,0 0 0,1-1 0,-1 1 0,0 0 0,0 0 0,1-1 0,-1 1 0,0 0 0,0-1 0,1 1 0,-1-1 0,0 1 0,0 0 0,0-1 0,0 1 0,1-1 0,-1-1 0,0 0 0,1 0 0,-1 0 0,0 0 0,0 0 0,0 0 0,0 0 0,-1 0 0,1 0 0,0 0 0,-1 0 0,1 1 0,-1-1 0,-1-3 0,-15-26 0,11 21 0,-21-39 0,-21-54 0,39 78 0,0 0 0,2 0 0,0-1 0,-3-37 0,9 57 0,1 0 0,0-1 0,0 1 0,0-1 0,1 1 0,0 0 0,3-11 0,-3 15 0,-1 0 0,1 0 0,0 0 0,0 0 0,0 0 0,1 0 0,-1 0 0,0 0 0,1 0 0,-1 0 0,1 1 0,0-1 0,-1 1 0,1-1 0,0 1 0,0 0 0,0-1 0,0 1 0,0 0 0,0 0 0,0 1 0,1-1 0,3-1 0,1 1 0,-1 1 0,0 0 0,1 0 0,-1 0 0,1 1 0,-1 0 0,0 0 0,0 0 0,0 1 0,0 0 0,0 0 0,0 1 0,9 4 0,-13-5 0,1-1 0,0 1 0,-1 0 0,0-1 0,1 1 0,-1 0 0,0 1 0,0-1 0,0 0 0,-1 1 0,1-1 0,0 1 0,-1-1 0,0 1 0,1 0 0,-1 0 0,0 0 0,-1-1 0,1 1 0,0 0 0,-1 0 0,1 0 0,-1 0 0,0 0 0,0 0 0,0 0 0,-1 0 0,1 0 0,-1 0 0,-1 5 0,0-5 0,1 1 0,-1-1 0,0 1 0,0-1 0,-1 0 0,1 0 0,-1 0 0,1 0 0,-1-1 0,0 1 0,0-1 0,0 1 0,0-1 0,-1 0 0,1 0 0,-5 1 0,-4 3 0,-1-2 0,1 1 0,-20 3 0,27-7-124,-1 0 0,1 0 0,-1 0 0,1-1 0,-1 0 0,1 0-1,-1 0 1,1-1 0,-1 0 0,-8-2 0,4-1-6702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7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24575,'-5'19'0,"2"0"0,0 0 0,1 0 0,1 1 0,1 28 0,2-34 0,0 1 0,1-1 0,0 0 0,1 0 0,0 0 0,2 0 0,12 23 0,-6-14 0,2-1 0,1-1 0,1-1 0,27 27 0,-30-33 0,2-2 0,-1 0 0,2 0 0,-1-2 0,2 0 0,29 14 0,-41-22 0,1 0 0,-1 0 0,0-1 0,1 0 0,-1 0 0,11 1 0,-15-2 0,0 0 0,0 0 0,0 0 0,0 0 0,0 0 0,0 0 0,0-1 0,0 1 0,0 0 0,0 0 0,0-1 0,0 1 0,0-1 0,0 1 0,0-1 0,0 1 0,0-1 0,0 0 0,-1 1 0,1-1 0,0 0 0,0 0 0,-1 0 0,1 0 0,-1 1 0,1-1 0,-1 0 0,1 0 0,-1 0 0,1 0 0,-1 0 0,0 0 0,1 0 0,-1 0 0,0 0 0,0 0 0,0-1 0,0 1 0,0 0 0,0 0 0,0-1 0,-2-8 0,0 0 0,0 0 0,-1 0 0,-1 1 0,1-1 0,-6-9 0,3 6 0,0 0 0,-3-15 0,9 27 0,-1 1 0,1 0 0,0 0 0,0-1 0,0 1 0,0 0 0,0 0 0,0-1 0,0 1 0,0 0 0,0-1 0,0 1 0,-1 0 0,1 0 0,1-1 0,-1 1 0,0 0 0,0-1 0,0 1 0,0 0 0,0 0 0,0-1 0,0 1 0,0 0 0,0 0 0,0-1 0,1 1 0,-1 0 0,0 0 0,0-1 0,1 1 0,6 4 0,9 12 0,0 2 0,0-1 0,1 0 0,0-1 0,2-1 0,0 0 0,0-2 0,1 0 0,38 17 0,-54-28-80,1 0 0,-1-1-1,1 1 1,0-1 0,-1 0-1,1 0 1,0-1 0,0 1-1,0-1 1,-1 0 0,1-1 0,0 1-1,0-1 1,0 0 0,-1 0-1,9-3 1,0-3-6746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8 24575,'-18'-2'0,"-45"-3"0,57 5 0,0 0 0,0 1 0,0-1 0,0 1 0,0 1 0,0-1 0,0 1 0,-5 2 0,9-3 0,0 0 0,0 0 0,0 0 0,1 0 0,-1 0 0,1 0 0,-1 1 0,1-1 0,-1 0 0,1 1 0,0-1 0,0 1 0,-1-1 0,1 1 0,0 0 0,0-1 0,1 1 0,-1 0 0,0 0 0,0 2 0,1-1 0,-1 0 0,1 0 0,0 0 0,1 0 0,-1 0 0,0 0 0,1 0 0,0 0 0,0-1 0,0 1 0,0 0 0,2 3 0,2 3 0,0 0 0,1 0 0,0-1 0,1 0 0,0 0 0,11 10 0,-14-14 0,0-1 0,0 1 0,1-1 0,-1 0 0,11 4 0,-14-6 0,1-1 0,-1 1 0,1-1 0,-1 0 0,1 1 0,-1-1 0,1 0 0,-1 0 0,1 0 0,0 0 0,-1-1 0,1 1 0,-1 0 0,1-1 0,-1 1 0,1-1 0,-1 1 0,0-1 0,1 0 0,-1 1 0,1-1 0,-1 0 0,0 0 0,0 0 0,2-1 0,1-3 0,0-1 0,0 1 0,0-1 0,0 0 0,-1 1 0,0-2 0,0 1 0,-1 0 0,4-13 0,-1 3 0,-5 16 0,0-1 0,1 0 0,-1 0 0,0 1 0,0-1 0,1 0 0,-1 1 0,0-1 0,1 1 0,-1-1 0,1 0 0,-1 1 0,1-1 0,-1 1 0,1-1 0,-1 1 0,2-1 0,-2 1 0,1 0 0,-1 0 0,1 0 0,-1 0 0,0 0 0,1 0 0,-1 0 0,0 0 0,1 0 0,-1 0 0,0 0 0,1 0 0,-1 1 0,0-1 0,1 0 0,-1 0 0,0 0 0,1 1 0,-1-1 0,0 0 0,0 0 0,1 1 0,-1-1 0,1 1 0,2 4 0,0-1 0,-1 1 0,5 10 0,-2-4 0,-1-3-119,1 0-130,-1 1 0,1-1-1,1 0 1,7 8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6:48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60 24575,'-4'-2'0,"0"0"0,0 1 0,0-1 0,0 1 0,0 0 0,0 0 0,0 1 0,-7-1 0,9 1 0,1 0 0,0 0 0,-1 0 0,1 0 0,0 0 0,0 1 0,-1-1 0,1 0 0,0 1 0,0 0 0,-1-1 0,1 1 0,0-1 0,0 1 0,0 0 0,0 0 0,0 0 0,0 0 0,0 0 0,0 0 0,0 0 0,1 0 0,-1 0 0,0 0 0,1 0 0,-1 0 0,1 1 0,-1-1 0,1 0 0,-1 3 0,-1 8 0,0 0 0,1 0 0,1 0 0,0 1 0,1-1 0,0 0 0,1 0 0,0 0 0,6 19 0,-6-24 0,1 0 0,0 0 0,1 0 0,-1-1 0,1 1 0,0-1 0,1 0 0,-1 0 0,1-1 0,0 1 0,1-1 0,-1 0 0,13 7 0,-17-11 0,-1-1 0,1 0 0,0 1 0,0-1 0,-1 1 0,1-1 0,0 1 0,-1 0 0,1-1 0,0 1 0,-1-1 0,1 1 0,-1 0 0,1 0 0,-1-1 0,1 2 0,-1-2 0,0 1 0,0-1 0,0 0 0,-1 1 0,1-1 0,0 0 0,0 0 0,0 1 0,0-1 0,0 0 0,-1 0 0,1 0 0,0 1 0,0-1 0,0 0 0,-1 0 0,1 0 0,0 0 0,0 1 0,-1-1 0,1 0 0,0 0 0,-1 0 0,1 0 0,0 0 0,0 0 0,-1 0 0,1 0 0,0 0 0,-1 0 0,-2 1 0,-1-1 0,1 0 0,-1 0 0,1 0 0,-1 0 0,-5-2 0,9 2 0,-17-5 0,14 2 0,13 1 0,72 0 0,-53 3 0,-1-1 0,1-2 0,-1-1 0,45-11 0,-54 9 0,1-2 0,-1 0 0,0-1 0,0-1 0,-1-1 0,22-15 0,-34 21 0,-1 0 0,0 0 0,0-1 0,0 0 0,-1 0 0,1 0 0,-1-1 0,0 1 0,-1-1 0,1 0 0,-1 0 0,0 0 0,-1-1 0,0 1 0,0-1 0,0 1 0,0-1 0,-1 0 0,-1 0 0,1 1 0,-1-1 0,-1-12 0,1 15 0,-1 0 0,0 0 0,0 0 0,-1 1 0,1-1 0,-1 1 0,0-1 0,0 1 0,0-1 0,0 1 0,0 0 0,-1 0 0,1 0 0,-1 0 0,0 1 0,0-1 0,-6-4 0,7 6 0,0 0 0,0 0 0,-1 0 0,1 0 0,0 0 0,0 0 0,-1 0 0,1 1 0,0-1 0,-1 1 0,1 0 0,0-1 0,-1 1 0,1 0 0,0 1 0,-1-1 0,1 0 0,0 1 0,-1-1 0,1 1 0,0 0 0,-1-1 0,1 1 0,0 0 0,0 0 0,0 1 0,0-1 0,0 0 0,0 1 0,-2 2 0,-1 1 0,0 0 0,1 1 0,-1-1 0,1 1 0,0 0 0,1 0 0,0 1 0,0-1 0,0 1 0,0-1 0,1 1 0,0 0 0,1 0 0,0 0 0,-1 9 0,2-10 0,0 0 0,1 0 0,-1 1 0,1-1 0,0 0 0,1-1 0,0 1 0,-1 0 0,2 0 0,-1-1 0,1 1 0,0-1 0,0 0 0,0 1 0,1-2 0,0 1 0,0 0 0,5 4 0,3 1 0,0-1 0,1 0 0,0 0 0,1-2 0,-1 1 0,18 5 0,8 1 0,44 10 0,-14-8-682,134 13-1,-174-27-6143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4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619 10 24575,'3'-8'0,"-3"7"0,-10 10 0,1 2 0,-103 100 0,98-97 0,-73 61 0,27-30 0,-36 25 0,22-14 0,40-30-455,1 2 0,-48 53 0,70-69-6371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30 24575,'1'-1'0,"-1"1"0,0-1 0,1 0 0,-1 0 0,0 0 0,0 0 0,1 0 0,-1 0 0,0 0 0,0 0 0,0 0 0,0 1 0,0-1 0,-1 0 0,1 0 0,0 0 0,0 0 0,-1-1 0,1 2 0,-1-1 0,1 1 0,0 0 0,-1-1 0,1 1 0,-1 0 0,1 0 0,-1 0 0,1-1 0,-1 1 0,1 0 0,-1 0 0,1 0 0,-1 0 0,1 0 0,-1 0 0,1 0 0,-1 0 0,1 0 0,-1 0 0,1 0 0,-1 0 0,1 0 0,-1 1 0,-6 1 0,1 0 0,-1 1 0,-10 7 0,7-5 0,-37 15 0,0-3 0,-2-1 0,-85 16 0,86-18 0,48-14 0,0 0 0,0 0 0,-1 0 0,1 0 0,0 0 0,0 0 0,0 0 0,0 0 0,0 0 0,0 0 0,0 0 0,0 0 0,0 0 0,0 0 0,0 0 0,0 0 0,0 0 0,0 0 0,-1 0 0,1 0 0,0 0 0,0 0 0,0 0 0,0 0 0,0 0 0,0 0 0,0 0 0,0 0 0,0 0 0,0 0 0,0 0 0,0 0 0,0 0 0,0-1 0,0 1 0,0 0 0,0 0 0,0 0 0,0 0 0,0 0 0,0 0 0,0 0 0,0 0 0,0 0 0,0 0 0,0 0 0,0 0 0,0 0 0,0 0 0,0-1 0,0 1 0,0 0 0,0 0 0,0 0 0,0 0 0,0 0 0,0 0 0,0 0 0,0 0 0,0 0 0,0 0 0,0 0 0,0 0 0,0 0 0,5-7 0,6-6 0,0 3 0,1 0 0,0 1 0,0 0 0,1 1 0,0 1 0,1 0 0,-1 0 0,1 1 0,0 1 0,1 0 0,-1 1 0,21-2 0,-4 0 0,-16 3 0,0 0 0,0 1 0,1 1 0,25 1 0,-39 0 0,-1 0 0,0 0 0,0 0 0,0 0 0,0 0 0,0 1 0,0-1 0,0 0 0,0 1 0,0-1 0,0 1 0,0-1 0,0 1 0,0 0 0,0-1 0,-1 1 0,1 0 0,0-1 0,0 1 0,-1 0 0,1 0 0,0 0 0,-1 0 0,1 0 0,-1 0 0,1 0 0,-1 0 0,0 0 0,1 0 0,-1 0 0,0 0 0,0 0 0,1 0 0,-1 0 0,0 0 0,0 0 0,0 0 0,-1 1 0,1-1 0,0 0 0,-1 1 0,0 6 0,-2 0 0,1 0 0,-1 0 0,-5 10 0,5-12 0,-3 8 0,0 1 0,2 0 0,-1 0 0,-3 28 0,5-12 0,1 44 0,2-61-1365,0-1-5461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6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82 103 24575,'10'30'0,"72"177"0,-74-192 0,17 27 0,-25-41 0,0-1 0,0 0 0,0 0 0,0 0 0,0 0 0,0 0 0,0 1 0,0-1 0,0 0 0,0 0 0,0 0 0,0 0 0,0 0 0,0 0 0,0 0 0,0 1 0,0-1 0,0 0 0,0 0 0,1 0 0,-1 0 0,0 0 0,0 0 0,0 0 0,0 0 0,0 0 0,0 1 0,0-1 0,1 0 0,-1 0 0,0 0 0,0 0 0,0 0 0,0 0 0,0 0 0,0 0 0,1 0 0,-1 0 0,0 0 0,0 0 0,0 0 0,0 0 0,0 0 0,0 0 0,1 0 0,-1 0 0,-1-8 0,-5-13 0,-13-13 0,-1 0 0,-2 2 0,-34-41 0,-18-25 0,63 77 0,10 12 0,1 8 0,0 1 0,0 0 0,1 0 0,-1 0 0,0-1 0,0 1 0,0 0 0,1 0 0,-1 0 0,0 0 0,0 0 0,1-1 0,-1 1 0,0 0 0,1 0 0,-1 0 0,0 0 0,0 0 0,1 0 0,-1 0 0,0 0 0,0 0 0,1 0 0,-1 0 0,0 0 0,1 0 0,-1 0 0,0 0 0,0 1 0,1-1 0,-1 0 0,0 0 0,1 0 0,20 9 0,0 0 0,27 17 0,26 11 0,-50-27 0,1-2 0,0 0 0,1-2 0,34 4 0,-48-8 0,0-1 0,0-1 0,0 0 0,0-1 0,0 0 0,0 0 0,0-2 0,-1 1 0,1-1 0,-1-1 0,20-9 0,-28 11 0,0 0 0,0 0 0,-1 0 0,1 0 0,0-1 0,-1 1 0,1-1 0,-1 0 0,0 0 0,0 0 0,0 0 0,0 0 0,-1 0 0,1 0 0,-1 0 0,0-1 0,0 1 0,0-1 0,0 1 0,0-1 0,-1 1 0,0-1 0,0-4 0,0 3 0,0 0 0,-1 1 0,1-1 0,-1 0 0,0 1 0,-1-1 0,1 1 0,-1 0 0,0-1 0,0 1 0,0 0 0,-1 0 0,1 0 0,-1 0 0,0 1 0,0-1 0,-5-4 0,7 7 0,-1 0 0,1 0 0,0 0 0,0 0 0,-1 0 0,1 1 0,0-1 0,-1 0 0,1 1 0,-1-1 0,1 1 0,-1-1 0,1 1 0,-1 0 0,1-1 0,-1 1 0,1 0 0,-1 0 0,0 0 0,1 0 0,-1 1 0,1-1 0,-1 0 0,1 1 0,-1-1 0,1 1 0,-1-1 0,1 1 0,0-1 0,-1 1 0,1 0 0,0 0 0,-1 0 0,1 0 0,0 0 0,0 0 0,-2 2 0,0 1 0,1 0 0,-1 0 0,0 0 0,1 0 0,0 0 0,0 0 0,0 0 0,1 1 0,0-1 0,-1 1 0,0 7 0,2-5 0,-1 1 0,1-1 0,0 0 0,1 0 0,0 0 0,0 0 0,0 0 0,1 0 0,0 0 0,1 0 0,-1 0 0,1-1 0,1 1 0,-1-1 0,1 0 0,0 0 0,0 0 0,1 0 0,0-1 0,0 0 0,0 0 0,1 0 0,-1-1 0,1 0 0,9 5 0,2 1 0,0-1 0,0-1 0,1-1 0,28 8 0,-33-12 0,0 0 0,0-1 0,0 0 0,1-1 0,-1-1 0,0 0 0,18-3 0,-25 2-195,-1 0 0,1 0 0,-1-1 0,0 0 0,0 0 0,6-4 0,-1 0-6631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7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89 164 24575,'27'55'0,"137"245"0,-123-239 0,-109-151 0,1 6 0,-45-63 0,101 130 0,0-2 0,1 1 0,1-1 0,1 0 0,1-1 0,-8-33 0,14 48 0,0 1 0,1 0 0,-1-1 0,1 1 0,0-1 0,0 1 0,1 0 0,-1-1 0,1 1 0,0-1 0,2-6 0,-2 9 0,1 0 0,-1 0 0,0 0 0,1 0 0,-1 0 0,1 0 0,-1 0 0,1 0 0,0 1 0,0-1 0,0 1 0,0-1 0,0 1 0,0 0 0,0 0 0,0 0 0,0 0 0,1 0 0,-1 1 0,0-1 0,1 0 0,4 1 0,3-1 0,1 1 0,0 0 0,0 1 0,-1 0 0,1 1 0,-1 0 0,1 0 0,-1 1 0,11 5 0,6 4 0,0 1 0,25 16 0,-42-23 0,0 1 0,0 0 0,11 10 0,-18-14 0,-1 0 0,1-1 0,0 1 0,-1 1 0,0-1 0,0 0 0,0 1 0,0-1 0,0 1 0,-1-1 0,1 1 0,-1 0 0,1 7 0,-2-9 0,0 0 0,0 1 0,-1-1 0,1 1 0,-1-1 0,1 0 0,-1 1 0,0-1 0,0 0 0,0 0 0,0 1 0,0-1 0,-1 0 0,1 0 0,-1 0 0,1-1 0,-1 1 0,0 0 0,0 0 0,1-1 0,-1 1 0,0-1 0,-5 2 0,-2 3 0,-2-1 0,1 0 0,-19 6 0,4-4-273,0-1 0,0-1 0,-1-1 0,-27 0 0,28-3-6553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7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1 322 24575,'30'-5'0,"0"1"0,-1-1 0,0-1 0,0-2 0,40-16 0,-66 22 0,1 0 0,-1 0 0,0 0 0,0 0 0,0 0 0,0-1 0,0 1 0,0-1 0,0 0 0,-1 0 0,0 0 0,1 0 0,-1-1 0,0 1 0,2-6 0,-2 3 0,0 1 0,-1-1 0,0 0 0,0 1 0,0-1 0,-1 0 0,0 0 0,0 0 0,-1-9 0,-1 3 0,-1 1 0,0-1 0,0 1 0,-1-1 0,-1 1 0,0 1 0,0-1 0,-1 1 0,-11-16 0,14 23 0,1 0 0,0 0 0,-1 1 0,0-1 0,1 1 0,-1 0 0,0-1 0,-6-2 0,8 5 0,0-1 0,0 1 0,0 0 0,0 0 0,0-1 0,0 1 0,-1 0 0,1 0 0,0 0 0,0 0 0,0 0 0,0 0 0,0 0 0,0 1 0,0-1 0,0 0 0,0 0 0,0 1 0,0-1 0,0 1 0,0-1 0,0 1 0,0-1 0,0 1 0,0 0 0,1-1 0,-1 1 0,0 0 0,0 0 0,1 0 0,-1 0 0,0-1 0,1 1 0,-1 2 0,-3 5 0,0 0 0,1 0 0,0 1 0,1-1 0,0 1 0,0 0 0,0-1 0,1 1 0,1 0 0,0 0 0,0 0 0,0 0 0,1 0 0,1 0 0,-1-1 0,2 1 0,-1 0 0,1-1 0,8 16 0,-5-15 0,0-1 0,1 0 0,0 0 0,0 0 0,1-1 0,17 12 0,-9-8 0,0-1 0,34 15 0,-27-15 0,32 8 0,-45-16 0,0 1 0,0-2 0,1 1 0,-1-2 0,20 0 0,-26-1-114,0 0 1,0 0-1,0 0 0,0-1 0,0 1 1,0-1-1,0 0 0,-1 0 0,1-1 1,-1 1-1,4-4 0,2-2-6712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0 24575,'-15'5'0,"-66"24"0,68-23 0,0 0 0,0 1 0,-20 14 0,31-20 0,0 1 0,0-1 0,0 1 0,0 0 0,0-1 0,0 1 0,1 0 0,-1 0 0,1 0 0,-1 0 0,1 1 0,0-1 0,0 0 0,0 0 0,0 1 0,0-1 0,1 1 0,-1-1 0,1 1 0,-1-1 0,1 1 0,0 2 0,1-1 0,0-1 0,0 1 0,0-1 0,0 0 0,0 1 0,1-1 0,0 0 0,-1 0 0,1 0 0,0 0 0,1 0 0,-1 0 0,0-1 0,6 5 0,-5-4 0,0 0 0,0 0 0,1-1 0,-1 1 0,1-1 0,0 0 0,0 0 0,0 0 0,0 0 0,0-1 0,0 1 0,0-1 0,0 0 0,1-1 0,-1 1 0,0-1 0,1 1 0,-1-1 0,0-1 0,1 1 0,-1 0 0,0-1 0,0 0 0,1 0 0,-1-1 0,0 1 0,0-1 0,4-2 0,-3 2 0,0-1 0,0 0 0,-1-1 0,1 1 0,-1-1 0,0 0 0,0 0 0,0 0 0,0 0 0,3-6 0,-7 9 0,1 0 0,-1 0 0,1 1 0,-1-1 0,1 0 0,-1 1 0,1-1 0,0 1 0,-1-1 0,1 1 0,0-1 0,-1 1 0,1-1 0,0 1 0,0 0 0,0-1 0,-1 1 0,1 0 0,0 0 0,0-1 0,0 1 0,0 0 0,0 0 0,-1 0 0,1 0 0,0 0 0,0 0 0,0 0 0,0 1 0,0-1 0,-1 0 0,1 0 0,0 1 0,0-1 0,0 0 0,-1 1 0,1-1 0,0 1 0,0 0 0,4 3 0,-1 0 0,1 0 0,-1 1 0,6 9 0,2 1 0,-4-6-120,-2-2-87,1 0-1,0-1 1,0 1-1,0-1 1,17 10-1,-15-12-6618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8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24575,'238'426'0,"-175"-335"0,-10-14 0,-52-76-40,8 16 205,-9-16-239,1 0-1,-1 0 1,0-1-1,0 1 1,1 0-1,-1 0 1,0 0-1,0 0 1,0 0-1,0-1 1,0 1-1,0 0 1,-1 0-1,1 0 1,0 0-1,0 0 0,0-1 1,-1 1-1,0 1 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1 193 24575,'44'13'0,"2"-3"0,0-1 0,0-3 0,0-1 0,71-2 0,-106-5 0,0 1 0,0-1 0,0-1 0,-1 0 0,1 0 0,-1-1 0,0-1 0,12-6 0,-17 9 0,-1 0 0,0-1 0,1 0 0,-1 0 0,-1 0 0,1-1 0,0 1 0,-1-1 0,1 0 0,-1 0 0,0 0 0,-1 0 0,1-1 0,-1 1 0,1-1 0,-1 1 0,-1-1 0,1 0 0,1-10 0,-3 10 0,0 1 0,-1-1 0,1 0 0,-1 0 0,0 1 0,-1-1 0,1 0 0,-1 1 0,0-1 0,0 1 0,0 0 0,-1-1 0,0 1 0,1 0 0,-1 1 0,-1-1 0,1 0 0,-5-3 0,4 4 0,1-1 0,-1 1 0,1 1 0,-1-1 0,0 1 0,0-1 0,-1 1 0,1 0 0,0 1 0,-1-1 0,1 1 0,-1-1 0,1 2 0,-1-1 0,1 0 0,-1 1 0,0 0 0,1 0 0,-6 1 0,8-1 0,1 0 0,-1 1 0,1-1 0,-1 1 0,1-1 0,-1 1 0,1 0 0,-1 0 0,1 0 0,0 0 0,-1 0 0,1 0 0,0 0 0,0 0 0,0 0 0,0 1 0,-2 1 0,2 0 0,0 0 0,0-1 0,0 1 0,0 0 0,0 0 0,1-1 0,-1 1 0,1 0 0,-1 4 0,2 3 0,0-1 0,0 1 0,0-1 0,1 1 0,4 9 0,-1-6 0,0-2 0,0 1 0,1 0 0,1-1 0,0 0 0,0-1 0,1 0 0,11 11 0,-1-2 0,2-2 0,0 0 0,23 14 0,-38-27-80,0-1 0,0 0-1,0 0 1,0 0 0,1-1-1,-1 1 1,1-1 0,0-1-1,0 1 1,-1-1 0,1 0 0,0 0-1,0-1 1,0 0 0,0 0-1,7-1 1,0-3-6746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9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32 281 24575,'-9'33'0,"1"0"0,-4 46 0,11-70 0,0 0 0,1 0 0,0 1 0,1-1 0,0 0 0,0-1 0,1 1 0,0 0 0,0 0 0,1-1 0,1 1 0,-1-1 0,1 0 0,7 10 0,-8-13 0,1-1 0,0 0 0,0 0 0,0 0 0,0 0 0,1-1 0,-1 1 0,1-1 0,0 0 0,0-1 0,9 4 0,-12-5 0,0 0 0,0-1 0,1 1 0,-1-1 0,0 0 0,1 1 0,-1-1 0,0 0 0,0 0 0,1-1 0,-1 1 0,0 0 0,1-1 0,-1 1 0,0-1 0,0 0 0,0 0 0,1 0 0,-1 0 0,0 0 0,0 0 0,0 0 0,-1-1 0,1 1 0,0-1 0,0 1 0,-1-1 0,1 0 0,-1 0 0,2-3 0,3-4 0,-1-1 0,-1 0 0,0-1 0,0 1 0,-1-1 0,0 0 0,-1 0 0,0 0 0,-1 0 0,0 0 0,-1-14 0,-1-2 0,-1 0 0,-2 0 0,-10-39 0,2 28 0,-2 2 0,-1 0 0,-28-47 0,14 27 0,25 49 0,2 1 0,-1 1 0,0-1 0,0 1 0,0 0 0,-1 1 0,-5-7 0,9 10 0,0 1 0,-1 0 0,1 0 0,0-1 0,0 1 0,0 0 0,-1 0 0,1-1 0,0 1 0,-1 0 0,1 0 0,0 0 0,0 0 0,-1 0 0,1 0 0,0-1 0,-1 1 0,1 0 0,0 0 0,-1 0 0,1 0 0,0 0 0,-1 0 0,1 0 0,0 0 0,-1 0 0,1 0 0,0 1 0,-1-1 0,1 0 0,0 0 0,0 0 0,-1 0 0,1 0 0,0 0 0,-1 1 0,1-1 0,0 0 0,0 0 0,-1 1 0,1-1 0,0 0 0,0 0 0,0 1 0,-1-1 0,1 0 0,0 0 0,0 1 0,0-1 0,0 0 0,0 1 0,0-1 0,-1 0 0,1 1 0,0-1 0,0 0 0,0 1 0,0-1 0,0 0 0,0 1 0,1-1 0,-3 24 0,3-13 0,0 1 0,1-1 0,1 0 0,0 0 0,0 0 0,1-1 0,8 17 0,44 69 0,-52-89 0,66 97 0,103 120 0,-141-185-1365,-20-24-5461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49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148 355 24575,'10'-7'0,"0"0"0,-1-1 0,0 0 0,0 0 0,0-1 0,-1 0 0,9-12 0,-14 16 0,-1 1 0,1-1 0,-1 1 0,0-1 0,0 0 0,-1 0 0,1 1 0,-1-1 0,0 0 0,0-1 0,-1 1 0,0 0 0,1 0 0,-2 0 0,1 0 0,-1 0 0,1 0 0,-1 0 0,-3-9 0,-2 1 0,1-1 0,-2 1 0,0 1 0,0-1 0,-1 1 0,-11-13 0,13 19 0,0-1 0,0 1 0,0 0 0,-1 1 0,0-1 0,0 1 0,0 1 0,-1-1 0,1 1 0,-1 1 0,-13-5 0,18 7 0,1 0 0,0 1 0,-1 0 0,1-1 0,0 1 0,-1 0 0,1 0 0,0 0 0,-1 0 0,1 1 0,0-1 0,0 1 0,-1-1 0,1 1 0,0 0 0,0 0 0,0 0 0,-3 2 0,2-1 0,0 0 0,1 1 0,-1-1 0,1 1 0,0-1 0,0 1 0,0 0 0,0 0 0,0 0 0,0 0 0,-1 5 0,0 1 0,0 0 0,1 0 0,0 1 0,1-1 0,-1 1 0,2 0 0,-1-1 0,2 13 0,0-14 0,1 0 0,-1 0 0,1 0 0,1 0 0,-1 0 0,1-1 0,1 1 0,-1-1 0,1 1 0,9 10 0,-5-8 0,0-1 0,1 0 0,0 0 0,1-1 0,0 0 0,16 9 0,-9-6 0,1-1 0,1-1 0,0 0 0,0-1 0,1-2 0,0 0 0,0 0 0,0-2 0,1-1 0,-1 0 0,1-2 0,36-1 0,-54 0-50,0-1-1,0 1 1,-1 0-1,1-1 0,0 0 1,0 1-1,0-1 1,-1 0-1,1-1 1,-1 1-1,1 0 0,-1-1 1,1 1-1,-1-1 1,0 0-1,0 0 1,1 0-1,-2 0 0,1 0 1,0 0-1,0-1 1,-1 1-1,1 0 1,-1-1-1,1 1 1,0-4-1,1-6-6775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0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1 134 24575,'0'-1'0,"1"1"0,-1 0 0,1-1 0,-1 1 0,1 0 0,0 0 0,-1-1 0,1 1 0,0 0 0,-1 0 0,1 0 0,-1 0 0,1 0 0,0 0 0,-1 0 0,1 0 0,0 0 0,-1 0 0,1 0 0,0 0 0,-1 0 0,1 1 0,-1-1 0,1 0 0,0 0 0,-1 1 0,1-1 0,-1 0 0,1 1 0,-1-1 0,1 1 0,0 0 0,19 18 0,-14-12 0,83 67 0,-33-28 0,-37-31 0,0-1 0,1 0 0,42 20 0,-60-33 0,-1 0 0,1-1 0,-1 1 0,1-1 0,-1 1 0,1-1 0,0 1 0,-1-1 0,1 0 0,-1 0 0,1 0 0,0 0 0,1 0 0,-2-1 0,0 1 0,-1 0 0,1-1 0,-1 1 0,1-1 0,-1 1 0,1-1 0,-1 1 0,1-1 0,-1 1 0,1-1 0,-1 0 0,1 1 0,-1-1 0,0 0 0,1 1 0,-1-1 0,0 0 0,0 1 0,0-1 0,0 0 0,1 0 0,-1 1 0,0-1 0,0 0 0,0 0 0,0 1 0,-1-1 0,1 0 0,0 1 0,0-2 0,-5-27 0,-15-52 0,2 14 0,6-1 0,-4-16 0,16 81-106,0 2 36,0 0 0,0 1 0,-1-1 0,1 1 1,0-1-1,0 1 0,0-1 0,0 0 0,-1 1 0,1-1 0,0 1 0,-1-1 0,1 1 0,0-1 0,-1 1 0,1-1 0,-1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1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135 387 24575,'-3'-29'0,"-1"0"0,-1 1 0,-14-43 0,17 68 0,0-1 0,1 1 0,-1-1 0,-1 1 0,1 0 0,0-1 0,-1 1 0,0 0 0,1 1 0,-5-4 0,6 5 0,0 0 0,-1 0 0,0-1 0,1 1 0,-1 0 0,0 1 0,1-1 0,-1 0 0,0 0 0,0 1 0,0-1 0,0 1 0,0 0 0,0-1 0,0 1 0,1 0 0,-1 0 0,0 0 0,0 0 0,0 1 0,0-1 0,-2 1 0,2 0 0,0 0 0,0 1 0,0-1 0,1 0 0,-1 1 0,0-1 0,1 1 0,0 0 0,-1-1 0,1 1 0,0 0 0,0 0 0,0 0 0,0 0 0,0 0 0,0 0 0,0 0 0,1 0 0,-1 4 0,-1 4 0,0-1 0,1 19 0,0-22 0,1 0 0,1-1 0,-1 1 0,1-1 0,0 1 0,0-1 0,1 1 0,-1-1 0,5 9 0,-4-11 0,0 0 0,0 0 0,0 0 0,0 0 0,0-1 0,1 1 0,0-1 0,-1 1 0,1-1 0,0 0 0,0 0 0,0 0 0,0-1 0,0 1 0,1-1 0,4 2 0,32 9 0,0-2 0,1-1 0,0-2 0,1-2 0,-1-2 0,69-4 0,-98 1 0,0-2 0,0 1 0,0-1 0,0-1 0,12-5 0,-23 8 0,0 0 0,-1 0 0,1-1 0,-1 1 0,0 0 0,1 0 0,-1-1 0,1 1 0,-1 0 0,1-1 0,-1 1 0,0-1 0,1 1 0,-1-1 0,0 1 0,1 0 0,-1-1 0,0 1 0,1-1 0,-1 1 0,0-1 0,0 0 0,0 1 0,0-1 0,0 1 0,1-1 0,-1 1 0,0-1 0,0 1 0,0-1 0,-1 0 0,1 1 0,0-1 0,0 1 0,0-1 0,0 1 0,0-1 0,-1 1 0,1-1 0,0 1 0,0-1 0,-1 1 0,1-1 0,0 1 0,-1-1 0,1 1 0,0 0 0,-1-1 0,-3-3 0,0-1 0,0 2 0,-9-7 0,9 6 0,-19-14 0,2 0 0,-28-32 0,42 42 0,1 0 0,0-1 0,0 0 0,1 0 0,0 0 0,1-1 0,0 0 0,1 0 0,-1 0 0,0-10 0,2 11 0,1 1 0,0 0 0,1 0 0,0-1 0,0 1 0,1 0 0,0 0 0,0 0 0,1 0 0,4-10 0,-5 14 0,0 1 0,0 0 0,1 0 0,0 0 0,-1 0 0,1 1 0,0-1 0,1 0 0,-1 1 0,0-1 0,1 1 0,-1 0 0,1 0 0,0 0 0,-1 0 0,1 0 0,0 1 0,0-1 0,1 1 0,-1 0 0,0 0 0,0 0 0,0 0 0,1 1 0,-1-1 0,1 1 0,4 0 0,-6 0-72,0 0 1,0 0-1,0 0 0,0 1 0,0-1 0,0 1 0,0-1 0,0 1 1,0 0-1,0 0 0,0 0 0,-1 0 0,1 0 0,0 0 0,-1 0 1,1 0-1,-1 1 0,3 2 0,3 6-6754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2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24575,'11'19'0,"1"-1"0,0 0 0,19 19 0,-26-32 0,0 0 0,1 0 0,-1-1 0,1 1 0,0-1 0,0 0 0,0-1 0,0 0 0,1 0 0,-1 0 0,1 0 0,0-1 0,12 2 0,-16-4 0,-1 1 0,0-1 0,1 0 0,-1 0 0,0-1 0,1 1 0,-1 0 0,0-1 0,0 1 0,1-1 0,-1 0 0,0 0 0,0 0 0,0 0 0,0 0 0,0 0 0,2-2 0,-1 0 0,-1 1 0,1-1 0,-1 1 0,0-1 0,0 0 0,0 0 0,-1 0 0,1 0 0,-1 0 0,2-5 0,0-2 0,-1 1 0,0-1 0,0 0 0,-1 0 0,-1 1 0,0-1 0,-1-11 0,-5-16 0,5 34 0,0 0 0,0 0 0,0 1 0,0-1 0,0 0 0,-1 1 0,1-1 0,-1 1 0,0-1 0,-2-2 0,4 5 0,0 0 0,0 0 0,0 0 0,-1 0 0,1 0 0,0 0 0,0 0 0,0-1 0,0 1 0,0 0 0,0 0 0,0 0 0,0 0 0,0 0 0,0 0 0,-1 0 0,1 0 0,0 0 0,0 0 0,0 0 0,0 0 0,0 0 0,0 0 0,0 0 0,0 0 0,0 0 0,-1 0 0,1 0 0,0 0 0,0 0 0,0 0 0,0 0 0,0 0 0,0 0 0,0 0 0,0 0 0,0 0 0,0 1 0,-1-1 0,1 0 0,0 0 0,0 0 0,0 0 0,0 0 0,0 0 0,0 0 0,0 0 0,0 0 0,-2 7 0,3 9 0,4 6 0,0-1 0,2 1 0,16 36 0,37 59 0,-33-67 0,25 48 0,-3-10 0,59 151 0,-105-230 0,10 32 0,-13-39 0,1 0 0,-1 0 0,0 0 0,0 0 0,1 0 0,-1 0 0,-1 0 0,1 0 0,0 0 0,0 0 0,-1-1 0,1 1 0,-1 0 0,1 0 0,-1 0 0,0 0 0,-1 2 0,1-3 0,0-1 0,0 1 0,0 0 0,0-1 0,0 1 0,0 0 0,0-1 0,0 1 0,0-1 0,0 0 0,0 1 0,0-1 0,0 0 0,0 0 0,0 0 0,-1 0 0,1 0 0,0 0 0,0 0 0,0 0 0,0 0 0,0 0 0,-1 0 0,1-1 0,-2 0 0,-3-1 0,0-1 0,0 1 0,-6-5 0,-6-5 0,2 0 0,-1 0 0,1-2 0,-16-18 0,-51-66 0,75 86 40,-1 0 0,-9-20 0,16 27-175,0 1 0,0-1 0,0 0 0,1 0 0,-1 0 0,1 0 0,1 0 0,-1 0 0,1 0 0,0-9 0,2 1-6691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5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24575,'2'9'0,"1"0"0,0 0 0,1 0 0,-1 0 0,2-1 0,-1 0 0,1 0 0,10 13 0,-5-10 0,-1 0 0,2-1 0,-1 0 0,24 16 0,-28-22 0,1 0 0,0 0 0,-1-1 0,1 0 0,0 0 0,1-1 0,-1 1 0,9 0 0,-13-2 0,0-1 0,-1 0 0,1 0 0,0 0 0,0 0 0,0 0 0,0 0 0,-1-1 0,1 0 0,0 1 0,0-1 0,-1 0 0,1 0 0,0 0 0,-1-1 0,1 1 0,-1-1 0,0 1 0,1-1 0,-1 0 0,0 0 0,0 0 0,0 0 0,2-3 0,0-1 0,-1 0 0,0 1 0,0-1 0,0 0 0,-1-1 0,0 1 0,0 0 0,1-8 0,-2 10 0,-1-1 0,1 0 0,-1 1 0,0-1 0,0 0 0,-1 1 0,1-1 0,-1 0 0,0 1 0,-1-1 0,1 1 0,-2-5 0,-1 6 0,3 9 0,1 8 0,2-9 0,0-1 0,0 1 0,0-1 0,1 1 0,0-1 0,0 0 0,0 0 0,0-1 0,1 1 0,-1 0 0,1-1 0,0 0 0,0 0 0,0 0 0,1-1 0,-1 1 0,0-1 0,9 3 0,-9-4 0,0 1 0,1-1 0,-1 0 0,0 0 0,1 0 0,-1-1 0,0 0 0,1 0 0,7 0 0,-9-1 0,-1 1 0,1-1 0,-1 0 0,0 1 0,1-1 0,-1 0 0,0 0 0,0-1 0,0 1 0,1 0 0,-1-1 0,-1 1 0,1-1 0,0 0 0,0 0 0,0 0 0,2-3 0,2-6 0,-5 9 0,0 0 0,0 0 0,0 0 0,0 1 0,1-1 0,-1 0 0,0 1 0,4-3 0,-4 3 0,0 1 0,-1-1 0,1 1 0,0 0 0,0 0 0,0-1 0,0 1 0,0 0 0,0 0 0,1 0 0,-1 0 0,0 0 0,0 0 0,0 0 0,0 1 0,0-1 0,0 0 0,0 0 0,0 1 0,-1-1 0,1 1 0,2 0 0,16 9 0,-4-2 0,0-1 0,1 0 0,-1-1 0,1-1 0,0 0 0,1-1 0,19 2 0,32-5-1365,-54-1-5461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9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24575,'93'80'0,"67"53"0,-156-129 0,1-1 0,0 0 0,0 0 0,0 0 0,0-1 0,0 0 0,6 2 0,-10-4 0,0 1 0,0-1 0,0 0 0,0 0 0,0 0 0,0 0 0,0 0 0,0 0 0,0 0 0,0 0 0,0-1 0,0 1 0,0 0 0,0-1 0,0 1 0,0 0 0,2-2 0,-2 1 0,0 0 0,0 0 0,-1 0 0,1 0 0,0 0 0,-1 0 0,1 0 0,0 0 0,-1-1 0,0 1 0,1 0 0,-1 0 0,0 0 0,1-1 0,-1 1 0,0 0 0,0-1 0,0-1 0,-1-6 0,1 0 0,-1 0 0,-1 0 0,0 0 0,-5-14 0,-19-43 0,14 40 0,12 25 0,-1 1 0,1 0 0,0 0 0,0 0 0,0-1 0,0 1 0,0 0 0,0 0 0,-1 0 0,1-1 0,0 1 0,0 0 0,0 0 0,0 0 0,0-1 0,0 1 0,0 0 0,0 0 0,0-1 0,0 1 0,0 0 0,0 0 0,0 0 0,0-1 0,0 1 0,0 0 0,0 0 0,0-1 0,0 1 0,1 0 0,-1 0 0,0 0 0,0-1 0,0 1 0,0 0 0,0 0 0,0 0 0,1 0 0,-1-1 0,10 4 0,12 12 0,62 57 121,0 0-1607,-72-63-5340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7:59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209 632 24575,'6'-39'0,"-1"0"0,-2-75 0,-4 90 0,-2 0 0,0 1 0,-2-1 0,-1 1 0,0 0 0,-11-23 0,-41-81 0,47 108 0,0 0 0,-2 1 0,0 0 0,-20-21 0,32 38 0,0 0 0,0 0 0,0 0 0,0 0 0,0 0 0,0 0 0,0 1 0,0-1 0,0 0 0,0 1 0,0-1 0,0 1 0,0-1 0,-1 1 0,1 0 0,0-1 0,0 1 0,0 0 0,-1 0 0,1 0 0,-2 0 0,2 1 0,0-1 0,0 1 0,0-1 0,0 1 0,0 0 0,1-1 0,-1 1 0,0 0 0,0 0 0,1-1 0,-1 1 0,0 0 0,1 0 0,-1 0 0,1 0 0,-1 0 0,1 0 0,-1 0 0,1 0 0,0 0 0,0 0 0,0 0 0,-1 0 0,1 0 0,0 2 0,-1 14 0,0 0 0,1 0 0,1 0 0,0-1 0,1 1 0,1 0 0,1-1 0,0 1 0,1-1 0,1 0 0,14 27 0,-8-21 0,0-1 0,2-1 0,0 0 0,2-1 0,0 0 0,1-2 0,30 26 0,-23-24 0,2 0 0,41 22 0,-56-35 0,-1-1 0,1-1 0,-1 0 0,1 0 0,1-1 0,-1 0 0,0-1 0,1 0 0,-1-1 0,15 0 0,-24-1-105,1 0 0,-1-1 0,1 1 0,-1-1 0,0 1 0,1-1 0,-1 0 0,0 0 0,0 0 0,1 0 0,-1 0 0,4-3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0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24575,'143'294'0,"-124"-252"0,10 22 0,60 99 0,-81-152 0,-5-8 0,-1 0 0,0 0 0,0 0 0,0 0 0,2 6 0,-8-10 0,0-1 0,0 1 0,0-1 0,0 0 0,-4-3 0,-12-9 0,-36-32 0,22 17 0,27 23 0,-19-16 0,25 21 0,0 0 0,0 0 0,0 0 0,0-1 0,1 1 0,-1 0 0,0 0 0,0 0 0,1-1 0,-1 1 0,1 0 0,-1-1 0,1 1 0,-1-1 0,1 1 0,0 0 0,0-1 0,0-1 0,0 2 0,0 0 0,1 0 0,-1 1 0,1-1 0,-1 0 0,1 0 0,0 0 0,-1 1 0,1-1 0,0 0 0,-1 1 0,1-1 0,0 1 0,0-1 0,0 1 0,-1-1 0,1 1 0,0-1 0,0 1 0,0 0 0,0-1 0,0 1 0,0 0 0,0 0 0,0 0 0,1 0 0,29-2 0,-25 3 0,52-4 0,74-13 0,-86 10 0,-39 5 0,0 0 0,1 0 0,-1 0 0,0 1 0,14 1 0,-20-1 0,0 0 0,1 0 0,-1 1 0,1-1 0,-1 0 0,1 1 0,-1 0 0,0-1 0,1 1 0,-1 0 0,0-1 0,0 1 0,1 0 0,-1 0 0,0 0 0,0 0 0,0 0 0,0 1 0,0-1 0,0 0 0,-1 0 0,1 1 0,0-1 0,-1 0 0,1 1 0,-1-1 0,1 0 0,-1 1 0,1 1 0,0 9-2,0 0-1,-1 17 1,-1-17 27,2 1 1,1 14 0,-2-23-145,1 0-1,0 0 0,0 0 1,1-1-1,-1 1 1,1 0-1,-1-1 0,1 1 1,0-1-1,1 1 1,2 2-1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0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24575,'5'-2'0,"1"1"0,3 4 0,0 6 0,0 4 0,-1 2 0,-2 2 0,-2-1 0,1 1 0,0-3-8191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1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101 254 24575,'27'114'0,"26"78"0,-52-188 0,-1-2 0,0-1 0,1 0 0,-1 1 0,1-1 0,-1 0 0,1 0 0,-1 1 0,1-1 0,0 0 0,-1 0 0,1 0 0,0 0 0,0 0 0,0 0 0,0 0 0,2 1 0,-3-2 0,0 0 0,0 0 0,1 0 0,-1 0 0,0 0 0,0 0 0,0 0 0,1 0 0,-1 0 0,0 0 0,0 0 0,0 0 0,0-1 0,1 1 0,-1 0 0,0 0 0,0 0 0,0 0 0,0 0 0,0-1 0,1 1 0,-1 0 0,0 0 0,0 0 0,0 0 0,0-1 0,0 1 0,0 0 0,0 0 0,0-1 0,0 1 0,0 0 0,0 0 0,0 0 0,0-1 0,0 1 0,0 0 0,0 0 0,0 0 0,0-1 0,0 1 0,0 0 0,0 0 0,-1-13 0,1 11 0,-6-27 0,-2 1 0,0-1 0,-2 2 0,-19-40 0,23 53 0,-19-42 0,-27-63 0,45 99 0,1 1 0,1-2 0,1 1 0,-3-25 0,7 42 0,0 0 0,-1 0 0,1 0 0,1-1 0,-1 1 0,0 0 0,1 0 0,0 0 0,0 0 0,0 0 0,0 0 0,0 0 0,0 0 0,3-4 0,-2 5 0,0 0 0,-1 1 0,1-1 0,0 1 0,0-1 0,0 1 0,0 0 0,0-1 0,0 1 0,0 0 0,0 1 0,0-1 0,1 0 0,-1 1 0,0-1 0,1 1 0,-1 0 0,0-1 0,1 1 0,3 1 0,1-1 0,0 1 0,0 1 0,0-1 0,0 1 0,0 0 0,-1 1 0,8 3 0,43 27 0,-45-26 0,-1 1 0,13 13 0,-20-18 0,0 1 0,-1-1 0,1 1 0,-1 0 0,0 0 0,-1 1 0,1-1 0,-1 1 0,3 5 0,-4-9 0,-1 0 0,0 0 0,0 0 0,1 0 0,-1 1 0,0-1 0,0 0 0,0 0 0,0 0 0,0 0 0,-1 0 0,1 0 0,0 0 0,0 0 0,-1 0 0,1 0 0,0 0 0,-1 0 0,1 0 0,-2 1 0,1 0 0,-1-1 0,1 0 0,-1 1 0,1-1 0,-1 0 0,1 0 0,-1 0 0,0 0 0,0 0 0,-2 1 0,-4 0 0,-1 0 0,1 0 0,-17 1 0,0-1-227,0-1-1,0-2 1,0 0-1,0-2 1,-44-10-1,53 9-6598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1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91 702 24575,'8'-98'0,"-4"0"0,-10-104 0,2 63 0,1 30 0,3 105 0,0-1 0,-1 0 0,1 1 0,-1-1 0,-1 1 0,1-1 0,0 1 0,-1-1 0,-3-5 0,5 10 0,-1-1 0,1 1 0,0 0 0,-1-1 0,1 1 0,0 0 0,-1 0 0,1-1 0,0 1 0,-1 0 0,1 0 0,0 0 0,-1-1 0,1 1 0,-1 0 0,1 0 0,0 0 0,-1 0 0,1 0 0,-1 0 0,1 0 0,-1 0 0,1 0 0,0 0 0,-1 0 0,1 0 0,-1 0 0,1 0 0,0 0 0,-1 1 0,1-1 0,-1 0 0,1 0 0,0 0 0,-1 1 0,1-1 0,0 0 0,-1 0 0,1 1 0,0-1 0,-1 0 0,1 1 0,0-1 0,0 0 0,-1 1 0,1-1 0,0 0 0,0 1 0,0-1 0,-1 1 0,-10 23 0,10-23 0,-8 18 0,2 1 0,0-1 0,1 1 0,1 0 0,0 1 0,2-1 0,-1 26 0,4-33 0,2 1 0,-1-1 0,2 1 0,-1-1 0,2 0 0,0 0 0,1 0 0,0-1 0,0 1 0,2-1 0,-1-1 0,2 1 0,-1-1 0,12 13 0,-3-7 0,0 0 0,1-1 0,1-1 0,0 0 0,1-2 0,1 0 0,31 15 0,-29-17 0,43 13 0,-56-21 0,0-1 0,0 0 0,1 0 0,-1-1 0,0-1 0,1 1 0,16-2 0,-23 0 0,0 0 0,0 0 0,0 0 0,0 0 0,0 0 0,-1 0 0,1-1 0,0 1 0,-1-1 0,1 0 0,-1 0 0,0 0 0,1 0 0,-1 0 0,0 0 0,0 0 0,0-1 0,-1 1 0,1-1 0,-1 0 0,1 1 0,-1-1 0,0 0 0,0 0 0,0 0 0,0 0 0,0-6 0,1-2 0,-1 0 0,0 0 0,-1 0 0,-1 0 0,1 0 0,-5-17 0,4 22 0,-1-1 0,0 1 0,0-1 0,-1 1 0,0 0 0,-4-8 0,5 11 0,0 0 0,0 0 0,-1 0 0,1 0 0,0 1 0,-1-1 0,0 1 0,1-1 0,-1 1 0,0 0 0,0 0 0,0 1 0,-6-3 0,8 3 0,0 1 0,-1 0 0,1-1 0,0 1 0,0 0 0,0 0 0,-1 0 0,1 0 0,0 0 0,0 0 0,0 0 0,-1 1 0,1-1 0,0 0 0,0 1 0,0-1 0,0 1 0,0-1 0,0 1 0,-2 0 0,1 1 0,1-1 0,-1 1 0,0 0 0,1 0 0,-1 0 0,1 0 0,0 0 0,-1 0 0,-1 4 0,1 0 0,0 0 0,0 0 0,0 1 0,1-1 0,0 1 0,0 11 0,1-14 0,1 1 0,0-1 0,0 1 0,0-1 0,0 0 0,1 0 0,0 1 0,0-1 0,0 0 0,0-1 0,0 1 0,1 0 0,4 4 0,5 5 0,0-1 0,15 12 0,-13-13 0,0-1 0,1 0 0,0-1 0,1-1 0,0-1 0,24 9 0,-5-5 0,74 12 0,-87-20-1365,-4-1-5461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2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24575,'11'1'0,"114"14"0,-111-12 0,0 0 0,0 1 0,0 0 0,-1 1 0,0 1 0,20 12 0,-29-15 0,0 0 0,0 0 0,0 0 0,-1 1 0,1-1 0,-1 1 0,0 0 0,0 0 0,-1 0 0,1 1 0,-1-1 0,0 0 0,0 1 0,0 0 0,-1-1 0,0 1 0,1 0 0,-2 0 0,1 0 0,-1 0 0,1 0 0,-1 0 0,-1 0 0,1 0 0,-1-1 0,0 1 0,0 0 0,0 0 0,0 0 0,-1-1 0,-4 9 0,4-9 0,-1-1 0,0 1 0,0-1 0,0 0 0,-1 0 0,1 0 0,-1 0 0,0 0 0,0-1 0,0 1 0,0-1 0,0 0 0,0 0 0,0-1 0,-1 1 0,1-1 0,-1 0 0,1 0 0,-1-1 0,-5 1 0,-1-1 0,0 0 0,0 0 0,0-1 0,0 0 0,0-1 0,1 0 0,-17-6 0,21 5 0,-1 0 0,1 0 0,-1 0 0,1-1 0,0 0 0,0 0 0,1-1 0,-8-7 0,11 11 0,0-1 0,0 0 0,1-1 0,-1 1 0,0 0 0,1 0 0,0-1 0,0 1 0,-1-1 0,1 1 0,1-1 0,-1 1 0,0-1 0,1 0 0,-1 1 0,1-1 0,0 0 0,0 1 0,0-1 0,0 0 0,0 1 0,1-1 0,-1 0 0,2-4 0,1 2 6,0 0 0,0 0-1,0 0 1,0 0 0,1 1-1,0 0 1,0 0 0,0 0 0,0 0-1,0 0 1,1 1 0,0 0-1,0 0 1,0 0 0,0 1-1,0-1 1,0 1 0,1 0 0,-1 1-1,11-2 1,-7 1-120,-1 1 0,1 0-1,0 0 1,0 1 0,0 0 0,0 1-1,0 0 1,0 0 0,0 1 0,-1 0-1,1 1 1,14 6 0,-14-4-6712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3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278 105 24575,'-10'-7'0,"-17"-16"0,-30-17 0,50 35 0,-1 0 0,1 1 0,-1 0 0,0 1 0,-1 0 0,1 0 0,0 1 0,-1 0 0,-12-1 0,19 2 0,-1 1 0,1 0 0,0 1 0,-1-1 0,1 0 0,0 1 0,-1-1 0,1 1 0,0 0 0,0 0 0,0-1 0,0 1 0,0 1 0,0-1 0,0 0 0,0 0 0,0 1 0,0-1 0,1 1 0,-1 0 0,1-1 0,-1 1 0,1 0 0,0 0 0,-1 0 0,1 0 0,0 0 0,0 0 0,1 0 0,-2 5 0,0 1 0,0 1 0,0 0 0,1 0 0,1 0 0,-1 0 0,3 14 0,1 3 0,1-1 0,2 0 0,0 0 0,2-1 0,11 26 0,61 113 0,-46-101 0,45 62 0,-64-103 0,2-1 0,0 0 0,1-1 0,1-1 0,0-1 0,29 19 0,-43-33 0,1 1 0,0-1 0,-1-1 0,1 1 0,0-1 0,8 2 0,-13-4 0,0 0 0,0 1 0,0-1 0,0 0 0,0 0 0,0 0 0,0 0 0,0 0 0,-1 0 0,1 0 0,0 0 0,0 0 0,0 0 0,0 0 0,0-1 0,0 1 0,0 0 0,0-1 0,0 1 0,-1-1 0,1 1 0,0-1 0,0 1 0,0-1 0,-1 1 0,1-1 0,0 0 0,-1 1 0,1-1 0,-1 0 0,1 0 0,-1 0 0,1 1 0,-1-1 0,1 0 0,-1 0 0,0 0 0,1 0 0,-1 0 0,0 0 0,0 0 0,0 0 0,0 0 0,0 1 0,0-1 0,0 0 0,0 0 0,0 0 0,-1-2 0,1-2 0,-1 0 0,-1 0 0,1 0 0,-1 0 0,0 0 0,0 0 0,0 1 0,-1-1 0,-3-4 0,-32-40 0,28 37 0,-5-6 0,-1 0 0,-1 1 0,0 1 0,-32-23 0,44 36 0,0 0 0,0 1 0,-1 0 0,1 0 0,-1 0 0,1 0 0,-1 1 0,1 0 0,-9 0 0,-8 0 0,-24 2 0,16 1 0,5-1-229,0 2-1,-49 12 0,61-11-446,-4 0-6150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3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24575,'7'-8'0,"1"0"0,-1 1 0,1-1 0,1 1 0,-1 1 0,1 0 0,0 0 0,1 1 0,-1 0 0,1 1 0,0 0 0,0 0 0,1 1 0,-1 0 0,1 1 0,-1 0 0,1 1 0,0 0 0,0 1 0,0 0 0,-1 0 0,1 1 0,0 1 0,-1 0 0,1 0 0,-1 1 0,0 1 0,1-1 0,-1 2 0,-1-1 0,1 1 0,11 9 0,-18-12 0,1 1 0,-1-1 0,-1 1 0,1 0 0,0 0 0,-1 0 0,1 0 0,-1 0 0,0 1 0,0-1 0,0 1 0,-1-1 0,1 1 0,1 5 0,-2-3 0,0 0 0,0 0 0,-1 1 0,1-1 0,-1 0 0,-1 0 0,1 1 0,-3 8 0,0-4 0,0 0 0,0-1 0,-1 1 0,-1-1 0,0 0 0,0 0 0,-1 0 0,0-1 0,-14 17 0,8-15 0,-16 19 0,27-29 0,0 0 0,0 1 0,0-1 0,0 0 0,1 1 0,-1-1 0,0 1 0,1-1 0,-1 1 0,1-1 0,-1 1 0,1-1 0,0 1 0,0-1 0,0 1 0,-1-1 0,2 1 0,-1 0 0,0-1 0,0 3 0,1-3 0,0 1 0,0-1 0,0 1 0,1-1 0,-1 0 0,0 1 0,0-1 0,1 0 0,-1 0 0,1 0 0,-1 0 0,1 0 0,-1 0 0,1 0 0,-1-1 0,4 2 0,29 6 0,-16-5 0,-1-1 0,1-1 0,26-1 0,-33-1 0,0 0 0,0 0 0,-1-1 0,1-1 0,-1 0 0,20-8 0,-28 10-72,0 0 1,1-1-1,-1 1 0,0-1 0,0 0 0,0 1 0,0-1 0,0 0 1,-1 0-1,1 0 0,0 0 0,-1 0 0,0-1 0,1 1 0,-1 0 1,0-1-1,0 1 0,0-3 0,2-7-6754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4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24575,'4'11'0,"0"-1"0,1 0 0,1 0 0,11 16 0,31 34 0,-45-57 0,10 12 0,0-1 0,1 0 0,0 0 0,28 19 0,-31-29 120,-11-4-157,0 0 0,0 1 0,1-1-1,-1 0 1,0 0 0,0 0 0,1 0 0,-1 0 0,0 0 0,0 0 0,1 0-1,-1 0 1,0 0 0,0 0 0,1 0 0,-1 0 0,0 0 0,0 0 0,0 0-1,1 0 1,-1-1 0,0 1 0,0 0 0,1 0 0,-1 0 0,0 0 0,0 0-1,0-1 1,1 1 0,-1 0 0,0 0 0,0 0 0,0 0 0,0-1 0,0 1-1,1 0 1,-1 0 0,0-1 0,0 1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4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24575,'15'17'0,"7"9"0,1 2 0,-2-1 0,-2-2 0,-1-4 0,-4-2 0,-2-5 0,-3-2 0,0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4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485 29 24575,'-30'-5'0,"-15"-1"0,-3-1 0,3 2 0,3 2 0,4 0 0,1 5 0,2 0 0,-1 2 0,0 1 0,2 0 0,2 0 0,6-2-8191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5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787 3 24575,'1'0'0,"1"-1"0,0 1 0,-1-1 0,1 1 0,0 0 0,-1 0 0,1 0 0,0 0 0,-1 0 0,4 0 0,-5 0 0,0 0 0,0 0 0,0 0 0,0 0 0,0 0 0,0 1 0,1-1 0,-1 0 0,0 0 0,0 0 0,0 0 0,0 0 0,0 0 0,0 0 0,0 0 0,0 0 0,1 0 0,-1 0 0,0 1 0,0-1 0,0 0 0,0 0 0,0 0 0,0 0 0,0 0 0,0 0 0,0 1 0,0-1 0,0 0 0,0 0 0,0 0 0,0 0 0,0 0 0,0 0 0,0 1 0,0-1 0,0 0 0,0 0 0,0 0 0,0 0 0,0 0 0,-9 9 0,-41 19 0,-2-1 0,-73 27 0,-20 9 0,117-49 0,1 2 0,0 0 0,-26 23 0,-17 17-682,-129 78-1,175-120-6143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7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24575,'1'25'0,"0"0"0,1 0 0,1 0 0,2-1 0,0 1 0,13 33 0,-2-18 0,-6-16 0,-1 0 0,8 38 0,-16-59 11,-1-1 0,1 1 0,-1-1 0,0 1 0,0 0 0,0-1-1,-1 1 1,1 0 0,0-1 0,-2 4 0,1-5-68,1 0 0,-1 0 0,1 0 0,-1 0-1,1 0 1,-1 0 0,0 0 0,0 0 0,1 0 0,-1 0 0,0-1 0,0 1-1,0 0 1,0-1 0,0 1 0,0-1 0,0 1 0,0-1 0,0 1 0,0-1 0,0 0-1,0 1 1,0-1 0,0 0 0,-3 0 0,-7 0-6769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7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24575,'30'-5'0,"1"1"0,-1 2 0,0 1 0,53 4 0,-70-1 0,0 0 0,0 1 0,0 0 0,-1 1 0,1 0 0,-1 1 0,0 1 0,0 0 0,0 0 0,-1 1 0,0 1 0,0 0 0,11 11 0,-9-5 0,0 1 0,0 1 0,-2-1 0,0 2 0,-1 0 0,0 0 0,-1 1 0,-1 0 0,-1 0 0,-1 1 0,0 0 0,-2 0 0,5 34 0,-9-48 0,1-1 0,-1 1 0,-1-1 0,1 0 0,0 1 0,-1-1 0,0 1 0,0-1 0,0 0 0,-1 0 0,0 0 0,1 0 0,-1 0 0,-1 0 0,1 0 0,0 0 0,-1-1 0,0 1 0,0-1 0,0 0 0,-5 4 0,2-2 0,0-2 0,0 1 0,-1 0 0,1-1 0,-1 0 0,0-1 0,0 0 0,0 0 0,0 0 0,0-1 0,-1 0 0,-8 0 0,-102-1 0,105 0 0,1-2 0,-1 0 0,0 0 0,1-1 0,-1-1 0,1 0 0,-13-6 0,11 1-1365,4 0-5461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7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24575,'-2'25'0,"1"11"0,1 1 0,3 1 0,4-5 0,3-5 0,-1-5 0,2-4 0,0-2 0,0-2 0,-1-4 0,-2 0 0,1-3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8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550 62 24575,'-31'-8'0,"-14"-2"0,-5-2 0,2 1 0,3 2 0,4 3 0,5 3 0,2 1 0,4 1 0,0 4 0,1 1 0,0 2 0,1 0 0,1 2 0,2 2 0,4-1-8191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8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24575,'2'25'0,"2"11"0,1 2 0,4-3 0,-1-6 0,2-4 0,0-7 0,0-4 0,0-1 0,-1-6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8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0 124 24575,'23'-18'0,"12"-5"0,3-2 0,-3 4 0,-4 5 0,-6 5 0,-4 5 0,-3 4 0,-2 1 0,-2 1 0,0 1 0,-5 1 0,-4 1 0,-6 1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8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24575,'13'0'0,"6"0"0,5 0 0,1-2 0,-1-1 0,-2-1 0,-3-1 0,-1 0 0,-2 1 0,-1 1 0,0 1 0,-1-2 0,0 0 0,1 1 0,-1 0 0,-2 2-8191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9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24575,'3'10'0,"2"9"0,4 3 0,0 3 0,2-1 0,0 2 0,-1-2 0,0-2 0,1-3 0,-1 1 0,0-3 0,-2-2 0,-2-1 0,0-3 0,0-1 0,-5-2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09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503 46 24575,'-28'-10'0,"-14"-3"0,-4 0 0,-3 5 0,0 7 0,0 5 0,-1 5 0,-2 4 0,0 2 0,4 0 0,10-1-8191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23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3643 30 24575,'151'0'0,"-856"0"0,578 8 0,8 0 0,-607-8 0,353-1 0,275 2 0,-108-2 0,109-6 0,-26-1 0,-87 17 0,113-2 0,-97-6 0,84-3 0,-348 2 0,436 1 0,-31 6 0,32-4 0,-34 2 0,66-5 0,14 0 0,40 5 0,67 10 0,-89-12 0,392 18 0,-93-13 0,122-2 0,-288-13 0,62-1 0,-14 9 0,106-2 0,148-38 0,-262 1 0,-164 28 0,0 2 0,0 3 0,78 2 0,-109 3 0,32 0 0,61 9 0,-86-6 0,32-2 0,6 1 0,-52 2 0,-11-1 0,-9 2 0,-31 7-1365,23-9-5461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53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1421 46 24575,'28'-4'0,"57"-4"0,-76 7 0,0 1 0,-1 1 0,1 0 0,0 0 0,-1 1 0,1 0 0,12 5 0,-21-7 0,1 0 0,0 0 0,-1 0 0,1 0 0,0 1 0,-1-1 0,1 0 0,-1 0 0,1 1 0,0-1 0,-1 1 0,1-1 0,-1 0 0,1 1 0,-1-1 0,1 1 0,-1-1 0,1 1 0,-1 0 0,0-1 0,1 1 0,-1-1 0,0 1 0,1 1 0,-1-2 0,-1 1 0,1-1 0,-1 1 0,1 0 0,-1-1 0,1 1 0,0-1 0,-1 0 0,0 1 0,1-1 0,-1 1 0,1-1 0,-1 0 0,1 1 0,-1-1 0,0 0 0,1 0 0,-1 0 0,-1 1 0,-6 1 0,-1 0 0,-13 1 0,-53 1 0,-132-11 0,71-1 0,-393-25 0,432 26 0,-185 1 0,196 7 0,82-1 0,1 0 0,-1 0 0,1 0 0,-1 0 0,1-1 0,-1 0 0,1 1 0,-1-1 0,1 0 0,0 0 0,-6-3 0,9 3 0,0 1 0,0 0 0,0 0 0,0 0 0,0-1 0,0 1 0,1 0 0,-1 0 0,0 0 0,0 0 0,0-1 0,0 1 0,0 0 0,0 0 0,0 0 0,0 0 0,0 0 0,1-1 0,-1 1 0,0 0 0,0 0 0,0 0 0,0 0 0,0 0 0,1 0 0,-1 0 0,0-1 0,0 1 0,0 0 0,0 0 0,1 0 0,-1 0 0,0 0 0,0 0 0,0 0 0,1 0 0,-1 0 0,0 0 0,0 0 0,0 0 0,1 0 0,-1 0 0,0 0 0,0 0 0,0 1 0,12-3 0,228 0 0,-124 4 0,-113-2-6,462 6-664,-3 35 578,-444-38 92,37 7 0,-49-9 0,-1 1 0,1-1 0,0 2 0,-1-1 0,0 0 0,9 7 0,-13-9 12,-1 0 1,1 0-1,-1 0 0,1 1 1,-1-1-1,1 0 0,-1 1 1,0-1-1,1 0 1,-1 1-1,1-1 0,-1 0 1,0 1-1,1-1 0,-1 0 1,0 1-1,0-1 0,1 1 1,-1-1-1,0 1 0,0-1 1,0 1-1,1-1 0,-1 1 1,0-1-1,0 1 0,0-1 1,0 1-1,0-1 1,0 1-1,0-1 0,0 1 1,0-1-1,0 1 0,-1-1 1,1 1-1,0-1 0,0 1 1,0-1-1,-1 1 0,1-1 1,0 1-1,0-1 0,-1 0 1,1 1-1,0-1 0,-1 0 1,1 1-1,-1-1 1,1 0-1,-1 1 0,-1 1 4,-1-1 0,0 1 0,0-1-1,0 0 1,0 0 0,0 0 0,-4 1-1,-31 3-20,-1-2 0,-77-2 0,56-2-166,-106 1-10,-297-6-324,3-38 261,432 40 157,1-1 0,-1-1 0,1-2 0,-26-11 0,39 13-6553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8:55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2039 178 24575,'106'-9'0,"250"-11"0,-337 19 0,-19 1 0,0 0 0,0 0 0,0 0 0,0 0 0,0 0 0,0 0 0,0 0 0,0 0 0,0 0 0,0 0 0,0-1 0,0 1 0,0 0 0,0 0 0,0 0 0,0 0 0,0 0 0,0 0 0,0 0 0,0 0 0,0 0 0,0 0 0,0 0 0,0 0 0,0 0 0,0 0 0,0 0 0,0 0 0,0 0 0,0 0 0,0 0 0,0 0 0,0 0 0,0 0 0,1 0 0,-1-1 0,0 1 0,0 0 0,0 0 0,0 0 0,0 0 0,0 0 0,0 0 0,0 0 0,0 0 0,0 0 0,0 0 0,0 0 0,0 0 0,0 0 0,0 0 0,0 0 0,0 0 0,0 0 0,0 0 0,0 0 0,0 0 0,1 0 0,-13-3 0,-53-8 0,-73-3 0,94 10 0,-966-63-2308,109 50 2047,608 4 2228,284 12-1846,0 0-1,-1-1 0,1 0 1,-13-5-1,23 6-120,3 0 0,7 0 0,24 2 0,61 10 0,-31-3 0,1249 85-1200,-650-87 831,-483-7 1427,-303 1-1912,89 0-5972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1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24575,'0'0'0,"0"-1"0,0 1 0,0-1 0,0 1 0,1 0 0,-1-1 0,0 1 0,0-1 0,1 1 0,-1 0 0,0-1 0,1 1 0,-1 0 0,0-1 0,1 1 0,-1 0 0,1-1 0,-1 1 0,0 0 0,1 0 0,-1-1 0,1 1 0,-1 0 0,1 0 0,-1 0 0,1 0 0,-1 0 0,1 0 0,0 0 0,0 0 0,0 0 0,0 1 0,-1-1 0,1 1 0,0-1 0,0 1 0,-1 0 0,1-1 0,0 1 0,-1 0 0,1-1 0,-1 1 0,1 0 0,0 1 0,2 4 0,0-1 0,0 2 0,2 8 0,19 79 0,-5-12 0,-8-45 0,-2 1 0,-2-1 0,-1 1 0,1 61 0,-7-77 0,1-13 0,-1 1 0,0-1 0,0 0 0,-1 1 0,-1-1 0,1 0 0,-6 16 0,9-29 0,3-8 0,1 0 0,0 1 0,1 0 0,0 0 0,16-18 0,-13 19 0,1 1 0,0 0 0,1 1 0,0 0 0,0 0 0,1 2 0,14-7 0,-20 10 0,0 1 0,1-1 0,-1 1 0,1 1 0,0-1 0,0 1 0,-1 1 0,1-1 0,0 1 0,0 1 0,0-1 0,-1 1 0,1 1 0,11 2 0,-15-2 8,1 1-1,-1-1 1,0 1-1,0-1 1,-1 1-1,1 0 1,-1 1-1,1-1 1,-1 0-1,0 1 1,0 0-1,0 0 1,-1 0-1,0 0 1,4 7-1,-2-1-219,0-1 0,-1 1 0,0 0-1,-1 0 1,0 0 0,1 12 0,-3-12-6614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149 319 24575,'-6'-3'0,"0"1"0,-1-1 0,1 1 0,-1 1 0,1-1 0,-1 1 0,0 0 0,1 1 0,-1-1 0,0 2 0,0-1 0,1 0 0,-1 1 0,-13 4 0,18-4 0,-1 1 0,1 0 0,0 0 0,0-1 0,-1 1 0,1 1 0,1-1 0,-1 0 0,0 0 0,0 1 0,1-1 0,-1 1 0,1-1 0,0 1 0,0 0 0,0-1 0,0 1 0,1 0 0,-2 4 0,1 2 0,-1 0 0,2 0 0,-1 0 0,2 17 0,-1-23 0,0 0 0,1-1 0,0 1 0,-1 0 0,1-1 0,0 1 0,0 0 0,1-1 0,-1 1 0,0-1 0,1 0 0,0 1 0,-1-1 0,1 0 0,0 0 0,0 0 0,0 0 0,0 0 0,1-1 0,-1 1 0,0 0 0,1-1 0,-1 0 0,1 0 0,-1 0 0,1 0 0,0 0 0,0 0 0,-1-1 0,1 1 0,4-1 0,-3 1 0,1-1 0,-1 0 0,1 0 0,-1 0 0,0-1 0,1 0 0,-1 1 0,1-2 0,-1 1 0,0 0 0,0-1 0,0 0 0,0 0 0,0 0 0,0-1 0,0 1 0,-1-1 0,1 0 0,3-3 0,-3 0 0,0 0 0,0 0 0,-1 0 0,0 0 0,0-1 0,0 0 0,-1 1 0,0-1 0,0 0 0,-1 0 0,0 0 0,0 0 0,0-14 0,-2 1 0,0 0 0,-1 1 0,-9-36 0,-1 18 0,-1 0 0,-2 1 0,-27-49 0,40 82 0,-10-17 0,11 19 0,1 0 0,-1 0 0,0 0 0,1 0 0,-1 0 0,0 1 0,0-1 0,1 0 0,-1 0 0,0 1 0,0-1 0,0 1 0,0-1 0,0 1 0,0-1 0,-2 1 0,3 0 0,0-1 0,0 1 0,0 1 0,-1-1 0,1 0 0,0 0 0,0 0 0,0 0 0,-1 0 0,1 0 0,0 0 0,0 0 0,-1 0 0,1 0 0,0 0 0,0 0 0,0 1 0,0-1 0,-1 0 0,1 0 0,0 0 0,0 0 0,0 1 0,0-1 0,0 0 0,-1 0 0,1 0 0,0 0 0,0 1 0,0-1 0,0 0 0,0 0 0,0 1 0,0 10 0,6 11 0,87 188 0,-48-118 0,-23-51 0,-13-24 0,9 18 0,-16-26-1365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2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252 129 24575,'-19'-18'0,"-55"-45"0,65 56 0,0 1 0,0 0 0,-1 1 0,1 0 0,-1 0 0,-16-4 0,24 8 0,-1 0 0,1 1 0,0-1 0,0 1 0,0-1 0,0 1 0,0 0 0,0 0 0,-1 0 0,1 0 0,0 0 0,0 1 0,0-1 0,0 1 0,0-1 0,0 1 0,0 0 0,0 0 0,0 0 0,0 0 0,0 0 0,0 0 0,0 0 0,1 1 0,-1-1 0,1 1 0,-1-1 0,-1 3 0,0 0 0,1 1 0,0 0 0,0 0 0,0 0 0,0 0 0,1 0 0,0 1 0,0-1 0,0 0 0,0 7 0,1-3 0,0 0 0,1 0 0,0 0 0,0 0 0,1 0 0,3 11 0,23 52 0,-15-40 0,12 28 0,9 23 0,-16-33 0,17 84 0,-34-131 0,0 4 0,1 1 0,-1-1 0,7 15 0,-8-21 0,1 1 0,0 0 0,0-1 0,0 1 0,0-1 0,0 1 0,1-1 0,-1 1 0,0-1 0,1 0 0,-1 0 0,0 0 0,1 1 0,0-1 0,-1-1 0,1 1 0,0 0 0,-1 0 0,1-1 0,0 1 0,2 0 0,3 0 0,-1-1 0,1 0 0,0 0 0,-1 0 0,1-1 0,8-1 0,41-14 0,-31 9 0,59-16 0,-62 14-1365,-12 3-5461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3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24575,'1'5'0,"0"0"0,1 1 0,0-1 0,0 0 0,0 0 0,0 0 0,7 9 0,-5-7 0,3 5 0,0-1 0,18 21 0,-23-29 0,1 0 0,0 0 0,0 0 0,0 0 0,0-1 0,1 0 0,-1 1 0,1-1 0,-1 0 0,1-1 0,0 1 0,-1-1 0,1 1 0,7 0 0,-10-2 0,1 0 0,-1 0 0,1 0 0,-1 0 0,0 0 0,1 0 0,-1 0 0,1 0 0,-1-1 0,1 1 0,-1-1 0,0 1 0,1-1 0,-1 1 0,0-1 0,0 0 0,1 0 0,-1 0 0,0 1 0,0-1 0,2-2 0,-2 0 0,1 1 0,-1 0 0,0-1 0,1 1 0,-1-1 0,0 1 0,-1-1 0,1 0 0,0 1 0,0-6 0,-1-2 0,0 0 0,0 0 0,-1 0 0,0 1 0,-4-15 0,5 21 0,-2-2 0,1 1 0,0-1 0,1 0 0,-1 0 0,1-6 0,0 10 0,0 0 0,0 0 0,0 1 0,0-1 0,0 0 0,1 0 0,-1 1 0,0-1 0,0 0 0,1 1 0,-1-1 0,1 0 0,-1 1 0,0-1 0,1 1 0,-1-1 0,1 1 0,-1-1 0,1 1 0,0-1 0,-1 1 0,1-1 0,-1 1 0,1-1 0,0 1 0,0 0 0,-1 0 0,1-1 0,0 1 0,-1 0 0,1 0 0,0 0 0,0 0 0,-1 0 0,1 0 0,0 0 0,0 0 0,-1 0 0,1 0 0,0 0 0,0 0 0,-1 0 0,2 1 0,5 1 0,0 1 0,0 0 0,0 0 0,0 1 0,-1 0 0,1 0 0,5 5 0,8 5 0,47 24 0,19 13 0,-83-49 68,-6-2-1501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3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24575,'13'-6'0,"0"0"0,1 0 0,-1 2 0,1 0 0,19-4 0,-27 7 0,0 1 0,-1-1 0,1 1 0,0 0 0,-1 1 0,1-1 0,0 1 0,-1 0 0,1 1 0,-1-1 0,1 1 0,-1 0 0,1 0 0,-1 1 0,0-1 0,5 5 0,2 2 0,-2 1 0,0 0 0,0 0 0,0 1 0,-2 0 0,1 1 0,-1 0 0,-1 0 0,0 1 0,-1 0 0,7 22 0,-5-10 0,-1 0 0,-1 1 0,-2 0 0,-1 0 0,1 39 0,-4-49 0,2 1 0,0-1 0,1 0 0,0 0 0,7 19 0,35 73 0,-2-4 0,-42-103 0,-1 1 0,1-1 0,-1 0 0,1 1 0,-1-1 0,0 1 0,0-1 0,0 0 0,0 1 0,0-1 0,0 1 0,0-1 0,0 0 0,0 1 0,0-1 0,-1 1 0,1-1 0,-1 0 0,1 1 0,-1-1 0,-1 2 0,1-2 0,0 1 0,-1-1 0,1 0 0,-1 0 0,1 0 0,-1 0 0,0-1 0,1 1 0,-1 0 0,0-1 0,1 1 0,-1-1 0,0 1 0,0-1 0,0 0 0,-3 0 0,-32 0 72,25 0-551,0 0 0,-14 1 0,11 2-6347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4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16 24575,'-10'-2'0,"-6"-2"0,-3 1 0,0 0 0,0 2 0,1-1 0,1 2 0,1 0 0,1 0 0,0 0 0,0 0 0,0 0 0,1 0 0,-1 0 0,1 0 0,1 0-8191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4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61 24575,'-30'-10'0,"-12"-3"0,-2 0 0,4 3 0,6 2 0,7 4 0,5 1 0,2 5 0,1 1 0,2 3 0,0 1 0,5-1-8191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9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90 24575,'-2'-8'0,"7"13"0,9 12 0,2 12 0,36 51 0,-45-70 0,1-1 0,0 0 0,0 0 0,1-1 0,20 14 0,-28-21 0,0 0 0,0 0 0,0 0 0,0 0 0,1-1 0,-1 1 0,0 0 0,1-1 0,-1 1 0,1-1 0,-1 1 0,0-1 0,1 0 0,-1 0 0,1 0 0,-1 0 0,1 0 0,-1 0 0,1 0 0,-1 0 0,0 0 0,1-1 0,-1 1 0,1 0 0,-1-1 0,0 0 0,1 1 0,-1-1 0,0 0 0,0 1 0,1-1 0,-1 0 0,0 0 0,0 0 0,0 0 0,0 0 0,0 0 0,0 0 0,0-1 0,-1 1 0,1 0 0,0 0 0,-1-1 0,2-2 0,1-4 0,-1 1 0,1-1 0,-1 0 0,-1 0 0,1 0 0,-1-15 0,-1 12 0,0 8 0,0-1 0,0 1 0,0-1 0,0 1 0,1-1 0,1-5 0,-2 8 0,0 1 0,1-1 0,-1 1 0,0-1 0,1 1 0,-1-1 0,0 1 0,1 0 0,-1-1 0,0 1 0,1-1 0,-1 1 0,1 0 0,-1-1 0,1 1 0,-1 0 0,1 0 0,-1-1 0,1 1 0,1 0 0,-1 0 0,0 0 0,0 0 0,0 0 0,0 0 0,0 0 0,1 0 0,-1 0 0,0 0 0,0 1 0,0-1 0,2 2 0,6 2 0,-1 1 0,0 0 0,0 1 0,0-1 0,8 9 0,19 14 0,-26-21 0,2-1 0,-1 1 0,1-2 0,0 0 0,0 0 0,0-1 0,16 4 0,-25-7 0,0-1 0,0 0 0,0 0 0,0 0 0,0 0 0,0 0 0,0 0 0,0 0 0,0-1 0,0 1 0,0-1 0,0 1 0,-1-1 0,1 0 0,0 1 0,0-1 0,-1 0 0,1-1 0,-1 1 0,1 0 0,-1 0 0,1-1 0,-1 1 0,1 0 0,-1-1 0,0 1 0,0-1 0,0 0 0,0 1 0,0-1 0,0 0 0,-1 0 0,1 0 0,0 0 0,-1 1 0,1-5 0,0 0 0,0 0 0,-1 0 0,1 0 0,-1 0 0,-1 0 0,1-1 0,-1 1 0,0 0 0,0 0 0,-4-9 0,0 3 0,0 1 0,0-1 0,-1 1 0,-1 1 0,0-1 0,0 1 0,-1 0 0,0 1 0,-1 0 0,0 0 0,-18-13 0,24 20-227,0 1-1,0-1 1,0 1-1,0 0 1,-6-2-1,-2 1-6598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09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22 24575,'-4'-3'0,"0"0"0,0 1 0,0 0 0,0 0 0,-1 0 0,1 1 0,-1-1 0,1 1 0,-1 0 0,0 0 0,1 0 0,-1 1 0,0 0 0,1 0 0,-8 1 0,9-1 0,-1 1 0,1 0 0,0 1 0,-1-1 0,1 1 0,0-1 0,0 1 0,0 0 0,0 0 0,0 0 0,0 1 0,0-1 0,1 1 0,-1-1 0,1 1 0,0 0 0,0 0 0,0 0 0,0 0 0,-2 6 0,2-6 0,1 1 0,-1-1 0,1 0 0,0 1 0,0-1 0,1 1 0,-1 0 0,1-1 0,0 1 0,-1-1 0,2 6 0,-1-7 0,1 0 0,-1 0 0,1 0 0,0 0 0,-1 0 0,1 0 0,0 0 0,0 0 0,1-1 0,-1 1 0,0 0 0,0-1 0,1 1 0,-1-1 0,1 1 0,-1-1 0,1 0 0,0 1 0,0-1 0,3 1 0,7 4 0,1-1 0,0 0 0,1-1 0,-1-1 0,23 3 0,70 0 0,-79-7-40,-17 1-225,-1-1 0,1 2 0,0-1 0,12 3 0,-12 0-6561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0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948 39 24575,'-173'-32'0,"133"28"0,0 2 0,-55 3 0,-111 22 0,81-7 0,-116 3-1365,213-15-5461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0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15 24575,'-1'-1'0,"0"1"0,0 0 0,0 0 0,1 1 0,-1-1 0,0 0 0,0 0 0,0 0 0,1 0 0,-1 1 0,0-1 0,0 0 0,1 1 0,-1-1 0,0 1 0,1-1 0,-1 0 0,0 1 0,1 0 0,-1-1 0,1 1 0,-1-1 0,0 2 0,0 0 0,1-1 0,-1 0 0,1 1 0,-1-1 0,1 1 0,0-1 0,0 1 0,0-1 0,0 1 0,0-1 0,0 1 0,0 1 0,2 4 0,-1-1 0,1 1 0,1-1 0,4 11 0,5 4 0,1-1 0,1-1 0,0 0 0,1-1 0,20 18 0,-29-31 0,0 0 0,0 0 0,0-1 0,0 1 0,13 5 0,-17-9 0,-1-1 0,1 1 0,0 0 0,0-1 0,0 1 0,0-1 0,-1 0 0,1 0 0,0 0 0,0 0 0,0 0 0,3 0 0,-4-1 0,0 1 0,0 0 0,-1-1 0,1 1 0,0-1 0,0 1 0,0-1 0,0 0 0,-1 1 0,1-1 0,0 0 0,0 0 0,-1 1 0,1-1 0,-1 0 0,1 0 0,-1 0 0,1 0 0,-1 0 0,1 0 0,-1 0 0,0 0 0,1 0 0,-1-1 0,-1-12 0,1 13 0,0 0 0,-1 0 0,1 0 0,0 0 0,0-1 0,0 1 0,0 0 0,0 0 0,0 0 0,0 0 0,0 0 0,0 0 0,1 0 0,-1 0 0,0 0 0,1 0 0,-1 0 0,2-2 0,0 3 0,0 1 0,0-1 0,0 1 0,0 0 0,1 0 0,-1 0 0,0 0 0,0 0 0,0 0 0,2 3 0,2-1 0,8 5 0,1-1 0,-1-1 0,1 0 0,1-1 0,-1-1 0,1 0 0,26 2 0,-37-6 0,1 0 0,-1 0 0,0-1 0,0 1 0,0-1 0,0 0 0,-1-1 0,1 0 0,0 1 0,0-1 0,-1-1 0,1 1 0,-1-1 0,0 0 0,0 0 0,0 0 0,0 0 0,3-4 0,-4 4 0,0-1 0,-1 1 0,1-1 0,-1 1 0,0-1 0,0 0 0,0 1 0,-1-1 0,1 0 0,-1 0 0,0 0 0,0 0 0,0-1 0,-1 1 0,1 0 0,-1 0 0,0-1 0,0 1 0,-1 0 0,1 0 0,-3-8 0,0 2 20,-1 0 0,0 1 0,0-1 0,-1 1 0,-11-17 0,12 21-155,0-1 0,-1 1 0,1 0 0,-1 1 0,0-1 0,-1 1 0,1 0 0,-1 0 0,0 0 0,-7-2 0,1 1-6691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1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 24575,'-18'2'0,"4"-1"0,0 1 0,0 0 0,-15 5 0,27-6 0,-1 0 0,0 0 0,1 0 0,-1 0 0,1 0 0,0 0 0,-1 1 0,1-1 0,0 1 0,0 0 0,0-1 0,0 1 0,0 0 0,0 0 0,0 0 0,1 1 0,-1-1 0,1 0 0,0 1 0,-1-1 0,1 0 0,-1 4 0,2-3 0,0 0 0,0-1 0,0 1 0,0 0 0,0-1 0,0 1 0,1 0 0,0-1 0,-1 1 0,1 0 0,0-1 0,0 1 0,0-1 0,1 0 0,-1 1 0,0-1 0,1 0 0,0 0 0,2 3 0,0 0 0,1-1 0,0 1 0,0-1 0,0 0 0,0-1 0,0 1 0,7 2 0,5 2-151,1 0-1,1-1 0,-1-1 0,1-1 1,0 0-1,1-2 0,-1 0 1,37 0-1,-44-3-6674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2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45 24575,'-29'-11'0,"-40"-13"0,60 21 0,1 1 0,-1 1 0,0-1 0,0 1 0,-16 1 0,24 0 0,0 0 0,-1 0 0,1 0 0,0 0 0,-1 0 0,1 0 0,0 1 0,0-1 0,-1 1 0,1-1 0,0 1 0,0-1 0,-1 1 0,1 0 0,0-1 0,0 1 0,0 0 0,0 0 0,0 0 0,0 0 0,0 0 0,1 0 0,-1 0 0,0 0 0,0 0 0,1 0 0,-1 1 0,1-1 0,-1 0 0,1 0 0,-1 1 0,1-1 0,0 0 0,0 1 0,-1-1 0,1 0 0,0 1 0,0-1 0,1 0 0,-1 1 0,0 1 0,2 3 0,-1 1 0,1-1 0,0 1 0,1-1 0,-1 0 0,7 11 0,1-1 0,1 0 0,0-1 0,1 0 0,23 21 0,-12-16 0,1-1 0,31 19 0,-27-20 0,1-1 0,31 26 0,-57-40 0,0-1 0,0 1 0,-1 0 0,1 0 0,-1 0 0,3 5 0,-5-8 0,1 1 0,-1-1 0,0 1 0,1 0 0,-1-1 0,0 1 0,0 0 0,1-1 0,-1 1 0,0 0 0,0-1 0,0 1 0,0 0 0,0-1 0,0 1 0,0 0 0,0-1 0,0 1 0,0 0 0,0-1 0,0 1 0,-1 0 0,1-1 0,0 1 0,0 0 0,-1-1 0,1 1 0,0-1 0,-1 1 0,1-1 0,-1 1 0,1-1 0,-1 1 0,1-1 0,-1 1 0,1-1 0,-1 1 0,1-1 0,-1 0 0,0 1 0,1-1 0,-1 0 0,0 1 0,-5 1 0,-1-1 0,1 1 0,0-1 0,-1 0 0,1-1 0,-7 0 0,-42-3 0,45 2 0,8 1-23,-55-7 169,52 6-311,0 0-1,0 0 1,0-1 0,0 1-1,0-1 1,0 0 0,1-1-1,-8-4 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2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24575,'8'15'0,"2"7"0,-1-2 0,-1-5-8191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2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24575,'2'-5'0,"4"0"0,1 5 0,-2 4 0,2 4 0,-1 5 0,2 4 0,-1-1-8191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3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24575,'11'25'0,"23"39"0,-30-57 0,0-1 0,1 1 0,0-1 0,0 0 0,0-1 0,1 1 0,0-1 0,0 0 0,0-1 0,12 7 0,-15-9 0,0-1 0,0 0 0,0 0 0,-1 0 0,1-1 0,1 1 0,-1-1 0,0 1 0,0-1 0,0 0 0,0 0 0,0-1 0,0 1 0,0 0 0,0-1 0,0 0 0,0 0 0,0 0 0,0 0 0,0 0 0,-1-1 0,5-2 0,-4 2 0,0-1 0,0 1 0,0-1 0,-1 1 0,1-1 0,-1 0 0,0 0 0,0 0 0,0 0 0,0-1 0,-1 1 0,1-1 0,-1 1 0,0-1 0,0 1 0,0-1 0,0 1 0,0-6 0,-1 6 0,0 0 0,1 0 0,-1 0 0,1 0 0,0 0 0,-1 0 0,4-6 0,-4 9 0,0-1 0,1 1 0,-1-1 0,0 1 0,1-1 0,-1 1 0,1 0 0,-1-1 0,0 1 0,1 0 0,-1-1 0,1 1 0,-1 0 0,1 0 0,-1-1 0,1 1 0,-1 0 0,1 0 0,0 0 0,1 0 0,-1 0 0,0 0 0,0 0 0,0 0 0,0 0 0,0 1 0,0-1 0,0 1 0,0-1 0,0 1 0,0-1 0,0 1 0,2 0 0,3 4-136,-1 1-1,1-1 1,-1 1-1,0 0 1,0 0-1,0 1 1,-1 0-1,0-1 0,5 14 1,-2-6-6690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3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24575,'7'19'0,"0"0"0,1-1 0,1 0 0,1 0 0,21 28 0,-23-36 0,1 1 0,0-2 0,1 0 0,0 0 0,0 0 0,1-1 0,0-1 0,0 0 0,21 9 0,-28-13 0,1-2 0,0 1 0,-1 0 0,1-1 0,0 0 0,0 0 0,6 1 0,-9-3 0,0 1 0,1 0 0,-1-1 0,0 1 0,0-1 0,0 0 0,0 0 0,0 1 0,-1-1 0,1 0 0,0-1 0,0 1 0,-1 0 0,1 0 0,0-1 0,-1 1 0,1-1 0,-1 0 0,2-2 0,-1 1 0,0 0 0,0 0 0,0-1 0,0 1 0,-1 0 0,1-1 0,-1 1 0,0-1 0,0 0 0,0 1 0,-1-1 0,1 0 0,-1 1 0,0-1 0,0-5 0,-2-3 0,0 0 0,-1 0 0,-5-16 0,6 24 0,2 3 0,0 1 0,0-1 0,-1 1 0,1-1 0,0 1 0,0-1 0,0 0 0,0 1 0,0-1 0,0 0 0,0 1 0,0-1 0,0 1 0,0-1 0,0 0 0,0 1 0,1-1 0,-1 0 0,0 1 0,0 0 0,1 0 0,-1 0 0,0 0 0,0 0 0,1 0 0,-1 0 0,0-1 0,0 1 0,1 0 0,-1 0 0,0 0 0,0 0 0,1 0 0,-1 0 0,0 0 0,0 0 0,1 0 0,-1 1 0,0-1 0,0 0 0,1 0 0,-1 0 0,0 0 0,0 0 0,1 1 0,21 13 0,-16-9 0,15 8 0,0-1 0,0-1 0,1-1 0,1 0 0,0-2 0,44 10 0,-64-18 0,1 1 0,-1-1 0,0 1 0,1-1 0,-1 0 0,0-1 0,1 1 0,-1 0 0,0-1 0,0 0 0,1 0 0,-1 0 0,4-1 0,-5 1 0,-1-1 0,1 1 0,-1 0 0,0 0 0,1 0 0,-1-1 0,0 1 0,0-1 0,0 1 0,0-1 0,0 1 0,0-1 0,0 0 0,0 1 0,-1-1 0,1 0 0,-1 0 0,1 0 0,-1 1 0,0-1 0,1 0 0,-1 0 0,0 0 0,0 0 0,-1-2 0,0-1 0,0 0 0,0 0 0,0 0 0,-1 1 0,0-1 0,0 0 0,0 1 0,-1-1 0,1 1 0,-1 0 0,0 0 0,-1 0 0,1 0 0,-6-4 0,0-2 0,-1 2 0,-1 0 0,0 0 0,-15-8 0,-4 4-1365,17 9-5461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4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13 24575,'-7'-2'0,"-7"-1"0,0 0 0,0 1 0,-26-1 0,36 3 0,1 0 0,-1 1 0,0-1 0,1 1 0,-1 0 0,1 0 0,-1 0 0,-5 3 0,7-3 0,1 1 0,-1-1 0,0 0 0,0 0 0,1 1 0,-1-1 0,1 1 0,-1 0 0,1-1 0,0 1 0,0 0 0,0 0 0,0 0 0,0 0 0,-1 4 0,1-3 0,0 0 0,1 1 0,0-1 0,0 1 0,0-1 0,0 1 0,0-1 0,1 0 0,-1 1 0,1-1 0,0 0 0,0 1 0,1-1 0,-1 0 0,0 0 0,1 0 0,0 0 0,0 0 0,0 0 0,0 0 0,0-1 0,4 4 0,2 2 0,1 1 0,0-2 0,0 1 0,1-2 0,13 8 0,-11-7 0,0-1 0,1-1 0,-1 0 0,1-1 0,1 0 0,-1-1 0,0 0 0,1-1 0,0-1 0,-1 0 0,1-1 0,0 0 0,23-5 0,-33 5-136,0-1-1,0 0 1,-1-1-1,1 1 1,0-1-1,0 1 1,-1-1-1,1 0 0,3-4 1,2-2-6690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5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24575,'5'18'0,"0"0"0,13 28 0,-13-37 0,0 0 0,0 0 0,1 0 0,0-1 0,1 0 0,10 10 0,-9-10 0,1 0 0,0-1 0,0 0 0,20 10 0,-27-16 0,0 0 0,1 0 0,-1 0 0,1 0 0,-1-1 0,1 1 0,-1-1 0,1 0 0,-1 1 0,1-1 0,-1 0 0,5-1 0,-6 1 0,1-1 0,-1 1 0,1-1 0,-1 0 0,0 0 0,1 1 0,-1-1 0,0 0 0,1 0 0,-1 0 0,0 0 0,0-1 0,0 1 0,0 0 0,0 0 0,0-1 0,0 1 0,-1 0 0,1-1 0,0 1 0,-1-1 0,1-1 0,1-5 0,0-1 0,-1 1 0,0 0 0,0-1 0,-1 1 0,0-1 0,-1 1 0,0 0 0,0-1 0,-5-13 0,3 7 0,-2-29 0,5 44 0,0-1 0,0 1 0,-1-1 0,1 0 0,0 1 0,0-1 0,0 0 0,0 1 0,0-1 0,0 1 0,1-1 0,-1 0 0,0 1 0,0-1 0,0 1 0,0-1 0,1 0 0,-1 1 0,0-1 0,1 1 0,-1-1 0,0 1 0,1-1 0,-1 1 0,1-1 0,-1 1 0,1-1 0,-1 1 0,1 0 0,-1-1 0,1 1 0,-1 0 0,1 0 0,-1-1 0,1 1 0,0 0 0,-1 0 0,1 0 0,-1-1 0,1 1 0,0 0 0,-1 0 0,1 0 0,0 0 0,-1 0 0,1 0 0,0 1 0,-1-1 0,1 0 0,-1 0 0,1 0 0,0 0 0,-1 1 0,1-1 0,0 1 0,5 2 0,0 0 0,1 0 0,10 9 0,-14-9 0,22 14 0,25 18 0,-2 1 0,62 62 0,-105-94-273,-1 1 0,-1 0 0,1 0 0,3 5 0,-1 3-6553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5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24575,'30'7'0,"-1"1"0,0 1 0,-1 2 0,0 1 0,-1 2 0,35 21 0,-47-25 0,-1 1 0,0 0 0,-1 1 0,0 0 0,-1 1 0,0 1 0,-1 0 0,-1 0 0,0 1 0,-1 0 0,0 1 0,6 19 0,-6-10 20,-1 0 0,-1 0 0,-2 1 0,0 0 0,0 27 0,-4-36-185,-1 1 0,0-1 0,-2 0 0,0 0 0,-1 0 0,0 0 0,-1 0 0,-11 25 0,4-18-6661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6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17 24575,'-1'-2'0,"0"1"0,-1 0 0,0-1 0,1 1 0,-1 0 0,1 0 0,-1 0 0,0 0 0,0 0 0,0 0 0,0 0 0,0 1 0,0-1 0,0 1 0,0-1 0,0 1 0,0 0 0,0 0 0,-3 0 0,3 0 0,0 1 0,1-1 0,-1 1 0,1 0 0,-1 0 0,1-1 0,-1 1 0,1 0 0,0 0 0,-1 0 0,1 1 0,0-1 0,0 0 0,0 0 0,-1 1 0,2-1 0,-1 0 0,0 1 0,0-1 0,0 1 0,1 0 0,-1-1 0,0 1 0,1 1 0,-4 15 0,1 0 0,1 0 0,1 0 0,1 0 0,3 34 0,-2-40 0,29 249 0,-27-247 0,0 0 0,0-1 0,2 1 0,0-1 0,0 0 0,1-1 0,1 1 0,0-1 0,1-1 0,0 1 0,0-1 0,1-1 0,1 1 0,0-2 0,14 12 0,-6-7-682,28 18-1,-29-22-6143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7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2643 33 24575,'1'0'0,"0"0"0,-1 0 0,1 0 0,0-1 0,0 1 0,-1 0 0,1 0 0,0-1 0,-1 1 0,1 0 0,0-1 0,-1 1 0,1-1 0,0 1 0,-1-1 0,1 1 0,-1-1 0,1 1 0,-1-1 0,1 0 0,-1 1 0,0-1 0,1 0 0,-1 1 0,1-2 0,-2 1 0,1 0 0,-1 1 0,1-1 0,-1 0 0,1 1 0,-1-1 0,1 0 0,-1 1 0,0-1 0,1 1 0,-1-1 0,0 1 0,0-1 0,1 1 0,-1-1 0,0 1 0,0 0 0,0-1 0,0 1 0,1 0 0,-1 0 0,-2 0 0,-18-4 0,0 1 0,0 1 0,-1 1 0,-30 3 0,9-1 0,-373 9 0,-220-3 0,393-9 0,52 2-147,-212 1-310,233 6 595,-51 1 228,124-1-130,28 0-1737,54-7-5325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8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 24575,'-8'5'0,"-2"4"0,3 3 0,3 2 0,2 1 0,3 1 0,5 0 0,1 0 0,2-1 0,2 0 0,-1 0 0,0-2 0,1-2 0,-1 1 0,0-3 0,-2 1 0,1-2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8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24575,'15'30'0,"8"13"0,2-2 0,-3-4 0,-3-10 0,-4-5 0,-3-8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8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16 24575,'-30'-3'0,"-13"0"0,-1-1 0,2 2 0,5 0 0,7 1 0,5 0 0,5 1 0,6 3 0,3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19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24575,'2'6'0,"2"13"0,14 36 0,-15-50 0,-1 0 0,1 0 0,0 0 0,0 0 0,0-1 0,0 1 0,1-1 0,0 0 0,0 1 0,0-2 0,7 6 0,-10-8 0,1 0 0,0 0 0,-1 0 0,1 0 0,-1-1 0,1 1 0,0 0 0,0-1 0,-1 1 0,1-1 0,0 0 0,0 1 0,0-1 0,-1 0 0,1 0 0,0 0 0,0 0 0,0-1 0,0 1 0,-1 0 0,1-1 0,0 1 0,2-2 0,-2 1 0,0 0 0,-1-1 0,0 1 0,1 0 0,-1-1 0,0 1 0,0-1 0,0 1 0,0-1 0,0 0 0,0 1 0,0-1 0,0 0 0,-1 0 0,1 0 0,-1 1 0,1-1 0,-1 0 0,0 0 0,0 0 0,1 0 0,-2-3 0,0-7 0,0 0 0,-1-1 0,-7-22 0,-2-12 0,10 46 0,1 0 0,0 0 0,0 0 0,0 0 0,0 0 0,0-1 0,0 1 0,0 0 0,0 0 0,0 0 0,1 0 0,-1 0 0,0 0 0,1-1 0,0 0 0,-1 1 0,1 0 0,-1 1 0,1 0 0,-1-1 0,1 1 0,0-1 0,-1 1 0,1 0 0,-1-1 0,1 1 0,0 0 0,-1-1 0,1 1 0,0 0 0,-1 0 0,1 0 0,0 0 0,-1 0 0,2 0 0,1 0 0,0 0 0,0 1 0,0-1 0,0 1 0,0 0 0,0 0 0,0 0 0,0 1 0,-1-1 0,4 3 0,98 69 0,-26-17 0,-49-34-1365,-17-12-5461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4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18 24575,'-4'0'0,"1"-1"0,0 1 0,0-1 0,-1 0 0,-3-2 0,-12-2 0,-19 1 0,-1 2 0,-46 3 0,18 1 0,47-2 11,-27 6 1,37-4-166,-2 0-1,1-1 1,0 0 0,0-1 0,0 0 0,0-1-1,0 0 1,-12-3 0,13 1-6672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4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53 24575,'-28'-10'0,"-11"-3"0,-5 0 0,4 3 0,5 5 0,6 4 0,6 4 0,5 5 0,4 0-8191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5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339 58 24575,'-74'-21'0,"37"10"0,0 2 0,-43-6 0,75 14 0,0 1 0,0 0 0,0 0 0,0 0 0,0 0 0,-1 1 0,1 0 0,0 0 0,0 0 0,1 1 0,-1 0 0,-8 3 0,10-3 0,0 0 0,1 1 0,-1-1 0,0 0 0,1 1 0,0-1 0,-1 1 0,1 0 0,0 0 0,0 0 0,1 0 0,-1 0 0,1 0 0,-1 1 0,1-1 0,0 0 0,0 1 0,1-1 0,-1 4 0,0-2 0,1 0 0,0-1 0,1 1 0,-1 0 0,1-1 0,0 1 0,0-1 0,0 1 0,1-1 0,-1 0 0,1 0 0,0 1 0,1-1 0,-1 0 0,1-1 0,-1 1 0,1 0 0,5 4 0,1 1 0,0-1 0,0 0 0,0-1 0,1 0 0,0 0 0,12 5 0,157 63 0,-98-44 0,-73-28 0,-1 0 0,0 1 0,0 0 0,0 0 0,10 8 0,-16-11 0,0 0 0,0 0 0,-1 0 0,1 0 0,0 0 0,0 0 0,0 0 0,-1 0 0,1 1 0,0-1 0,-1 0 0,1 0 0,-1 1 0,0-1 0,1 0 0,-1 3 0,0-2 0,0-1 0,-1 0 0,1 0 0,-1 1 0,1-1 0,-1 0 0,1 0 0,-1 0 0,0 1 0,1-1 0,-1 0 0,0 0 0,0 0 0,0 0 0,0 0 0,0-1 0,0 1 0,0 0 0,0 0 0,-3 1 0,-3 2 0,-1-1 0,0 1 0,0-1 0,0 0 0,0-1 0,-1 0 0,-16 2 0,-63-1 0,71-3 0,-34 0 0,-73-2 0,122 2-68,0 0 0,0 0-1,0-1 1,0 1 0,0-1 0,0 1-1,1-1 1,-1 0 0,0 1 0,0-1-1,0 0 1,1 0 0,-1 0 0,0-1-1,1 1 1,-1 0 0,1-1 0,-1 1-1,-1-4 1,-1-3-6758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6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24575,'-5'15'0,"-1"7"0,-1 3 0,5 0 0,1-3 0,5-4 0,3-3 0,1-2 0,1-2 0,0-2 0,0-1 0,1-3 0,2-2 0,-1-1-8191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6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24575,'3'-2'0,"0"1"0,0 3 0,2 5 0,0 3 0,0 2 0,-2-1-8191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6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24575,'1'12'0,"0"0"0,0 1 0,1-1 0,1 0 0,6 21 0,-5-24 0,-1 0 0,1-1 0,0 0 0,1 0 0,0 0 0,0-1 0,1 1 0,8 8 0,-12-14 0,-1-1 0,0 0 0,0 0 0,1 0 0,-1 0 0,1 0 0,-1 0 0,1 0 0,-1 0 0,1-1 0,-1 1 0,1 0 0,0-1 0,-1 1 0,1-1 0,0 0 0,-1 0 0,1 0 0,2 0 0,-2 0 0,0-1 0,-1 1 0,1-1 0,-1 1 0,1-1 0,-1 0 0,1 0 0,-1 0 0,1 0 0,-1 0 0,0 0 0,1 0 0,-1-1 0,0 1 0,0 0 0,1-2 0,1-3 0,1 1 0,-1-1 0,-1 0 0,1 0 0,-1 0 0,0 0 0,-1-1 0,1 1 0,0-8 0,-3-21 0,1 27 0,0 1 0,0-1 0,0 1 0,1 0 0,1-8 0,-2 14 0,0 1 0,0-1 0,0 1 0,1 0 0,-1-1 0,0 1 0,0-1 0,0 1 0,1 0 0,-1-1 0,0 1 0,0 0 0,1-1 0,-1 1 0,0 0 0,1-1 0,-1 1 0,0 0 0,1 0 0,-1-1 0,1 1 0,-1 0 0,0 0 0,1 0 0,-1-1 0,1 1 0,-1 0 0,0 0 0,1 0 0,-1 0 0,1 0 0,-1 0 0,1 0 0,-1 0 0,1 0 0,-1 0 0,0 0 0,1 0 0,-1 0 0,1 1 0,0-1 0,19 12 0,-14-8 0,83 59 0,-61-41 0,1-2 0,42 23 0,-57-36 0,-10-4 0,1-1 0,0 1 0,-1-1 0,1 0 0,0 0 0,0-1 0,10 2 0,-8-5-1365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27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253 111 24575,'-27'-25'0,"15"13"0,-1 0 0,0 1 0,0 1 0,-1 0 0,-1 1 0,-16-9 0,30 18 0,-1-1 0,1 0 0,-1 1 0,0-1 0,1 1 0,-1 0 0,0-1 0,1 1 0,-1 0 0,0 0 0,0 0 0,1 0 0,-1 0 0,0 1 0,1-1 0,-1 0 0,0 1 0,1-1 0,-1 1 0,0 0 0,1-1 0,-1 1 0,1 0 0,0 0 0,-1 0 0,1 0 0,-2 2 0,-1 2 0,0 0 0,0 0 0,0 1 0,1-1 0,-5 12 0,0-1 0,2-6 0,2 0 0,-1 1 0,1-1 0,0 1 0,1 0 0,1 0 0,0 0 0,-1 13 0,2-20 0,1 0 0,0 1 0,0-1 0,1 0 0,-1 0 0,1 1 0,0-1 0,0 0 0,0 0 0,1 0 0,0 0 0,-1 0 0,1 0 0,1 0 0,-1-1 0,0 1 0,1-1 0,0 0 0,0 0 0,0 1 0,0-2 0,0 1 0,0 0 0,5 2 0,5 2 0,1-1 0,0 0 0,0-1 0,0 0 0,17 2 0,75 9 0,-82-13 60,34-1 0,-49-2-272,0 0 0,1-1 0,-1-1-1,0 0 1,0 0 0,15-6 0,-15 3-6614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0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89 24575,'-4'-8'0,"3"5"0,-1 0 0,1 0 0,-1 0 0,0 0 0,0 0 0,-1 0 0,1 0 0,0 1 0,-5-4 0,15 27 0,28 50 0,7 11 0,-36-70 0,0 0 0,1-1 0,1 0 0,14 14 0,-23-25 0,1 1 0,-1-1 0,1 1 0,-1-1 0,1 1 0,-1-1 0,1 0 0,-1 1 0,1-1 0,0 0 0,-1 1 0,1-1 0,-1 0 0,1 0 0,0 0 0,-1 0 0,1 1 0,1-1 0,-2-1 0,1 1 0,-1 0 0,1 0 0,-1 0 0,0-1 0,1 1 0,-1 0 0,0 0 0,1-1 0,-1 1 0,0 0 0,1-1 0,-1 1 0,0 0 0,0-1 0,1 1 0,-1 0 0,0-1 0,0 1 0,0-1 0,1 0 0,0-4 0,0 0 0,0 0 0,0-1 0,-1-5 0,2-6 0,-1 17 0,-1-1 0,0 0 0,1 0 0,-1 1 0,1-1 0,0 0 0,-1 1 0,1-1 0,0 0 0,-1 1 0,1-1 0,0 1 0,-1-1 0,1 1 0,0-1 0,0 1 0,0 0 0,-1 0 0,1-1 0,0 1 0,0 0 0,0 0 0,0 0 0,0 0 0,0 0 0,-1 0 0,1 0 0,0 0 0,0 0 0,0 0 0,0 0 0,0 0 0,-1 1 0,1-1 0,0 0 0,1 1 0,6 2 0,-1 0 0,0 1 0,8 4 0,-7-3 0,4 2 0,31 15 0,57 23 0,-86-40 0,0 0 0,0-1 0,1-1 0,0 0 0,0-1 0,-1-1 0,1 0 0,23-3 0,-34 2 0,0 0 0,0-1 0,0 0 0,-1 0 0,1 0 0,0 0 0,-1-1 0,1 1 0,-1-1 0,1 0 0,-1 0 0,6-5 0,-7 5 0,0 0 0,0-1 0,0 1 0,-1-1 0,1 1 0,-1-1 0,0 1 0,1-1 0,-1 0 0,0 0 0,-1 1 0,1-1 0,0 0 0,-1 0 0,1 0 0,-1 0 0,0-5 0,-1-6 0,-1 0 0,0 1 0,-1-1 0,-1 1 0,1 0 0,-2-1 0,-9-17 0,5 12 0,-2 1 0,0 0 0,-1 0 0,-17-19 0,24 31 24,0 1 0,-1-1 0,0 1 0,-9-7 0,13 11-86,1 0 0,-1 0 0,0 0 0,1 0 1,-1 1-1,0-1 0,0 0 0,1 1 0,-1-1 0,0 1 0,0 0 0,0 0 1,0-1-1,0 1 0,0 0 0,1 1 0,-1-1 0,0 0 0,0 0 0,0 1 1,0-1-1,0 1 0,-3 1 0,-4 5-6764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0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165 12 24575,'-8'-2'0,"0"-1"0,-1 1 0,1 1 0,-1-1 0,1 1 0,-1 1 0,1 0 0,-1 0 0,-14 3 0,20-3 0,-1 1 0,1 0 0,0 0 0,0 0 0,0 0 0,0 1 0,0-1 0,0 1 0,0 0 0,1 0 0,-1 0 0,0 0 0,1 0 0,0 1 0,-1-1 0,1 1 0,0-1 0,0 1 0,1 0 0,-1 0 0,0 0 0,1 0 0,0 0 0,0 0 0,0 0 0,0 0 0,-1 6 0,2-5 0,-1 0 0,1 0 0,0 0 0,0 0 0,0 0 0,0 0 0,1 0 0,-1-1 0,1 1 0,0 0 0,0 0 0,1 0 0,-1-1 0,1 1 0,0 0 0,0-1 0,0 0 0,5 7 0,-3-6 0,0 0 0,0-1 0,1 1 0,-1-1 0,1 0 0,0 0 0,0-1 0,0 1 0,0-1 0,1 0 0,-1 0 0,11 1 0,6 0-44,0-1 0,0-1 0,26-2 1,-18 0-1147,-17 1-5636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2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24575,'14'10'0,"-1"2"0,0 0 0,0 0 0,-2 1 0,20 26 0,9 11 0,-33-42 0,0-1 0,1 1 0,10 6 0,-14-11 0,0-1 0,-1 0 0,1 1 0,0-1 0,0-1 0,1 1 0,-1 0 0,0-1 0,1 0 0,4 1 0,-8-2 0,0 0 0,0 0 0,0-1 0,0 1 0,0 0 0,0 0 0,0 0 0,1-1 0,-1 1 0,0-1 0,0 1 0,0-1 0,-1 1 0,1-1 0,0 1 0,0-1 0,0 0 0,0 0 0,0 1 0,-1-1 0,1 0 0,0 0 0,-1 0 0,1 0 0,-1 0 0,1 0 0,-1 0 0,1 0 0,-1 0 0,0 0 0,1 0 0,-1 0 0,0 0 0,0-1 0,1-6 0,0 0 0,0 1 0,-2-15 0,1 14 0,-2-19 0,-5-28 0,4 35 0,0 0 0,1 0 0,2-28 0,0 47 0,0 0 0,0 0 0,0 0 0,0 0 0,0 0 0,1 0 0,-1 0 0,0 0 0,1 0 0,-1 0 0,1 0 0,-1 0 0,1 0 0,-1 0 0,1 0 0,0 1 0,-1-1 0,1 0 0,0 0 0,-1 1 0,1-1 0,0 0 0,0 1 0,1-1 0,0 0 0,-1 1 0,1-1 0,0 1 0,0 0 0,0 0 0,-1 0 0,1 0 0,0 0 0,0 0 0,0 0 0,0 0 0,2 2 0,5 0 0,0 2 0,0-1 0,0 2 0,8 4 0,15 12 0,-2 1 0,0 2 0,38 40 0,-18-17 0,-41-39 40,-2-1 0,15 18 0,-21-23-133,1 1 0,0 0 1,-1-1-1,1 1 0,-1 0 0,0-1 0,0 1 0,0 0 1,0 0-1,-1 0 0,1 0 0,-1 0 0,1 0 1,-1 0-1,-1 4 0,-1 6-6733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3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1534 0 24575,'14'0'0,"-11"0"0,-9 0 0,-30 2 0,-64 12 0,4-1 0,17-6 0,-119-4 0,-73-13 0,24 1 0,-101 4 0,277 5 0,60 1-227,-1 0-1,1 1 1,0 0-1,1 0 1,-22 9-1,20-7-6598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3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24575,'-1'1'0,"1"-1"0,-1 0 0,0 0 0,1 0 0,-1 1 0,1-1 0,-1 0 0,1 0 0,-1 1 0,1-1 0,0 0 0,-1 1 0,1-1 0,-1 1 0,1-1 0,0 1 0,-1-1 0,1 1 0,0-1 0,0 1 0,-1-1 0,1 1 0,0-1 0,0 1 0,0-1 0,0 1 0,-1-1 0,1 1 0,0-1 0,0 1 0,0 0 0,0-1 0,0 1 0,1-1 0,-1 1 0,0-1 0,0 1 0,0-1 0,1 2 0,5 22 0,28 54 0,-21-52 0,12 35 0,-21-50-115,9 37-1135,-11-36-5576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3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24575,'2'10'0,"2"6"0,-1 3 0,2 0 0,3 0 0,-1-1 0,2-1 0,2-1 0,-2-1 0,1 0 0,-2 0 0,1 0 0,1-1 0,-1 1 0,0-3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4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565 43 24575,'-14'-3'0,"-33"-10"0,0 3 0,-75-7 0,99 18 0,0 0 0,0 2 0,0 0 0,-39 12 0,-18 3 0,1-6-1365,57-9-5461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5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24 24575,'1'-1'0,"-1"-1"0,0 1 0,0 0 0,0 0 0,-1 0 0,1 0 0,0-1 0,0 1 0,-1 0 0,1 0 0,0 0 0,-1 0 0,1 0 0,-1 0 0,0 0 0,1 0 0,-1 0 0,0 0 0,0-1 0,0 2 0,0 0 0,1 0 0,-1-1 0,0 1 0,0 0 0,1 0 0,-1 0 0,0 0 0,0 0 0,1 0 0,-1 1 0,0-1 0,1 0 0,-1 0 0,0 0 0,0 1 0,1-1 0,-1 0 0,0 1 0,1-1 0,-1 0 0,1 1 0,-1-1 0,0 1 0,1-1 0,-1 1 0,1-1 0,0 1 0,-1 0 0,1-1 0,-1 2 0,-4 3 0,0 1 0,1 0 0,0 0 0,0 1 0,1-1 0,-1 1 0,1-1 0,1 1 0,-4 13 0,3-4 0,1 0 0,0 0 0,2 24 0,1-11 0,2 0 0,1-1 0,1 0 0,2 0 0,0 0 0,2-1 0,13 27 0,-1-7 0,3-2 0,2 0 0,32 42 0,-38-61 40,0-1 0,47 43 0,-51-54-288,1 0 1,1-1-1,1-1 1,-1 0-1,26 10 1,-29-15-6579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36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66 24575,'0'-8'0,"-1"2"0,1-1 0,0 1 0,1 0 0,1-9 0,-2 14 0,1 0 0,-1 0 0,0 0 0,0 0 0,0 1 0,1-1 0,-1 0 0,1 0 0,-1 1 0,0-1 0,1 0 0,-1 1 0,1-1 0,-1 0 0,1 1 0,0-1 0,-1 1 0,1-1 0,0 0 0,-1 1 0,1 0 0,0-1 0,0 1 0,-1 0 0,1-1 0,0 1 0,0 0 0,0 0 0,-1-1 0,1 1 0,0 0 0,0 0 0,0 0 0,0 0 0,-1 0 0,1 0 0,0 0 0,0 1 0,0-1 0,1 1 0,5 1 0,-1 1 0,1 0 0,-1 1 0,0-1 0,0 1 0,0 1 0,-1-1 0,10 9 0,37 48 0,-43-50 0,28 35 0,-3 2 0,-1 2 0,-3 1 0,-2 1 0,25 65 0,-45-94 0,-1 0 0,-1 0 0,5 33 0,-10-46 0,0 1 0,0 0 0,-1-1 0,-1 1 0,0 0 0,0-1 0,-1 1 0,0-1 0,-1 1 0,-4 9 0,4-13 14,-1 0-1,0-1 0,0 1 0,-1-1 1,0 0-1,0 0 0,0-1 1,-11 9-1,4-5-384,0 0-1,-1-1 1,-19 10 0,18-12-6455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1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75 24575,'0'0'0,"0"0"0,0 0 0,0 0 0,0 0 0,0 0 0,0 0 0,0-1 0,-1 1 0,1 0 0,0 0 0,0 0 0,0 0 0,0 0 0,0 0 0,0 0 0,0 0 0,0 0 0,0 0 0,0-1 0,0 1 0,0 0 0,-1 0 0,1 0 0,0 0 0,0 0 0,0 0 0,0 0 0,0 0 0,0 0 0,0 0 0,0 0 0,-1 0 0,1 0 0,0 0 0,0 0 0,0 0 0,0 0 0,0 0 0,0 0 0,0 0 0,-1 0 0,1 0 0,0 0 0,0 0 0,0 0 0,0 0 0,0 0 0,0 0 0,0 0 0,0 1 0,0-1 0,-1 0 0,1 0 0,0 0 0,0 0 0,0 0 0,1 9 0,6 11 0,1-2 0,1 0 0,1-1 0,1-1 0,0 0 0,16 17 0,-17-23 0,0 0 0,1 0 0,0-1 0,24 14 0,-31-21 0,0 0 0,1 0 0,-1 0 0,1-1 0,0 1 0,-1-1 0,10 1 0,-11-2 0,0 0 0,0 0 0,0 0 0,0-1 0,-1 1 0,1-1 0,0 0 0,0 1 0,-1-1 0,1-1 0,0 1 0,-1 0 0,1-1 0,2-2 0,-2 2 0,0-1 0,0-1 0,0 1 0,-1 0 0,0-1 0,0 1 0,0-1 0,0 0 0,0 1 0,-1-1 0,1 0 0,-1 0 0,0 0 0,0-5 0,7-19 0,-7 28 0,-1-1 0,0 1 0,0-1 0,1 1 0,-1-1 0,0 1 0,1-1 0,-1 1 0,0-1 0,1 1 0,-1 0 0,1-1 0,-1 1 0,1 0 0,-1-1 0,1 1 0,-1 0 0,1 0 0,-1-1 0,1 1 0,0 0 0,-1 0 0,1 0 0,-1 0 0,1 0 0,-1-1 0,1 1 0,0 0 0,-1 1 0,1-1 0,-1 0 0,1 0 0,0 0 0,-1 0 0,1 0 0,-1 0 0,1 1 0,-1-1 0,1 0 0,-1 1 0,1-1 0,-1 0 0,1 1 0,-1-1 0,1 1 0,5 3 0,-1 1 0,1-1 0,5 7 0,-4-3 0,2-1 0,-1-1 0,1 0 0,0-1 0,0 0 0,1 0 0,-1-1 0,1-1 0,0 1 0,0-1 0,1-1 0,-1 0 0,21 1 0,-28-3 0,0 0 0,0 0 0,0 0 0,0-1 0,-1 1 0,1-1 0,0 0 0,0 0 0,0 0 0,-1 0 0,1 0 0,-1-1 0,1 1 0,-1-1 0,1 1 0,-1-1 0,0 0 0,0 0 0,0 0 0,0 0 0,0-1 0,0 1 0,-1 0 0,1-1 0,-1 0 0,1 1 0,-1-1 0,0 0 0,0 1 0,1-4 0,-1 0 0,1 0 0,-1-1 0,0 1 0,-1 0 0,0 0 0,1-1 0,-2 1 0,1 0 0,-1 0 0,0 0 0,0-1 0,-1 1 0,-3-7 0,1 2 17,-2 0 0,0 0 1,0 0-1,-1 1 0,0 0 0,-9-9 0,11 14-131,0 0 0,0 0-1,0 1 1,-1 0 0,0 0 0,1 1-1,-2-1 1,1 1 0,0 0 0,0 1-1,-1 0 1,-9-3 0,3 3-6712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2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13 24575,'-2'-2'0,"0"1"0,-1-1 0,1 1 0,-1 0 0,0 0 0,1 0 0,-1 0 0,0 0 0,0 0 0,0 1 0,1 0 0,-1-1 0,0 1 0,0 0 0,0 0 0,0 1 0,-4 0 0,5 0 0,0 0 0,0-1 0,0 1 0,0 0 0,0 0 0,0 1 0,1-1 0,-1 0 0,0 1 0,1-1 0,-1 1 0,1-1 0,-1 1 0,1 0 0,0-1 0,0 1 0,0 0 0,0 0 0,0 0 0,0 0 0,1 0 0,-1 0 0,0 0 0,1 3 0,-1-1 0,0 0 0,1 0 0,0 1 0,-1-1 0,2 0 0,-1 0 0,0 0 0,1 0 0,0 0 0,0 0 0,0 0 0,0 0 0,1 0 0,-1 0 0,5 5 0,-4-6 0,0 0 0,0-1 0,0 1 0,1-1 0,-1 0 0,1 0 0,-1 0 0,1 0 0,0 0 0,0 0 0,0-1 0,0 1 0,0-1 0,0 0 0,1 0 0,-1 0 0,0 0 0,1-1 0,4 1 0,4-1-195,-1 1 0,1-2 0,0 0 0,-1 0 0,1-1 0,12-4 0,-13 3-6631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3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 24575,'0'0'0,"0"-1"0,0 1 0,0-1 0,0 1 0,-1-1 0,1 1 0,0-1 0,0 1 0,-1 0 0,1-1 0,0 1 0,0-1 0,-1 1 0,1 0 0,-1-1 0,1 1 0,0 0 0,-1-1 0,1 1 0,-1 0 0,0 8 0,5 19 0,4 2 0,13 31 0,-2-3 0,-15-45-119,19 73-1127,-21-74-5580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4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24575,'0'3'0,"0"0"0,1 0 0,-1 0 0,1-1 0,0 1 0,0 0 0,0 0 0,0 0 0,1-1 0,-1 1 0,3 2 0,22 28 0,-10-14 0,59 92 0,-75-111-8,1 1-53,0 0-1,0 0 0,0 0 1,-1 0-1,1 0 0,0 1 0,-1-1 1,1 0-1,-1 0 0,0 1 1,1-1-1,-1 0 0,0 1 1,0-1-1,0 0 0,0 1 0,0-1 1,0 0-1,0 1 0,0-1 1,-1 2-1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4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694 31 24575,'-200'-27'0,"160"24"0,-1 2 0,-78 8 0,71 1 67,-51 17-1,-23 5-1564,97-26-5328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3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1022 32 24575,'-2'-2'0,"1"0"0,-1 0 0,1 0 0,-1 0 0,0 0 0,0 0 0,0 1 0,0-1 0,0 0 0,0 1 0,0 0 0,-1 0 0,1-1 0,-1 1 0,1 1 0,0-1 0,-1 0 0,1 1 0,-5-1 0,-6-1 0,0 1 0,-22 1 0,21 0 0,-707 2 0,693-3-273,1 2 0,-1 1 0,1 1 0,-28 7 0,41-5-6553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5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24575,'0'2'0,"0"4"0,0 3 0,-2 0 0,-4-1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8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4244 76 24575,'-1145'-17'-4506,"567"4"4144,290 7 362,-254-3 0,89 2-990,-15 0 418,67 7 866,146 0 5842,1335 12-7936,-983-9 951,610 12-755,391 2-168,-396-4 868,100 2-598,-636-7 2019,100-2 5167,-243-10-4728,-22 4-937,-1 0-1,0 0 1,0 0-1,0 0 1,0 0-1,0 0 1,1 0-1,-1 0 1,0 0-1,0 0 1,0 0-1,0 0 1,0 0-1,0 0 1,1-1-1,-1 1 1,0 0-1,0 0 1,0 0-1,0 0 1,0 0-1,0 0 1,0 0-1,0 0 0,1-1 1,-1 1-1,0 0 1,0 0-1,0 0 1,0 0-1,0 0 1,0 0-1,0-1 1,0 1-1,0 0 1,0 0-1,0 0 1,0 0-1,0-1 1,-11-3 430,-146-18-367,90 14-79,-311-26-737,255 25 603,-346-12-1244,-1 22-766,228 0 1713,-165-1-124,-881 9-2692,242-2 9419,724-8-4987,313 1-901,1 1 0,-1-1 1,-10 4-1,17-4-283,1 0 1,-1 1-1,0-1 0,0 1 0,1-1 1,-1 1-1,0 0 0,1-1 0,-1 1 0,1 0 1,-1 0-1,1 0 0,-1 1 0,1-1 1,0 0-1,-1 0 0,1 1 0,0-1 1,0 1-1,0-1 0,-1 3 0,2-3-4,0-1 0,0 1 0,0-1 0,0 1 0,0-1 0,0 1 0,0-1 0,0 1 0,0-1 0,0 1 0,1-1 0,-1 1 0,0-1 0,0 1 0,0-1 0,1 1 0,-1-1 0,0 1 0,1-1 0,-1 0 0,0 1 0,1-1 0,-1 0 0,1 1 0,-1-1 0,0 0 0,1 1 0,-1-1 0,1 0 0,-1 0 0,1 0 0,-1 1 0,1-1 0,-1 0 0,1 0 0,-1 0 0,1 0 0,0 0 0,24 3 0,-23-3 0,232 1 7,-115-2-135,888-29-4818,-92 1 1513,-249 33 3433,-2 35 0,173 57 277,-405-34 3330,-407-58-7182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9:49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2091 1 24575,'-514'27'-2450,"435"-21"2720,-928 98 127,979-100-300,-100 18 298,112-16-71,16-6-313,0 0 0,0 0 0,0 0-1,0 0 1,1 0 0,-1 0 0,0 0 0,0 0 0,0 0 0,0 0 0,0 1 0,0-1 0,1 0 0,-1 0 0,0 0 0,0 0 0,0 0 0,0 0 0,0 1 0,0-1-1,0 0 1,0 0 0,0 0 0,0 0 0,0 0 0,0 1 0,0-1 0,0 0 0,0 0 0,0 0 0,0 0 0,0 1 0,0-1 0,0 0 0,0 0 0,0 0-1,0 0 1,0 0 0,0 1 0,0-1 0,0 0 0,0 0 0,0 0 0,0 0 0,0 0 0,0 1 0,-1-1 0,1 0 0,0 0 0,0 0 0,0 0 0,0 0 0,0 0-1,-1 0 1,15 2 62,0-1-1,0 0 0,0-2 0,22-2 1,-5 0-69,664-31-822,-135 9 223,-503 21 559,96-2-451,-144 8 487,-19 2 0,-42 4 706,-77 4 1,85-9-893,-227 16-490,-835 64-1550,1077-81 2167,-47 4-502,-101 21-1,155-21-2836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3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24575,'0'-24'0,"-1"9"0,1 1 0,1 0 0,0-1 0,1 1 0,4-19 0,-6 33 0,0 0 0,0 0 0,0 0 0,0 0 0,0 0 0,0 0 0,0 0 0,0 0 0,0-1 0,0 1 0,0 0 0,0 0 0,0 0 0,0 0 0,0 0 0,0 0 0,0 0 0,0 0 0,0 0 0,0 0 0,0 0 0,0 0 0,0 0 0,0 0 0,1 0 0,-1 0 0,0 0 0,0 0 0,0 0 0,0-1 0,0 1 0,0 0 0,0 0 0,0 0 0,0 0 0,0 0 0,0 0 0,0 0 0,0 0 0,0 0 0,0 0 0,0 0 0,0 0 0,0 0 0,0 0 0,0 0 0,1 0 0,-1 0 0,0 0 0,0 0 0,0 0 0,0 0 0,0 0 0,0 0 0,0 0 0,0 0 0,0 0 0,0 0 0,0 0 0,0 0 0,0 0 0,0 0 0,0 1 0,0-1 0,0 0 0,0 0 0,0 0 0,3 6 0,0 15 0,-1-13 0,21 132 0,-20-119 0,2 15 0,10 40 0,38 160 0,-49-216 0,1 7 0,-2 0 0,1 32 0,-5 886 0,3-926 0,0 0 0,0 0 0,7 22 0,-4-22 0,-1 1 0,3 35 0,-8 4 0,1-28 0,0 1 0,9 53 0,-5-51 0,-1-1 0,-1 1 0,-4 37 0,1-6 0,1-54 0,-1 9 0,2 1 0,0-1 0,7 32 0,-5-29 0,0 0 0,-1 0 0,-1 0 0,-3 25 0,0 3 0,4 15 0,-4 69 0,-5-86 0,4-30 0,-2 31 0,5-39 0,-1 25 0,2 0 0,9 58 0,5-29 0,-14-62-170,-1-1-1,1 0 0,-1 1 1,0-1-1,0 0 0,0 1 1,0 2-1,-2 4-6655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9330 10 24575,'8'-2'0,"-3"0"0,0 0 0,-1 1 0,1 0 0,0 0 0,1 1 0,-1-1 0,0 1 0,0 0 0,0 1 0,8 0 0,-12-1 0,-1 1 0,0-1 0,0 0 0,1 0 0,-1 0 0,0 0 0,1 0 0,-1 0 0,0 0 0,0 0 0,1 0 0,-1 1 0,0-1 0,0 0 0,1 0 0,-1 0 0,0 1 0,0-1 0,0 0 0,1 0 0,-1 0 0,0 1 0,0-1 0,0 0 0,0 1 0,0-1 0,0 0 0,1 0 0,-1 1 0,0-1 0,0 0 0,0 1 0,-8 5 0,-14 2 0,-14-5 0,0-1 0,-40-4 0,10 0 0,28 2 0,-222 9 0,78-4 0,39-4 0,15 15 0,-7 4 0,-12 3 0,51-13 0,-194 10 0,-1240-20 0,1414-8 0,9 1 0,-49-1 0,-27 1 0,-19 16 0,-149 12 0,-700-22 0,563 2 0,324-9 0,5 0 0,-376 9 0,367 6 0,12 1 0,-279-8 0,201 0 0,56-8 0,15 1 0,-583 6 0,356 2 0,275-9 131,15 1-1627,82 7-5330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24575,'4'0'0,"-1"-1"0,0 1 0,0-1 0,0 0 0,5-2 0,11-3 0,27 2 0,85 4 0,-59 1 0,105-2 0,179 2 0,-229 7 0,16-1 0,-105-7 0,67-9 0,-60 5 0,-33 3 0,-1 1 0,1-2 0,-1 0 0,1 0 0,17-7 0,-28 9 0,-1 0 0,0 0 0,0 0 0,0 0 0,0 0 0,1 0 0,-1 0 0,0 0 0,0-1 0,0 1 0,1 0 0,-1 0 0,0 0 0,0 0 0,0 0 0,0-1 0,0 1 0,0 0 0,1 0 0,-1 0 0,0 0 0,0-1 0,0 1 0,0 0 0,0 0 0,0 0 0,0-1 0,0 1 0,0 0 0,0 0 0,0 0 0,0-1 0,0 1 0,0 0 0,0 0 0,0 0 0,0-1 0,0 1 0,0 0 0,-7-8 0,-13-4 0,-25-8 0,22 11 0,-21-13 0,-7-6 0,23 14 0,-50-36 0,76 49 0,0-1 0,1 1 0,-1 0 0,0-1 0,1 1 0,-1-1 0,1 0 0,0 1 0,-1-1 0,1 0 0,0 0 0,0 0 0,0 0 0,-1-3 0,3 5 0,-1 0 0,0 0 0,1 0 0,-1-1 0,0 1 0,1 0 0,-1 0 0,1 0 0,-1 0 0,1 0 0,-1 0 0,0 0 0,1 0 0,-1 0 0,1 0 0,-1 0 0,1 0 0,-1 0 0,0 0 0,1 0 0,-1 0 0,1 1 0,-1-1 0,0 0 0,1 0 0,-1 0 0,1 1 0,-1-1 0,15 7 0,7 4 0,42 23 0,83 57 0,-108-65 0,-23-17 0,-1 2 0,18 15 0,-32-25 0,0-1 0,0 1 0,0 0 0,0 0 0,0 1 0,0-1 0,0 0 0,0 0 0,-1 0 0,1 1 0,0-1 0,-1 0 0,1 1 0,-1-1 0,1 0 0,-1 1 0,0-1 0,1 2 0,-2-2 0,1 0 0,0 0 0,0 0 0,-1 0 0,1 0 0,-1 0 0,1 0 0,-1 0 0,1-1 0,-1 1 0,1 0 0,-1 0 0,0-1 0,1 1 0,-1 0 0,0-1 0,0 1 0,0-1 0,-1 2 0,-4 1 0,0-1 0,0 0 0,0 0 0,-1 0 0,1-1 0,-8 2 0,-116 10-1365,110-12-5461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7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24575,'0'25'0,"5"36"0,-3-51 0,0 0 0,0 0 0,1 0 0,1-1 0,0 1 0,7 12 0,-8-17 0,-1 0 0,1-1 0,-1 0 0,1 0 0,0 0 0,0 0 0,5 5 0,-8-9 0,1 0 0,0 1 0,-1-1 0,1 1 0,0-1 0,-1 0 0,1 1 0,0-1 0,-1 0 0,1 0 0,0 0 0,0 1 0,-1-1 0,1 0 0,0 0 0,0 0 0,-1 0 0,1 0 0,1-1 0,-1 1 0,1-1 0,-1 1 0,0-1 0,0 0 0,0 0 0,0 0 0,1 1 0,-1-1 0,0 0 0,0 0 0,-1 0 0,1-1 0,0 1 0,1-2 0,2-5 0,0 0 0,-1 0 0,0 0 0,0-1 0,-1 0 0,3-15 0,6-24 0,-9 44 0,-1 0 0,1-1 0,0 1 0,0 0 0,0 1 0,1-1 0,0 0 0,4-4 0,-5 6 0,0 0 0,0 1 0,0-1 0,0 1 0,1-1 0,-1 1 0,1 0 0,-1 0 0,1 0 0,-1 0 0,1 1 0,-1-1 0,1 1 0,0-1 0,-1 1 0,1 0 0,-1 0 0,1 0 0,0 1 0,-1-1 0,1 1 0,0-1 0,-1 1 0,1 0 0,2 1 0,7 3 0,0 1 0,-1 0 0,20 13 0,-30-18 0,27 17-273,-2 2 0,0 0 0,-1 1 0,43 50 0,-58-58-6553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08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134 179 24575,'-1'-2'0,"-8"-37"0,9 37 0,-1-1 0,1 0 0,0 1 0,0-1 0,0 0 0,1 1 0,-1-1 0,1 0 0,-1 1 0,1-1 0,2-4 0,-3 6 0,0 1 0,1-1 0,-1 0 0,1 1 0,-1-1 0,1 1 0,0-1 0,-1 1 0,1 0 0,-1-1 0,1 1 0,0-1 0,-1 1 0,1 0 0,0 0 0,-1-1 0,1 1 0,0 0 0,0 0 0,-1 0 0,1 0 0,0 0 0,-1 0 0,1 0 0,0 0 0,0 0 0,-1 0 0,1 0 0,0 0 0,0 1 0,-1-1 0,1 0 0,0 0 0,-1 1 0,1-1 0,1 1 0,24 17 0,-24-16 0,80 74 0,-26-23 0,-41-40 0,76 74 0,-103-92 0,-10-9 0,-77-60 0,-125-122 0,171 146 0,53 49 0,-1 1 0,1-1 0,-1 1 0,1-1 0,0 1 0,-1-1 0,1 1 0,-1 0 0,1-1 0,-1 1 0,0 0 0,1-1 0,-1 1 0,1 0 0,-1 0 0,1 0 0,-1 0 0,0-1 0,1 1 0,-1 0 0,1 0 0,-2 0 0,2 1 0,0-1 0,-1 0 0,1 1 0,0-1 0,0 1 0,-1-1 0,1 0 0,0 1 0,0-1 0,0 1 0,0-1 0,-1 1 0,1-1 0,0 1 0,0-1 0,0 1 0,0-1 0,0 1 0,0-1 0,0 0 0,1 2 0,6 30 0,-6-31 0,5 18 0,4 14 0,10 53 0,-19-76 0,0-1 0,0 1 0,-1 0 0,0 0 0,0 0 0,-1-1 0,-1 1 0,0 0 0,0-1 0,-5 13 0,5-17-273,-1 0 0,1 0 0,-1-1 0,-6 8 0,-2 0-6553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0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24575,'1'0'0,"0"0"0,0 0 0,-1 1 0,1-1 0,0 1 0,0-1 0,0 1 0,0-1 0,-1 1 0,1-1 0,0 1 0,0 0 0,-1-1 0,1 1 0,0 0 0,-1 0 0,1-1 0,-1 1 0,1 0 0,0 1 0,9 22 0,-8-19 0,39 118 0,-18-48 0,-8-31 0,34 114 0,-46-143 0,-3-12 0,0 0 0,0-1 0,1 1 0,-1 0 0,1-1 0,0 1 0,0 0 0,0-1 0,0 1 0,0-1 0,3 4 0,-4-6 0,0 0 0,0 0 0,0 0 0,0 0 0,0 0 0,1 0 0,-1 0 0,0 0 0,0 0 0,0 0 0,0 0 0,1 0 0,-1 0 0,0 0 0,0 0 0,0 0 0,0 0 0,0 0 0,1 0 0,-1-1 0,0 1 0,0 0 0,0 0 0,0 0 0,0 0 0,0 0 0,1 0 0,-1 0 0,0-1 0,0 1 0,0 0 0,0 0 0,0 0 0,0 0 0,0-1 0,0 1 0,0 0 0,0 0 0,0 0 0,0 0 0,0 0 0,0-1 0,0 1 0,0 0 0,0 0 0,2-11 0,-1 9 0,0-2 0,1-12 0,2-1 0,0 1 0,1 0 0,1 0 0,7-15 0,-12 30 0,0-1 0,0 1 0,0-1 0,0 1 0,0 0 0,0-1 0,1 1 0,-1 0 0,0 0 0,1 0 0,-1 0 0,1 0 0,0 0 0,-1 0 0,1 0 0,-1 1 0,1-1 0,2 0 0,-1 0 0,0 1 0,0 0 0,0 0 0,0 0 0,0 0 0,0 1 0,0-1 0,0 1 0,0 0 0,3 1 0,3 2 0,-1 0 0,0 0 0,0 1 0,0 0 0,-1 0 0,9 9 0,31 30 38,29 26-1441,-66-61-5423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138 291 24575,'-2'0'0,"-56"-7"0,53 7 0,-1 0 0,0 0 0,1 0 0,-1 1 0,1 0 0,-1 0 0,1 0 0,-6 3 0,9-4 0,1 1 0,-1 0 0,1 0 0,0 0 0,-1 0 0,1 0 0,0 0 0,0 0 0,0 0 0,0 0 0,0 1 0,0-1 0,0 0 0,0 1 0,0-1 0,1 1 0,-1-1 0,0 1 0,1-1 0,-1 1 0,1-1 0,0 1 0,0 0 0,-1-1 0,1 1 0,0 0 0,0-1 0,1 4 0,-1-2 0,1 0 0,0 0 0,-1-1 0,1 1 0,0 0 0,0 0 0,1 0 0,-1-1 0,1 1 0,-1 0 0,1-1 0,0 1 0,0-1 0,4 4 0,1 0 0,1 0 0,0-1 0,0 0 0,0 0 0,1-1 0,15 6 0,-21-9 0,-1-1 0,1 1 0,0-1 0,0 1 0,-1-1 0,1 0 0,0 0 0,0 0 0,-1 0 0,1-1 0,0 1 0,2-1 0,-3 0 0,0 0 0,0 0 0,0 0 0,-1 0 0,1 0 0,-1-1 0,1 1 0,-1 0 0,1-1 0,-1 1 0,0-1 0,1 1 0,-1-1 0,0 1 0,0-1 0,0 0 0,0 0 0,1-3 0,0-3 0,0 0 0,-1 0 0,1 0 0,-2-1 0,1 1 0,-1 0 0,0 0 0,-1-1 0,0 1 0,0 0 0,-4-12 0,-2-6 0,-2 1 0,-13-29 0,-4-8 0,-19-37 0,36 86 0,9 21 0,9 24 0,-8-30 0,102 235 0,-83-202-1365,-17-25-5461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1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63 24575,'-10'-9'0,"-1"1"0,0 0 0,-1 0 0,0 1 0,-17-7 0,25 12 0,1 1 0,-1-1 0,0 1 0,0 0 0,0 0 0,0 1 0,0-1 0,0 1 0,0 0 0,0 0 0,0 1 0,-1-1 0,1 1 0,0-1 0,0 1 0,1 1 0,-1-1 0,0 0 0,0 1 0,1 0 0,-1 0 0,-4 3 0,4-2 0,1-1 0,0 1 0,0-1 0,0 1 0,1 0 0,-1 0 0,1 0 0,-1 0 0,1 0 0,0 1 0,1-1 0,-1 1 0,0-1 0,1 1 0,0 0 0,0 0 0,0-1 0,0 1 0,1 0 0,-1 0 0,1 0 0,0 0 0,0 0 0,0 0 0,1 0 0,0 0 0,-1-1 0,1 1 0,0 0 0,1 0 0,-1-1 0,1 1 0,0-1 0,0 1 0,2 3 0,10 12 0,0-1 0,21 20 0,-18-20 0,27 37 0,-27-31 0,5 9 0,25 48 0,-45-78 5,0 0 0,0 0 0,0 0 0,0-1 0,0 1 0,1-1 0,-1 1 0,1-1 0,0 0 0,-1 0 0,1 0 0,0 0 0,0-1 0,1 1 0,-1-1 0,0 0 0,0 0 0,1 0 0,-1 0 0,1 0 0,-1-1 0,0 1 0,4-1 0,-2 0-92,0 0-1,-1 0 1,1-1 0,-1 1-1,1-1 1,0 0 0,-1 0-1,0-1 1,1 1-1,-1-1 1,0 0 0,0 0-1,0 0 1,0-1 0,0 0-1,5-4 1,1-4-6739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24575,'1'3'0,"-1"-1"0,1 0 0,0 0 0,0 0 0,0 0 0,0 0 0,1 0 0,-1 0 0,0-1 0,3 4 0,2 1 0,11 20 0,-7-10 0,15 18 0,-22-30 0,1-1 0,-1 1 0,1-1 0,0 0 0,0 0 0,0 0 0,0 0 0,0-1 0,8 4 0,-11-6 0,0 1 0,-1-1 0,1 0 0,0 1 0,0-1 0,0 0 0,0 0 0,0 0 0,0 0 0,-1 0 0,1 0 0,0 0 0,0 0 0,0 0 0,0 0 0,0-1 0,-1 1 0,1 0 0,0 0 0,0-1 0,0 1 0,1-2 0,-1 1 0,0 0 0,0 0 0,0 0 0,-1 0 0,1 0 0,0 0 0,0-1 0,-1 1 0,1 0 0,-1-1 0,1 1 0,-1 0 0,1-2 0,0-6 0,-1 0 0,1 0 0,-2-16 0,0 17 0,0-14 0,0 15 0,0 0 0,1 0 0,0 0 0,0 0 0,0 0 0,1 0 0,3-10 0,-4 16 0,0 0 0,1 0 0,-1 1 0,1-1 0,-1 0 0,1 0 0,-1 1 0,1-1 0,0 0 0,-1 1 0,1-1 0,0 0 0,0 1 0,-1-1 0,1 1 0,0 0 0,0-1 0,0 1 0,-1 0 0,1-1 0,0 1 0,0 0 0,0 0 0,0 0 0,0-1 0,0 1 0,0 0 0,0 0 0,0 1 0,-1-1 0,1 0 0,0 0 0,0 0 0,0 1 0,1-1 0,4 2 0,0 1 0,1-1 0,9 8 0,-8-6 0,49 30 0,4 2 0,-59-35-101,8 3 335,-10-4-258,0 0 0,0 0-1,0 0 1,0 0 0,0 0 0,0 0 0,1 0 0,-1 0-1,0 0 1,0 0 0,0 0 0,0 0 0,0 0 0,0 0-1,1 0 1,-1 0 0,0 0 0,0 0 0,0 0 0,0 0 0,0 0-1,0 0 1,1 0 0,-1 0 0,0 0 0,0 0 0,0 0-1,0 0 1,0 0 0,0 0 0,0-1 0,1 1 0,-1 0-1,0 0 1,0 0 0,0 0 0,0 0 0,0 0 0,0 0-1,0-1 1,0 1 0,0 0 0,0 0 0,0 0 0,0 0 0,0 0-1,0 0 1,0-1 0,0 1 0,0 0 0,0 0 0,0 0-1,0 0 1,0 0 0,0 0 0,0-1 0,0 1 0,0 0-1,0 0 1,0 0 0,0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2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24575,'5'-24'0,"9"-27"0,-11 42 0,0 1 0,1 0 0,0 0 0,0 1 0,1-1 0,9-11 0,-13 17 0,1 1 0,-1-1 0,1 1 0,0-1 0,-1 1 0,1-1 0,0 1 0,0 0 0,0 0 0,0 0 0,0 0 0,0 0 0,0 1 0,0-1 0,0 1 0,1-1 0,2 1 0,-2 0 0,0 0 0,1 0 0,-1 1 0,0 0 0,0-1 0,0 1 0,0 0 0,0 0 0,0 1 0,-1-1 0,4 3 0,5 4 0,0 1 0,0 0 0,-1 0 0,13 17 0,-19-22 0,5 6 0,0 1 0,-1 0 0,14 23 0,-19-28 0,0 1 0,-1-1 0,0 1 0,0 0 0,0 0 0,-1 0 0,0 0 0,0 1 0,0 8 0,-1-5 0,1 0 0,1-1 0,-1 1 0,2 0 0,0-1 0,6 17 0,32 59 0,-26-57 0,-6-13 0,1-1 0,21 26 0,5 7 0,-35-47 0,0 0 0,-1-1 0,1 1 0,-1 0 0,1 0 0,-1 0 0,1 0 0,-1 0 0,1 0 0,-1 0 0,0 0 0,0 0 0,0 0 0,1 1 0,-1-1 0,0 0 0,0 0 0,0 0 0,-1 0 0,1 0 0,0 0 0,0 0 0,-1 0 0,1 0 0,0 0 0,-1 0 0,1 0 0,-1 0 0,1 0 0,-1 0 0,0 0 0,1 0 0,-1 0 0,0-1 0,0 1 0,1 0 0,-1-1 0,0 1 0,0 0 0,0-1 0,0 1 0,-1 0 0,-6 2 0,1 0 0,-1 0 0,0-1 0,-13 3 0,12-3 0,-17 3-682,-46 3-1,53-6-6143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35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75 24575,'4'-4'0,"-2"1"0,1-1 0,0 0 0,-1 0 0,1 0 0,-1 0 0,0-1 0,-1 1 0,1 0 0,1-6 0,-12 41 0,6 2 0,1-13 0,-5 26 0,4-19 0,3-27 0,0 1 0,0-1 0,0 1 0,0-1 0,0 0 0,0 1 0,0-1 0,0 1 0,0-1 0,1 1 0,-1-1 0,0 0 0,0 1 0,0-1 0,1 1 0,-1-1 0,0 0 0,0 1 0,1-1 0,0 1 0,-1-1 0,1 0 0,-1 0 0,1 0 0,-1 0 0,1 0 0,-1-1 0,1 1 0,-1 0 0,1 0 0,-1 0 0,0 0 0,1-1 0,-1 1 0,1 0 0,-1 0 0,1-1 0,-1 1 0,0 0 0,1-1 0,-1 1 0,0-1 0,1 1 0,-1-1 0,4-4 0,0 1 0,0-1 0,-1 0 0,0 0 0,0 0 0,0-1 0,-1 1 0,0-1 0,0 1 0,2-9 0,-1-6 0,3-34 0,-5 38 0,4-14 0,-14 44 0,-9 33 0,9-23 0,-19 38 0,27-70 0,2-5 0,2 2 0,0 0 0,0 1 0,-1-1 0,-1 0 0,0 0 0,0 0 0,-2-18 0,1 29 0,0 0 0,1 0 0,-1 0 0,0-1 0,0 1 0,0 0 0,0 0 0,0 0 0,0 0 0,0-1 0,0 1 0,0 0 0,-1 0 0,1 0 0,0 0 0,0 0 0,0-1 0,0 1 0,0 0 0,0 0 0,0 0 0,0 0 0,0 0 0,0-1 0,-1 1 0,1 0 0,0 0 0,0 0 0,0 0 0,0 0 0,0 0 0,0 0 0,-1 0 0,1 0 0,0-1 0,0 1 0,0 0 0,0 0 0,-1 0 0,1 0 0,0 0 0,0 0 0,0 0 0,0 0 0,0 0 0,-1 0 0,1 0 0,0 0 0,0 0 0,-8 9 0,-3 13 0,8-7-18,0-1 1,1 0-1,1 1 0,1-1 0,1 26 1,0-5-1242,0-23-5567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8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24575,'58'17'0,"-2"2"0,-1 2 0,0 3 0,86 51 0,185 153 0,-297-205-273,-1 0 0,-1 2 0,-1 1 0,34 44 0,-46-51-6553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18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24575,'273'437'0,"-218"-355"0,67 76 0,-96-123-1365,-18-22-5461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0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24575,'32'27'0,"19"13"0,8 3 0,2 0-1137,-5-2 1137,-5-6 0,-2-4 0,-3-4 0,-4-2 372,-2-3-372,-2-3 188,-1-1-188,0-2 0,-3-1 0,-2-1 577,-3-2-577,-7-4-8191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0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24575,'27'8'0,"15"5"0,5-1 0,-1 2 0,-3-3 0,-1-2 0,-3-4 0,-2 1 0,-4-1 0,-1-2 0,-2-1 0,-3 0 0,-4-2 0,-6 0-8191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0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0 260 24575,'253'-85'0,"-75"27"0,-170 55 0,13-4 0,1-1 0,-1-1 0,33-19 0,-50 25-136,-1-1-1,1 1 1,0-1-1,-1 0 1,0 0-1,0 0 1,0 0-1,0-1 0,3-7 1,1-3-6690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1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1 279 24575,'27'-15'0,"15"-7"0,2-3 0,-1 0 0,-5 3 0,-5 1 0,-5 3 0,-2 2 0,-3 0 0,-3 1 0,-2 1 0,-3 0 0,0-1 0,-3 1 0,-1-1 0,0 3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1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1 386 24575,'73'-20'0,"92"-38"0,-97 24 0,-19 8 0,15-9 0,-37 19 0,34-14 0,1 7 0,-25 9 0,53-26 0,-88 39 0,0-1 0,-1 1 0,1 0 0,0 0 0,-1-1 0,1 1 0,-1-1 0,1 1 0,-1-1 0,0 0 0,0 0 0,1 1 0,-1-1 0,-1 0 0,1 0 0,0 0 0,0 0 0,-1 0 0,1-3 0,6-14 0,-5 17 0,-1 0 0,1 0 0,0-1 0,-1 2 0,1-1 0,0 0 0,0 0 0,0 1 0,1-1 0,-1 1 0,0-1 0,1 1 0,-1 0 0,1 0 0,-1 0 0,1 0 0,-1 0 0,5 0 0,5-1 0,0 0 0,20 1 0,239 1 107,-113 1-1579,-146-1-5354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2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0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3 0,0 2 0,0 3 0,2-2 0,1 0 0,1 0 0,1 1 0,0 0 0,-1 1 0,2-2 0,-1-1 0,-3-1 0,-2-6 0,-4-6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0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24575,'0'-2'0,"3"1"0,0 4 0,3 3 0,0 4 0,-1 2 0,1 2 0,0 1 0,1 0 0,2 1 0,-1-1 0,-1 1 0,0-4 0,0 0 0,-3 0 0,-3-3 0,-5-4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1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542 0 24575,'-523'0'-1365,"505"0"-5461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1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5 24575,'4'-4'0,"-10"7"0,-10 7 0,15-9 0,-158 100 0,132-85 0,0 2 0,1 2 0,1 0 0,0 1 0,2 2 0,1 0 0,0 2 0,-34 53 0,47-66-1365,2-3-5461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2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85 24575,'-6'-8'0,"6"8"0,0 0 0,0 0 0,-1 0 0,1 0 0,0 0 0,0 0 0,0 0 0,0 0 0,0 1 0,0-1 0,-1 0 0,1 0 0,0 0 0,0 0 0,0 0 0,0 0 0,0 0 0,0 0 0,0 0 0,0 0 0,-1 0 0,1 0 0,0 0 0,0 1 0,0-1 0,0 0 0,0 0 0,0 0 0,0 0 0,0 0 0,0 0 0,0 0 0,0 1 0,0-1 0,0 0 0,0 0 0,0 0 0,0 0 0,0 0 0,-1 2 0,1 0 0,0 0 0,0 0 0,0-1 0,0 1 0,0 0 0,1 0 0,0 2 0,2 5 0,0 0 0,1 0 0,6 12 0,-8-18 0,0 1 0,0-1 0,0 0 0,0-1 0,1 1 0,-1 0 0,1-1 0,0 1 0,-1-1 0,1 0 0,0 0 0,5 2 0,-7-3 0,0-1 0,0 0 0,0 1 0,0-1 0,0 0 0,1 0 0,-1 1 0,0-1 0,0 0 0,0 0 0,0 0 0,1-1 0,-1 1 0,0 0 0,0 0 0,0-1 0,0 1 0,2-1 0,15-14 0,1 1 0,-18 14 0,0-1 0,0 1 0,0 0 0,0-1 0,0 1 0,0 0 0,0 0 0,1 0 0,-1-1 0,0 1 0,0 0 0,0 1 0,0-1 0,0 0 0,1 0 0,-1 0 0,0 1 0,1 0 0,3 1 0,0 1 0,0 0 0,-1 0 0,1 0 0,4 5 0,-4-4 0,0 0 0,0 0 0,9 5 0,-1-2 0,-3-2 0,0 0 0,1-1 0,-1 0 0,1 0 0,11 2 0,-19-6 0,0 1 0,0-1 0,0 0 0,0 0 0,0 0 0,0 0 0,0-1 0,0 1 0,0-1 0,0 0 0,0 0 0,0 0 0,-1 0 0,1 0 0,0-1 0,-1 1 0,1-1 0,-1 1 0,1-1 0,-1 0 0,0 0 0,0 0 0,4-5 0,-3 2 7,0 0 0,0 0-1,0 0 1,-1 0 0,0 0-1,0-1 1,0 1-1,0-1 1,-1 1 0,0-1-1,-1 1 1,1-1 0,-1 0-1,0 0 1,0 1 0,-1-1-1,-1-10 1,0 10-90,1 0 1,-1 1-1,1-1 1,-2 1-1,1 0 1,0 0-1,-1-1 1,0 2-1,0-1 1,-1 0-1,1 1 1,-1-1-1,0 1 1,0 0-1,-1 0 1,1 1-1,-9-6 1,2 4-6744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53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9 24575,'-1'-1'0,"0"1"0,1-1 0,-1 0 0,0 1 0,1-1 0,-1 0 0,0 1 0,0-1 0,0 1 0,1-1 0,-1 1 0,0 0 0,0-1 0,0 1 0,0 0 0,0 0 0,0-1 0,0 1 0,0 0 0,0 0 0,0 0 0,0 0 0,-2 1 0,2-1 0,0 1 0,0-1 0,0 1 0,0 0 0,-1 0 0,1 0 0,0-1 0,0 1 0,0 0 0,1 0 0,-1 1 0,0-1 0,0 0 0,-1 2 0,-1 5 0,0-1 0,0 1 0,1 0 0,-3 11 0,-1 5 0,4-17 0,0 0 0,1 0 0,-1 1 0,1-1 0,1 1 0,-1 7 0,1-14 0,1 1 0,-1 0 0,0 0 0,1-1 0,-1 1 0,1 0 0,0-1 0,0 1 0,-1-1 0,1 1 0,0-1 0,0 1 0,1-1 0,-1 1 0,0-1 0,0 0 0,0 0 0,1 0 0,-1 0 0,1 0 0,-1 0 0,1 0 0,-1 0 0,1 0 0,0-1 0,-1 1 0,1-1 0,0 1 0,-1-1 0,4 1 0,10 1 29,1-1 0,-1-1 1,28-2-1,-28 1-326,0 0 1,0 1 0,-1 1-1,19 2 1,-20 0-6530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2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31 24575,'-30'-2'0,"-15"-4"0,-5-1 0,1 2 0,4 0 0,7 2 0,5 2 0,3 0 0,2 0 0,3 2 0,3-1 0,5 0-8191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3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654 1 24575,'-31'0'0,"-7"0"0,-44 4 0,70-2 0,-1 0 0,1 1 0,0 0 0,0 1 0,0 0 0,1 1 0,-18 10 0,11-5 0,0 0 0,-1 0 0,-31 9 0,31-13 0,-13 4 0,-1 1 0,-30 16 0,55-23 0,0 1 0,1 0 0,0 1 0,0 0 0,0 0 0,0 0 0,1 1 0,-8 11 0,-2 5 0,-17 35 0,29-51 0,-3 5-1365,0-2-5461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3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1211 0 24575,'-14'10'0,"-23"12"0,1 2 0,-56 49 0,37-28 0,-2 2 0,51-41 0,0 1 0,0 0 0,0 0 0,1 0 0,0 1 0,-4 9 0,5-7 0,0-1 0,1 1 0,0-1 0,1 1 0,0 0 0,0 0 0,0 12 0,1-11 0,0 0 0,-1 0 0,0-1 0,-1 1 0,-7 17 0,7-22 0,0 0 0,0-1 0,0 1 0,-1-1 0,0 0 0,0 0 0,-1 0 0,1 0 0,-1-1 0,-10 8 0,2-4 0,-8 6 0,0 1 0,-34 33 0,49-43 0,1 1 0,0 0 0,0 0 0,1 1 0,0-1 0,0 1 0,1 0 0,-1 0 0,1 0 0,1 1 0,0-1 0,0 1 0,-2 14 0,2-9 0,0 0 0,-1 0 0,0 0 0,-1 0 0,-1-1 0,0 1 0,0-1 0,-1 0 0,-1-1 0,0 0 0,-1 0 0,-8 10 0,-2 5 0,2 1 0,0 0 0,2 1 0,-17 49 0,-8 13 0,31-74 0,-1 0 0,0-1 0,-17 19 0,-38 39 0,47-56 0,5-4 0,-2 0 0,0-2 0,-26 18 0,-53 24 0,30-18 0,32-18-1365,19-10-5461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4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0 24575,'-25'15'0,"-11"5"0,-2 0 0,4-3 0,4-2 0,5-3 0,4-2 0,4-1 0,1-2 0,2-2 0,0 0 0,3 0-8191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4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502 0 24575,'-458'15'0,"428"-18"-1365,17 0-5461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4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470 246 24575,'-105'-20'0,"-2"-1"0,89 16 0,0 0 0,0-1 0,-28-15 0,42 19 0,1 0 0,-1 0 0,1-1 0,0 1 0,0-1 0,0 0 0,0 0 0,1 0 0,-1 0 0,-2-5 0,0-2 0,0 0 0,-5-13 0,6 12 0,0 0 0,-9-13 0,10 20-49,-1 1 0,0-1 0,0 1-1,0 0 1,0 0 0,0 0 0,-1 0-1,1 1 1,-1 0 0,1 0 0,-11-3-1,7 2-724,-5-2-6052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0:25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193 162 24575,'-18'-15'0,"-5"-8"0,0-2 0,3 4 0,4 1 0,2 6 0,4 2 0,1 2 0,-1 5 0,0 1 0,0 0 0,0 1 0,0 0 0,0 1-8191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1 149 24575,'0'-149'0,"0"164"0,1-1 0,0 1 0,1-1 0,1 0 0,0 0 0,1 0 0,1 0 0,0-1 0,1 0 0,11 20 0,-17-32 0,0-1 0,0 0 0,1 1 0,-1-1 0,0 0 0,0 0 0,0 1 0,0-1 0,1 0 0,-1 0 0,0 1 0,0-1 0,0 0 0,1 0 0,-1 0 0,0 1 0,0-1 0,1 0 0,-1 0 0,0 0 0,1 0 0,-1 0 0,0 0 0,0 1 0,1-1 0,-1 0 0,0 0 0,1 0 0,-1 0 0,0 0 0,1 0 0,3-9 0,-3-20 0,-1 27 0,0-7 0,0 0 0,0 0 0,0 0 0,-1 0 0,0 1 0,-1-1 0,-4-16 0,6 25 0,0 0 0,0 0 0,0 0 0,0 0 0,0 0 0,-1 0 0,1 0 0,0 0 0,0 0 0,0 0 0,0 0 0,0 0 0,0 0 0,0 0 0,0 0 0,0 0 0,0 0 0,0 0 0,0 0 0,0 0 0,0 0 0,0 0 0,0 0 0,0 0 0,0 0 0,0 0 0,-1 0 0,1 0 0,0 0 0,0 0 0,0 0 0,0 0 0,0 0 0,0 0 0,0-1 0,0 1 0,0 0 0,0 0 0,0 0 0,0 0 0,0 0 0,0 0 0,0 0 0,0 0 0,0 0 0,0 0 0,0 0 0,0 0 0,0 0 0,0 0 0,0 0 0,0 0 0,0 0 0,0 0 0,0 0 0,0-1 0,0 8 0,1 10 0,23 79 63,-15-67-539,-2 0 0,7 51 0,-13-65-6350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4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18 24575,'0'0'0,"1"-1"0,-1 1 0,1-1 0,-1 1 0,1-1 0,-1 1 0,1-1 0,-1 1 0,1-1 0,-1 1 0,0-1 0,1 1 0,-1-1 0,0 0 0,0 1 0,1-1 0,-1 0 0,0 1 0,0-1 0,0 0 0,0 1 0,0-2 0,0 2 0,-1 0 0,1-1 0,0 1 0,-1 0 0,1-1 0,-1 1 0,1 0 0,-1 0 0,1 0 0,0-1 0,-1 1 0,1 0 0,-1 0 0,1 0 0,-1 0 0,1 0 0,-1 0 0,1 0 0,-1 0 0,1 0 0,-2 0 0,-33 6 0,32-5 0,-22 3-259,0 0-1,-1-2 0,-42-2 1,61 0-68,-6 0-6499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4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11 24575,'-5'-5'0,"-1"0"0,2 5 0,2 4 0,4 4 0,4 3 0,1 2 0,0 2 0,0 0 0,3-2 0,-2 0 0,1-1 0,0 1 0,-1-3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4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24575,'12'17'0,"8"9"0,-1 2 0,-1-1 0,-3-2 0,-1-6 0,-2-4 0,-2-1 0,0-1 0,-2-3-8191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4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12 24575,'-30'-2'0,"-16"-1"0,-1-1 0,4 2 0,7 3 0,5 1 0,4 0 0,6 3 0,0 3 0,1 0 0,3-2 0,3-1-8191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5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36 24575,'1'-4'0,"0"1"0,0 0 0,-1 0 0,0-1 0,1 1 0,-1 0 0,0 0 0,-1-4 0,1 7 0,0 0 0,0 0 0,0 0 0,0-1 0,0 1 0,0 0 0,0 0 0,0 0 0,0 0 0,0 0 0,0 0 0,0 0 0,0 0 0,0 0 0,0-1 0,-1 1 0,1 0 0,0 0 0,0 0 0,0 0 0,0 0 0,0 0 0,0 0 0,0 0 0,0 0 0,0 0 0,0 0 0,0 0 0,-1 0 0,1 0 0,0 0 0,0 0 0,0 0 0,0-1 0,0 1 0,0 0 0,0 0 0,0 0 0,-1 0 0,1 1 0,0-1 0,0 0 0,0 0 0,0 0 0,0 0 0,0 0 0,0 0 0,0 0 0,0 0 0,-1 0 0,1 0 0,0 0 0,0 0 0,0 0 0,0 0 0,-7 8 0,-4 10 0,-33 80 0,3-7 0,21-52 0,6-9 0,-1-1 0,-2-1 0,-23 31 0,20-43-84,13-11-1197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6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26 174 24575,'-2'1'0,"1"0"0,-1 0 0,0 0 0,1 0 0,-1 0 0,1 0 0,0 0 0,-1 1 0,1-1 0,0 0 0,0 1 0,0-1 0,0 1 0,0 0 0,0-1 0,0 1 0,1 0 0,-1-1 0,0 4 0,0-2 0,1 1 0,0-1 0,0 0 0,0 1 0,0-1 0,1 0 0,-1 0 0,1 1 0,0-1 0,2 5 0,-1-3 0,1 1 0,-1 0 0,1-1 0,1 0 0,-1 0 0,1 0 0,0 0 0,0 0 0,0-1 0,1 0 0,7 6 0,-11-9 0,0 0 0,1 0 0,-1 0 0,0 0 0,1-1 0,-1 1 0,1-1 0,-1 1 0,1-1 0,-1 1 0,1-1 0,-1 0 0,1 0 0,-1 0 0,1 0 0,-1 0 0,1 0 0,-1 0 0,1 0 0,-1-1 0,1 1 0,-1-1 0,1 1 0,-1-1 0,3-1 0,-2 0 0,1 0 0,0-1 0,-1 1 0,0-1 0,0 0 0,1 0 0,-2 0 0,1 0 0,0 0 0,1-3 0,-3 4 0,1 1 0,-1 0 0,1 0 0,0 0 0,0 0 0,-1-1 0,1 1 0,0 0 0,0 0 0,0 0 0,0 1 0,0-1 0,0 0 0,0 0 0,0 0 0,1 1 0,-1-1 0,0 1 0,0-1 0,1 1 0,-1-1 0,0 1 0,2 0 0,1 0 0,0 0 0,0 0 0,0 1 0,0-1 0,0 1 0,5 2 0,-5-1 0,0-1 0,1 0 0,-1 0 0,0-1 0,0 1 0,8-1 0,-8 0 0,-1-1 0,1 1 0,-1-1 0,0 0 0,1 0 0,-1 0 0,0-1 0,0 1 0,0-1 0,0 0 0,0 0 0,0 0 0,-1 0 0,1 0 0,2-3 0,-2 1 0,-1 1 0,1-1 0,-1 0 0,1 0 0,-1 0 0,0 0 0,-1-1 0,1 1 0,-1 0 0,1-6 0,0-2 0,-1 0 0,0 0 0,-1 0 0,-1 0 0,0 0 0,0-1 0,-6-19 0,5 26-105,0 0 0,0 1 0,0-1 0,-1 1 0,1 0 0,-1 0 0,-1 0 0,1 0 0,-1 0 0,0 0 0,0 1 0,-7-6 0,2 3-6721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06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 24575,'-30'5'0,"14"-3"0,0 0 0,0 2 0,1 0 0,-1 0 0,1 2 0,-25 11 0,38-16 0,1 0 0,-1 0 0,0 1 0,1-1 0,-1 0 0,0 1 0,1-1 0,0 1 0,-1-1 0,1 1 0,0 0 0,0-1 0,0 1 0,0 0 0,0 0 0,0 0 0,0 0 0,1 0 0,-1 0 0,0 2 0,1-1 0,0 0 0,1 0 0,-1 0 0,0 0 0,1-1 0,0 1 0,-1 0 0,1 0 0,0-1 0,1 1 0,-1 0 0,3 4 0,3 2 0,0-1 0,0 1 0,1-1 0,0 0 0,0-1 0,14 10 0,-12-10 14,1-1-1,0 0 0,1 0 0,-1-1 1,1 0-1,0-1 0,0-1 1,17 3-1,-21-5-119,0 0 0,0 0 0,0-1 0,1 0 0,-1 0 0,0-1-1,0 0 1,0-1 0,0 0 0,0 0 0,0 0 0,-1-1 0,15-7 0,-10 2-6720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4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74 24575,'1'0'0,"0"0"0,0 1 0,0-1 0,-1 0 0,1 1 0,0-1 0,0 0 0,-1 1 0,1-1 0,0 1 0,-1-1 0,1 1 0,-1 0 0,1-1 0,-1 1 0,1-1 0,0 2 0,9 14 0,-8-12 0,5 9 0,-2-1 0,1 1 0,-2 0 0,1 0 0,1 15 0,8 70 0,3 260 0,-1 37 0,-7-323 0,11 150 0,-13-110 0,1 28 0,-12-225 0,-23-145 0,9 104 0,-23-470 0,41 536 0,-8-225 0,-15 143 0,13 88 0,5 41 0,5 13 0,0 0 0,0 0 0,0 0 0,-1 0 0,1 0 0,0 0 0,0 0 0,0 0 0,0 0 0,0 0 0,-1 0 0,1 0 0,0 0 0,0 0 0,0 0 0,0 0 0,0 0 0,-1 0 0,1 0 0,0 0 0,0 0 0,0 0 0,0 0 0,0 0 0,-1 1 0,1-1 0,0 0 0,0 0 0,0 0 0,0 0 0,0 0 0,0 0 0,0 0 0,0 0 0,-1 1 0,1-1 0,0 0 0,0 0 0,0 0 0,0 1 0,-1 1 0,0 0 0,0 1 0,0 0 0,0-1 0,1 1 0,-2 4 0,0 155 0,3-87 0,22 269-162,25-1-132,-4-30 154,3 195 140,-46-492 75,0-1-1,-2 0 1,0 1-1,0-1 1,-2 0-1,0 0 1,-5 15-1,8-29-78,-1 0 0,1 0 0,0 0 0,-1 0 0,1 0 0,0 0 0,-1-1 0,1 1 0,-1 0 0,0 0 0,1-1 0,-1 1 0,0 0 0,1-1 0,-1 1 0,0 0 0,0-1 0,1 1 0,-1-1 0,0 1 0,-1 0 0,1-1 13,0-1 1,0 1-1,0 0 0,1 0 1,-1 0-1,0-1 0,0 1 1,1 0-1,-1 0 0,0-1 1,1 1-1,-1-1 0,0 1 0,1-1 1,-1 1-1,1-1 0,-1 1 1,1-1-1,-1 0 0,0 0 1,-3-5-290,-1-1 0,2 0 1,-7-14-1,9 19-74,-8-19-6472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5.1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196 253 24575,'-3'-27'0,"-1"0"0,-13-47 0,14 64 0,-1 0 0,0 0 0,0 0 0,-1 1 0,0 0 0,-1 0 0,0 0 0,0 1 0,-1 0 0,-9-9 0,14 15 0,1 1 0,-1 0 0,1-1 0,-1 1 0,1 0 0,-1 0 0,0 0 0,0 0 0,1 0 0,-1 1 0,0-1 0,0 0 0,0 1 0,0 0 0,0-1 0,0 1 0,0 0 0,0 0 0,1 0 0,-1 0 0,0 0 0,0 0 0,0 1 0,0-1 0,-2 2 0,1-1 0,0 1 0,0 0 0,0 0 0,1 0 0,-1 0 0,1 0 0,0 1 0,-1-1 0,1 1 0,0 0 0,0-1 0,1 1 0,-1 0 0,-1 3 0,-1 4 0,1 0 0,-1 0 0,2 0 0,-1 0 0,2 0 0,-1 1 0,1 10 0,4 75 0,-2-89 0,-1 1 0,2 0 0,-1-1 0,1 1 0,1-1 0,-1 0 0,1 1 0,0-1 0,1 0 0,0-1 0,0 1 0,0-1 0,1 0 0,0 0 0,0 0 0,0 0 0,1-1 0,0 0 0,0 0 0,0-1 0,11 6 0,-9-6 0,-1-1 0,1 1 0,1-2 0,-1 1 0,0-1 0,0 0 0,1-1 0,-1 0 0,1 0 0,10-1 0,-15-1 0,0 1 0,0-1 0,0 0 0,0 0 0,-1 0 0,1-1 0,0 1 0,0-1 0,-1 0 0,1 0 0,-1 0 0,1-1 0,-1 1 0,0-1 0,0 0 0,0 1 0,-1-2 0,1 1 0,-1 0 0,1 0 0,-1-1 0,0 1 0,2-6 0,0 0 0,-1-1 0,1 1 0,-2-1 0,1 0 0,-2 0 0,1 0 0,-1 0 0,-1 0 0,0 0 0,0 0 0,-1 0 0,0 0 0,-1 0 0,0 0 0,0 1 0,-1-1 0,-1 0 0,0 1 0,0 0 0,0 0 0,-1 0 0,-1 1 0,1-1 0,-11-10 0,13 16 0,-1 0 0,1 0 0,-1 0 0,1 0 0,-1 1 0,0 0 0,0 0 0,0 0 0,0 0 0,-1 0 0,1 1 0,-6-2 0,6 3 0,1 0 0,-1-1 0,1 1 0,-1 1 0,1-1 0,-1 0 0,1 1 0,-1 0 0,1-1 0,0 1 0,0 1 0,-1-1 0,1 0 0,0 1 0,0 0 0,-4 3 0,-1 1 0,1 0 0,0 0 0,0 1 0,1 0 0,0 1 0,0-1 0,1 1 0,0 0 0,0 1 0,1-1 0,0 1 0,1 0 0,-1 0 0,2 0 0,-4 19 0,5-22 0,0 1 0,1-1 0,0 1 0,0 0 0,0-1 0,1 1 0,0-1 0,0 1 0,1-1 0,0 0 0,0 0 0,0 1 0,1-1 0,0-1 0,0 1 0,0 0 0,1-1 0,0 1 0,0-1 0,0 0 0,1-1 0,0 1 0,10 7 0,-7-6 0,1 0 0,1-1 0,-1 0 0,1-1 0,-1 0 0,1 0 0,0-1 0,1 0 0,-1-1 0,0 0 0,1-1 0,-1 0 0,20 0 0,-28-2 0,0 1 0,0 0 0,0-1 0,-1 1 0,1-1 0,0 1 0,0-1 0,0 0 0,-1 0 0,1 0 0,0 0 0,-1 0 0,1 0 0,-1 0 0,1 0 0,-1-1 0,2-1 0,-1 0 0,0 1 0,-1-1 0,0 0 0,1 0 0,-1 1 0,0-1 0,0 0 0,0 0 0,-1 0 0,1-4 0,0-1 0,-1 0 0,0-1 0,-1 1 0,0 0 0,0 0 0,0-1 0,-4-9 0,0 6 0,1 0 0,-2 1 0,0 0 0,0 0 0,-1 0 0,0 1 0,0 0 0,-2 1 0,-12-13 0,15 16 0,0 1 0,0 0 0,0 0 0,-1 1 0,1 0 0,-1 0 0,0 0 0,-1 1 0,1 0 0,0 1 0,-1 0 0,0 0 0,0 0 0,1 1 0,-1 0 0,-8 0 0,10 2-151,0 0-1,0 0 0,0 0 0,0 1 1,1 0-1,-1 0 0,1 0 1,-8 5-1,-4 3-6674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7.9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82 24575,'-7'-22'0,"-4"-38"0,7 579-533,-5-186 260,18-32 273,-2 1 0,-6-296 28,-1-4 15,0 0 0,0 0 0,0 0 0,0 0 0,0 0 0,0 1 0,0-1-1,-1 0 1,1 0 0,-1 0 0,1 0 0,-1 0 0,0-1 0,-2 5 0,3-6-38,-1-1 0,1 1 0,-1 0 1,1 0-1,-1-1 0,1 1 0,0 0 0,-1-1 0,1 1 1,-1 0-1,1-1 0,0 1 0,-1-1 0,1 1 0,0-1 1,-1 1-1,1-1 0,0 1 0,0 0 0,0-1 0,-1 0 1,1 1-1,0-1 0,0 0 0,0 1 0,-6-18 25,1 0 0,1 1 0,-3-26 0,-1-55-1515,7 71-5341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8.4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197 296 24575,'-7'-11'0,"2"0"0,-1 2 0,0-1 0,-1 1 0,0 0 0,0 0 0,-1 1 0,-14-13 0,22 21 0,-1-1 0,0 0 0,0 1 0,0-1 0,1 1 0,-1-1 0,0 1 0,0-1 0,0 1 0,0 0 0,0-1 0,0 1 0,0 0 0,0 0 0,0 0 0,0 0 0,0 0 0,0 0 0,0 0 0,0 0 0,-1 0 0,1 1 0,0-1 0,1 1 0,-1-1 0,1 1 0,-1-1 0,1 1 0,-1-1 0,1 1 0,-1 0 0,1-1 0,-1 1 0,1 0 0,0-1 0,-1 1 0,1 0 0,0 0 0,0-1 0,0 1 0,0 0 0,-1 1 0,1 1 0,0 0 0,0 0 0,0 0 0,0-1 0,1 1 0,-1 0 0,1 0 0,0-1 0,-1 1 0,1 0 0,0-1 0,1 1 0,2 4 0,-4-6 0,0-1 0,1 1 0,0 0 0,-1 0 0,1-1 0,-1 1 0,1 0 0,0-1 0,-1 1 0,1-1 0,0 1 0,0-1 0,0 1 0,-1-1 0,1 0 0,0 1 0,0-1 0,0 0 0,0 0 0,0 0 0,0 1 0,-1-1 0,1 0 0,0 0 0,0 0 0,0 0 0,0-1 0,0 1 0,0 0 0,0 0 0,-1 0 0,1-1 0,0 1 0,0 0 0,0-1 0,0 1 0,-1-1 0,2 0 0,0-1 0,0 0 0,-1 0 0,1 0 0,-1 0 0,1 0 0,-1 0 0,0 0 0,0 0 0,0 0 0,0-1 0,0 1 0,0 0 0,0-4 0,0-2 0,-1 1 0,0 0 0,0-1 0,-1 1 0,0 0 0,0-1 0,-1 1 0,1 0 0,-2 0 0,1 0 0,-1 0 0,-6-11 0,-3-2 0,-1 0 0,-24-29 0,34 45 0,0 1 0,-1 0 0,1 0 0,-1 0 0,1 0 0,-8-4 0,11 7 0,-1-1 0,0 1 0,0-1 0,1 1 0,-1 0 0,0-1 0,0 1 0,1 0 0,-1 0 0,0 0 0,0-1 0,0 1 0,1 0 0,-1 0 0,0 0 0,0 0 0,0 0 0,1 1 0,-1-1 0,0 0 0,0 0 0,0 0 0,1 1 0,-1-1 0,0 0 0,0 1 0,1-1 0,-1 1 0,0-1 0,1 1 0,-1-1 0,1 1 0,-1-1 0,0 1 0,1 0 0,-1-1 0,1 1 0,0 0 0,-1-1 0,1 1 0,-1 0 0,1 0 0,0-1 0,-1 3 0,-1 4 0,1 1 0,-1 0 0,1-1 0,1 1 0,-1 0 0,2 12 0,8 47 0,18 42-1365,-21-90-5461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8.9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0 24575,'-3'3'0,"0"-1"0,0 1 0,1 0 0,-1 0 0,1 0 0,0 0 0,0 0 0,0 0 0,0 1 0,1-1 0,-1 1 0,1-1 0,0 1 0,-1 5 0,-1 7 0,-3 30 0,5-11 0,1-1 0,2 1 0,6 36 0,26 102 0,34 79 0,-32-126 0,-34-118 0,6 25 0,-8-31 0,0-1 0,0 0 0,1 1 0,-1-1 0,0 1 0,0-1 0,-1 1 0,1-1 0,0 1 0,0-1 0,-1 0 0,1 1 0,-1-1 0,1 1 0,-1-1 0,0 0 0,1 0 0,-2 2 0,1-2 0,0-1 0,0 1 0,1-1 0,-1 0 0,0 1 0,0-1 0,0 0 0,1 0 0,-1 1 0,0-1 0,0 0 0,0 0 0,0 0 0,1 0 0,-1 0 0,0 0 0,0-1 0,0 1 0,0 0 0,1 0 0,-1 0 0,0-1 0,0 1 0,0 0 0,1-1 0,-1 1 0,0-1 0,1 1 0,-1-1 0,0 1 0,0-2 0,-3-1 0,0 0 0,1-1 0,0 1 0,-4-5 0,3 1-67,0 0-1,0 0 1,1-1-1,-5-13 0,5 11-959,-2-3-5799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9.3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205 227 24575,'-40'-73'0,"-33"-51"0,71 120 0,-1 1 0,0-1 0,0 1 0,0 0 0,0 0 0,-4-3 0,7 6 0,-1-1 0,1 1 0,0 0 0,-1-1 0,0 1 0,1 0 0,-1 0 0,1-1 0,-1 1 0,1 0 0,-1 0 0,0 0 0,1 0 0,-1 0 0,1 0 0,-1 0 0,0 0 0,1 0 0,-1 0 0,1 0 0,-1 0 0,1 0 0,-1 0 0,0 1 0,1-1 0,-1 0 0,1 0 0,-1 1 0,1-1 0,-1 0 0,1 1 0,-1-1 0,1 0 0,-1 1 0,1-1 0,0 1 0,-1-1 0,1 1 0,0-1 0,-1 1 0,1-1 0,0 1 0,-1-1 0,1 1 0,0-1 0,0 1 0,0 0 0,0-1 0,0 2 0,-3 6 0,1 0 0,1 0 0,0 1 0,0-1 0,0 0 0,1 1 0,1 8 0,2 4 0,7 34 0,-8-48 0,-1 0 0,1 0 0,0 0 0,0 0 0,1-1 0,0 1 0,4 6 0,-7-13 0,0 1 0,0-1 0,0 1 0,1-1 0,-1 0 0,0 1 0,0-1 0,1 0 0,-1 0 0,0 1 0,0-1 0,1 0 0,-1 0 0,0 1 0,1-1 0,-1 0 0,1 0 0,-1 0 0,0 0 0,1 1 0,-1-1 0,0 0 0,1 0 0,-1 0 0,1 0 0,-1 0 0,0 0 0,1 0 0,-1 0 0,1 0 0,-1 0 0,0 0 0,1 0 0,-1-1 0,1 1 0,-1 0 0,0 0 0,1 0 0,-1 0 0,0-1 0,1 1 0,-1 0 0,0 0 0,1-1 0,-1 1 0,0 0 0,0-1 0,1 1 0,-1 0 0,0-1 0,0 1 0,1-1 0,0-1 0,0-1 0,0 1 0,0 0 0,0-1 0,0 1 0,0-1 0,0-2 0,0-5 0,-1 0 0,0 1 0,-1-1 0,0 1 0,0-1 0,-1 0 0,-3-10 0,-1 2 0,-1 0 0,-14-29 0,20 46-6,0 0-1,1-1 0,-1 1 0,0 0 1,0-1-1,0 1 0,0 0 1,-1 0-1,1 0 0,0 0 1,-2-1-1,2 2 17,1-1 1,-1 1-1,1 0 1,-1-1-1,0 1 1,0 0 0,1 0-1,-1 0 1,0 0-1,1 0 1,-1 0-1,0 0 1,0 0-1,1 0 1,-1 0-1,0 0 1,1 0-1,-2 1 1,0 0-98,1 0-1,-1 0 1,0 0 0,1 1-1,-1-1 1,1 0 0,0 1-1,-1-1 1,1 1-1,0-1 1,0 1 0,0 0-1,0 0 1,0-1 0,0 1-1,0 2 1,-4 9-6739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19.7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1 24575,'-6'27'0,"0"15"0,-1 5 0,2 2 0,2-5 0,0-3 0,2-5 0,1-4 0,2-4 0,2-3 0,-1-3 0,0-2 0,-1-3 0,2-4 0,0-6 0,-1-7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0.0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110 28 24575,'-12'-6'0,"-31"-11"0,40 16 0,0 0 0,0 0 0,-1 1 0,1-1 0,0 1 0,0 0 0,-1 0 0,1 0 0,0 0 0,-1 0 0,-2 1 0,5 0 0,1-1 0,-1 0 0,0 0 0,1 1 0,-1-1 0,0 0 0,1 1 0,-1-1 0,1 1 0,-1-1 0,0 1 0,1-1 0,-1 1 0,1-1 0,0 1 0,-1 0 0,1-1 0,-1 1 0,1-1 0,0 1 0,0 0 0,-1 0 0,1-1 0,0 1 0,0 0 0,0-1 0,0 1 0,0 0 0,0 0 0,0-1 0,0 1 0,0 0 0,0-1 0,0 1 0,0 0 0,0 0 0,1-1 0,-1 1 0,0 0 0,1-1 0,-1 1 0,1 0 0,2 5 0,0 0 0,0-1 0,7 9 0,-9-12 0,8 10 0,0 0 0,0 0 0,2-2 0,-1 1 0,1-1 0,14 10 0,-13-15 0,-12-5 0,0 0 0,0 0 0,0 0 0,1 0 0,-1 0 0,0 0 0,0 0 0,0 0 0,0 0 0,1 0 0,-1 0 0,0 0 0,0 0 0,0 0 0,0 0 0,1-1 0,-1 1 0,0 0 0,0 0 0,0 0 0,0 0 0,1 0 0,-1 0 0,0 0 0,0-1 0,0 1 0,0 0 0,0 0 0,0 0 0,0 0 0,1-1 0,-1 0 0,0 0 0,-1 0 0,1 0 0,0 0 0,0 0 0,0 0 0,-1 0 0,1 0 0,0 0 0,-1 0 0,1 0 0,-1 0 0,1 0 0,-1 0 0,1 0 0,-2-1 0,-6-7-273,0 0 0,-1 1 0,1 0 0,-12-8 0,2 3-6553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1.0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85 49 24575,'-3'-8'0,"-6"-16"0,9 23 0,-1-1 0,0 1 0,1 0 0,-1 0 0,0 0 0,0 0 0,0 0 0,0 0 0,0 0 0,0 1 0,0-1 0,0 0 0,0 0 0,0 1 0,0-1 0,-1 0 0,1 1 0,0 0 0,1 0 0,-1 0 0,1 0 0,-1 0 0,1 0 0,-1 0 0,1 0 0,-1 0 0,1 0 0,-1 0 0,1 1 0,-1-1 0,1 0 0,-1 0 0,1 1 0,-1-1 0,1 0 0,-1 0 0,1 1 0,0-1 0,-1 1 0,1-1 0,0 0 0,-1 1 0,1-1 0,0 1 0,-1-1 0,1 1 0,-1 0 0,-5 16 0,6-17 0,-10 40 0,3 1 0,-5 74 0,10-87 0,-2 63-282,11 150 0,31 90-448,-28-255 690,-1-7 36,19 165-45,-20 0 13,-8-233 44,0 12 175,0 1 0,-2-1 0,1 0 1,-1 0-1,-8 24 0,10-36-174,0-1 0,-1 1 0,1-1 1,0 1-1,0-1 0,0 1 0,-1-1 0,1 1 0,0-1 0,0 1 1,-1-1-1,1 1 0,0-1 0,-1 0 0,1 1 0,-1-1 0,1 0 1,0 1-1,-1-1 0,1 0 0,-1 0 0,1 1 0,-1-1 0,1 0 1,-1 0-1,1 0 0,-1 1 0,1-1 0,-1 0 0,1 0 0,-2 0 1,1-1-7,0 1 1,0-1-1,0 1 1,0-1-1,0 0 1,1 1-1,-1-1 1,0 0-1,0 0 1,0 0-1,1 0 1,-1 0-1,-1-1 1,-2-6-13,1 0 1,-6-13-1,4 5-332,1-1 0,0 0-1,-1-32 1,3 29-6485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1.5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124 318 24575,'-11'-31'0,"5"12"0,-1 0 0,0 1 0,-13-21 0,19 38 0,0-1 0,1 1 0,-1 0 0,0 0 0,0 0 0,1 0 0,-1 0 0,0 0 0,0 0 0,0 1 0,0-1 0,-1 0 0,1 0 0,-2 0 0,3 1 0,0 0 0,0 0 0,-1 0 0,1 0 0,0 0 0,0 0 0,-1 0 0,1 0 0,0 0 0,0 0 0,-1 0 0,1 0 0,0 0 0,0 0 0,0 0 0,-1 0 0,1 1 0,0-1 0,0 0 0,0 0 0,0 0 0,-1 0 0,1 1 0,0-1 0,0 0 0,0 1 0,-4 10 0,3 17 0,1-27 0,0 1 0,0 0 0,0 0 0,1-1 0,-1 1 0,1 0 0,-1-1 0,1 1 0,-1-1 0,1 1 0,0 0 0,-1-1 0,3 3 0,-3-4 0,1 0 0,-1 1 0,0-1 0,1 0 0,-1 0 0,0 0 0,1 0 0,-1 1 0,0-1 0,1 0 0,-1 0 0,1 0 0,-1 0 0,0 0 0,1 0 0,-1 0 0,0 0 0,1 0 0,-1 0 0,1 0 0,-1 0 0,0 0 0,1-1 0,-1 1 0,0 0 0,1 0 0,-1 0 0,0 0 0,1-1 0,-1 1 0,0 0 0,0 0 0,1-1 0,-1 1 0,0 0 0,1 0 0,-1-1 0,0 1 0,0 0 0,0-1 0,0 1 0,1 0 0,-1-1 0,0 1 0,0 0 0,0-2 0,7-17 0,-5 7 0,0 0 0,-1 0 0,-1 0 0,0 0 0,-1 0 0,0-1 0,-1 1 0,0 0 0,-1 1 0,0-1 0,-1 0 0,-1 1 0,1 0 0,-2 0 0,-12-19 0,18 29 0,0 0 0,-1 1 0,1-1 0,-1 0 0,1 1 0,-1-1 0,1 0 0,-1 1 0,0-1 0,1 1 0,-1-1 0,0 1 0,1-1 0,-1 1 0,0-1 0,0 1 0,1 0 0,-1-1 0,0 1 0,0 0 0,-1 0 0,1 0 0,1 0 0,-1 0 0,1 1 0,-1-1 0,1 0 0,-1 1 0,1-1 0,0 1 0,-1-1 0,1 1 0,-1-1 0,1 1 0,0-1 0,-1 1 0,1-1 0,0 1 0,0-1 0,-1 1 0,1-1 0,0 1 0,0 1 0,-2 5 0,1 0 0,0 0 0,1 11 0,1 19-25,0-25-243,0-1 0,-1 1 0,0 0 0,-4 22 0,0-24-6558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2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71 0 24575,'-20'61'0,"-17"99"0,31-123 0,2 1 0,1 0 0,2 0 0,5 38 0,7 15-159,29 112 0,40 86-282,-53-197 399,-26-87 228,0 0-1,0 0 1,1 11-1,-2-16-188,0 1-1,0-1 1,0 1-1,0 0 1,0-1-1,-1 1 1,1 0-1,0-1 1,0 1-1,0-1 1,0 1-1,-1-1 1,1 1 0,0-1-1,-1 1 1,1 0-1,0-1 1,-1 1-1,0-1-45,1 0-1,-1 1 0,1-1 1,-1 0-1,1 0 0,-1 0 1,0 0-1,1 0 1,-1 0-1,1 0 0,-1 0 1,1 0-1,-1 0 1,1-1-1,-1 1 0,1 0 1,-1 0-1,1 0 1,-1-1-1,1 1 0,-1 0 1,1 0-1,-1-1 1,0 0-1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2.5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170 253 24575,'-42'-115'0,"32"91"0,-1 1 0,-24-38 0,17 40 0,18 21 0,0-1 0,-1 1 0,1 0 0,0-1 0,0 1 0,-1 0 0,1 0 0,0-1 0,-1 1 0,1 0 0,0 0 0,-1-1 0,1 1 0,0 0 0,-1 0 0,1 0 0,-1 0 0,1 0 0,0-1 0,-1 1 0,1 0 0,-1 0 0,1 0 0,0 0 0,-1 0 0,1 0 0,-1 0 0,1 0 0,0 1 0,-1-1 0,1 0 0,-1 0 0,1 0 0,0 0 0,-1 0 0,1 1 0,0-1 0,-1 0 0,1 0 0,0 1 0,-1-1 0,1 0 0,0 1 0,0-1 0,-1 0 0,1 1 0,0-1 0,0 0 0,-1 1 0,1-1 0,0 0 0,0 1 0,0-1 0,0 1 0,0-1 0,0 0 0,-1 1 0,0 6 0,0 1 0,0-1 0,1 0 0,0 0 0,0 1 0,1-1 0,0 0 0,0 0 0,0 0 0,1 0 0,3 8 0,4 9 0,21 40 0,-28-60 0,1 0 0,-1 0 0,1 0 0,0 0 0,5 5 0,-7-9 0,-1 1 0,1-1 0,-1 1 0,0-1 0,1 0 0,-1 1 0,1-1 0,-1 0 0,1 0 0,0 1 0,-1-1 0,1 0 0,-1 0 0,1 0 0,-1 0 0,1 1 0,-1-1 0,1 0 0,0 0 0,-1 0 0,2-1 0,-1 1 0,-1-1 0,1 1 0,-1-1 0,1 1 0,0-1 0,-1 0 0,1 1 0,-1-1 0,1 0 0,-1 1 0,0-1 0,1 0 0,-1 0 0,0 1 0,1-1 0,-1 0 0,0 0 0,0 0 0,0 0 0,0-1 0,1-10 0,0 0 0,-1-1 0,-1 1 0,0 0 0,-1 0 0,0 0 0,-1 0 0,0 0 0,-1 1 0,0-1 0,-1 1 0,-10-18 0,14 26-49,-1 0 1,1 1-1,-1-1 0,0 1 0,0-1 1,0 1-1,-1 0 0,1 0 0,0 0 1,-1 0-1,0 0 0,1 0 0,-1 1 1,0-1-1,0 1 0,0 0 0,0 0 1,0 0-1,0 0 0,0 0 0,0 1 1,0 0-1,0-1 0,0 1 0,0 0 0,-1 0 1,-3 1-1,-2 3-6777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3.0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 1 24575,'-4'6'0,"1"0"0,0 1 0,0-1 0,1 1 0,0 0 0,0 0 0,-2 12 0,-1 53 0,4-57 0,-2 88 0,5 0 0,23 157 0,-25-255 0,1-3 0,0 0 0,-1 0 0,1 1 0,-1-1 0,0 0 0,0 0 0,0 0 0,0 1 0,0-1 0,-1 0 0,1 0 0,-1 0 0,-1 4 0,2-6 0,0 1 0,0-1 0,-1 0 0,1 0 0,0 0 0,0 0 0,-1 0 0,1 0 0,0 0 0,0 0 0,-1-1 0,1 1 0,0 0 0,0 0 0,-1 0 0,1 0 0,0 0 0,0 0 0,0 0 0,-1-1 0,1 1 0,0 0 0,0 0 0,0 0 0,-1 0 0,1-1 0,0 1 0,0 0 0,0 0 0,0 0 0,0-1 0,-1 1 0,1 0 0,-5-9 0,-11-28-1365,11 24-5461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23.3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229 87 24575,'-16'-11'0,"-1"0"0,0 1 0,0 1 0,-1 0 0,0 1 0,-29-8 0,44 15 0,1 1 0,-1-1 0,0 1 0,0 0 0,0 0 0,0 0 0,0 0 0,0 0 0,0 1 0,1-1 0,-1 1 0,0-1 0,0 1 0,0 0 0,1 1 0,-4 0 0,4 0 0,0 0 0,0-1 0,0 1 0,0 0 0,0 0 0,1 0 0,-1 0 0,1 0 0,-1 0 0,1 1 0,0-1 0,0 0 0,0 1 0,0-1 0,0 1 0,1-1 0,-1 1 0,1 2 0,-1 4 0,0 0 0,1 1 0,0-1 0,3 17 0,-1-28 0,2-8 0,2-11 0,-3 2-455,-1 1 0,-1-24 0,-1 28-6371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1.4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 8 24575,'1'0'0,"-1"0"0,0 0 0,0 0 0,0 0 0,0 0 0,0 0 0,1 0 0,-1 0 0,0 0 0,0-1 0,0 1 0,0 0 0,0 0 0,1 0 0,-1 0 0,0 0 0,0 0 0,0-1 0,0 1 0,0 0 0,0 0 0,0 0 0,0 0 0,0-1 0,0 1 0,0 0 0,0 0 0,0 0 0,0 0 0,0-1 0,0 1 0,0 0 0,0 0 0,0 0 0,0 0 0,0-1 0,0 1 0,0 0 0,0 0 0,0 0 0,0 0 0,0-1 0,0 1 0,0 0 0,0 0 0,-1 0 0,1 0 0,0 0 0,0 0 0,0-1 0,0 1 0,0 0 0,0 0 0,-1 0 0,1 0 0,0 0 0,-1 0 0,0 0 0,1 0 0,-1 0 0,1 0 0,-1 0 0,1 0 0,-1 0 0,1 0 0,-1 0 0,1 0 0,-1 1 0,1-1 0,-1 0 0,1 0 0,-1 0 0,1 1 0,0-1 0,-1 1 0,-2 2 0,1 0 0,0 0 0,0 1 0,0-1 0,0 0 0,0 1 0,1 0 0,-1-1 0,1 1 0,0 0 0,0 0 0,1 0 0,-1-1 0,1 6 0,-1 6 0,1 1 0,2 18 0,12 40-1365,-13-61-5461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1.7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49 24575,'-31'-18'0,"20"10"0,0 2 0,-21-10 0,28 16 0,5 5 0,7 7 0,-7-11 0,13 15 0,1-1 0,0 0 0,1-1 0,0-1 0,33 20 0,-48-33 0,1 1 0,-1 0 0,0 0 0,0-1 0,0 1 0,1-1 0,-1 1 0,0-1 0,1 0 0,1 1 0,-3-1 0,1 0 0,-1 0 0,0 0 0,0 0 0,0 0 0,0 0 0,0 0 0,0 0 0,0 0 0,0 0 0,0 0 0,0 0 0,1-1 0,-1 1 0,0 0 0,0 0 0,0 0 0,0 0 0,0 0 0,0 0 0,0 0 0,0 0 0,0 0 0,0 0 0,0 0 0,0 0 0,0-1 0,0 1 0,0 0 0,0 0 0,0 0 0,0 0 0,0 0 0,0 0 0,0 0 0,0 0 0,0 0 0,0 0 0,0-1 0,0 1 0,0 0 0,0 0 0,0 0 0,0 0 0,0 0 0,0 0 0,0 0 0,-7-9 0,-3-1-48,-20-13 0,16 12-1221,1 1-5557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2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121 76 24575,'-10'-14'0,"6"8"0,0 0 0,-1 0 0,1 0 0,-2 0 0,1 0 0,0 1 0,-1 0 0,0 1 0,-7-5 0,12 8 0,0 1 0,1 0 0,-1-1 0,0 1 0,1 0 0,-1 0 0,1 0 0,-1 0 0,0 0 0,1 0 0,-1 0 0,0 0 0,1 0 0,-1 0 0,0 0 0,1 0 0,-1 0 0,0 0 0,1 1 0,-1-1 0,0 0 0,1 0 0,-1 1 0,1-1 0,-1 0 0,0 1 0,0 1 0,0-1 0,0 0 0,0 1 0,0-1 0,0 1 0,0-1 0,0 1 0,0-1 0,0 4 0,-1 3 0,0-1 0,0 1 0,1 9 0,-1 58 0,3-52 0,-1 1 0,-5 31 0,3-45-104,-6 52 341,7-55-487,1 1 1,0-1-1,0 1 0,1-1 1,2 15-1,1-13-6576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2.4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229 68 24575,'-60'-24'0,"25"10"0,-45-13 0,77 27 0,1-1 0,-1 0 0,0 1 0,0 0 0,0-1 0,0 1 0,0 0 0,1 1 0,-1-1 0,0 0 0,-4 2 0,6-2 0,0 1 0,0-1 0,0 1 0,0 0 0,0-1 0,0 1 0,0 0 0,1 0 0,-1 0 0,0-1 0,0 1 0,1 0 0,-1 0 0,1 0 0,-1 0 0,1 0 0,-1 0 0,1 0 0,-1 0 0,1 0 0,0 1 0,0-1 0,0 0 0,-1 0 0,1 0 0,0 0 0,0 0 0,0 0 0,1 1 0,-1 0 0,1 2 0,0-1 0,-1 0 0,1 0 0,1 0 0,-1 0 0,0 0 0,1 0 0,0 0 0,-1 0 0,1 0 0,0-1 0,0 1 0,1-1 0,-1 1 0,4 1 0,5 5 0,1 0 0,14 8 0,-12-9 0,-11-6-31,0 0-1,1 0 0,-1 0 0,0-1 0,1 1 1,-1-1-1,1 0 0,-1 0 0,1 0 1,0 0-1,-1-1 0,1 0 0,0 0 1,0 0-1,-1 0 0,1 0 0,0-1 1,0 1-1,-1-1 0,1 0 0,-1 0 1,1-1-1,-1 1 0,1-1 0,-1 1 1,0-1-1,0 0 0,0-1 0,0 1 1,0 0-1,0-1 0,0 1 0,-1-1 1,0 0-1,1 0 0,-1 0 0,0 0 1,0-1-1,-1 1 0,1 0 0,-1-1 1,2-3-1,0-3-6794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2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95 19 24575,'-7'-3'0,"1"0"0,0 0 0,-1 1 0,0 0 0,-9-2 0,15 4 0,0-1 0,-1 1 0,1 0 0,-1 0 0,1 0 0,-1 0 0,1 0 0,0 0 0,-1 1 0,1-1 0,-1 0 0,1 1 0,0-1 0,0 1 0,-1-1 0,1 1 0,0 0 0,0 0 0,-1-1 0,1 1 0,0 0 0,0 0 0,0 0 0,0 0 0,0 0 0,0 0 0,1 1 0,-1-1 0,0 0 0,1 0 0,-1 1 0,0 1 0,-1 3 0,0 0 0,1 0 0,0-1 0,1 1 0,-1 0 0,1 0 0,1 10 0,8 43 0,0-2 0,-8-49-103,1 18-528,5 29 0,-5-43-6195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3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92 64 24575,'-8'-9'0,"4"3"0,-1 0 0,0 1 0,0-1 0,0 1 0,0 0 0,-1 1 0,0 0 0,0-1 0,-8-2 0,14 6 0,-1 1 0,0 0 0,1 0 0,-1 0 0,0-1 0,1 1 0,-1 0 0,0 0 0,1 0 0,-1 0 0,0 0 0,1 0 0,-1 0 0,0 0 0,1 1 0,-1-1 0,0 0 0,1 0 0,-1 1 0,0-1 0,1 0 0,-1 1 0,1-1 0,-1 0 0,1 1 0,-1-1 0,1 1 0,-1-1 0,1 1 0,-1-1 0,1 1 0,0-1 0,-1 1 0,1-1 0,0 1 0,-1 0 0,1-1 0,0 1 0,0 0 0,-1-1 0,1 1 0,0 0 0,0-1 0,0 1 0,0 0 0,0-1 0,0 2 0,0 3 0,-1 1 0,1-1 0,1 0 0,0 9 0,1-7 0,0 1 0,0-1 0,1 0 0,-1 1 0,5 6 0,-6-12 0,0-1 0,0 1 0,0 0 0,0 0 0,0 0 0,0-1 0,0 1 0,1-1 0,-1 1 0,1-1 0,-1 0 0,1 1 0,0-1 0,-1 0 0,1 0 0,0 0 0,0 0 0,0 0 0,-1-1 0,1 1 0,0 0 0,0-1 0,4 1 0,-5-1-49,0-1 1,0 1-1,0-1 0,-1 1 0,1-1 1,0 1-1,0-1 0,0 1 0,0-1 1,-1 0-1,1 1 0,0-1 0,0 0 1,-1 0-1,1 1 0,-1-1 0,1 0 1,-1 0-1,1 0 0,-1 0 0,1 0 1,-1 0-1,0 0 0,1 0 0,-1 0 0,0 0 1,0-1-1,2-10-6777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4.3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1379 31 24575,'88'-5'0,"-25"2"0,70-13 0,-132 16 0,-1 0 0,0 0 0,1 0 0,-1 0 0,0 0 0,1 0 0,-1 0 0,0 0 0,1 0 0,-1 0 0,0 0 0,1 0 0,-1 0 0,0 0 0,1 0 0,-1 0 0,0-1 0,1 1 0,-1 0 0,0 0 0,0 0 0,1-1 0,-1 1 0,0 0 0,0 0 0,1 0 0,-1-1 0,0 1 0,0-1 0,-11-1 0,-22 1 0,-18 1 0,-435 15 0,-88 17 0,423-26 0,-86 2 0,206-9 0,20 0 0,0 0 0,-1 1 0,1 1 0,-21 3 0,30-3 0,1-1 0,-1 1 0,0 0 0,0-1 0,1 1 0,-1 0 0,0 0 0,1 1 0,-3 1 0,4-3 0,0 0 0,0 0 0,0 0 0,-1 1 0,1-1 0,0 0 0,0 0 0,0 1 0,0-1 0,0 0 0,0 0 0,-1 1 0,1-1 0,0 0 0,0 0 0,0 1 0,0-1 0,0 0 0,0 0 0,0 1 0,0-1 0,0 0 0,0 1 0,0-1 0,0 1 0,1-1 0,-1 1 0,1-1 0,-1 0 0,1 1 0,-1-1 0,1 1 0,-1-1 0,1 0 0,-1 1 0,1-1 0,-1 0 0,1 0 0,0 1 0,-1-1 0,1 0 0,1 0 0,24 6 0,1-1 0,40 2 0,57-5 0,-77-3 0,736-35-1251,-456 14 615,-120 6-513,-189 15-4006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37.6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946 189 24575,'-26'-1'0,"1"-1"0,-47-10 0,-49-20 0,79 20 0,-107-28 0,-238-34 0,297 63-1365,56 7-5461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48.8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54 45 24575,'-3'1'0,"0"0"0,0 0 0,0 0 0,0 0 0,0 1 0,0-1 0,0 1 0,0 0 0,1 0 0,-1 0 0,1 0 0,-1 0 0,1 0 0,0 1 0,0-1 0,-2 4 0,3-4 0,0 0 0,0 0 0,0 0 0,1 0 0,-1 0 0,1 1 0,-1-1 0,1 0 0,0 0 0,-1 0 0,1 1 0,1-1 0,-1 0 0,0 0 0,0 0 0,1 1 0,-1-1 0,1 0 0,0 0 0,0 0 0,0 0 0,0 0 0,0 0 0,1 2 0,10 12 0,1-1 0,0-1 0,1 1 0,0-2 0,23 17 0,-31-26 0,0 0 0,0-1 0,0 1 0,0-1 0,1 0 0,-1-1 0,1 0 0,0 0 0,12 2 0,-4-2 0,0-1 0,-1-1 0,26-3 0,-36 3 0,-1 0 0,0-1 0,1 0 0,-1 0 0,1 0 0,-1 0 0,0 0 0,0 0 0,0-1 0,0 0 0,0 0 0,0 0 0,0 0 0,0 0 0,-1 0 0,1-1 0,3-4 0,-3 2 0,0 1 0,-1-1 0,0 1 0,0-1 0,0 0 0,-1 0 0,1 1 0,-1-1 0,0 0 0,-1 0 0,1-9 0,-1 9 0,0 3 0,0 0 0,-1 1 0,1-1 0,0 0 0,0 1 0,1-1 0,-1 0 0,0 1 0,0-1 0,1 0 0,-1 1 0,1-1 0,0 1 0,-1-1 0,2-2 0,-1 4 0,-1 0 0,1 0 0,-1 0 0,1 0 0,-1 0 0,1 0 0,-1 0 0,1 0 0,-1 1 0,1-1 0,-1 0 0,1 0 0,-1 0 0,1 0 0,-1 1 0,0-1 0,1 0 0,-1 1 0,1-1 0,-1 0 0,0 0 0,1 1 0,-1-1 0,0 1 0,1-1 0,-1 1 0,12 14 0,-9-11 0,2 3 0,1-1 0,-1 0 0,1 0 0,1 0 0,-1-1 0,1 0 0,-1-1 0,1 1 0,1-1 0,-1 0 0,1-1 0,-1 0 0,1 0 0,12 2 0,-18-4 0,0-1 0,0 0 0,0 0 0,0 1 0,0-1 0,0-1 0,0 1 0,0 0 0,0 0 0,0-1 0,-1 1 0,1-1 0,0 0 0,0 1 0,0-1 0,-1 0 0,1 0 0,0 0 0,-1 0 0,1 0 0,-1-1 0,1 1 0,-1 0 0,0-1 0,1 1 0,-1-1 0,0 1 0,0-1 0,0 0 0,0 1 0,0-1 0,-1 0 0,1 0 0,0-2 0,0-1 0,0 0 0,0 0 0,-1 0 0,1 0 0,-1 0 0,0-1 0,-1 1 0,1 0 0,-1 0 0,0 1 0,-1-1 0,-1-6 0,-1 2-85,-1 0 0,0 0-1,0 0 1,0 1 0,-1 0-1,0 0 1,-1 1 0,0 0-1,0 0 1,0 0 0,-1 1-1,0 0 1,0 0 0,-1 1-1,-16-8 1,11 9-6741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49.2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135 4 24575,'-8'-2'0,"-1"1"0,1 1 0,-1-1 0,0 1 0,1 1 0,-1 0 0,0 0 0,-12 4 0,19-5 0,-1 1 0,1 0 0,0 0 0,-1 0 0,1 0 0,0 0 0,0 1 0,0-1 0,0 1 0,0-1 0,0 1 0,0 0 0,0 0 0,1 0 0,-1 0 0,1 0 0,-1 0 0,1 0 0,0 0 0,0 0 0,0 1 0,0-1 0,0 1 0,1-1 0,-1 0 0,1 1 0,-1-1 0,1 1 0,0-1 0,0 1 0,0-1 0,0 1 0,1 3 0,0-1 0,1 0 0,-1 0 0,1 0 0,0-1 0,0 1 0,1-1 0,-1 1 0,1-1 0,0 0 0,0 0 0,0 0 0,1 0 0,4 4 0,6 4 0,1 0 0,20 12 0,-29-21-49,0 0 1,0 0-1,0 0 0,0-1 0,1 0 1,-1-1-1,0 1 0,1-1 0,-1 0 1,1-1-1,0 1 0,-1-1 0,1-1 1,-1 1-1,1-1 0,-1 0 0,1-1 1,-1 1-1,0-1 0,1-1 0,-1 1 1,0-1-1,-1 0 0,1 0 0,0-1 0,-1 0 1,9-8-1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49.7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632 46 24575,'-27'-7'0,"-15"-3"0,-7 0 0,-3 3 0,2 1 0,2 3 0,5 1 0,1 1 0,4 4 0,2 0 0,3 1 0,2-1 0,4 2 0,1-1 0,0 0 0,2-1 0,3-1 0,4-1-8191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50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24575,'1'4'0,"0"1"0,1 0 0,-1 0 0,1 0 0,0 0 0,0-1 0,5 9 0,-4-8 0,90 149 0,-83-138 0,-8-13 0,1 0 0,-1 1 0,0 0 0,0-1 0,0 1 0,-1 0 0,1 0 0,-1 0 0,0 0 0,1 5 0,-2-9-32,0 0-1,0 0 1,0 1-1,0-1 1,0 0-1,0 0 1,0 1-1,0-1 1,0 0-1,0 0 1,0 0-1,0 1 1,-1-1-1,1 0 1,0 0-1,0 1 1,0-1-1,0 0 1,0 0-1,0 0 1,-1 0-1,1 1 1,0-1-1,0 0 1,0 0-1,0 0 1,-1 0-1,1 0 1,0 0-1,0 0 1,-1 1-1,1-1 1,0 0-1,0 0 1,0 0-1,-1 0 1,1 0-1,0 0 0,0 0 1,-1 0-1,1 0 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50.5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24575,'8'20'0,"5"9"0,-1 2 0,2-1 0,0-4 0,0-3 0,1-7 0,-3-2 0,-3-7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50.7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628 92 24575,'-209'-66'0,"174"57"0,-1 3 0,1 1 0,-1 1 0,-38 2 0,-25 11 131,14 0-1627,66-9-5330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1:5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123 103 24575,'-2'-3'0,"1"1"0,0-1 0,0 1 0,0-1 0,1 0 0,-1 1 0,0-1 0,1 0 0,0 0 0,0 1 0,0-1 0,0 0 0,0 0 0,0 1 0,1-1 0,-1 0 0,1 0 0,0 1 0,0-1 0,0 1 0,0-1 0,0 1 0,1-1 0,-1 1 0,1-1 0,0 1 0,-1 0 0,1 0 0,0 0 0,4-3 0,-3 3 0,0 0 0,0-1 0,1 1 0,0 0 0,-1 0 0,1 1 0,0-1 0,0 1 0,0 0 0,0 0 0,0 0 0,0 1 0,0-1 0,0 1 0,0 0 0,0 0 0,0 0 0,0 1 0,0 0 0,6 1 0,2 2 0,0 0 0,0 1 0,-1 1 0,0-1 0,0 2 0,19 14 0,-24-15 0,1-1 0,-1 2 0,-1-1 0,1 1 0,-1 0 0,0 0 0,-1 0 0,0 1 0,0-1 0,5 17 0,-6-18 0,0 2 0,-1 0 0,0 1 0,0-1 0,1 11 0,-3-16 0,0 0 0,0 0 0,0-1 0,-1 1 0,1 0 0,-1 0 0,0 0 0,1 0 0,-1-1 0,-1 1 0,1 0 0,0-1 0,-1 1 0,1-1 0,-1 1 0,-2 2 0,0-1 0,0 0 0,0-1 0,0 1 0,0-1 0,0 0 0,-1 0 0,1 0 0,-1-1 0,0 1 0,0-1 0,0 0 0,0 0 0,-6 0 0,3 0 0,0-1 0,-1-1 0,1 1 0,-1-1 0,1-1 0,-1 0 0,-12-2 0,-2-4 0,1 0 0,1-1 0,0-1 0,0 0 0,-23-16 0,37 21 0,-1-1 0,1 0 0,0-1 0,1 1 0,-1-1 0,1-1 0,0 1 0,-9-14 0,13 17 0,0 0 0,1 0 0,-1 0 0,1 0 0,0 0 0,0 0 0,0-1 0,0 1 0,0 0 0,1-1 0,0 1 0,0-1 0,0 1 0,0-1 0,0 1 0,0 0 0,1-1 0,0 1 0,0 0 0,0-1 0,0 1 0,0 0 0,0 0 0,1 0 0,3-5 0,-3 4-76,1 1 1,0-1-1,0 1 0,1-1 0,-1 1 0,1 0 0,-1 0 0,1 1 1,0-1-1,0 1 0,0 0 0,1 0 0,-1 0 0,0 0 1,1 1-1,-1 0 0,10-2 0,-1 2-6750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39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2847 134 24575,'28'-3'0,"30"-6"0,-72 8 0,-15 1 0,-183 15 0,-1-16 0,81 0 0,-150 9 0,1-1 0,30-6 0,-266-3 0,361-5 0,-52-1 0,-31 0 0,-43 2 0,264 6 0,2-1 0,0 0 0,-24-7 0,14 4 0,42 5 0,30-2 0,-10 0 0,423-8 0,225-17-837,-287 11 837,253-15 0,-276 10 0,-135 17 796,-159 3-755,-55 2-41,-15 4 0,-10-6 0,0 0 0,1 1 0,-1-1 0,0 0 0,0 0 0,0 1 0,0-1 0,0 0 0,0 1 0,0-1 0,0 0 0,0 1 0,0-1 0,0 0 0,0 1 0,0-1 0,0 0 0,0 1 0,-1-1 0,1 0 0,0 0 0,0 1 0,0-1 0,0 0 0,0 1 0,-1-1 0,1 0 0,0 0 0,0 0 0,-1 1 0,1-1 0,0 0 0,-4 3 0,0-1 0,1 0 0,-1-1 0,0 1 0,0 0 0,0-1 0,0 0 0,0 0 0,0 0 0,-5 0 0,-5 1 0,-31 7-516,-58 2-1,96-11 185,-16 2-6494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3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257 265 24575,'0'-3'0,"0"-1"0,1 0 0,-1 0 0,1 1 0,0-1 0,0 0 0,1 1 0,1-5 0,-3 8 0,0 0 0,0 0 0,0 0 0,0 0 0,0 0 0,0 0 0,0 0 0,0 0 0,0 0 0,0-1 0,0 1 0,0 0 0,0 0 0,0 0 0,0 0 0,0 0 0,0 0 0,0 0 0,0 0 0,0 0 0,0 0 0,0 0 0,0 0 0,0 0 0,1 0 0,-1 0 0,0 0 0,0 0 0,0-1 0,0 1 0,0 0 0,0 0 0,0 0 0,0 0 0,0 0 0,0 0 0,0 0 0,0 0 0,0 0 0,1 0 0,-1 0 0,0 0 0,0 0 0,0 0 0,0 0 0,0 0 0,0 0 0,0 0 0,0 1 0,0-1 0,0 0 0,0 0 0,0 0 0,0 0 0,0 0 0,1 0 0,-1 0 0,0 0 0,2 6 0,-1 8 0,0 24 0,4 54 0,0-52 0,11 78 0,1 151 0,-16-242 0,-2 29 0,1-56 0,0 1 0,0-1 0,0 1 0,0 0 0,-1-1 0,1 1 0,0 0 0,0-1 0,0 1 0,0-1 0,-1 1 0,1-1 0,0 1 0,-1-1 0,1 1 0,0-1 0,-1 2 0,1-2 0,-1 0 0,1 0 0,0 0 0,0-1 0,-1 1 0,1 0 0,0 0 0,0 0 0,-1 0 0,1 0 0,0 0 0,0 0 0,0 0 0,-1 0 0,1-1 0,0 1 0,0 0 0,0 0 0,-1 0 0,1-1 0,0 1 0,0 0 0,0 0 0,0 0 0,0-1 0,-1 1 0,1 0 0,-10-21 0,-12-45 0,2 0 0,3-1 0,3-1 0,3 0 0,3-1 0,1-91 0,8-93 0,-1 248 0,0 1 0,0-1 0,1 0 0,-1 1 0,1-1 0,0 1 0,0-1 0,1 1 0,-1 0 0,4-6 0,-5 10 0,0 0 0,1 0 0,-1 0 0,0 0 0,1 0 0,-1 0 0,1 0 0,-1 0 0,0 0 0,1 0 0,-1 0 0,0 0 0,1 0 0,-1 0 0,0 0 0,1 0 0,-1 0 0,0 1 0,1-1 0,-1 0 0,0 0 0,1 0 0,-1 1 0,0-1 0,0 0 0,1 0 0,-1 1 0,0-1 0,0 0 0,0 0 0,1 1 0,-1-1 0,0 0 0,0 1 0,0-1 0,0 0 0,1 1 0,-1 0 0,9 15 0,-8-14 0,16 28 0,2-1 0,0 0 0,41 44 0,-46-58 0,1 0 0,1-1 0,26 18 0,-33-28 0,-13-12 0,-12-12 0,-93-80 0,40 39 0,65 58 0,-5-6 0,-1 1 0,-11-8 0,19 14 0,0 1 0,0-1 0,0 1 0,0 0 0,0 0 0,-1 0 0,1 0 0,-1 0 0,1 1 0,0-1 0,-1 1 0,1-1 0,-1 1 0,1 0 0,-1 0 0,1 0 0,-4 1 0,4 0 0,0 0 0,1-1 0,-1 1 0,1 0 0,-1 1 0,1-1 0,-1 0 0,1 0 0,0 1 0,0-1 0,-1 0 0,1 1 0,0-1 0,0 1 0,0 0 0,1-1 0,-1 1 0,-1 3 0,-1 4 0,0 1 0,-2 12 0,3-11 0,-7 34 0,5-22 0,-1 0 0,-15 41 0,17-58-39,0-1 0,-1 1 0,0-1 0,0 1-1,0-1 1,-1 0 0,1-1 0,-1 1 0,-1-1-1,-9 7 1,2-2-895,4-2-5892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4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28 24575,'9'-2'0,"1"1"0,-1 0 0,1 0 0,-1 1 0,1 0 0,-1 1 0,1 0 0,-1 1 0,12 3 0,0 1 0,0 1 0,37 18 0,-32-11 0,-1 1 0,-1 1 0,0 1 0,31 29 0,-48-40 0,-1 1 0,-1-1 0,1 1 0,-1 0 0,-1 1 0,1-1 0,-1 1 0,0-1 0,2 10 0,-5-14 0,1 1 0,-2-1 0,1 1 0,0-1 0,-1 1 0,1 0 0,-1-1 0,0 1 0,0 0 0,-1-1 0,1 1 0,-1-1 0,0 1 0,0-1 0,0 1 0,0-1 0,0 1 0,-1-1 0,0 0 0,0 0 0,0 0 0,0 0 0,-4 5 0,-2 0 0,0-2 0,-1 1 0,1-1 0,-1 0 0,0-1 0,-1 0 0,1-1 0,-1 0 0,0 0 0,0-1 0,0 0 0,-1-1 0,1 0 0,-19 1 0,10-2 0,0-1 0,0-1 0,0 0 0,0-2 0,1 0 0,-1-1 0,-24-9 0,32 9 0,0 0 0,0-1 0,1 0 0,0-1 0,0-1 0,0 1 0,0-2 0,-13-13 0,19 17 0,0 0 0,0-1 0,1 1 0,-1-1 0,1 0 0,1 0 0,-1 0 0,1-1 0,0 1 0,0-1 0,0 1 0,1-1 0,-1 1 0,1-1 0,1 0 0,-1 0 0,1 1 0,0-1 0,2-9 0,0 5 0,0 1 0,1-1 0,1 1 0,-1 0 0,1 0 0,1 1 0,9-15 0,2 1 0,27-30 0,-37 45-273,1 1 0,0-1 0,0 1 0,14-8 0,-8 7-6553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7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1226 247 24575,'-163'1'0,"-175"-2"0,185-9 0,83 5 0,-122-10 0,120 9 0,-65-3 0,108 10 0,14 0 0,1 0 0,-24-4 0,38 3 0,0 1 0,0-1 0,0 0 0,0 0 0,-1 0 0,1 0 0,0 0 0,0 0 0,0 0 0,0 0 0,-1 0 0,1 0 0,0-1 0,0 1 0,0 0 0,0 0 0,-1 0 0,1 0 0,0 0 0,0 0 0,0 0 0,0 0 0,0 0 0,0 0 0,-1-1 0,1 1 0,0 0 0,0 0 0,0 0 0,0 0 0,0 0 0,0 0 0,0-1 0,0 1 0,0 0 0,-1 0 0,1 0 0,0 0 0,0-1 0,0 1 0,0 0 0,0 0 0,0 0 0,7-6 0,13-3 0,121-29 0,-87 26 0,-1-3 0,52-22 0,-99 34 0,-1 1 0,1-1 0,-1 0 0,0-1 0,6-4 0,-10 7 0,0 1 0,-1-1 0,1 1 0,0-1 0,-1 0 0,1 0 0,0 1 0,-1-1 0,1 0 0,-1 0 0,1 0 0,-1 1 0,1-1 0,-1 0 0,0 0 0,1 0 0,-1 0 0,0 0 0,0 0 0,0 0 0,0 0 0,0 0 0,0 0 0,0 0 0,0 0 0,0 0 0,0 0 0,-1 0 0,1 0 0,0 1 0,0-1 0,-1 0 0,1 0 0,-1 0 0,1 0 0,-1 0 0,1 1 0,-1-1 0,0 0 0,1 0 0,-2 0 0,-1-1 0,0 0 0,1 0 0,-1 0 0,0 1 0,-1-1 0,1 1 0,0 0 0,0 0 0,-4-1 0,-32-4 0,30 5 0,0 1 0,0 1 0,-1 0 0,1 0 0,0 1 0,0 0 0,0 0 0,0 1 0,1 1 0,-1-1 0,-9 7 0,1-1 0,1 2 0,0 0 0,1 1 0,-19 19 0,26-23 0,1 0 0,0 1 0,0 0 0,1 0 0,0 1 0,1-1 0,0 1 0,0 1 0,1-1 0,-3 12 0,7-21 0,0 1 0,-1-1 0,1 1 0,0 0 0,0-1 0,1 1 0,-1-1 0,0 1 0,0-1 0,1 1 0,-1-1 0,1 1 0,0-1 0,-1 1 0,1-1 0,0 0 0,0 1 0,0-1 0,-1 0 0,1 0 0,1 1 0,-1-1 0,0 0 0,0 0 0,0 0 0,1 0 0,-1-1 0,0 1 0,1 0 0,-1 0 0,1-1 0,2 1 0,5 3 0,1-2 0,0 1 0,19 1 0,-23-3 0,5 1 0,15 0 0,0 2 0,0 1 0,-1 1 0,35 14 0,-58-20 14,-1 1-1,1 0 0,-1 0 0,1 0 1,-1 0-1,1 0 0,-1 0 1,2 2-1,-2-2-63,-1-1 1,0 1-1,1-1 1,-1 1-1,0-1 1,0 1-1,1-1 1,-1 1-1,0-1 1,0 1-1,0-1 1,0 1-1,0 0 1,0-1-1,0 1 1,0-1-1,0 1 1,0-1-1,0 1 1,0-1-1,0 1 1,0-1-1,0 1 1,0-1-1,-1 1 1,1 0-1,0-1 1,0 0-1,-1 2 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8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 24575,'-1'1'0,"1"0"0,-1 1 0,1-1 0,-1 0 0,1 0 0,0 1 0,-1-1 0,1 0 0,0 1 0,0-1 0,0 0 0,0 1 0,0-1 0,0 0 0,0 0 0,1 1 0,-1-1 0,0 0 0,1 1 0,0 1 0,11 25 0,-4-13 0,1-1 0,0 0 0,1 0 0,1-1 0,0 0 0,1-1 0,0-1 0,20 16 0,-30-26 0,0 1 0,0-1 0,1 1 0,-1-1 0,1 0 0,-1 0 0,1 0 0,0 0 0,-1 0 0,1-1 0,0 1 0,0-1 0,-1 0 0,1 0 0,0 0 0,5 0 0,-6-1 0,0 0 0,-1 1 0,1-1 0,0 0 0,-1 0 0,1 0 0,0 0 0,-1 0 0,1 0 0,-1-1 0,0 1 0,1 0 0,-1-1 0,0 1 0,0-1 0,0 1 0,0-1 0,0 0 0,0 0 0,0 1 0,-1-1 0,1 0 0,0 0 0,-1 0 0,1-2 0,0-2 0,0-1 0,0 0 0,-1 1 0,0-1 0,0 0 0,-1 0 0,-1-9 0,-2-1 0,-9-24 0,-2-10 0,15 51 0,0 0 0,0 0 0,0 0 0,0 0 0,0 0 0,0 0 0,0-1 0,0 1 0,0 0 0,0 0 0,0 0 0,0 0 0,0 0 0,0 0 0,0 0 0,0 0 0,0 0 0,0 0 0,0 0 0,0 0 0,0 0 0,0 0 0,0 0 0,0 0 0,0 0 0,0 0 0,0 0 0,0-1 0,0 1 0,0 0 0,0 0 0,0 0 0,0 0 0,0 0 0,0 0 0,0 0 0,0 0 0,0 0 0,0 0 0,1 0 0,-1 0 0,0 0 0,0 0 0,0 0 0,0 0 0,0 0 0,0 0 0,0 0 0,0 0 0,0 0 0,0 0 0,0 0 0,0 0 0,0 0 0,0 0 0,0 0 0,0 0 0,0 0 0,0 0 0,1 0 0,-1 0 0,0 1 0,6 2 0,5 5 0,31 31 0,-17-17 0,50 38 0,-59-49-94,-8-5-160,0-1 0,0 0-1,1 0 1,15 6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8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24575,'0'0'0,"0"-1"0,0 1 0,0 0 0,0-1 0,0 1 0,0 0 0,0-1 0,1 1 0,-1 0 0,0-1 0,0 1 0,0 0 0,0-1 0,0 1 0,1 0 0,-1-1 0,0 1 0,0 0 0,0 0 0,1-1 0,-1 1 0,0 0 0,0 0 0,1 0 0,-1-1 0,0 1 0,1 0 0,-1 0 0,0 0 0,1 0 0,12 0 0,11 9 0,6 5 0,43 19 0,-65-30 0,0-1 0,-1 0 0,1 0 0,0-1 0,0 0 0,0 0 0,14-1 0,-21 0 0,0 0 0,0 0 0,0 0 0,0 0 0,0 0 0,0 0 0,0 0 0,0-1 0,0 1 0,-1 0 0,1-1 0,0 1 0,0-1 0,0 1 0,0-1 0,0 1 0,-1-1 0,1 0 0,0 1 0,-1-1 0,1 0 0,0 0 0,-1 1 0,1-1 0,-1 0 0,1 0 0,-1 0 0,1 0 0,-1 0 0,0 1 0,1-1 0,-1 0 0,0 0 0,0 0 0,0 0 0,0 0 0,0 0 0,0 0 0,0 0 0,0 0 0,0 0 0,0 0 0,0 0 0,-1 0 0,1-1 0,-3-6 0,0 0 0,0 0 0,-1 1 0,-6-11 0,5 10 0,-1-2 0,4 8 0,1 0 0,0 1 0,0-1 0,0 0 0,0 0 0,0 0 0,0-1 0,0 1 0,0-4 0,1 6 0,0 0 0,0-1 0,0 1 0,0 0 0,0 0 0,0 0 0,0-1 0,0 1 0,0 0 0,0 0 0,0 0 0,0-1 0,0 1 0,0 0 0,0 0 0,1 0 0,-1 0 0,0 0 0,0-1 0,0 1 0,0 0 0,0 0 0,0 0 0,1 0 0,-1 0 0,0 0 0,0-1 0,0 1 0,0 0 0,1 0 0,-1 0 0,0 0 0,0 0 0,0 0 0,1 0 0,-1 0 0,10 1 0,8 6 0,-18-7 0,4 2 0,0 0 0,0 0 0,0 1 0,-1-1 0,1 1 0,4 4 0,-8-7 0,0 0 0,0 1 0,0-1 0,0 0 0,1 0 0,-1 0 0,0 1 0,0-1 0,0 0 0,0 0 0,0 1 0,0-1 0,0 0 0,0 0 0,0 0 0,0 1 0,0-1 0,0 0 0,0 0 0,0 1 0,0-1 0,0 0 0,0 0 0,-1 0 0,1 1 0,0-1 0,0 0 0,0 0 0,0 0 0,0 1 0,0-1 0,-1 0 0,1 0 0,0 0 0,0 0 0,0 1 0,-1-1 0,1 0 0,0 0 0,0 0 0,0 0 0,-1 0 0,1 0 0,0 0 0,0 0 0,-1 0 0,1 0 0,0 0 0,0 0 0,0 0 0,-1 0 0,1 0 0,0 0 0,0 0 0,-1 0 0,1 0 0,-17 2 0,16-2 0,-28 0-1365,15-1-5461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9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108 148 24575,'1'-3'0,"0"1"0,0-1 0,-1 1 0,0-1 0,1 1 0,-1-1 0,0 1 0,0-1 0,0 1 0,-1-1 0,1 1 0,-1-1 0,1 1 0,-1-1 0,0 1 0,0 0 0,0-1 0,0 1 0,0 0 0,0 0 0,-1 0 0,1-1 0,-4-2 0,2 2 0,0 1 0,0-1 0,0 1 0,-1 0 0,1-1 0,0 2 0,-1-1 0,0 0 0,1 1 0,-1-1 0,0 1 0,0 0 0,0 0 0,-5 0 0,7 1 0,1 0 0,0 0 0,0 0 0,0 0 0,0 0 0,-1 0 0,1 1 0,0-1 0,0 0 0,0 0 0,0 1 0,0-1 0,0 1 0,-1-1 0,1 1 0,0 0 0,1-1 0,-1 1 0,0 0 0,0 0 0,-1 1 0,0 0 0,1 0 0,0 0 0,0 0 0,0 1 0,0-1 0,0 0 0,1 0 0,-1 1 0,0-1 0,1 3 0,-1 6 0,1 1 0,0-1 0,3 18 0,-3-27 0,1 3 0,-1 0 0,1 0 0,1-1 0,-1 1 0,1 0 0,-1 0 0,1-1 0,1 1 0,-1-1 0,1 0 0,-1 0 0,1 0 0,0 0 0,1 0 0,-1 0 0,1-1 0,0 0 0,-1 0 0,1 0 0,1 0 0,-1 0 0,0-1 0,1 0 0,-1 0 0,1 0 0,0 0 0,-1-1 0,1 0 0,0 0 0,0 0 0,8 0 0,-3-1 0,1 0 0,0 0 0,-1-1 0,1-1 0,-1 0 0,1 0 0,-1-1 0,0 0 0,0-1 0,11-6 0,-16 8 0,0-1 0,0 0 0,0 0 0,-1 0 0,0 0 0,1-1 0,-1 0 0,-1 0 0,1 0 0,-1 0 0,1-1 0,-1 1 0,0-1 0,-1 0 0,1 0 0,-1 0 0,0 0 0,0 0 0,0-1 0,-1 1 0,1-8 0,-2 8 0,0 0 0,0 0 0,-1 0 0,0 0 0,0 0 0,0 0 0,-1 0 0,1 0 0,-1 0 0,-1 1 0,1-1 0,0 1 0,-1 0 0,0-1 0,0 1 0,0 1 0,-1-1 0,-6-6 0,4 5 0,0 0 0,1 1 0,-1-1 0,-1 2 0,1-1 0,-1 1 0,1 0 0,-1 0 0,0 0 0,0 1 0,0 0 0,-12-1 0,11 3-91,0 0 0,-1 1 0,1 0 0,0 1 0,-1 0 0,1 0 0,0 1 0,0 0 0,1 0 0,-1 1 0,1-1 0,-1 2 0,1-1 0,-10 10 0,4-4-6735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2:59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 24575,'3'1'0,"1"1"0,-1-1 0,0 1 0,0 0 0,0 0 0,0 0 0,0 0 0,0 0 0,0 1 0,4 4 0,1 1 0,0-1 0,1 0 0,0-1 0,0 1 0,1-2 0,0 0 0,17 7 0,-21-10 0,0 0 0,0 0 0,1-1 0,-1 0 0,1 0 0,-1 0 0,1-1 0,-1 0 0,1 0 0,-1-1 0,1 0 0,11-3 0,-15 3 0,-1 0 0,0 0 0,1 0 0,-1 0 0,0 0 0,0-1 0,1 1 0,-1-1 0,0 1 0,-1-1 0,1 0 0,0 0 0,0 0 0,-1 0 0,2-3 0,-1 2 0,0-1 0,0 0 0,-1 0 0,1 0 0,-1 0 0,0 0 0,-1-1 0,2-6 0,-2 1 0,0 1 0,-1-1 0,0 0 0,-1 0 0,0 0 0,0 1 0,-5-13 0,5 16 0,1 4 0,0 0 0,0 0 0,0 0 0,0 0 0,1 0 0,-1-1 0,1 1 0,-1 0 0,1 0 0,0 0 0,0-4 0,0 6 0,0-1 0,1 1 0,-1 0 0,0 0 0,0 0 0,1 0 0,-1-1 0,0 1 0,0 0 0,1 0 0,-1 0 0,0 0 0,0 0 0,1 0 0,-1 0 0,0 0 0,1 0 0,-1 0 0,0 0 0,0 0 0,1 0 0,-1 0 0,0 0 0,1 0 0,-1 0 0,0 0 0,0 0 0,1 0 0,-1 0 0,0 0 0,0 0 0,1 1 0,-1-1 0,0 0 0,1 0 0,11 7 0,-11-6 0,23 15 0,-1 0 0,-1 2 0,0 0 0,-2 1 0,0 2 0,22 28 0,-31-35-1365,-1-3-5461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0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1 24575,'-24'15'0,"-2"0"0,0 2 0,1 1 0,-41 39 0,63-53 0,0-1 0,0 1 0,0 0 0,0 0 0,1 0 0,-1 0 0,1 0 0,-2 6 0,3-8 0,1 0 0,0 0 0,-1-1 0,1 1 0,0 0 0,0 0 0,0 0 0,0 0 0,0-1 0,1 1 0,-1 0 0,0 0 0,1-1 0,-1 1 0,1 0 0,0 0 0,0-1 0,-1 1 0,1-1 0,0 1 0,0-1 0,1 1 0,-1-1 0,2 2 0,3 3 0,1-1 0,0 0 0,0-1 0,0 1 0,0-1 0,1-1 0,0 1 0,0-1 0,0-1 0,10 3 0,6 0 0,0-1 0,32 0 0,-51-4-44,81 2 214,-73-3-469,0 0 1,0 0 0,-1-2 0,20-5 0,-16 2-6528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1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96 24575,'-3'3'0,"0"0"0,0 0 0,0 0 0,0 1 0,1 0 0,-1-1 0,1 1 0,0 0 0,0 0 0,1 0 0,-3 8 0,4-10 0,-1 1 0,1-1 0,0 1 0,1-1 0,-1 1 0,0-1 0,1 1 0,-1-1 0,1 1 0,0-1 0,0 1 0,0-1 0,0 0 0,0 1 0,1-1 0,-1 0 0,0 0 0,1 0 0,0 0 0,0 0 0,3 2 0,0 1 0,0 0 0,1-1 0,0 0 0,0 0 0,0 0 0,0-1 0,0 0 0,1 0 0,0 0 0,0-1 0,-1 0 0,1 0 0,0-1 0,0 0 0,1 0 0,-1-1 0,0 0 0,0 0 0,0-1 0,0 1 0,14-5 0,-18 4 0,0 0 0,0 0 0,0-1 0,0 1 0,0-1 0,-1 0 0,1 0 0,0 0 0,-1 0 0,1 0 0,-1-1 0,0 1 0,0-1 0,0 1 0,0-1 0,0 0 0,-1 0 0,1 0 0,-1 0 0,1 0 0,-1 0 0,0 0 0,-1 0 0,1-1 0,0 1 0,-1 0 0,0-1 0,0 1 0,0 0 0,0-1 0,0 1 0,-1 0 0,1 0 0,-1-1 0,0 1 0,0 0 0,0 0 0,-1 0 0,1 0 0,-1 0 0,1 0 0,-1 0 0,0 1 0,0-1 0,0 1 0,-3-3 0,-5-4 0,1 0 0,-1 1 0,-1 1 0,-17-10 0,28 16 0,-1 1 0,1 0 0,0-1 0,-1 1 0,1 0 0,-1 0 0,1-1 0,-1 1 0,1 0 0,0 0 0,-1 0 0,1 0 0,-1 0 0,1 0 0,-1 0 0,1 0 0,-1 0 0,1 0 0,-1 0 0,1 0 0,-1 0 0,1 0 0,-1 0 0,1 0 0,-1 0 0,1 1 0,-1-1 0,1 1 0,-1-1 0,1 1 0,0-1 0,0 1 0,0 0 0,-1-1 0,1 1 0,0-1 0,0 1 0,0 0 0,0-1 0,0 1 0,0-1 0,0 1 0,0 0 0,1-1 0,-1 2 0,1 2 0,0 0 0,1-1 0,-1 1 0,1 0 0,3 5 0,2-1 0,1 0 0,-1-1 0,1 0 0,1-1 0,-1 1 0,1-2 0,0 1 0,0-1 0,1 0 0,-1-1 0,1 0 0,0-1 0,0 0 0,0 0 0,1-1 0,-1-1 0,1 0 0,-1 0 0,1-1 0,-1 0 0,1-1 0,15-2 0,-21 1 0,1 0 0,-1 1 0,0-2 0,0 1 0,0 0 0,-1-1 0,1 0 0,0 0 0,-1-1 0,0 1 0,0-1 0,0 0 0,6-7 0,-8 8 0,1 0 0,-1 0 0,-1 0 0,1-1 0,0 1 0,-1 0 0,1-1 0,-1 1 0,0-1 0,0 1 0,0-1 0,-1 0 0,0 1 0,1-1 0,-1 0 0,0 1 0,-1-1 0,1 0 0,0 1 0,-1-1 0,-2-5 0,-8-9 0,10 18 0,1-1 0,-1 1 0,1-1 0,-1 0 0,0 1 0,1-1 0,-1 1 0,0 0 0,1-1 0,-1 1 0,0-1 0,1 1 0,-1 0 0,0 0 0,0-1 0,1 1 0,-1 0 0,0 0 0,0 0 0,0 0 0,1 0 0,-1 0 0,-1 0 0,1 0 0,1 1 0,0-1 0,0 0 0,0 0 0,-1 1 0,1-1 0,0 0 0,0 1 0,0-1 0,0 1 0,0-1 0,0 0 0,0 1 0,0-1 0,0 0 0,0 1 0,0-1 0,0 0 0,0 1 0,0-1 0,0 0 0,0 1 0,0-1 0,0 0 0,0 1 0,0-1 0,1 0 0,-1 1 0,0-1 0,0 0 0,0 1 0,1-1 0,-1 1 0,9 12 0,-8-12 0,2 3 0,1 0 0,-1 0 0,1-1 0,0 1 0,0-1 0,1 0 0,-1 0 0,1-1 0,-1 1 0,7 2 0,-9-4 0,1 0 0,-1 0 0,0-1 0,1 1 0,-1 0 0,1-1 0,-1 0 0,0 1 0,1-1 0,-1 0 0,1 0 0,-1-1 0,1 1 0,-1 0 0,1-1 0,-1 0 0,0 1 0,1-1 0,-1 0 0,0 0 0,0 0 0,0-1 0,0 1 0,3-3 0,-4 3 0,1 0 0,-1 0 0,0-1 0,0 1 0,0-1 0,0 1 0,0-1 0,0 0 0,-1 1 0,1-1 0,-1 0 0,1 1 0,-1-1 0,1 0 0,-1 0 0,0-1 0,0-3 0,0 0 0,-1 1 0,-1-10 0,-1-5 0,3 20 0,0 0 0,0 0 0,0 0 0,0-1 0,0 1 0,0 0 0,0 0 0,0 0 0,0 0 0,0-1 0,0 1 0,0 0 0,0 0 0,0 0 0,0 0 0,0 0 0,0-1 0,0 1 0,0 0 0,0 0 0,0 0 0,0 0 0,1 0 0,-1 0 0,0-1 0,0 1 0,0 0 0,0 0 0,0 0 0,0 0 0,1 0 0,-1 0 0,0 0 0,0 0 0,0 0 0,0 0 0,0 0 0,1 0 0,-1 0 0,0 0 0,0 0 0,0 0 0,10 2 0,7 10 0,-17-12 0,35 23-1365,-23-16-5461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1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9 24575,'-10'-8'0,"15"16"0,14 17 0,-6-11 0,1-1 0,28 21 0,-27-23 0,-1 0 0,0 1 0,19 23 0,-32-34 0,0 0 0,0 0 0,0 1 0,0-1 0,0 1 0,-1-1 0,1 0 0,0 1 0,-1 0 0,1-1 0,-1 1 0,1-1 0,-1 1 0,0 0 0,0-1 0,0 1 0,0 3 0,0-4 0,-1 0 0,1 1 0,-1-1 0,1 0 0,-1 0 0,0 1 0,1-1 0,-1 0 0,0 0 0,0 0 0,0 0 0,0 0 0,0 0 0,0 0 0,0 0 0,-2 1 0,-3 1 0,0 0 0,-1-1 0,1 1 0,0-1 0,-1-1 0,1 1 0,-10 0 0,-137 11 0,120-11 0,-19 6 0,46-8-66,8-2 201,9-4-1000,-10 6 296,10-5-6257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2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113 543 24575,'-6'2'0,"-10"4"0,-29 13 0,41-18 0,1 1 0,0 0 0,0 0 0,0 0 0,0 0 0,0 0 0,0 1 0,1 0 0,-1-1 0,1 1 0,-1 0 0,1 0 0,0 0 0,-3 7 0,5-8 0,-1 0 0,1 0 0,0 0 0,0 0 0,-1 0 0,2 0 0,-1 0 0,0 0 0,0 0 0,1 1 0,-1-1 0,1 0 0,-1 0 0,1 0 0,0 0 0,0 0 0,0-1 0,0 1 0,0 0 0,0 0 0,0-1 0,1 1 0,-1 0 0,1-1 0,2 2 0,4 5 0,1-2 0,0 1 0,15 7 0,-16-9 0,-4-3 0,-1 0 0,1 0 0,0 0 0,0-1 0,0 1 0,0-1 0,0 0 0,0 0 0,0 0 0,0-1 0,6 1 0,-8-2 0,1 1 0,-1 0 0,1-1 0,-1 0 0,1 1 0,-1-1 0,0 0 0,1 0 0,-1 0 0,0-1 0,0 1 0,0-1 0,0 1 0,0-1 0,0 1 0,0-1 0,-1 0 0,1 0 0,2-4 0,0 0 0,0 0 0,-1 0 0,0-1 0,0 1 0,-1-1 0,1 0 0,1-14 0,-3 18 0,0 0 0,-1 0 0,0-1 0,0 1 0,0 0 0,0 0 0,0-1 0,-1 1 0,1 0 0,-1 0 0,0 0 0,0 0 0,0 0 0,-1 0 0,1 0 0,-1 0 0,1 0 0,-1 0 0,-3-3 0,4 5 0,0 0 0,1 1 0,-1-1 0,1 1 0,-1-1 0,0 1 0,1-1 0,-1 1 0,0-1 0,0 1 0,1 0 0,-1-1 0,0 1 0,-1 0 0,2 0 0,-1 0 0,1 0 0,0 0 0,-1 0 0,1 0 0,0 0 0,-1 0 0,1 0 0,0 0 0,0 1 0,-1-1 0,1 0 0,0 0 0,0 0 0,0 0 0,-1 1 0,1-1 0,0 0 0,0 0 0,0 1 0,-1-1 0,1 0 0,0 0 0,0 1 0,0-1 0,0 1 0,-1 0 0,1 1 0,0 0 0,-1-1 0,1 1 0,0-1 0,0 1 0,0 0 0,0-1 0,1 1 0,-1 0 0,0-1 0,1 1 0,0 1 0,1 1 0,0 1 0,0-1 0,0 0 0,1 0 0,-1 0 0,1 0 0,0-1 0,1 1 0,-1-1 0,0 0 0,1 0 0,7 5 0,-9-7 0,0 0 0,0 0 0,0 0 0,0 0 0,0-1 0,0 1 0,0 0 0,0-1 0,0 0 0,1 1 0,-1-1 0,0 0 0,0 0 0,0-1 0,1 1 0,-1 0 0,0-1 0,0 1 0,0-1 0,0 1 0,0-1 0,0 0 0,0 0 0,0 0 0,0 0 0,0-1 0,0 1 0,-1 0 0,3-2 0,5-7 0,0 0 0,-1 0 0,0-1 0,0 0 0,-1-1 0,-1 1 0,1-1 0,-2 0 0,8-26 0,-7 18 0,-1-1 0,-1 0 0,-1 0 0,-1 0 0,-1-34 0,-2 29 0,-2 1 0,-1 0 0,-1 0 0,-13-40 0,13 50 0,-2-1 0,1 1 0,-2 0 0,0 0 0,-1 1 0,0 0 0,-1 1 0,-13-14 0,21 25 0,0 0 0,-1 0 0,1 0 0,-1 0 0,1 0 0,-1 1 0,1-1 0,-1 1 0,0 0 0,0-1 0,0 1 0,0 1 0,-3-2 0,5 2 0,0 0 0,0 0 0,0 0 0,0 0 0,0 0 0,0 0 0,0 1 0,0-1 0,0 0 0,0 0 0,0 1 0,1-1 0,-1 1 0,0-1 0,0 1 0,-1 0 0,0 1 0,1-1 0,0 0 0,0 1 0,0-1 0,0 1 0,0-1 0,1 1 0,-1-1 0,0 1 0,1 0 0,-1-1 0,0 4 0,0 3 0,0 0 0,1-1 0,0 1 0,0 0 0,0 0 0,1 0 0,1 0 0,-1 0 0,1-1 0,5 14 0,2 2 0,2 0 0,13 22 0,-2-9 0,1 0 0,2-2 0,47 52 0,-55-69 0,0-1 0,1 0 0,0-2 0,1 0 0,1-1 0,0-1 0,1-1 0,26 10 0,-37-17-273,1-1 0,0 0 0,0-1 0,16 2 0,-10-3-6553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06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2793 37 24575,'31'0'0,"-28"0"0,-4 0 0,-16 0 0,-160-1 0,-196 2 0,104 13 0,-73 2 0,-345-36 0,319-8 0,1 16 0,142 12 0,606 9 0,-94 2-382,-123-6 216,437 9-974,185-9 1140,-567-14-14,-152 3 151,81-18-1,-105 12 1214,-43 12-1348,1 0-1,-1 0 1,0 0 0,0 0-1,0 0 1,0 0-1,0 0 1,0 0 0,0 0-1,0 0 1,1 0 0,-1 0-1,0 0 1,0 0-1,0 0 1,0 0 0,0 0-1,0 0 1,0 0-1,1 0 1,-1 0 0,0 0-1,0 1 1,0-1 0,0 0-1,0 0 1,0 0-1,0 0 1,0 0 0,0 0-1,0 0 1,1 0-1,-1 0 1,0 0 0,0 0-1,0 1 1,0-1 0,0 0-1,0 0 1,0 0-1,0 0 1,0 0 0,0 0-1,0 0 1,0 1 0,-3 5 9,-7 5-18,1-2-1358,1 0-5461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18.4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9 24575,'-1'0'0,"1"0"0,0 0 0,0-1 0,0 1 0,0 0 0,0-1 0,0 1 0,0 0 0,0 0 0,0-1 0,0 1 0,0 0 0,0-1 0,0 1 0,0 0 0,0 0 0,0-1 0,0 1 0,0 0 0,1 0 0,-1-1 0,0 1 0,0 0 0,0 0 0,0-1 0,1 1 0,-1 0 0,0 0 0,0 0 0,0-1 0,1 1 0,-1 0 0,1 0 0,5 7 0,7 17 0,216 498 0,-218-496 0,-1-6 0,-1 1 0,-2 0 0,0 0 0,-1 1 0,4 30 0,-9-50 0,-1 0 0,0 1 0,0-1 0,0 0 0,-1 0 0,1 1 0,0-1 0,-1 0 0,-1 3 0,2-4 0,0-1 0,-1 1 0,1-1 0,0 0 0,-1 1 0,1-1 0,-1 1 0,1-1 0,-1 0 0,1 1 0,0-1 0,-1 0 0,0 0 0,1 1 0,-1-1 0,1 0 0,-1 0 0,1 0 0,-1 0 0,1 1 0,-1-1 0,0 0 0,1 0 0,-1 0 0,1 0 0,-1 0 0,1-1 0,-1 1 0,0 0 0,1 0 0,-1 0 0,1 0 0,-1-1 0,1 1 0,-1 0 0,1 0 0,-1-1 0,1 1 0,-1-1 0,1 1 0,-1-1 0,-5-4-139,0 0 0,0 0-1,0 0 1,1-1-1,-1 0 1,1 0 0,1-1-1,-7-11 1,10 17 28,-9-15-6715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18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502 16 24575,'-33'-3'0,"-15"0"0,-5 0 0,1 0 0,5 1 0,6 1 0,4 1 0,6-1 0,3 1 0,5 3 0,2 0 0,4 1 0,1 1 0,1 0 0,1 2 0,0 0 0,2-2-8191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19.0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91 238 24575,'15'22'0,"-10"-16"0,-1 0 0,1 1 0,11 9 0,-16-15 0,0-1 0,0 0 0,0 0 0,0 0 0,0 0 0,0 0 0,0 0 0,0 0 0,1 1 0,-1-1 0,0 0 0,0 0 0,0 0 0,0 0 0,0 0 0,0 0 0,0 0 0,0 0 0,0 0 0,0 0 0,1 0 0,-1 0 0,0 0 0,0 0 0,0 1 0,0-1 0,0 0 0,0 0 0,0 0 0,1 0 0,-1 0 0,0 0 0,0 0 0,0 0 0,0 0 0,0 0 0,0 0 0,0-1 0,1 1 0,-1 0 0,0 0 0,0 0 0,0 0 0,0 0 0,0 0 0,0 0 0,0 0 0,0 0 0,1 0 0,-1 0 0,0 0 0,0-1 0,-2-6 0,-6-12 0,-40-46 0,-2-3 0,45 60 0,1 0 0,-1-1 0,1 0 0,1 0 0,0 0 0,-4-16 0,7 23 0,-1 0 0,1 0 0,0 0 0,0 0 0,-1 0 0,1 0 0,1 0 0,-1 0 0,0 0 0,0 0 0,1 0 0,-1 0 0,1 0 0,0 0 0,0 1 0,-1-1 0,1 0 0,0 0 0,0 1 0,1-1 0,-1 0 0,0 1 0,0-1 0,4-1 0,-3 1 0,1 0 0,0 1 0,0 0 0,0 0 0,0 0 0,0 0 0,0 0 0,0 0 0,0 1 0,0 0 0,0-1 0,0 1 0,1 0 0,-1 1 0,4 0 0,-1 0 12,-1 0 0,0 0 0,1 1 0,-1 0 0,0 0 0,0 0 0,9 6 0,29 24-882,-36-25 279,3 1-6235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19.8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24575,'-1'8'0,"1"0"0,1-1 0,-1 1 0,1 0 0,1 0 0,-1 0 0,1 0 0,1-1 0,-1 1 0,1-1 0,1 0 0,-1 0 0,1 0 0,0 0 0,1-1 0,9 12 0,-9-13 0,0 0 0,0 0 0,0 0 0,1-1 0,-1 0 0,1 0 0,0 0 0,0-1 0,1 0 0,-1 0 0,1 0 0,-1-1 0,1 0 0,0 0 0,0-1 0,0 0 0,0 0 0,0-1 0,0 0 0,0 0 0,0 0 0,0-1 0,0 0 0,-1-1 0,10-2 0,-13 3 0,-1 0 0,1 0 0,0-1 0,0 0 0,-1 1 0,1-1 0,-1 0 0,1 0 0,-1 0 0,0 0 0,0-1 0,0 1 0,0-1 0,0 1 0,0-1 0,1-3 0,0-2 0,1-1 0,-2 0 0,4-17 0,-2 9 0,-4 17 0,0-1 0,0 1 0,0 0 0,0 0 0,0 0 0,0 0 0,0 0 0,1 0 0,-1-1 0,0 1 0,0 0 0,0 0 0,0 0 0,0 0 0,0 0 0,0 0 0,0 0 0,0-1 0,0 1 0,1 0 0,-1 0 0,0 0 0,0 0 0,0 0 0,0 0 0,0 0 0,0 0 0,0 0 0,1 0 0,-1 0 0,0 0 0,0 0 0,0 0 0,0 0 0,0 0 0,1 0 0,-1 0 0,0 0 0,0 0 0,0 0 0,0 0 0,0 0 0,0 0 0,1 0 0,6 6 0,6 9 0,-12-15 0,7 12 0,2-1 0,-1 0 0,2-1 0,-1 0 0,20 14 0,-27-22 0,0 0 0,0 0 0,0 0 0,0-1 0,1 1 0,-1-1 0,0 0 0,1 0 0,-1 0 0,0 0 0,1-1 0,-1 1 0,1-1 0,0 0 0,-1 0 0,1 0 0,-1-1 0,1 1 0,-1-1 0,0 0 0,1 0 0,-1 0 0,1 0 0,-1 0 0,0-1 0,0 0 0,0 0 0,5-3 0,-4 1 0,0 0 0,0 0 0,0 0 0,0-1 0,-1 0 0,1 0 0,-1 1 0,0-2 0,-1 1 0,1 0 0,-1-1 0,2-8 0,-4 13 0,0 0 0,0 0 0,1 0 0,-1 0 0,0 0 0,1 0 0,-1 0 0,1 0 0,-1 1 0,1-1 0,-1 0 0,1 0 0,0 0 0,-1 0 0,1 1 0,0-1 0,0 0 0,-1 0 0,1 1 0,0-1 0,0 1 0,0-1 0,0 1 0,0-1 0,0 1 0,0 0 0,0-1 0,0 1 0,0 0 0,0 0 0,0 0 0,0 0 0,0 0 0,0 0 0,0 0 0,0 0 0,0 0 0,0 0 0,1 1 0,4 1 0,0 1 0,0-1 0,0 1 0,-1 1 0,9 5 0,4 3 0,0-2 0,34 12 0,-44-19 0,-1-1 0,1 0 0,0 0 0,0-1 0,0 0 0,0 0 0,12-1 0,-17-1 0,-1 1 0,0-1 0,1 0 0,-1 0 0,1 0 0,-1 0 0,0 0 0,0-1 0,0 1 0,0-1 0,0 1 0,0-1 0,2-2 0,15-11 0,-18 15 0,1-1 0,-1 1 0,0-1 0,0 1 0,0 0 0,0 0 0,1-1 0,-1 1 0,0 0 0,0 0 0,1 0 0,-1 0 0,0 0 0,0 1 0,0-1 0,1 0 0,0 1 0,3 1-114,-1-1 1,0 1-1,-1 0 0,1 1 0,0-1 1,0 1-1,-1-1 0,0 1 0,1 0 1,-1 1-1,4 5 0,0 2-6712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0.3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9 24575,'-4'-2'0,"1"1"0,-1-1 0,1 1 0,-1 0 0,1 1 0,-1-1 0,0 1 0,1 0 0,-1-1 0,0 1 0,0 1 0,1-1 0,-6 2 0,7-2 0,0 1 0,0 0 0,0 0 0,0 0 0,0 1 0,1-1 0,-1 0 0,0 1 0,1-1 0,-1 1 0,1-1 0,-1 1 0,1 0 0,0 0 0,0-1 0,0 1 0,0 0 0,0 0 0,0 0 0,0 0 0,1 1 0,-1-1 0,0 3 0,0 1 0,0-1 0,0 0 0,1 0 0,0 1 0,0-1 0,0 0 0,1 1 0,-1-1 0,1 0 0,0 0 0,1 0 0,-1 1 0,1-2 0,0 1 0,1 0 0,-1 0 0,5 5 0,-2-3 0,0-1 0,0 0 0,1 0 0,0-1 0,1 0 0,-1 0 0,1 0 0,0-1 0,0 0 0,12 5 0,-11-6-105,-1 0 0,0-1 0,1 0 0,0-1 0,-1 1 0,1-1 0,0-1 0,0 0 0,-1 0 0,1 0 0,0-1 0,9-2 0,-5-1-6721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0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211 21 24575,'-27'-5'0,"2"-1"0,1 2 0,-2 1 0,-41 0 0,64 3 0,1 0 0,0 1 0,0-1 0,0 0 0,0 1 0,0-1 0,0 1 0,0 0 0,0 0 0,0 0 0,0 0 0,0 0 0,0 0 0,1 0 0,-3 2 0,3-1 0,0-1 0,0 0 0,0 0 0,1 1 0,-1-1 0,1 0 0,-1 1 0,1-1 0,-1 0 0,1 1 0,0-1 0,0 1 0,0-1 0,0 1 0,0-1 0,0 0 0,0 1 0,0-1 0,0 1 0,1-1 0,-1 0 0,0 1 0,2 1 0,1 3 0,0 1 0,0-1 0,0 0 0,1 0 0,0 0 0,1 0 0,0-1 0,-1 1 0,1-1 0,1 0 0,-1-1 0,1 0 0,0 1 0,0-2 0,10 6 0,-9-6 0,-1 0 0,1 0 0,1 0 0,-1-1 0,0 0 0,1-1 0,-1 1 0,1-2 0,-1 1 0,1-1 0,-1 0 0,1 0 0,-1-1 0,13-2 0,-17 2 0,0 0 0,0-1 0,0 1 0,-1 0 0,1-1 0,0 1 0,-1-1 0,1 0 0,-1 0 0,0 0 0,1 0 0,3-5 0,-2 1 0,0-1 0,0 0 0,5-13 0,-9 20 0,0 0 0,0 0 0,0 0 0,0 0 0,0 0 0,0 0 0,0 0 0,0 0 0,0-1 0,0 1 0,0 0 0,0 0 0,0 0 0,0 0 0,1 0 0,-1 0 0,0 0 0,0 0 0,0 0 0,0 0 0,0 0 0,0 0 0,0 0 0,0 0 0,0 0 0,0 0 0,0 0 0,1 0 0,-1 0 0,0 0 0,0 0 0,0 0 0,0 0 0,0 0 0,0 0 0,0 0 0,0 0 0,0 0 0,0 0 0,1 0 0,-1 0 0,0 0 0,0 0 0,0 0 0,0 0 0,0 0 0,0 0 0,0 0 0,5 6 0,5 12 0,-8-14 0,1 0 10,0 1 0,0-1 0,0 1 0,1-1 0,-1 0 0,1 0 0,0-1 0,0 1 0,1-1 0,-1 0 0,6 3 0,-8-4-67,1-1 0,-1 0 0,0 0 0,1 0-1,-1-1 1,1 1 0,-1-1 0,1 1 0,-1-1 0,1 0 0,0 0 0,-1 0-1,1 0 1,-1 0 0,1 0 0,-1-1 0,1 0 0,-1 1 0,1-1 0,-1 0 0,1 0-1,-1 0 1,0-1 0,0 1 0,4-3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1.0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24575,'135'309'0,"-23"9"0,-107-304 0,8 29 0,-12-39 0,0-1 0,-1 0 0,1 0 0,-1 1 0,0-1 0,0 0 0,0 1 0,-1-1 0,1 0 0,-2 5 0,1-7-44,1 1 0,-1-1 0,0 0 0,0 0 0,0 0 0,0 0 0,0 0 0,0-1 0,0 1 0,0 0 0,0 0 0,0-1 0,0 1 0,0 0 0,-1-1 0,1 1 0,0-1-1,-1 0 1,1 1 0,0-1 0,-1 0 0,1 0 0,0 0 0,-1 0 0,1 0 0,0 0 0,-1 0 0,1 0 0,0-1 0,-3 0 0,-5-2-6782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1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0 252 24575,'146'-32'0,"29"-8"0,-158 34 0,1 0 0,-2-1 0,22-12 0,-31 15 0,-1 0 0,0 0 0,0 0 0,0-1 0,-1 0 0,0 0 0,0-1 0,0 1 0,0-1 0,7-13 0,-11 18 0,0-1 0,0 0 0,0 1 0,-1-1 0,1 0 0,0 0 0,-1 0 0,1 1 0,-1-1 0,0 0 0,0 0 0,0 0 0,0 0 0,0 0 0,0 0 0,0 1 0,0-1 0,-1 0 0,1 0 0,-1 0 0,1 0 0,-1 1 0,0-1 0,0 0 0,1 1 0,-1-1 0,-1 0 0,1 1 0,0-1 0,0 1 0,0 0 0,-1-1 0,1 1 0,-1 0 0,1 0 0,-1 0 0,-3-2 0,1 1 0,0 1 0,0-1 0,-1 1 0,1 0 0,0 0 0,-1 0 0,1 0 0,-1 1 0,1 0 0,-1 0 0,1 0 0,-1 0 0,1 1 0,-1 0 0,-4 1 0,5-1 0,0 1 0,1 0 0,-1-1 0,1 1 0,0 0 0,-1 1 0,1-1 0,0 1 0,0-1 0,0 1 0,1 0 0,-1 0 0,1 0 0,0 1 0,0-1 0,0 0 0,0 1 0,0-1 0,1 1 0,-1 0 0,1-1 0,0 1 0,-1 8 0,1-5 0,1 0 0,-1 0 0,1-1 0,1 1 0,-1 0 0,1 0 0,0 0 0,1 0 0,-1-1 0,1 1 0,1-1 0,-1 1 0,5 6 0,-2-5 0,1 0 0,0 0 0,1 0 0,-1-1 0,2 0 0,-1-1 0,1 1 0,0-1 0,0-1 0,0 1 0,1-1 0,0-1 0,0 0 0,0 0 0,0-1 0,15 4 0,0-2 0,1-1 0,0-1 0,-1-1 0,1-1 0,36-4 0,-17-3-1365,-27 3-5461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2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71 24575,'-20'-8'0,"-81"-32"0,84 35 0,-1 0 0,1 1 0,-35-4 0,50 8 0,-1 0 0,1 0 0,0 0 0,0 0 0,-1 0 0,1 0 0,0 1 0,0-1 0,0 1 0,0-1 0,0 1 0,0 0 0,0 0 0,0 0 0,0 0 0,0 0 0,0 1 0,0-1 0,1 0 0,-1 1 0,0-1 0,1 1 0,-1 0 0,1-1 0,0 1 0,0 0 0,0 0 0,0 0 0,0 0 0,0 0 0,0 0 0,0 0 0,1 0 0,-1 1 0,1-1 0,0 0 0,-1 0 0,1 0 0,0 1 0,0-1 0,1 0 0,-1 0 0,0 0 0,1 0 0,0 4 0,2 1 0,0 0 0,0 0 0,0 0 0,1 0 0,0 0 0,0-1 0,1 0 0,-1 0 0,1 0 0,12 10 0,-1-2 0,2-1 0,29 18 0,-31-22 0,0 0 0,0-1 0,1-1 0,0-1 0,20 5 0,-26-9 0,0 0 0,0 0 0,0-1 0,1-1 0,-1 0 0,0 0 0,1-1 0,-1 0 0,16-5 0,-24 5 0,0 0 0,0 0 0,0 0 0,0 0 0,0-1 0,0 1 0,0-1 0,-1 1 0,1-1 0,-1 0 0,1 0 0,-1-1 0,0 1 0,1 0 0,-1-1 0,-1 0 0,1 1 0,0-1 0,-1 0 0,1 0 0,-1 0 0,0 0 0,0 0 0,1-4 0,-1 1 0,0 1 0,-1-1 0,0 0 0,0 1 0,-1-1 0,1 1 0,-1-1 0,0 1 0,-1-1 0,1 1 0,-1 0 0,0-1 0,-4-5 0,5 9 0,-21-36 0,21 36 0,-1-1 0,0 1 0,0 0 0,0-1 0,0 1 0,0 0 0,-1 0 0,1 1 0,-1-1 0,1 0 0,-5-1 0,7 3 0,0 0 0,0-1 0,0 1 0,0 0 0,-1 0 0,1 0 0,0 0 0,0 0 0,0 0 0,-1 0 0,1 0 0,0 0 0,0 0 0,0 0 0,-1 0 0,1 0 0,0 0 0,0 0 0,-1 0 0,1 0 0,0 0 0,0 0 0,0 0 0,-1 0 0,1 0 0,0 1 0,0-1 0,0 0 0,0 0 0,-1 0 0,1 0 0,0 0 0,0 1 0,0-1 0,0 0 0,0 0 0,-1 0 0,1 0 0,0 1 0,1 10 0,6 11 0,0-10 0,1 0 0,0-1 0,0 0 0,1 0 0,1-1 0,0 0 0,0-1 0,1 0 0,0 0 0,0-1 0,1-1 0,0 0 0,0 0 0,1-1 0,0-1 0,26 7 0,-32-10 0,1 0 0,0-1 0,0 0 0,0 0 0,1-1 0,-1 0 0,0 0 0,0-1 0,0 0 0,8-3 0,-13 3 0,0 0 0,0 0 0,-1 0 0,1 0 0,0-1 0,-1 1 0,1-1 0,-1 1 0,1-1 0,-1 0 0,0 0 0,0 0 0,0-1 0,0 1 0,0 0 0,0-1 0,-1 1 0,1-1 0,-1 0 0,1 1 0,-1-1 0,0 0 0,0 0 0,-1 0 0,1 0 0,-1 0 0,1 0 0,-1 0 0,0-5 0,-1-3 0,-1 0 0,0 0 0,0 1 0,-1-1 0,-1 1 0,1 0 0,-10-17 0,8 16 0,5 11 0,0 0 0,0 0 0,0 0 0,0 0 0,0 0 0,0-1 0,-1 1 0,1 0 0,0 0 0,0 0 0,0 0 0,0 0 0,0-1 0,0 1 0,0 0 0,0 0 0,0 0 0,0 0 0,0-1 0,0 1 0,0 0 0,0 0 0,0 0 0,0 0 0,0-1 0,0 1 0,0 0 0,0 0 0,0 0 0,1 0 0,-1-1 0,0 1 0,0 0 0,0 0 0,0 0 0,0 0 0,0 0 0,8 1 0,11 10 0,-15-9 0,8 5 0,1-1 0,0 0 0,1-1 0,-1 0 0,24 4 0,-15-6 0,1 0 0,41-1 0,-56-2 0,0 1 0,1 0 0,-1 0 0,0 1 0,0 0 0,0 0 0,0 1 0,0 0 0,0 1 0,-1 0 0,8 4 0,8 4-16,24 15-1333,-37-20-5477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3.2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253 555 24575,'-18'-14'0,"-57"-38"0,62 44 0,1 1 0,-1 1 0,-1 0 0,-14-5 0,26 11 0,1-1 0,-1 1 0,1-1 0,-1 1 0,0 0 0,0-1 0,1 1 0,-1 0 0,0 0 0,1 0 0,-1 0 0,0 1 0,1-1 0,-1 0 0,0 1 0,1-1 0,-1 1 0,0 0 0,1-1 0,-1 1 0,1 0 0,-1 0 0,1 0 0,-3 2 0,2 0 0,0 0 0,0 0 0,0 0 0,1 0 0,-1 0 0,1 0 0,0 1 0,0-1 0,0 0 0,0 1 0,0 3 0,-1 5 0,0-1 0,1 1 0,1 0 0,0-1 0,1 1 0,0 0 0,0-1 0,1 1 0,4 11 0,-3-16 0,-1 0 0,1 0 0,0 0 0,1-1 0,-1 0 0,1 1 0,1-1 0,-1-1 0,1 1 0,0-1 0,0 1 0,1-1 0,0-1 0,-1 1 0,11 4 0,-15-7 0,1-1 0,0 0 0,0 0 0,0-1 0,-1 1 0,1 0 0,0-1 0,0 1 0,0-1 0,0 1 0,0-1 0,0 0 0,1 0 0,-1 0 0,0 0 0,0 0 0,0-1 0,0 1 0,0-1 0,2 0 0,-2 0 0,1-1 0,-1 1 0,0-1 0,0 0 0,1 0 0,-2 0 0,1 0 0,0 0 0,0 0 0,-1 0 0,1 0 0,-1-1 0,2-2 0,2-8 0,0 0 0,-1 0 0,0 0 0,3-24 0,-5 13 0,0 1 0,-1-1 0,-2 0 0,0 1 0,-2-1 0,-7-33 0,-5 1 0,-30-78 0,24 84 0,-52-91 0,71 138 0,0 0 0,0-1 0,0 0 0,-1 1 0,1-1 0,-1 1 0,-5-5 0,8 8 0,-1 0 0,1 0 0,0-1 0,0 1 0,-1 0 0,1 0 0,0 0 0,0 0 0,-1 0 0,1 0 0,0 0 0,0 0 0,-1 0 0,1-1 0,0 1 0,-1 0 0,1 0 0,0 0 0,0 0 0,-1 1 0,1-1 0,0 0 0,-1 0 0,1 0 0,0 0 0,0 0 0,-1 0 0,1 0 0,0 0 0,0 1 0,-1-1 0,1 0 0,0 0 0,0 0 0,0 1 0,-1-1 0,1 0 0,0 0 0,0 0 0,0 1 0,0-1 0,-1 0 0,1 0 0,0 1 0,0-1 0,0 0 0,0 0 0,0 1 0,0-1 0,0 0 0,0 1 0,0-1 0,0 1 0,-2 17 0,3-4 0,0 1 0,1-1 0,1 1 0,0-1 0,9 24 0,34 67 0,-41-96 0,68 135 36,39 88-1437,-106-215-5425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3.9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24575,'-17'2'0,"0"2"0,-18 5 0,28-6 0,-1 0 0,1 0 0,0 0 0,0 1 0,0 0 0,-11 9 0,16-12 0,1 1 0,-1 0 0,0 0 0,1-1 0,-1 1 0,1 0 0,-1 0 0,1 0 0,0 1 0,0-1 0,0 0 0,0 0 0,1 1 0,-1-1 0,0 0 0,1 1 0,-1 3 0,2-2 0,-1 0 0,0 0 0,1-1 0,0 1 0,0 0 0,0 0 0,0-1 0,1 1 0,-1-1 0,3 5 0,3 2 0,0 1 0,1-2 0,0 1 0,1-1 0,16 15 0,62 41 0,-46-36 0,-40-29 0,-1 0 0,1 0 0,0 1 0,-1-1 0,1 1 0,-1-1 0,1 0 0,0 1 0,-1-1 0,1 1 0,-1 0 0,0-1 0,1 1 0,-1-1 0,1 1 0,-1-1 0,0 1 0,1 0 0,-1-1 0,0 1 0,0 0 0,0 0 0,1-1 0,-1 1 0,0 0 0,0 0 0,-1 0 0,1 0 0,-1-1 0,1 1 0,-1-1 0,0 1 0,1-1 0,-1 1 0,0-1 0,0 1 0,1-1 0,-1 0 0,0 1 0,0-1 0,1 0 0,-1 0 0,0 1 0,0-1 0,-1 0 0,-7 1 0,0 0 0,-16-1 0,-2-4 0,0-1 0,1 0 0,0-2 0,-32-14 0,29 11 0,24 8-136,-1 0-1,0 0 1,1-1-1,-1 0 1,1 0-1,0-1 1,0 1-1,0-1 0,-8-8 1,3 0-6690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4.5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24575,'58'129'0,"-2"-5"0,-28-67 0,3-1 0,2-2 0,72 88 0,-101-137 0,0-1 0,0 1 0,0-1 0,1 0 0,0-1 0,0 1 0,0-1 0,0 0 0,6 3 0,-9-6 0,0 1 0,0-1 0,-1 1 0,1-1 0,0 0 0,0 0 0,-1 0 0,1 0 0,0 0 0,0 0 0,0 0 0,-1 0 0,1-1 0,0 1 0,0-1 0,-1 1 0,1-1 0,0 0 0,-1 0 0,1 1 0,-1-1 0,1 0 0,-1-1 0,1 1 0,-1 0 0,0 0 0,0-1 0,1 1 0,-1 0 0,0-1 0,0 1 0,0-1 0,1-3 0,0 0 0,1 0 0,-1-1 0,-1 1 0,1-1 0,-1 1 0,0-1 0,0 1 0,0-8 0,-2-48 0,0 34 0,-6-51 0,7 78 0,-1 0 0,1 0 0,0-1 0,0 1 0,0 0 0,0 0 0,0 0 0,0-1 0,0 1 0,0 0 0,0 0 0,0-1 0,0 1 0,0 0 0,1 0 0,-1 0 0,0-1 0,0 1 0,0 0 0,0 0 0,0 0 0,0 0 0,0-1 0,1 1 0,-1 0 0,0 0 0,0 0 0,0 0 0,0 0 0,0-1 0,1 1 0,-1 0 0,0 0 0,0 0 0,0 0 0,1 0 0,-1 0 0,9 4 0,10 16 0,-16-16 0,19 21 0,39 38 0,-52-55 0,0 0 0,1-1 0,0-1 0,0 1 0,15 6 0,-20-11 0,9 5 0,0-1 0,0-1 0,19 4 0,-29-8 0,0 0 0,0-1 0,-1 1 0,1-1 0,0 0 0,0 0 0,0-1 0,-1 1 0,1-1 0,0 1 0,-1-1 0,1 0 0,0-1 0,-1 1 0,0-1 0,1 1 0,-1-1 0,5-4 0,-5 3 0,0 0 0,0 0 0,0 0 0,0 0 0,0-1 0,-1 0 0,0 1 0,0-1 0,0 0 0,0 0 0,2-8 0,-3 10 0,-1 2 0,0 0 0,0 0 0,0-1 0,0 1 0,0 0 0,0 0 0,0 0 0,0 0 0,0-1 0,0 1 0,1 0 0,-1 0 0,0 0 0,0 0 0,0 0 0,0-1 0,0 1 0,0 0 0,1 0 0,-1 0 0,0 0 0,0 0 0,0 0 0,0 0 0,1 0 0,-1 0 0,0 0 0,0 0 0,0-1 0,1 1 0,-1 0 0,0 0 0,0 0 0,6 5 0,6 14 0,-9-12 0,6 5-273,1 0 0,0-1 0,0 0 0,25 19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4.8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 36 24575,'-3'-10'0,"0"-1"0,-3 1 0,-2 6 0,0 5 0,-2 3 0,-1 3 0,-1 0 0,1 0-8191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5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54 24575,'-5'-9'0,"3"4"0,-1 0 0,0 1 0,0-1 0,0 0 0,0 1 0,-1 0 0,-5-5 0,8 8 0,1 1 0,0 0 0,0 0 0,-1-1 0,1 1 0,0 0 0,-1 0 0,1 0 0,0-1 0,-1 1 0,1 0 0,0 0 0,-1 0 0,1 0 0,0 0 0,-1 0 0,1 0 0,0 0 0,-1 0 0,1 0 0,0 0 0,-1 0 0,1 0 0,-1 0 0,1 0 0,0 0 0,-1 0 0,1 0 0,0 0 0,-1 1 0,1-1 0,0 0 0,0 0 0,-1 0 0,1 1 0,0-1 0,-1 0 0,1 0 0,0 1 0,0-1 0,0 0 0,-1 0 0,1 1 0,0-1 0,0 0 0,0 1 0,0-1 0,-1 0 0,1 1 0,0-1 0,0 0 0,0 1 0,0-1 0,0 0 0,0 1 0,0 0 0,-1 23 0,2-5 0,2 0 0,0 0 0,7 23 0,22 57 0,-15-48 0,107 283-447,-56-158 278,-54-125 712,-4-14-1938,-7-29-5328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5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48 24575,'-13'-10'0,"-6"-3"0,-3 0 0,0 5 0,1 4 0,2 5 0,2 3 0,3 0-8191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5.5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24575,'10'32'0,"6"19"0,3 8 0,0 2 0,0-3 0,-1-3 0,-1-3 0,-1-4 0,-1-4 0,0-5 0,-2-4 0,-2-5 0,-2-6 0,-3-4 0,-2-5-8191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5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400 91 24575,'-25'-18'0,"-11"-5"0,-4 1 0,-1 6 0,5 7 0,0 7 0,2 3 0,2 5 0,-2 4 0,2-1 0,3 0 0,5-3-8191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6.5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24575,'25'28'0,"11"13"0,4 9 0,-2 2 0,-3-2 0,-4-3 0,-5-1 0,-5-1 0,-3-1 0,-2-2 0,-2-2 0,0-2 0,0-2 0,-3-5 0,0-3 0,-3-4 0,-2-5-8191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6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285 27 24575,'-30'-5'0,"-13"-1"0,-1-1 0,4 2 0,7 1 0,6 5 0,5 1 0,4 3 0,3 1 0,3 2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7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62 24575,'-6'0'0,"0"0"0,0 1 0,0 0 0,0 0 0,0 0 0,1 1 0,-1 0 0,0 0 0,-6 4 0,10-5 0,1-1 0,-1 1 0,1 0 0,-1 0 0,1 1 0,-1-1 0,1 0 0,0 0 0,0 1 0,0-1 0,0 0 0,0 1 0,0-1 0,0 1 0,0 0 0,0-1 0,1 1 0,-1-1 0,1 1 0,-1 0 0,1 0 0,0-1 0,0 1 0,-1 0 0,1 0 0,0-1 0,1 1 0,-1 0 0,0 0 0,0-1 0,1 1 0,-1 0 0,1 0 0,0-1 0,0 3 0,4 4 0,-1-1 0,1 1 0,0-1 0,1 0 0,0-1 0,0 1 0,0-1 0,1-1 0,0 1 0,0-1 0,0 0 0,1 0 0,-1-1 0,1 0 0,0-1 0,1 0 0,9 3 0,-15-5 0,1-1 0,-1 1 0,1-1 0,-1 1 0,1-1 0,0 0 0,-1-1 0,1 1 0,-1-1 0,1 1 0,-1-1 0,1 0 0,-1 0 0,1-1 0,-1 1 0,5-4 0,-4 3 0,0-1 0,0 0 0,-1-1 0,1 1 0,-1-1 0,0 1 0,0-1 0,0 0 0,0 0 0,-1 0 0,3-7 0,-2 6 0,-1 0 0,0 0 0,0-1 0,-1 1 0,1-1 0,-1 0 0,0 1 0,-1-1 0,0 0 0,0 0 0,0 1 0,0-1 0,-1 0 0,0 0 0,0 1 0,0-1 0,-1 1 0,0-1 0,0 1 0,-1 0 0,-2-6 0,2 7-62,0 0 0,0 1 0,0-1 0,-1 1 0,1-1 0,-1 1 0,0 0 0,0 0 0,0 1 0,0-1 0,0 1 0,-1 0-1,1 0 1,-1 0 0,1 1 0,-1 0 0,0 0 0,0 0 0,1 0 0,-1 1 0,-8 0 0,-2-1-6764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7.9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24575,'186'128'0,"-169"-115"0,-9-8 0,13 11 0,1-1 0,38 20 0,-59-35 0,0 1 0,0 0 0,0-1 0,0 1 0,1-1 0,-1 0 0,0 1 0,0-1 0,1 0 0,-1 0 0,0 1 0,0-1 0,1 0 0,-1 0 0,0-1 0,1 1 0,-1 0 0,0 0 0,0-1 0,1 1 0,-1 0 0,0-1 0,0 1 0,2-2 0,-2 1 0,0-1 0,0 1 0,0-1 0,0 1 0,0-1 0,0 0 0,0 0 0,0 1 0,-1-1 0,1 0 0,-1 0 0,1 0 0,-1 1 0,0-1 0,0 0 0,0-3 0,0-10 0,-1 0 0,0 1 0,-1-1 0,-1 0 0,-1 1 0,-9-28 0,12 35 0,7 9 0,7 10 0,-2 1 0,1 0 0,0 0 0,1-1 0,18 12 0,-26-20 0,0-1 0,0 0 0,1 0 0,0 0 0,-1 0 0,1-1 0,0 0 0,0 0 0,0-1 0,0 0 0,0 0 0,1 0 0,-1 0 0,0-1 0,10-1 0,-14 0 0,0 1 0,1-1 0,-1 1 0,0-1 0,0 0 0,0 0 0,1 0 0,-1 0 0,0 0 0,0 0 0,0-1 0,-1 1 0,1-1 0,0 1 0,-1-1 0,3-3 0,0-1 0,-1 0 0,1 0 0,-2 0 0,4-10 0,-6 15 0,1 1 0,-1-1 0,0 0 0,0 0 0,1 1 0,-1-1 0,0 0 0,1 0 0,-1 1 0,1-1 0,-1 0 0,1 1 0,-1-1 0,1 1 0,-1-1 0,1 1 0,-1-1 0,1 1 0,0-1 0,-1 1 0,1 0 0,0-1 0,0 1 0,-1 0 0,1-1 0,0 1 0,0 0 0,-1 0 0,1 0 0,0 0 0,0 0 0,0 0 0,-1 0 0,1 0 0,0 0 0,0 0 0,0 0 0,-1 0 0,1 1 0,0-1 0,0 0 0,-1 1 0,2-1 0,3 3 0,0 1 0,0-1 0,0 1 0,8 8 0,-4-4 0,8 5-111,1-1-1,0-1 1,20 8-1,-23-11-807,-6-3-5907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8.3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0 24575,'-14'8'0,"1"0"0,-1 1 0,1 0 0,1 1 0,0 0 0,-16 19 0,25-26 0,0 1 0,0-1 0,1 1 0,-1-1 0,1 1 0,0 0 0,1 0 0,-1 0 0,0 0 0,1 0 0,0 1 0,0-1 0,0 0 0,1 0 0,0 1 0,-1-1 0,1 0 0,1 1 0,-1-1 0,1 0 0,-1 1 0,1-1 0,1 0 0,-1 0 0,0 0 0,1 0 0,0 0 0,4 6 0,-4-7 0,0 0 0,0 0 0,0 0 0,0 0 0,1 0 0,0-1 0,-1 1 0,1-1 0,0 0 0,0 0 0,0 0 0,0 0 0,1-1 0,5 3 0,-7-3 0,0-1 0,0 0 0,1 1 0,-1-1 0,0 0 0,0 0 0,0 0 0,1-1 0,-1 1 0,0 0 0,0-1 0,0 0 0,0 1 0,0-1 0,0 0 0,0 0 0,0 0 0,0 0 0,0 0 0,0-1 0,-1 1 0,1-1 0,0 1 0,-1-1 0,2-2 0,2-2 0,-1 0 0,0-1 0,-1 0 0,1 1 0,-1-1 0,-1-1 0,1 1 0,-1 0 0,-1 0 0,1-1 0,-1-8 0,-1 15 0,1 1 0,-1-1 0,0 0 0,0 0 0,0 0 0,0 0 0,1 0 0,-1 0 0,0 0 0,1 0 0,-1 0 0,1 1 0,-1-1 0,1 0 0,-1 0 0,1 1 0,0-1 0,-1 0 0,2-1 0,-1 2 0,0 0 0,-1 0 0,1 0 0,0 0 0,-1 0 0,1 0 0,0 0 0,-1 0 0,1 0 0,0 0 0,-1 0 0,1 0 0,0 1 0,-1-1 0,1 0 0,-1 0 0,1 1 0,0-1 0,-1 0 0,1 1 0,0 0 0,4 4 0,1-1 0,-1 2 0,0-1 0,4 7 0,-3-5 0,6 7-273,0 1 0,-1 0 0,-1 0 0,10 20 0,-15-22-6553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8.8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24575,'30'25'0,"-2"2"0,0 1 0,-2 1 0,-1 1 0,31 51 0,-15-11 0,53 121 0,-37-64 0,-49-115 0,-8-12 0,0 0 0,0 0 0,0 0 0,0 0 0,0 0 0,1 0 0,-1 0 0,0 0 0,0 0 0,0 0 0,0 0 0,0 0 0,0 0 0,0 0 0,0 0 0,0-1 0,1 1 0,-1 0 0,0 0 0,0 0 0,0 0 0,0 0 0,0 0 0,0 0 0,0 0 0,0 0 0,0 0 0,0-1 0,0 1 0,0 0 0,0 0 0,0 0 0,0 0 0,0 0 0,0 0 0,0 0 0,0-1 0,0 1 0,0 0 0,0 0 0,0 0 0,0 0 0,0 0 0,0 0 0,0 0 0,0 0 0,0-1 0,0 1 0,0 0 0,0 0 0,-5-27 0,4 19 0,-1-7-1365,0 0-5461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9.2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55 131 24575,'-2'0'0,"-1"0"0,1 0 0,0 1 0,-1-1 0,1 1 0,0-1 0,-1 1 0,1 0 0,0 0 0,0 0 0,0 0 0,0 0 0,0 0 0,0 1 0,0-1 0,0 1 0,0-1 0,1 1 0,-1 0 0,1 0 0,-1 0 0,1 0 0,0 0 0,0 0 0,-2 4 0,2-4 0,0-1 0,1 1 0,0 0 0,-1 0 0,1 0 0,0 0 0,0 0 0,0 0 0,0 0 0,0 0 0,0 0 0,0 0 0,1 0 0,-1 0 0,1 0 0,0-1 0,-1 1 0,1 0 0,0 0 0,0 0 0,0-1 0,0 1 0,0-1 0,1 1 0,-1-1 0,0 1 0,1-1 0,-1 0 0,1 1 0,3 1 0,2 1 0,0-1 0,1 1 0,0-1 0,0 0 0,0-1 0,0 0 0,0 0 0,0-1 0,1 0 0,-1-1 0,0 1 0,1-2 0,-1 1 0,0-1 0,1 0 0,-1-1 0,10-3 0,7-3 0,-1-1 0,-1-1 0,0-1 0,30-19 0,-46 26 0,-1 0 0,-1 0 0,1-1 0,-1 1 0,1-2 0,-1 1 0,-1 0 0,1-1 0,-1 0 0,4-6 0,-7 9 0,0 1 0,1-1 0,-1 0 0,0 1 0,-1-1 0,1 0 0,0 1 0,-1-1 0,1 0 0,-1 0 0,0 0 0,0 0 0,0 1 0,0-1 0,-1 0 0,1 0 0,-1 0 0,1 1 0,-1-1 0,0 0 0,0 1 0,-1-1 0,1 0 0,0 1 0,-1 0 0,1-1 0,-1 1 0,-2-3 0,1 3 0,0-1 0,0 0 0,0 1 0,0-1 0,0 1 0,-1 0 0,1 0 0,0 1 0,-1-1 0,0 1 0,1-1 0,-1 1 0,0 0 0,0 0 0,0 1 0,-4-1 0,6 1 0,-1 0 0,1 0 0,0 1 0,0-1 0,-1 0 0,1 1 0,0 0 0,0-1 0,0 1 0,0 0 0,0 0 0,0 0 0,0 0 0,0 1 0,0-1 0,1 0 0,-1 1 0,0 0 0,1-1 0,-1 1 0,1 0 0,-1-1 0,1 1 0,0 0 0,0 0 0,0 0 0,0 0 0,0 1 0,0 1 0,-1 2 0,1 0 0,-1 0 0,1 0 0,1 0 0,-1 0 0,1 0 0,0 0 0,0 0 0,1 0 0,0 0 0,0 0 0,2 6 0,-1-5 0,2 1 0,-1 0 0,1-1 0,0 0 0,0 0 0,1 0 0,10 12 0,-2-6 0,0-1 0,1 0 0,1-1 0,-1 0 0,2-2 0,-1 0 0,23 10 0,-21-12-227,0-1-1,0 0 1,1-1-1,-1-1 1,29 2-1,-34-5-6598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9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24575,'17'18'0,"9"8"0,3 2 0,-2-1 0,-3-3 0,-3-3 0,-4-2 0,-4-4 0,-3-3 0,-1-3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29.9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24575,'0'3'0,"-2"3"0,-2 3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0.2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24575,'12'25'0,"7"16"0,6 8 0,0 4 0,1 0 0,-1 1 0,0-1 0,-1-2 0,-3-4 0,-2-3 0,-2-5 0,-2-5 0,0-4 0,0-4 0,-3-5 0,-1-3 0,0-4 0,-2-5-8191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0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96 24575,'-33'-17'0,"-13"-7"0,-1 2 0,2 4 0,7 8 0,6 5 0,5 7 0,1 2 0,3 3 0,2 1 0,6-1-8191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0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 1 24575,'-12'4'0,"0"1"0,1 0 0,-1 1 0,1 1 0,-12 8 0,20-13 0,1 1 0,-1-1 0,1 1 0,-1-1 0,1 1 0,0 0 0,0-1 0,1 1 0,-1 0 0,-2 6 0,3-7 0,1 0 0,-1 1 0,1-1 0,0 0 0,0 1 0,0-1 0,0 0 0,0 1 0,0-1 0,0 0 0,1 1 0,-1-1 0,1 0 0,0 0 0,0 1 0,0-1 0,1 3 0,3 3 0,1 0 0,-1-1 0,1 1 0,1-1 0,-1-1 0,15 12 0,48 32 0,-65-48 0,3 2-136,0 1-1,0-2 1,1 1-1,-1-1 1,1 0-1,0 0 1,0-1-1,0 0 0,14 1 1,-8-2-6690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1.6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0 24575,'-8'5'0,"1"1"0,0 0 0,0 0 0,1 0 0,0 1 0,0 0 0,0 0 0,1 1 0,0-1 0,0 1 0,-4 10 0,7-13 0,0 0 0,1 0 0,-1 0 0,1 1 0,0-1 0,0 1 0,0-1 0,1 0 0,0 1 0,0-1 0,0 1 0,1-1 0,0 1 0,0-1 0,0 0 0,1 1 0,0-1 0,0 0 0,5 9 0,-1-4 0,0 1 0,1-1 0,0 0 0,1-1 0,0 0 0,0 0 0,11 8 0,-15-14 0,-1-1 0,0 0 0,1 0 0,-1 0 0,1 0 0,-1-1 0,1 1 0,0-1 0,0 0 0,0 0 0,0-1 0,0 1 0,0-1 0,0 0 0,0 0 0,0 0 0,0 0 0,-1-1 0,1 1 0,0-1 0,0 0 0,0 0 0,0-1 0,-1 1 0,6-3 0,-7 2 0,0 1 0,1 0 0,-1-1 0,0 1 0,0-1 0,0 0 0,0 0 0,0 0 0,0 0 0,0 0 0,-1 0 0,1 0 0,-1-1 0,0 1 0,0-1 0,2-3 0,-2 2 0,0 0 0,0-1 0,-1 1 0,1 0 0,-1-1 0,0 1 0,0 0 0,-1-1 0,-1-5 0,0-2 0,-2 1 0,0-1 0,0 1 0,-1 0 0,0 1 0,-11-17 0,13 23 0,1 1 0,0-1 0,0 1 0,0 0 0,0 1 0,-1-1 0,1 0 0,-1 1 0,-5-5 0,8 7 0,0 0 0,-1 0 0,1 0 0,0 0 0,0 0 0,0 0 0,0 0 0,0 0 0,-1 0 0,1 0 0,0 0 0,0 0 0,0 0 0,0 0 0,0 0 0,-1 0 0,1 0 0,0 0 0,0 0 0,0 0 0,0 0 0,0 0 0,-1 0 0,1 0 0,0 1 0,0-1 0,0 0 0,0 0 0,0 0 0,0 0 0,0 0 0,-1 0 0,1 0 0,0 1 0,0-1 0,0 0 0,0 0 0,0 0 0,0 0 0,-1 9 0,3 9 0,0-12 0,1 1 0,0-1 0,0 0 0,0 0 0,1 0 0,0 0 0,1-1 0,4 6 0,44 39 0,-35-34 0,-4-4 0,1-1 0,0-1 0,0 0 0,1-1 0,1 0 0,-1-2 0,1 0 0,0-1 0,1 0 0,-1-2 0,1 0 0,19 2 0,-35-6 0,0 0 0,0 1 0,-1-1 0,1 0 0,0-1 0,0 1 0,0 0 0,0 0 0,0-1 0,0 1 0,-1-1 0,1 0 0,0 1 0,0-1 0,-1 0 0,1 0 0,2-2 0,-3 2 0,0-1 0,1 0 0,-1 0 0,0 1 0,0-1 0,0 0 0,-1 0 0,1 0 0,0 0 0,-1 0 0,1 0 0,-1 0 0,0 0 0,0 0 0,0-4 0,0-4 0,0 0 0,-1-1 0,0 2 0,0-1 0,-1 0 0,-1 0 0,0 0 0,0 1 0,-1 0 0,0-1 0,0 1 0,-8-10 0,23 46 0,-5-16 0,1 0 0,0 0 0,0-1 0,1 0 0,1 0 0,0-1 0,0 0 0,0 0 0,1-1 0,1 0 0,-1-1 0,1 0 0,1-1 0,21 9 0,-31-14 0,0 0 0,0-1 0,0 1 0,1 0 0,-1-1 0,0 0 0,0 1 0,1-1 0,-1 0 0,0 0 0,0 0 0,1-1 0,-1 1 0,0-1 0,0 1 0,1-1 0,-1 0 0,0 1 0,0-1 0,0 0 0,0 0 0,0-1 0,0 1 0,0 0 0,0-1 0,-1 1 0,1-1 0,0 1 0,-1-1 0,0 0 0,1 0 0,-1 0 0,0 0 0,0 0 0,0 0 0,0 0 0,0 0 0,0 0 0,-1 0 0,1-1 0,-1 1 0,1 0 0,-1 0 0,0-3 0,0-26 0,0 25 0,0 0 0,0-1 0,0 1 0,2-10 0,-2 16 0,0-1 0,1 1 0,-1-1 0,0 1 0,0 0 0,0-1 0,0 1 0,0 0 0,1-1 0,-1 1 0,0-1 0,0 1 0,0 0 0,1-1 0,-1 1 0,0 0 0,1 0 0,-1-1 0,0 1 0,1 0 0,-1 0 0,0-1 0,1 1 0,-1 0 0,0 0 0,1 0 0,-1 0 0,1 0 0,-1 0 0,0-1 0,1 1 0,-1 0 0,1 0 0,-1 0 0,0 0 0,1 0 0,-1 1 0,1-1 0,-1 0 0,1 0 0,-1 0 0,0 0 0,1 0 0,-1 0 0,0 1 0,1-1 0,-1 0 0,0 0 0,1 1 0,0-1 0,20 18 0,-16-13 0,18 17-33,20 25 0,-22-22-1266,-13-17-5527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2.1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 24575,'-1'51'0,"0"-24"0,1 0 0,1-1 0,1 1 0,7 30 0,-7-51 0,0 0 0,0-1 0,1 1 0,0-1 0,0 0 0,0 0 0,1 0 0,0 0 0,8 8 0,3 2 0,25 17 0,-19-18 0,26 14 0,-25-16 0,23 17 0,-43-27 0,1 1 0,0-1 0,-1 1 0,0-1 0,1 1 0,-1 0 0,0 0 0,0 0 0,1 4 0,-2-6 0,-1 0 0,1 0 0,-1 0 0,0 0 0,1 0 0,-1 0 0,0 0 0,0 0 0,0 0 0,0 0 0,0 0 0,0 0 0,0 0 0,0 0 0,0 0 0,0 0 0,-1-1 0,1 1 0,0 0 0,-1 0 0,1 0 0,0 0 0,-1 0 0,1 0 0,-1 0 0,0-1 0,1 1 0,-1 0 0,0 0 0,1-1 0,-1 1 0,0 0 0,0-1 0,0 1 0,1-1 0,-3 2 0,-5 1 0,-1 1 0,0-2 0,1 1 0,-1-1 0,0 0 0,0-1 0,0 0 0,-14 0 0,-9-2 0,-35-6 0,27 2 0,-55-11-1365,82 14-5461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3:32.9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96 517 24575,'-7'1'0,"-1"0"0,1 1 0,0 0 0,0 0 0,0 0 0,0 1 0,-12 6 0,17-7 0,0-1 0,0 0 0,1 1 0,-1 0 0,0-1 0,0 1 0,1 0 0,-1 0 0,1 0 0,0 0 0,-1 0 0,1 0 0,0 0 0,0 1 0,0-1 0,1 0 0,-1 1 0,1-1 0,-1 0 0,1 1 0,0-1 0,-1 0 0,1 1 0,1-1 0,-1 1 0,0-1 0,1 4 0,2 5 0,0 1 0,1-1 0,0 0 0,1-1 0,11 20 0,-4-11 0,1-1 0,18 20 0,-29-36 0,0 0 0,0-1 0,-1 1 0,1 0 0,0-1 0,0 1 0,1-1 0,-1 0 0,0 1 0,0-1 0,1 0 0,-1-1 0,1 1 0,-1 0 0,1-1 0,-1 1 0,1-1 0,-1 0 0,4 1 0,-4-2 0,0 1 0,0-1 0,0 1 0,1-1 0,-1 0 0,0 0 0,0 0 0,0 0 0,0 0 0,0 0 0,-1 0 0,1-1 0,0 1 0,-1 0 0,1-1 0,0 0 0,-1 1 0,0-1 0,1 0 0,-1 0 0,2-4 0,0 0 0,0-1 0,-1 0 0,1 0 0,-1 0 0,-1 0 0,1 0 0,-1-10 0,0 12 0,-1 0 0,0 0 0,0 0 0,-1 0 0,0 0 0,0 0 0,0 0 0,0 0 0,-1 1 0,0-1 0,-3-6 0,5 11 0,0 0 0,0-1 0,0 1 0,0-1 0,-1 1 0,1 0 0,0-1 0,0 1 0,0 0 0,-1-1 0,1 1 0,0 0 0,-1-1 0,1 1 0,0 0 0,-1 0 0,1-1 0,0 1 0,-1 0 0,1 0 0,-1 0 0,1-1 0,0 1 0,-1 0 0,1 0 0,-1 0 0,1 0 0,-1 0 0,1 0 0,0 0 0,-1 0 0,1 0 0,-1 0 0,0 1 0,0-1 0,0 1 0,1 0 0,-1-1 0,0 1 0,0 0 0,1 0 0,-1-1 0,1 1 0,-1 0 0,1 0 0,-1 0 0,0 1 0,-1 3 0,1-1 0,-1 1 0,1 0 0,-2 9 0,3-11 0,0 1 0,1-1 0,-1 1 0,1-1 0,0 1 0,0-1 0,0 0 0,1 1 0,-1-1 0,1 0 0,0 0 0,-1 0 0,2 0 0,-1 0 0,0-1 0,0 1 0,1-1 0,-1 1 0,1-1 0,0 0 0,0 0 0,0 0 0,0 0 0,0 0 0,0-1 0,4 2 0,-1-1 0,-1 0 0,1 0 0,0 0 0,0-1 0,0 1 0,0-1 0,0-1 0,0 1 0,1-1 0,-1-1 0,0 1 0,0-1 0,0 0 0,8-2 0,-7 1 0,-1-1 0,1 0 0,-1-1 0,0 1 0,0-1 0,0 0 0,0-1 0,-1 1 0,1-1 0,-1 0 0,6-9 0,-5 6 0,-1 0 0,0-1 0,0 0 0,-1 0 0,0 0 0,-1-1 0,4-12 0,-2-11 0,0-1 0,-2 1 0,-3-62 0,0 70 0,-2-17 0,-1 0 0,-13-64 0,10 80 0,-1-1 0,-2 1 0,0 0 0,-25-46 0,34 71 0,-1 0 0,1 0 0,-1 0 0,0 0 0,1 0 0,-1 0 0,0 0 0,0 0 0,0 0 0,0 1 0,0-1 0,0 0 0,0 0 0,-2 0 0,3 1 0,-1 0 0,0 0 0,1 0 0,-1 0 0,1 0 0,-1 0 0,1 1 0,-1-1 0,1 0 0,-1 0 0,1 1 0,-1-1 0,1 0 0,-1 1 0,1-1 0,-1 1 0,1-1 0,0 0 0,-1 1 0,1-1 0,0 1 0,-1-1 0,1 1 0,0-1 0,0 1 0,-1-1 0,1 1 0,0 0 0,0-1 0,0 1 0,0-1 0,0 2 0,-3 8 0,1 0 0,1 0 0,-1 0 0,2 1 0,-1-1 0,2 0 0,-1 0 0,3 11 0,20 83 0,-21-97 0,12 44 0,3 0 0,41 88 0,-43-110 0,1-1 0,1-1 0,2-1 0,1 0 0,45 45 0,-51-59-262,27 18 0,-33-24-579,5 3-5985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07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102 308 24575,'-1'0'0,"1"0"0,0 0 0,0 0 0,0 0 0,0 0 0,0 0 0,0 0 0,0 0 0,0 0 0,0 0 0,0 0 0,0 0 0,0 0 0,0 0 0,0 0 0,0 0 0,0-1 0,0 1 0,0 0 0,0 0 0,0 0 0,0 0 0,0 0 0,0 0 0,0 0 0,0 0 0,0 0 0,0 0 0,0 0 0,0 0 0,0 0 0,0 0 0,0 0 0,1 0 0,-1-1 0,0 1 0,0 0 0,0 0 0,0 0 0,0 0 0,0 0 0,0 0 0,0 0 0,0 0 0,0 0 0,0 0 0,0 0 0,0 0 0,0 0 0,0 0 0,0 0 0,0 0 0,1 0 0,-1 0 0,0 0 0,0 0 0,0 0 0,0 0 0,0 0 0,0 0 0,0 0 0,0 0 0,0 0 0,4 5 0,2 8 0,-3 6 0,-2-1 0,0 36 0,-2-34 0,1-1 0,5 31 0,11 28 0,7 48 0,-23-125 0,0 0 0,0-1 0,0 1 0,1 0 0,-1 0 0,0 0 0,0 0 0,1 0 0,-1 0 0,0 0 0,1-1 0,-1 1 0,1 0 0,-1 0 0,1-1 0,1 2 0,2-4 0,-2-9 0,-1 0 0,-1-1 0,0 1 0,0-1 0,-2 1 0,-2-16 0,-20-56 0,7 26 0,-6-22 0,-16-74 0,32 115 0,-34-136 0,38 164 0,-1 1 0,-6-14 0,29 64 0,-14-28 0,1 0 0,1-1 0,12 20 0,46 50 0,-51-65 0,1 0 0,0-1 0,1 0 0,1-2 0,0 0 0,1-1 0,0 0 0,2-2 0,-1 0 0,29 11 0,-45-21 0,0 0 0,0 0 0,0 0 0,1 0 0,-1-1 0,0 1 0,0-1 0,1 0 0,-1 0 0,0 0 0,1 0 0,-1-1 0,0 1 0,1-1 0,-1 0 0,0 0 0,0 0 0,3-2 0,-2 1 0,-1 0 0,1 0 0,-1-1 0,0 1 0,0-1 0,0 0 0,-1 0 0,1 0 0,-1 0 0,1 0 0,-1-1 0,0 1 0,0-1 0,2-6 0,0-2 0,-1 0 0,-1 1 0,0-1 0,1-19 0,0-6 0,3-32 0,-3 19 0,-3 50 0,0-1 0,-1 1 0,1-1 0,0 1 0,0 0 0,0-1 0,0 1 0,0-1 0,0 1 0,1 0 0,-1-1 0,0 1 0,0 0 0,0-1 0,0 1 0,0-1 0,1 1 0,-1 0 0,0-1 0,0 1 0,0 0 0,1-1 0,-1 1 0,0 0 0,1 0 0,-1-1 0,0 1 0,0 0 0,1 0 0,-1-1 0,1 1 0,-1 0 0,1 0 0,0 1 0,0-1 0,-1 0 0,1 1 0,0-1 0,-1 1 0,1-1 0,-1 1 0,1-1 0,-1 1 0,1-1 0,-1 1 0,1 0 0,0 0 0,15 28 0,34 109 0,-31-80 0,9 28 0,-14-37 0,39 85 0,-39-111-1365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0.0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1012 0 24575,'-797'0'0,"749"1"-455,0 2 0,-48 9 0,74-7-6371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0.8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 24575,'7'-8'0,"0"1"0,0 1 0,1-1 0,0 2 0,0-1 0,1 1 0,-1 0 0,1 0 0,0 1 0,1 1 0,-1-1 0,1 1 0,-1 1 0,1 0 0,0 0 0,15 0 0,-5 2 0,51 2 0,-64-2 0,0 1 0,0 1 0,0-1 0,0 1 0,0 1 0,-1-1 0,12 6 0,-16-6 0,0-1 0,-1 1 0,1 0 0,0-1 0,-1 1 0,1 0 0,-1 0 0,1 0 0,-1 0 0,0 0 0,0 0 0,0 0 0,0 1 0,0-1 0,-1 0 0,1 0 0,-1 1 0,1-1 0,-1 1 0,0-1 0,0 0 0,0 1 0,0-1 0,0 1 0,-1-1 0,1 0 0,-1 3 0,-1 4 0,-1 0 0,0 0 0,0 0 0,-1 0 0,-7 13 0,-1-5 0,-1 0 0,-20 23 0,6-10 0,-7 3 0,25-26 0,1 1 0,-13 15 0,20-22 0,0 0 0,1-1 0,-1 1 0,1 0 0,-1-1 0,1 1 0,-1 0 0,1 0 0,0 0 0,-1-1 0,1 1 0,0 0 0,0 0 0,0 0 0,-1 0 0,1 0 0,0-1 0,0 1 0,0 0 0,0 0 0,0 0 0,1 0 0,-1 0 0,0 0 0,0-1 0,1 1 0,-1 0 0,0 0 0,1 0 0,-1 0 0,1-1 0,-1 1 0,1 0 0,-1-1 0,1 1 0,-1 0 0,1-1 0,0 1 0,-1-1 0,1 1 0,0-1 0,0 1 0,-1-1 0,1 1 0,0-1 0,1 1 0,4 1 0,0 0 0,0 0 0,1 0 0,12 2 0,77 5-161,153-4 0,-176-5-882,-54 0-5783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1.3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333 31 24575,'-15'-2'0,"-7"-2"0,-6-1 0,-2-1 0,1 1 0,0 1 0,1 2 0,2 0 0,3 2 0,3-1 0,2 2 0,2-1 0,1 0 0,3 3 0,2 0 0,-1 1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1.5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62 24575,'-30'-10'0,"-13"-4"0,-3 2 0,0 1 0,3 4 0,7 3 0,7 1 0,3 2 0,3 1 0,6 1-8191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2.4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60 234 24575,'-6'13'0,"1"0"0,0 0 0,1 1 0,1-1 0,0 1 0,1 0 0,0-1 0,1 1 0,0 0 0,1 0 0,3 16 0,-3-27 0,1 1 0,0-1 0,0 1 0,1-1 0,-1 1 0,1-1 0,0 0 0,0 1 0,0-1 0,0 0 0,4 4 0,-5-6 0,-1-1 0,1 1 0,0 0 0,0 0 0,-1-1 0,1 1 0,0 0 0,0-1 0,0 1 0,0-1 0,0 1 0,-1-1 0,1 1 0,0-1 0,0 0 0,0 1 0,0-1 0,1 0 0,-1 0 0,0 0 0,0 0 0,0 0 0,0 0 0,0 0 0,0 0 0,0 0 0,0 0 0,0-1 0,0 1 0,0 0 0,0-1 0,0 1 0,0-1 0,0 1 0,-1-1 0,1 1 0,0-1 0,0 0 0,0 1 0,-1-1 0,1 0 0,0 0 0,-1 0 0,2-1 0,0-2 0,0 0 0,0 0 0,0 1 0,-1-1 0,0-1 0,1 1 0,-2 0 0,1 0 0,0 0 0,-1-1 0,0 1 0,0-7 0,-1 1 0,0-1 0,0 1 0,-6-21 0,-35-84 0,-7-28 0,47 138 0,1 2 0,0 1 0,1-1 0,-1 0 0,0 1 0,1-1 0,0 0 0,-1 1 0,1-1 0,0 0 0,0 1 0,1-1 0,-1 0 0,1-2 0,0 5 0,-1-1 0,0 1 0,1 0 0,-1 0 0,1-1 0,-1 1 0,0 0 0,1 0 0,-1 0 0,1 0 0,-1 0 0,1-1 0,-1 1 0,0 0 0,1 0 0,-1 0 0,1 0 0,-1 0 0,1 0 0,-1 0 0,1 1 0,-1-1 0,0 0 0,1 0 0,-1 0 0,1 0 0,-1 1 0,1-1 0,-1 0 0,0 0 0,1 1 0,-1-1 0,0 0 0,1 0 0,-1 1 0,17 12 0,-16-11 0,83 84 0,-66-64 0,2-1 0,1-1 0,0 0 0,37 24 0,-33-28 0,54 23 0,-67-34 0,0-1 0,1 0 0,-1 0 0,1-2 0,0 1 0,25 0 0,-37-3 0,1 0 0,-1 0 0,0 0 0,1 0 0,-1 0 0,0 0 0,1-1 0,-1 1 0,0 0 0,0-1 0,0 1 0,1-1 0,-1 0 0,0 1 0,0-1 0,0 0 0,0 0 0,0 0 0,0 1 0,0-1 0,0 0 0,0 0 0,1-2 0,-1 1 0,0-1 0,-1 1 0,1 0 0,-1-1 0,1 1 0,-1 0 0,1-1 0,-1 1 0,0-1 0,0 1 0,-1 0 0,1-3 0,-3-7 0,1 1 0,-2 0 0,1 0 0,-8-13 0,-82-140 0,88 157-227,0-1-1,-1 1 1,0 0-1,0 0 1,-11-9-1,8 10-6598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2.6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365 120 24575,'-30'-18'0,"-16"-5"0,-3-2 0,2 4 0,8 5 0,5 5 0,6 5 0,5 6 0,4 3 0,3 3 0,4 3 0,1 1 0,1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2.9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24575,'13'32'0,"6"17"0,3 4 0,0-2 0,-2-1 0,-1-5 0,-1-5 0,-2-7 0,-3-3 0,-1-5 0,-3-4 0,-3-6-8191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3.4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1008 33 24575,'-19'-7'0,"-1"1"0,-1 1 0,1 0 0,-1 2 0,-22-2 0,0 4 0,-63 5 0,-54 17 0,5-1 0,-216-3-1365,343-17-5461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4.1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24575,'5'-7'0,"1"1"0,0 0 0,0 0 0,1 1 0,-1 0 0,1 0 0,0 0 0,1 1 0,-1 0 0,1 0 0,0 1 0,0 0 0,0 1 0,0-1 0,0 1 0,1 1 0,-1 0 0,13 0 0,2 0 0,-1 2 0,1 1 0,0 1 0,-1 0 0,38 12 0,-56-13 0,0-1 0,0 1 0,0-1 0,0 1 0,0 0 0,-1 0 0,1 1 0,0-1 0,-1 1 0,0 0 0,5 5 0,-7-7 0,0 1 0,0-1 0,0 1 0,0 0 0,0-1 0,0 1 0,0 0 0,-1-1 0,1 1 0,-1 0 0,0 0 0,1 0 0,-1-1 0,0 1 0,0 0 0,0 0 0,0 0 0,0 0 0,-1-1 0,1 1 0,0 0 0,-1 0 0,0 0 0,1-1 0,-1 1 0,0 0 0,0-1 0,0 1 0,-1 1 0,-9 12 0,-1 0 0,-14 13 0,15-16 0,0-1 0,1 1 0,-15 24 0,15-18 0,-10 16 0,18-31 0,1 0 0,0-1 0,0 1 0,0 0 0,0 0 0,0 0 0,1 0 0,-1 0 0,1 5 0,0-8 0,0 0 0,0 1 0,0-1 0,1 1 0,-1-1 0,0 1 0,0-1 0,0 0 0,1 1 0,-1-1 0,0 1 0,0-1 0,1 0 0,-1 1 0,0-1 0,1 0 0,-1 0 0,0 1 0,1-1 0,-1 0 0,1 0 0,-1 1 0,1-1 0,-1 0 0,0 0 0,1 0 0,-1 0 0,1 0 0,-1 0 0,1 0 0,-1 0 0,1 0 0,-1 0 0,0 0 0,1 0 0,-1 0 0,2 0 0,19-5 0,-16 4 0,27-8 0,1 2 0,0 2 0,0 1 0,0 1 0,1 2 0,60 6 0,-46 1-1365,-29-4-5461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5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24575,'1'8'0,"-1"-1"0,2 1 0,2 10 0,1 3 0,1 8 0,1-1 0,16 41 0,-16-52 0,0-1 0,2 0 0,-1 0 0,2-1 0,14 18 0,-20-28 0,0-1 0,0 0 0,0-1 0,0 1 0,0 0 0,1-1 0,6 4 0,-10-7 0,1 1 0,-1 0 0,1-1 0,-1 0 0,0 1 0,1-1 0,-1 0 0,1 1 0,-1-1 0,1 0 0,-1 0 0,1 0 0,-1 0 0,1 0 0,-1-1 0,1 1 0,-1 0 0,1-1 0,-1 1 0,0-1 0,1 1 0,-1-1 0,0 0 0,1 0 0,-1 0 0,0 1 0,0-1 0,0 0 0,0 0 0,0-1 0,2-1 0,1-3 0,-1 1 0,0-1 0,0 0 0,0 0 0,-1-1 0,0 1 0,0 0 0,-1-1 0,1 1 0,-1-1 0,0-10 0,-1-3 0,0 0 0,-5-31 0,0 23 0,2 17 0,1 0 0,1 0 0,-1-14 0,2 25 0,0 0 0,0 0 0,0 0 0,0-1 0,0 1 0,0 0 0,0 0 0,0 0 0,0-1 0,0 1 0,0 0 0,0 0 0,0 0 0,0 0 0,0-1 0,0 1 0,0 0 0,1 0 0,-1 0 0,0 0 0,0-1 0,0 1 0,0 0 0,0 0 0,0 0 0,0 0 0,1 0 0,-1-1 0,0 1 0,0 0 0,0 0 0,0 0 0,0 0 0,1 0 0,-1 0 0,0 0 0,0 0 0,0 0 0,1-1 0,6 7 0,5 11 0,104 157 0,-112-169 0,1 1 0,0-1 0,0 0 0,0 0 0,1-1 0,0 1 0,0-1 0,0-1 0,7 4 0,-11-6 0,0 0 0,0 0 0,0 0 0,0-1 0,0 1 0,0-1 0,0 0 0,0 1 0,0-1 0,0 0 0,1 0 0,-1 0 0,0-1 0,0 1 0,0 0 0,0-1 0,0 1 0,0-1 0,0 0 0,0 0 0,0 0 0,0 0 0,0 0 0,-1 0 0,1 0 0,0-1 0,-1 1 0,1 0 0,-1-1 0,1 0 0,-1 1 0,0-1 0,0 0 0,2-2 0,0-3 0,0 0 0,-1 0 0,1 0 0,-1 0 0,-1 0 0,0-1 0,0 1 0,0-1 0,-1 1 0,0-1 0,0 1 0,-1 0 0,0-1 0,0 1 0,-4-12 0,5 18 0,-1 0 0,1 0 0,-1 0 0,1 0 0,0 0 0,0 1 0,-1-1 0,1 0 0,0 0 0,0 0 0,0 0 0,0 0 0,0 0 0,0 0 0,0 0 0,0 0 0,1 0 0,-1 0 0,0 0 0,1 0 0,-1 1 0,0-1 0,1 0 0,-1 0 0,1 0 0,-1 0 0,1 1 0,0-2 0,1 2 0,-1-1 0,1 1 0,-1-1 0,1 1 0,-1 0 0,1 0 0,-1 0 0,1 0 0,0 0 0,-1 0 0,1 0 0,-1 0 0,1 1 0,-1-1 0,1 1 0,-1-1 0,2 2 0,69 26 0,-31-11 0,2-1 0,54 12 0,-68-21-1365,-19-3-5461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5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24575,'14'21'0,"-2"0"0,0 1 0,-1 1 0,12 37 0,18 37 0,-32-86 0,-6-10 0,-3-8 0,-4-3-1365,-1-1-5461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5.8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24575,'3'5'0,"0"4"0,0 6 0,0 3 0,-1-2-8191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6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274 427 24575,'-36'-12'0,"8"2"0,-1 2 0,0 1 0,-51-7 0,76 14 0,1 0 0,-1 0 0,1 0 0,-1 0 0,1 1 0,-1-1 0,1 1 0,0 0 0,-1 0 0,1 0 0,0 1 0,0-1 0,-6 4 0,8-4 0,-1 1 0,0-1 0,1 1 0,0 0 0,-1-1 0,1 1 0,0 0 0,0 0 0,0 0 0,0 0 0,0 0 0,0 0 0,1 0 0,-1 0 0,1 0 0,-1 0 0,1 0 0,0 0 0,0 0 0,0 0 0,0 1 0,0-1 0,1 3 0,0-2 0,0 1 0,0 0 0,0-1 0,1 1 0,-1-1 0,1 0 0,0 1 0,0-1 0,0 0 0,1 0 0,-1 0 0,1 0 0,-1-1 0,5 4 0,5 4 0,27 16 0,-34-23 0,1 1 0,0 0 0,1-1 0,0 1 0,-1-1 0,1-1 0,0 1 0,1-1 0,10 1 0,-15-2 0,1-1 0,-1 0 0,1-1 0,-1 1 0,0 0 0,1-1 0,-1 0 0,0 0 0,1 0 0,-1 0 0,0 0 0,0-1 0,0 0 0,0 1 0,0-1 0,0 0 0,-1 0 0,1-1 0,-1 1 0,5-5 0,-2 0 0,1-1 0,-2 0 0,1 0 0,-1 0 0,0 0 0,0-1 0,-1 1 0,0-1 0,-1 0 0,0 0 0,0 0 0,-1 0 0,0-13 0,-1-4 0,-1 1 0,-1 0 0,-8-41 0,-5 10 0,-2 1 0,-34-75 0,44 118 0,7 12 0,0 0 0,0 0 0,0 0 0,0 0 0,0 0 0,0 0 0,0 0 0,-1 0 0,1 0 0,0 0 0,0 0 0,0 0 0,0 0 0,0 0 0,0 0 0,0 0 0,0 0 0,-1 0 0,1 0 0,0 0 0,0 0 0,0 0 0,0 0 0,0 0 0,0 0 0,0 0 0,0 0 0,-1 0 0,1 0 0,0 0 0,0 0 0,0 1 0,0-1 0,0 0 0,0 0 0,0 0 0,0 0 0,0 0 0,0 0 0,0 0 0,0 0 0,0 1 0,0-1 0,0 0 0,0 0 0,0 0 0,0 0 0,0 0 0,0 0 0,-2 25 0,8 31 0,1-1 0,3-1 0,2 1 0,3-2 0,23 57 0,-33-98-341,1-1 0,-1 0-1,14 18 1,-8-15-6485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7.0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182 475 24575,'-9'-5'0,"-13"-7"0,-28-11 0,44 20 0,0 1 0,1 0 0,-1 1 0,0 0 0,0 0 0,0 0 0,-1 0 0,1 1 0,0 0 0,-8 1 0,12-1 0,1 0 0,0 1 0,0-1 0,-1 0 0,1 1 0,0-1 0,0 1 0,0-1 0,0 1 0,0-1 0,0 1 0,0 0 0,0 0 0,0-1 0,0 1 0,0 0 0,0 0 0,1 0 0,-1 0 0,0 0 0,0 0 0,1 0 0,-2 2 0,2 0 0,0-1 0,-1 0 0,1 1 0,0-1 0,0 0 0,0 0 0,0 1 0,1-1 0,-1 0 0,0 1 0,2 3 0,2 2 0,-1 1 0,1-2 0,0 1 0,1 0 0,8 11 0,-9-14 0,0-1 0,0 0 0,0-1 0,1 1 0,-1-1 0,1 0 0,0 0 0,0 0 0,0 0 0,0-1 0,0 0 0,1 0 0,-1 0 0,1-1 0,8 1 0,-10-1 0,0-1 0,0 0 0,0 0 0,0 0 0,0-1 0,0 1 0,0-1 0,0 0 0,0 0 0,-1-1 0,1 1 0,0-1 0,-1 1 0,1-1 0,-1 0 0,1-1 0,-1 1 0,0-1 0,0 1 0,0-1 0,0 0 0,4-6 0,-3 3 0,0-1 0,-1 1 0,1-1 0,-1 0 0,-1 0 0,1 0 0,-1 0 0,2-12 0,-3 7 0,0-1 0,0 0 0,-1 1 0,-3-19 0,-2-1 0,-2 0 0,-1 0 0,-13-30 0,-36-78 0,35 88 0,20 47 0,-6-14 0,8 18 0,-1 0 0,1 0 0,0 1 0,-1-1 0,1 0 0,-1 0 0,1 1 0,-1-1 0,1 0 0,-1 1 0,0-1 0,1 1 0,-1-1 0,0 1 0,1-1 0,-1 1 0,-1-1 0,1 1 0,1 1 0,-1-1 0,1 0 0,-1 1 0,1-1 0,0 1 0,-1 0 0,1-1 0,0 1 0,-1-1 0,1 1 0,0-1 0,0 1 0,-1 0 0,1-1 0,0 1 0,0-1 0,0 1 0,0 0 0,0-1 0,0 1 0,0 0 0,0 0 0,0 18 0,2 8 0,1 0 0,2-1 0,8 29 0,29 76 0,-38-120 0,2 6 0,1-1 0,1 1 0,0-1 0,1-1 0,1 1 0,1-2 0,0 1 0,1-2 0,0 1 0,17 13 0,-19-18 0,1-1 0,0-1 0,0 0 0,0 0 0,1-1 0,0-1 0,0 0 0,1 0 0,-1-1 0,1-1 0,0 0 0,0-1 0,0 0 0,23 0 0,-29-3 0,0 1 0,0-1 0,0 0 0,0 0 0,0-1 0,0 0 0,0 0 0,-1-1 0,1 0 0,-1 0 0,11-7 0,-13 7 0,-1 0 0,1-1 0,0 1 0,-1-1 0,0 0 0,1 0 0,-2 0 0,1 0 0,0 0 0,-1-1 0,0 1 0,0-1 0,0 0 0,0 1 0,-1-1 0,0 0 0,1-6 0,-1-2 0,0-1 0,0 1 0,-1-1 0,-1 1 0,-3-18 0,4 27 0,-1 1 0,1-1 0,-1 1 0,0-1 0,-1 1 0,1-1 0,-1 1 0,1 0 0,-1 0 0,0 0 0,0 0 0,0 0 0,-1 0 0,1 0 0,-1 1 0,1-1 0,-1 1 0,0 0 0,0-1 0,0 1 0,0 1 0,-1-1 0,1 0 0,-5-1 0,7 3 0,-1-1 0,1 1 0,-1 0 0,1 0 0,-1-1 0,1 1 0,-1 0 0,0 0 0,1 1 0,-1-1 0,1 0 0,-1 0 0,1 1 0,-1-1 0,1 1 0,-1-1 0,1 1 0,-1 0 0,1 0 0,-3 1 0,2 0 0,0 0 0,0 1 0,0-1 0,0 0 0,1 1 0,-1-1 0,1 1 0,0-1 0,-1 1 0,0 5 0,-1 1 0,1 0 0,1 0 0,0 0 0,0 0 0,0 0 0,2 13 0,-1-15 0,1 0 0,0-1 0,1 1 0,0 0 0,0-1 0,0 1 0,0-1 0,1 0 0,0 1 0,1-1 0,-1-1 0,1 1 0,0 0 0,1-1 0,-1 0 0,1 0 0,0 0 0,0-1 0,1 0 0,-1 0 0,1 0 0,0 0 0,0-1 0,0 0 0,1-1 0,-1 1 0,1-1 0,-1 0 0,1-1 0,0 1 0,0-1 0,9 0 0,63-2 0,14 1 0,-80 2-1365,-4 1-5461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8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105 693 24575,'14'5'0,"47"14"0,-53-18 0,-1 1 0,0-1 0,1 0 0,-1-1 0,1 0 0,9-1 0,-16 1 0,1 0 0,-1-1 0,1 1 0,-1-1 0,0 1 0,1-1 0,-1 1 0,1-1 0,-1 0 0,0 0 0,0 1 0,1-1 0,-1 0 0,0 0 0,0 0 0,0 0 0,0-1 0,0 1 0,0 0 0,0 0 0,-1-1 0,1 1 0,0 0 0,-1-1 0,1 1 0,-1-1 0,1 1 0,-1-1 0,1-2 0,-1-4 0,1 0 0,-1 0 0,-1 0 0,-1-12 0,0 3 0,0-6 0,-2 1 0,0 0 0,-15-43 0,-33-61 0,33 81 0,-124-260 0,143 304 0,0 1 0,0-1 0,0 1 0,0-1 0,-1 0 0,1 1 0,0-1 0,-1 1 0,1-1 0,0 1 0,-1-1 0,1 1 0,0-1 0,-1 1 0,1 0 0,-1-1 0,1 1 0,-1 0 0,1-1 0,-1 1 0,1 0 0,-1-1 0,1 1 0,-1 0 0,0 0 0,1 0 0,-1-1 0,0 2 0,0-1 0,1 1 0,-1-1 0,1 1 0,-1-1 0,1 1 0,-1-1 0,1 1 0,-1 0 0,1-1 0,0 1 0,-1 0 0,1-1 0,0 1 0,0 0 0,-1-1 0,1 3 0,-6 34 0,6-3 0,1 0 0,1-1 0,11 52 0,-4-49 0,2-1 0,1-1 0,1 1 0,2-2 0,2 0 0,1-1 0,22 30 0,-26-42 0,1-1 0,1 0 0,1-1 0,0-1 0,1 0 0,21 14 0,-28-23 0,1-1 0,0 0 0,1 0 0,-1-1 0,1-1 0,0 0 0,1 0 0,-1-2 0,1 0 0,0 0 0,26 1 0,-38-4 0,10 0 0,0 0 0,0-1 0,0 0 0,14-3 0,-23 3 0,0 1 0,0-1 0,0-1 0,0 1 0,0 0 0,-1-1 0,1 1 0,0-1 0,-1 0 0,1 0 0,-1 0 0,1 0 0,-1 0 0,0-1 0,0 1 0,0-1 0,0 0 0,0 1 0,-1-1 0,3-5 0,-2 1 0,0 0 0,-1 0 0,1 0 0,-1 0 0,-1-1 0,1 1 0,-1 0 0,-1 0 0,1 0 0,-1-1 0,-1 1 0,1 0 0,-1 0 0,-3-8 0,-1 0 0,-1-1 0,0 1 0,-1 1 0,-1-1 0,-11-14 0,18 27 0,0 0 0,0 0 0,0-1 0,0 1 0,0 0 0,-1 1 0,1-1 0,-1 0 0,1 1 0,-1-1 0,1 1 0,-7-2 0,8 3 0,-1-1 0,1 1 0,-1 0 0,1 0 0,-1 0 0,1 0 0,-1 0 0,1 0 0,-1 0 0,1 1 0,-1-1 0,1 0 0,-1 1 0,1-1 0,0 1 0,-1 0 0,1-1 0,0 1 0,-1 0 0,1 0 0,0 0 0,0 0 0,0 0 0,0 0 0,0 0 0,-2 3 0,1-2 0,0 0 0,1 0 0,-1 0 0,1 1 0,-1-1 0,1 1 0,0-1 0,0 1 0,0-1 0,0 1 0,1 0 0,-1 0 0,1-1 0,-1 1 0,1 0 0,0 0 0,0-1 0,0 1 0,0 0 0,1 0 0,-1 0 0,1-1 0,0 1 0,0 0 0,0-1 0,0 1 0,0-1 0,0 1 0,1-1 0,-1 1 0,1-1 0,0 0 0,-1 0 0,1 0 0,0 0 0,3 2 0,6 5 0,0-1 0,0 0 0,1 0 0,0-2 0,15 8 0,67 21 0,-92-34 0,75 24 0,122 24 0,-176-45-1365,-4-2-5461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9.0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64 24575,'10'-9'0,"1"1"0,1-1 0,-1 2 0,1 0 0,17-8 0,-25 14 0,1-1 0,-1 1 0,1-1 0,0 1 0,0 0 0,-1 1 0,1-1 0,0 1 0,0 0 0,0 1 0,-1-1 0,1 1 0,0-1 0,0 2 0,-1-1 0,1 0 0,-1 1 0,8 4 0,7 5 0,-1 1 0,0 1 0,-1 1 0,-1 1 0,-1 0 0,25 30 0,-37-41 0,0 0 0,0 1 0,0-1 0,0 1 0,-1 0 0,0 0 0,0-1 0,0 1 0,0 6 0,-1-9 0,-1 0 0,0-1 0,0 1 0,0 0 0,0-1 0,0 1 0,0 0 0,-1-1 0,1 1 0,0 0 0,-1-1 0,1 1 0,-1 0 0,0-1 0,1 1 0,-1-1 0,0 1 0,0-1 0,0 0 0,0 1 0,0-1 0,-1 0 0,1 0 0,0 0 0,0 1 0,-1-1 0,1-1 0,-1 1 0,1 0 0,-1 0 0,1 0 0,-3 0 0,-3 1 0,-1 0 0,0 0 0,1-1 0,-1 0 0,0 0 0,0-1 0,-11 0 0,4-1 0,0-1 0,1 0 0,-16-6 0,14 4 0,1-1 0,0-1 0,0 0 0,1-1 0,0-1 0,0 0 0,1-1 0,-17-13 0,29 21-4,0 0 0,0-1 0,0 1-1,-1 0 1,2 0 0,-1 0 0,0-1-1,0 1 1,0 0 0,1-1 0,-1 1-1,0-1 1,1 1 0,-1-1 0,1 1 0,0-1-1,0 1 1,-1-4 0,2 4 16,-1-1-1,0 1 1,1 0 0,-1-1 0,1 1-1,0 0 1,-1-1 0,1 1 0,0 0 0,0 0-1,0 0 1,0 0 0,0 0 0,0 0-1,0 0 1,2-1 0,3-2-224,0 0 0,0 1 0,1 0-1,0 0 1,-1 1 0,13-3 0,-6 2-6614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9.7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296 223 24575,'-15'-25'0,"-55"-78"0,60 91 0,0 0 0,0 1 0,-1 0 0,-1 1 0,-24-18 0,34 27 0,0 0 0,0 0 0,0-1 0,0 1 0,-1 1 0,1-1 0,0 0 0,0 0 0,-1 1 0,1-1 0,0 1 0,-1 0 0,1 0 0,0 0 0,-1 0 0,1 0 0,-1 1 0,-3 0 0,3 0 0,1 0 0,-1 1 0,0-1 0,1 1 0,-1 0 0,1-1 0,0 1 0,-1 0 0,1 1 0,0-1 0,0 0 0,-3 5 0,0 3 0,0-1 0,0 1 0,1 0 0,0 1 0,1-1 0,0 1 0,-2 11 0,2 6 0,0 1 0,2 0 0,1-1 0,2 1 0,1 0 0,8 36 0,3-4 0,40 107 0,-49-155 0,48 116 0,-41-102 0,2-1 0,28 41 0,-31-54-273,0 0 0,1-2 0,0 1 0,27 18 0,-30-23-6553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19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350 124 24575,'-30'-20'0,"-13"-7"0,-1 1 0,4 6 0,4 5 0,6 6 0,5 4 0,2 4 0,2 3 0,0 2 0,1 3 0,4 0-8191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1.0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102 204 24575,'-5'23'0,"1"1"0,-1 44 0,4-67 0,1 0 0,0 0 0,0 0 0,0 0 0,0 0 0,0 0 0,1 1 0,-1-1 0,0 0 0,0 0 0,1 0 0,-1 0 0,1 0 0,-1 0 0,1 0 0,-1 0 0,1-1 0,-1 1 0,1 0 0,0 0 0,0 0 0,-1 0 0,1-1 0,0 1 0,0 0 0,0-1 0,1 1 0,-1-1 0,0 0 0,0 0 0,0 0 0,0 0 0,0 0 0,0-1 0,0 1 0,0 0 0,0-1 0,0 1 0,0-1 0,-1 1 0,1-1 0,0 0 0,0 1 0,0-1 0,-1 0 0,1 1 0,0-1 0,-1 0 0,1 0 0,-1 1 0,1-1 0,-1 0 0,1 0 0,-1 0 0,0 0 0,1 0 0,-1-1 0,2-3 0,-1 0 0,1 0 0,-1 0 0,0-1 0,-1 1 0,1 0 0,-1 0 0,0 0 0,-1 0 0,1 0 0,-1-1 0,0 1 0,0 0 0,-3-5 0,-2-9 0,-2 1 0,-13-23 0,9 19 0,2 2 0,-2 1 0,0 0 0,-20-22 0,25 35 0,5 7 0,2 0 0,0 0 0,0 0 0,0 0 0,0 0 0,1 0 0,-1 0 0,0 0 0,1 0 0,-1 0 0,1 0 0,-1 0 0,1 1 0,4 5 0,0-1 0,0 1 0,1-1 0,0 0 0,0 0 0,1-1 0,-1 0 0,1 0 0,0 0 0,1-1 0,-1 0 0,1 0 0,-1-1 0,1 0 0,11 2 0,-4-1 0,0-1 0,1-1 0,-1 0 0,1-1 0,0-1 0,-1 0 0,22-4 0,-31 4 0,0-1 0,-1-1 0,1 1 0,0-1 0,-1 0 0,1 0 0,-1-1 0,9-5 0,-12 7 0,1-1 0,-1 0 0,0 0 0,0 0 0,0 0 0,0-1 0,0 1 0,-1 0 0,1-1 0,-1 1 0,0-1 0,1 0 0,-1 1 0,0-1 0,0 0 0,-1 0 0,1 0 0,-1 0 0,1-3 0,-1 0 0,0 0 0,0 0 0,-1 0 0,0 0 0,0 0 0,-3-8 0,4 13 0,-1-1 0,1 1 0,-1-1 0,0 1 0,0 0 0,1-1 0,-1 1 0,0 0 0,0 0 0,0 0 0,0 0 0,0 0 0,-2-2 0,2 3 0,0 0 0,0-1 0,0 1 0,0 0 0,1 0 0,-1-1 0,0 1 0,0 0 0,0 0 0,0 0 0,0 0 0,0 0 0,0 0 0,0 1 0,0-1 0,1 0 0,-1 0 0,0 1 0,0-1 0,0 0 0,0 1 0,1-1 0,-1 1 0,-1 0 0,0 1 0,1-1 0,-1 1 0,0-1 0,1 1 0,0 0 0,-1-1 0,1 1 0,0 0 0,0 0 0,0 0 0,0 0 0,0 0 0,1 0 0,-1 1 0,0-1 0,1 0 0,0 0 0,-1 0 0,1 5 0,0-2 0,0 1 0,1-1 0,0 1 0,-1-1 0,2 0 0,-1 1 0,2 5 0,3 1 0,0 0 0,1 0 0,0 0 0,1-1 0,0 0 0,1-1 0,0 1 0,1-2 0,0 1 0,0-1 0,1-1 0,0 0 0,19 10 0,-25-16-105,0 0 0,0 0 0,0 0 0,0-1 0,0 1 0,0-1 0,0 0 0,1-1 0,-1 0 0,0 1 0,0-1 0,8-2 0,-1-1-6721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1.3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8 24575,'-1'-1'0,"-1"0"0,1 0 0,-1 1 0,1-1 0,0 0 0,-1 1 0,1-1 0,-1 1 0,0-1 0,1 1 0,-1 0 0,1 0 0,-1-1 0,1 1 0,-1 0 0,0 0 0,1 1 0,-1-1 0,1 0 0,-3 1 0,3 0 0,0-1 0,-1 1 0,1 0 0,0 0 0,0 0 0,0 0 0,0 0 0,0 0 0,0 0 0,0 0 0,0 0 0,0 0 0,1 1 0,-1-1 0,0 0 0,1 0 0,-1 1 0,1-1 0,0 1 0,-1-1 0,1 0 0,0 1 0,0 1 0,-1 6 0,1 0 0,0-1 0,0 1 0,1 0 0,0 0 0,5 14 0,20 50 0,-1-5 0,-23-59 0,0 1 0,0-1 0,0 0 0,-1 1 0,-1 14 0,0-23 0,0 1 0,0-1 0,-1 1 0,1-1 0,-1 0 0,1 1 0,-1-1 0,1 0 0,-1 1 0,1-1 0,-1 0 0,0 0 0,0 1 0,0-1 0,0 0 0,0 0 0,0 0 0,0 0 0,0 0 0,0-1 0,0 1 0,-1 0 0,1 0 0,0-1 0,-1 1 0,1-1 0,0 1 0,-1-1 0,1 1 0,-1-1 0,-2 0 0,-5 1 0,0 0 0,0-1 0,-1 0 0,-8-2 0,2 1 0,-14 0-1365,17 1-5461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1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88 375 24575,'41'222'0,"-39"-209"0,-5-16 0,-6-22 0,-8-35 0,3 0 0,2-1 0,3-1 0,3 0 0,3-91 0,3 144 0,1 1 0,0-1 0,0 1 0,1 0 0,0-1 0,1 1 0,0 0 0,0 0 0,4-7 0,-5 13 0,-1-1 0,1 1 0,0 0 0,0-1 0,0 1 0,0 0 0,0 1 0,0-1 0,0 0 0,0 0 0,1 1 0,-1 0 0,1-1 0,0 1 0,-1 0 0,1 0 0,0 0 0,-1 1 0,1-1 0,0 0 0,0 1 0,0 0 0,-1 0 0,1 0 0,0 0 0,0 0 0,0 1 0,0-1 0,-1 1 0,6 1 0,-2 1 0,1-1 0,-1 1 0,1 1 0,-1-1 0,0 1 0,0 0 0,-1 0 0,1 1 0,-1 0 0,0 0 0,0 0 0,-1 1 0,1-1 0,-1 1 0,0 0 0,-1 0 0,6 13 0,-8-16 0,0-1 0,0 1 0,-1-1 0,1 1 0,-1-1 0,0 1 0,0 0 0,0-1 0,0 1 0,0 0 0,-1-1 0,1 1 0,-1 0 0,1-1 0,-1 1 0,0-1 0,0 1 0,0-1 0,0 0 0,-1 1 0,1-1 0,-1 0 0,1 0 0,-1 0 0,0 0 0,0 0 0,-3 3 0,0-2 0,0 0 0,0 0 0,0 0 0,0 0 0,0-1 0,0 0 0,-1 0 0,1 0 0,-1-1 0,0 1 0,-9 0 0,-20-1 0,-56-3 0,87 1-227,0 0-1,0 1 1,0-1-1,1-1 1,-7-2-1,-3-2-6598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2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53 24575,'-1'0'0,"0"1"0,0-1 0,0 0 0,0 1 0,0 0 0,1-1 0,-1 1 0,0 0 0,0-1 0,0 1 0,1 0 0,-1 0 0,0-1 0,1 1 0,-1 0 0,1 0 0,-1 2 0,-8 16 0,2 11 0,7-28 0,-1-1 0,1 1 0,0-1 0,0 1 0,0 0 0,0-1 0,1 1 0,-1-1 0,0 1 0,1-1 0,-1 1 0,1-1 0,-1 1 0,1-1 0,0 1 0,1 1 0,-2-3 0,1 1 0,-1-1 0,0 0 0,1 0 0,-1 1 0,1-1 0,-1 0 0,1 0 0,-1 0 0,1 0 0,-1 1 0,1-1 0,-1 0 0,1 0 0,-1 0 0,1 0 0,0 0 0,-1 0 0,1-1 0,-1 1 0,1 0 0,-1 0 0,1 0 0,-1 0 0,1-1 0,-1 1 0,0 0 0,1 0 0,-1-1 0,1 1 0,-1 0 0,0-1 0,1 1 0,-1-1 0,1 1 0,-1 0 0,0-1 0,0 1 0,1-1 0,-1 1 0,0-1 0,13-22 0,-12 22 0,36-91 0,-36 91 0,-1 0 0,1-1 0,-1 1 0,1 0 0,0 0 0,-1 0 0,1-1 0,0 1 0,0 0 0,0 0 0,0 0 0,0 0 0,0 1 0,0-1 0,0 0 0,1 0 0,-1 1 0,0-1 0,0 0 0,0 1 0,1-1 0,-1 1 0,0 0 0,1-1 0,-1 1 0,2 0 0,0 0 0,-1 1 0,0 0 0,1-1 0,-1 1 0,0 0 0,0 0 0,0 0 0,0 0 0,0 1 0,0-1 0,0 0 0,0 1 0,0 0 0,2 2 0,114 115 0,-117-118 0,-1-1 0,1 1 0,-1-1 0,1 1 0,-1-1 0,1 1 0,-1-1 0,1 0 0,0 1 0,-1-1 0,1 0 0,-1 1 0,1-1 0,0 0 0,-1 0 0,1 1 0,0-1 0,-1 0 0,1 0 0,1 0 0,-2-4 0,-7-4 0,-1 2-136,-1 0 0,-1 1 0,1-1 0,-16-5 0,18 8-549,-7-3-6141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2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32 24575,'11'-5'0,"0"1"0,1 0 0,0 1 0,-1 0 0,13-1 0,-21 4 0,0 0 0,0 0 0,0 0 0,0 0 0,0 0 0,0 1 0,0-1 0,0 1 0,0 0 0,-1 0 0,1 0 0,0 0 0,-1 0 0,1 1 0,-1-1 0,1 1 0,-1 0 0,1-1 0,-1 1 0,0 0 0,0 1 0,0-1 0,0 0 0,-1 0 0,1 1 0,1 2 0,1 3 0,0-1 0,-1 1 0,0 0 0,0 0 0,-1 0 0,0 1 0,0-1 0,-1 0 0,0 1 0,0 9 0,-1-15 0,-1 1 0,1-1 0,-1 1 0,1-1 0,-1 0 0,0 1 0,0-1 0,0 0 0,-1 0 0,1 0 0,-1 0 0,0 0 0,1 0 0,-1 0 0,-1-1 0,1 1 0,0-1 0,-1 1 0,1-1 0,-1 0 0,0 0 0,0 0 0,1 0 0,-1 0 0,-1-1 0,1 0 0,-6 3 0,2-3 0,0 1 0,0-1 0,0 0 0,0-1 0,0 0 0,0 0 0,-1 0 0,1-1 0,0 0 0,0-1 0,0 1 0,-9-4 0,-2-2 0,0-1 0,0-1 0,-20-13 0,31 18 0,0-1 0,1 0 0,-1 0 0,1 0 0,1 0 0,-1-1 0,1 0 0,-8-12 0,11 16 0,1 0 0,0-1 0,0 1 0,-1-1 0,2 0 0,-1 1 0,0-1 0,0 0 0,1 0 0,0 1 0,-1-1 0,1 0 0,0 0 0,0 0 0,1 1 0,-1-1 0,0 0 0,1 0 0,0 1 0,0-1 0,0 0 0,0 1 0,0-1 0,0 1 0,1-1 0,-1 1 0,4-5 0,-2 5-59,-1-1 0,1 0-1,0 0 1,0 1-1,0 0 1,1 0 0,-1-1-1,1 2 1,-1-1 0,1 0-1,-1 1 1,1 0 0,0 0-1,0 0 1,0 0-1,-1 0 1,1 1 0,0 0-1,0 0 1,0 0 0,0 0-1,6 2 1,3 1-6767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3.3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24575,'4'0'0,"0"1"0,0 0 0,0 0 0,0 0 0,-1 1 0,1-1 0,0 1 0,-1 0 0,0 0 0,1 0 0,4 4 0,-3-2 0,0-1 0,0 0 0,0 0 0,8 2 0,-11-4 0,-1-1 0,1 1 0,0-1 0,0 1 0,0-1 0,0 0 0,0 0 0,0 0 0,0 0 0,0-1 0,0 1 0,0 0 0,0-1 0,0 1 0,-1-1 0,1 0 0,2-1 0,15-10 0,-15 9 0,0 0 0,0 1 0,0-1 0,0 1 0,0 0 0,6-2 0,-9 4 0,0 0 0,1 0 0,-1 0 0,1 0 0,-1 0 0,0 0 0,1 0 0,-1 0 0,0 0 0,1 0 0,-1 1 0,0-1 0,1 1 0,-1-1 0,0 1 0,0-1 0,1 1 0,-1 0 0,0 0 0,0 0 0,0-1 0,0 1 0,0 0 0,0 0 0,1 3 0,3 2-195,-1 1 0,0 0 0,0 0 0,-1 0 0,0 1 0,2 9 0,-2-6-6631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4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70 24575,'-7'-9'0,"-29"-30"0,34 37 0,-1 0 0,0-1 0,1 1 0,-1 0 0,0 1 0,0-1 0,0 0 0,0 1 0,-1 0 0,1 0 0,0 0 0,-4-1 0,5 2 0,1 0 0,0 0 0,0 1 0,-1-1 0,1 0 0,0 1 0,0-1 0,0 1 0,-1-1 0,1 1 0,0-1 0,0 1 0,0 0 0,0 0 0,0-1 0,0 1 0,0 0 0,0 0 0,1 0 0,-1 0 0,0 0 0,1 0 0,-1 0 0,0 0 0,1 1 0,-1-1 0,1 0 0,0 0 0,-1 0 0,1 2 0,-2 3 0,1-1 0,0 1 0,0-1 0,0 1 0,1 7 0,0-7 0,1 0 0,0-1 0,0 1 0,0-1 0,0 1 0,1-1 0,0 0 0,0 0 0,1 0 0,0 0 0,-1 0 0,1 0 0,1-1 0,-1 1 0,6 5 0,5 3 0,1-1 0,0 0 0,21 12 0,-21-15 0,0 1 0,-1 0 0,24 24 0,-23-18 0,-10-11 0,1 0 0,-1 1 0,0-1 0,-1 1 0,1 0 0,-1 1 0,-1-1 0,1 1 0,4 11 0,-8-17 0,0 0 0,1 0 0,-1 0 0,0 0 0,0 0 0,0 0 0,0 0 0,0 0 0,0 0 0,0 0 0,0 0 0,-1 0 0,1 0 0,0 0 0,0 0 0,-1 0 0,1-1 0,-1 1 0,1 0 0,-1 0 0,1 0 0,-2 1 0,1-1 0,-1 0 0,1 0 0,0 0 0,-1 0 0,1-1 0,-1 1 0,1-1 0,-1 1 0,1-1 0,-1 1 0,0-1 0,-2 1 0,-2-1 0,-1 0 0,1 0 0,0-1 0,0 0 0,-1 0 0,-6-2 0,10 2 0,1 1 0,0-1 0,0 0 0,0 0 0,0 0 0,0 0 0,1 0 0,-1 0 0,0 0 0,-1-2 0,2 2 0,1 1 0,0 0 0,0 0 0,0 0 0,0-1 0,0 1 0,0 0 0,-1 0 0,1-1 0,0 1 0,0 0 0,0 0 0,0-1 0,0 1 0,0 0 0,0 0 0,0-1 0,0 1 0,0 0 0,0 0 0,0-1 0,0 1 0,1 0 0,-1 0 0,0 0 0,0-1 0,0 1 0,0 0 0,0 0 0,1-1 0,12-7 0,11 0 0,43-8 0,-32 9 0,-10 2 0,-1-1 0,0-1 0,0-2 0,39-18 0,-57 23 0,0 1 0,0-1 0,0 0 0,-1 0 0,0-1 0,1 0 0,-2 0 0,1 0 0,0-1 0,-1 1 0,0-1 0,-1 0 0,1 0 0,-1 0 0,0-1 0,0 1 0,-1-1 0,0 1 0,0-1 0,-1 0 0,2-13 0,-3 10 0,0 0 0,0 0 0,-1 0 0,-4-20 0,5 28 0,0-1 0,-1 1 0,0 0 0,1-1 0,-1 1 0,0 0 0,0 0 0,-1-1 0,1 1 0,0 0 0,-1 0 0,1 0 0,-1 0 0,1 1 0,-1-1 0,0 0 0,0 1 0,0-1 0,0 1 0,0 0 0,0-1 0,0 1 0,-1 0 0,1 0 0,-4 0 0,4 0 0,1 1 0,-1 0 0,1 0 0,0 0 0,-1 0 0,1 1 0,0-1 0,-1 0 0,1 0 0,0 1 0,-1-1 0,1 1 0,0-1 0,0 1 0,0 0 0,-1-1 0,-1 3 0,1-1 0,0 0 0,0 0 0,0 0 0,0 1 0,1-1 0,-1 1 0,-2 4 0,1 0 0,0 0 0,1 0 0,0 0 0,0 1 0,-1 12 0,1-12 0,2 0 0,-1 0 0,2 0 0,-1 0 0,1 0 0,0-1 0,0 1 0,1 0 0,0 0 0,0-1 0,1 1 0,0-1 0,1 1 0,-1-1 0,1 0 0,1-1 0,-1 1 0,1-1 0,0 0 0,1 0 0,9 8 0,2-1-170,0 0-1,2-2 0,-1 0 1,1-1-1,1-1 0,0 0 1,29 7-1,-31-11-6655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5.2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24575,'0'-10'0,"0"-4"0,0 12 0,1 7 0,48 268 0,58 91 0,-82-288 0,-21-61 0,2-1 0,-1 1 0,9 13 0,-14-28 0,0 1 0,0-1 0,0 0 0,1 1 0,-1-1 0,0 0 0,0 0 0,0 1 0,0-1 0,1 0 0,-1 0 0,0 1 0,0-1 0,0 0 0,1 0 0,-1 0 0,0 1 0,0-1 0,1 0 0,-1 0 0,0 0 0,0 0 0,1 1 0,-1-1 0,0 0 0,1 0 0,-1 0 0,0 0 0,1 0 0,-1 0 0,0 0 0,0 0 0,1 0 0,-1 0 0,0 0 0,1 0 0,-1 0 0,1-1 0,0 1 0,-1-1 0,1 0 0,0 0 0,-1 0 0,1 0 0,-1 1 0,1-1 0,-1 0 0,1 0 0,-1 0 0,1-2 0,5-29 0,-3 5 0,2-24 0,2 1 0,15-55 0,-21 102 0,0-1 0,0 1 0,1 0 0,-1 0 0,1 0 0,0 0 0,-1 0 0,1 0 0,0 0 0,4-3 0,-5 5 0,0 0 0,0 1 0,0-1 0,1 0 0,-1 0 0,0 1 0,1-1 0,-1 1 0,0-1 0,1 1 0,-1 0 0,1-1 0,-1 1 0,1 0 0,-1 0 0,0 0 0,1 0 0,-1 0 0,1 0 0,-1 1 0,1-1 0,-1 0 0,0 1 0,1-1 0,-1 1 0,2 0 0,7 4 0,-1 0 0,0 1 0,-1 0 0,0 0 0,9 9 0,37 41 0,-32-33 0,19 21 0,56 77 0,-96-120 14,0 1-1,0-1 0,0 1 0,-1 0 1,1-1-1,0 1 0,-1 0 1,2 3-1,-2-5-18,0 0 0,0 0 0,0 0 0,0 0 0,0 1 1,0-1-1,0 0 0,0 0 0,0 0 0,0 0 0,0 0 0,0 0 0,0 1 0,-1-1 0,1 0 1,0 0-1,0 0 0,0 0 0,0 0 0,0 0 0,0 0 0,0 0 0,0 1 0,0-1 0,0 0 1,0 0-1,-1 0 0,1 0 0,0 0 0,0 0 0,0 0 0,0 0 0,0 0 0,0 0 0,0 0 1,-1 0-1,1 0 0,0 0 0,0 0 0,0 0 0,-11-4-1279,3-1-5542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5.8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83 24575,'-1'-6'0,"0"-1"0,-1 0 0,0 0 0,-1 1 0,1-1 0,-8-11 0,9 16 0,0 0 0,0 1 0,0-1 0,0 1 0,0-1 0,-1 1 0,1-1 0,-1 1 0,1 0 0,-1-1 0,0 1 0,1 0 0,-1 0 0,0 0 0,0 1 0,0-1 0,1 0 0,-1 1 0,0-1 0,0 1 0,0-1 0,0 1 0,0 0 0,0 0 0,0 0 0,0 0 0,0 0 0,-3 1 0,-1 1 0,1 0 0,-1 0 0,0 1 0,1 0 0,0 0 0,0 0 0,0 0 0,0 1 0,0 0 0,1 0 0,0 0 0,0 0 0,-4 6 0,1-1 0,1 0 0,0 0 0,1 0 0,0 1 0,1 0 0,-5 15 0,7-21 0,1 1 0,1 0 0,-1-1 0,1 1 0,0 0 0,0 0 0,0 0 0,0-1 0,1 1 0,0 0 0,0 0 0,0-1 0,1 1 0,-1-1 0,6 9 0,2 3 0,1 0 0,22 27 0,2 3 0,-12-13 0,21 48 0,-37-69 0,-2 1 0,1-1 0,-1 1 0,-1 0 0,0 1 0,-1-1 0,0 23 0,-3-8 0,1-19 0,-1 0 0,1 0 0,1 0 0,-1 0 0,5 16 0,-4-22 0,0-1 0,0 1 0,0-1 0,0 1 0,0-1 0,1 0 0,-1 0 0,1 0 0,0 0 0,0 0 0,-1 0 0,1 0 0,0-1 0,1 1 0,-1-1 0,0 1 0,0-1 0,1 0 0,-1 0 0,1 0 0,-1 0 0,1 0 0,-1 0 0,5 0 0,14 1 0,-1 0 0,1-1 0,31-3 0,-1 0 0,-22 2-48,-18 1-215,0 0-1,0-2 1,0 1-1,18-4 1,-19 1-6563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6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24575,'-1'12'0,"1"1"0,1-1 0,0 0 0,1 0 0,0 0 0,1 0 0,0 0 0,1 0 0,6 13 0,-4-11 0,-3-7 0,0 0 0,0-1 0,1 1 0,-1-1 0,6 7 0,-8-12 0,0 0 0,0 0 0,0 0 0,0 0 0,0 0 0,0 0 0,0 0 0,0-1 0,0 1 0,1 0 0,-1-1 0,0 1 0,0-1 0,1 1 0,-1-1 0,0 0 0,0 0 0,1 1 0,-1-1 0,0 0 0,1 0 0,-1 0 0,0 0 0,1-1 0,-1 1 0,0 0 0,1 0 0,-1-1 0,0 1 0,0-1 0,1 1 0,-1-1 0,0 0 0,2-1 0,2-1 0,-1-1 0,1 0 0,-1 0 0,0 0 0,0 0 0,0-1 0,-1 1 0,1-1 0,-1 0 0,2-6 0,4-8 0,10-30 0,-4 8 0,-15 40 0,0 0 0,0 0 0,1 0 0,-1 0 0,0 0 0,1 1 0,-1-1 0,1 0 0,-1 0 0,1 0 0,-1 1 0,1-1 0,-1 0 0,1 1 0,0-1 0,-1 1 0,1-1 0,0 0 0,0 1 0,-1-1 0,1 1 0,0 0 0,0-1 0,0 1 0,0 0 0,0 0 0,0-1 0,-1 1 0,1 0 0,0 0 0,0 0 0,0 0 0,0 0 0,0 0 0,0 0 0,0 0 0,0 1 0,-1-1 0,1 0 0,0 0 0,0 1 0,0-1 0,0 1 0,0-1 0,-1 0 0,2 2 0,4 3 0,0 0 0,0 0 0,-1 0 0,9 11 0,-6-6 0,148 170 0,-143-163-1365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26.8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66 24575,'11'-10'0,"1"1"0,0 0 0,0 1 0,25-12 0,-33 18 0,0 1 0,1-1 0,-1 1 0,0 0 0,1 0 0,-1 0 0,1 1 0,-1-1 0,1 1 0,-1 0 0,1 1 0,-1-1 0,1 1 0,-1 0 0,1 0 0,-1 0 0,0 0 0,0 1 0,1 0 0,3 2 0,2 2 0,-1 1 0,1 0 0,-1 0 0,-1 1 0,1 0 0,-1 0 0,-1 1 0,0 0 0,0 1 0,0 0 0,-1 0 0,-1 0 0,0 0 0,0 1 0,-1 0 0,5 21 0,25 166 0,-12-49 0,-13-112 0,2 0 0,25 58 0,-35-92 0,0-1 0,0 1 0,0 0 0,0 0 0,0-1 0,-1 1 0,1 0 0,-1 0 0,0 0 0,0 0 0,0 4 0,-1-6 0,1 1 0,-1 0 0,0-1 0,1 1 0,-1-1 0,0 0 0,0 1 0,0-1 0,0 0 0,0 1 0,0-1 0,-1 0 0,1 0 0,0 0 0,-1 0 0,1 0 0,-1 0 0,1 0 0,-1-1 0,1 1 0,-2 0 0,-20 7-341,-1-1 0,1 0-1,-38 3 1,41-7-6485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35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922 0 24575,'99'6'0,"-46"-3"0,59 9 0,-98-8 0,-14-4 0,0 0 0,0 0 0,0 0 0,0 0 0,0 0 0,0 0 0,0 0 0,0 0 0,0 0 0,0 0 0,0 0 0,0 0 0,0 0 0,0 0 0,0 0 0,0 1 0,0-1 0,0 0 0,0 0 0,0 0 0,0 0 0,0 0 0,0 0 0,0 0 0,0 0 0,0 0 0,0 0 0,0 0 0,0 0 0,0 0 0,0 1 0,0-1 0,0 0 0,0 0 0,0 0 0,0 0 0,0 0 0,0 0 0,0 0 0,0 0 0,0 0 0,0 0 0,0 0 0,0 0 0,0 0 0,0 0 0,-1 0 0,1 0 0,0 0 0,0 0 0,0 0 0,0 0 0,0 0 0,0 0 0,0 0 0,0 0 0,0 0 0,0 0 0,0 0 0,0 0 0,0 0 0,-1 0 0,1 0 0,0 0 0,0 0 0,0 0 0,0 0 0,0 0 0,0 0 0,-25 3 0,-359-2 8,193-2-155,-46-7-372,50 1 306,166 9 629,21-2-412,0 0 1,0 0-1,0 0 1,0 0-1,-1 0 1,1 0 0,0 0-1,0 0 1,0 0-1,0 0 1,0 0-1,0 0 1,0 0 0,0 0-1,0 0 1,0 0-1,0 0 1,0 0-1,0 0 1,0 0 0,0 0-1,0 0 1,0 1-1,0-1 1,0 0-1,-1 0 1,1 0 0,0 0-1,0 0 1,0 0-1,0 0 1,0 0 0,0 0-1,0 0 1,0 0-1,0 0 1,0 0-1,0 1 1,0-1 0,0 0-1,0 0 1,1 0-1,-1 0 1,0 0-1,0 0 1,0 0 0,0 0-1,0 0 1,0 0-1,0 0 1,0 0-1,0 0 1,0 0 0,0 0-1,0 0 1,0 0-1,0 1 1,0-1-1,0 0 1,0 0 0,0 0-1,1 0 1,10 4 131,35 6-119,72 6 0,49-7-20,126-8 3,-209-2 0,-339-13 12,68 2-140,158 10 64,-274 3-456,287 0 208,1 1 0,-1 1 0,-18 6 0,18-4-5931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4:36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934 89 24575,'124'-15'0,"96"-18"0,-200 27 0,-13 1 0,-7 5 0,0-1 0,0 1 0,0 0 0,0 0 0,0-1 0,0 1 0,0 0 0,0 0 0,0-1 0,0 1 0,0 0 0,-1 0 0,1 0 0,0-1 0,0 1 0,0 0 0,0 0 0,0 0 0,-1 0 0,1-1 0,0 1 0,0 0 0,0 0 0,-1 0 0,1 0 0,0 0 0,0-1 0,0 1 0,-1 0 0,1 0 0,0 0 0,0 0 0,-1 0 0,-11-3 0,0-1 0,0 2 0,0 0 0,0 1 0,-14-1 0,-1 0 0,-398-6 0,177 28 0,2 16 0,59-8 0,166-26 0,16-2 0,-1 0 0,1 0 0,0 1 0,0-1 0,0 1 0,0 1 0,0-1 0,0 1 0,-9 4 0,14-6 0,0 0 0,0 0 0,0 1 0,0-1 0,1 0 0,-1 0 0,0 0 0,0 1 0,0-1 0,0 0 0,0 0 0,0 0 0,0 0 0,0 0 0,1 1 0,-1-1 0,0 0 0,0 0 0,0 0 0,0 0 0,1 0 0,-1 0 0,0 0 0,0 1 0,0-1 0,0 0 0,1 0 0,-1 0 0,0 0 0,0 0 0,0 0 0,1 0 0,-1 0 0,0 0 0,0 0 0,0 0 0,0 0 0,1 0 0,-1 0 0,0 0 0,0 0 0,1-1 0,10 2 0,126-13 0,-2 5 0,147-3 0,103 10 0,-566-1 0,-370 11 0,501-5-1365,9 0-5461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1.3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1163 24575,'0'0'0,"0"1"0,-1-1 0,1 1 0,-1-1 0,1 1 0,0-1 0,-1 0 0,1 1 0,-1-1 0,1 0 0,0 0 0,-1 1 0,1-1 0,-1 0 0,1 0 0,-1 1 0,0-1 0,1 0 0,-1 0 0,1 0 0,-1 0 0,1 0 0,-1 0 0,1 0 0,-1 0 0,1 0 0,-1 0 0,1 0 0,-1 0 0,1-1 0,-1 1 0,0 0 0,1 0 0,0 0 0,-1-1 0,1 1 0,-1 0 0,1-1 0,-1 1 0,1 0 0,-1-1 0,1 1 0,0 0 0,-1-2 0,0 1 0,0 0 0,1-1 0,-1 1 0,0-1 0,1 1 0,-1-1 0,1 1 0,-1-1 0,1 0 0,0 1 0,0-1 0,0 1 0,0-1 0,0-2 0,2-4 0,0 0 0,0 0 0,1 0 0,0 1 0,7-13 0,24-36 0,-13 23 0,-2 6 0,0 0 0,35-37 0,53-44 0,-45 48 0,166-146 0,-195 178 0,2 3 0,1 0 0,40-19 0,54-33 0,-77 43 0,6-10 0,-9 6 0,165-94 0,-199 123 0,-3 2 0,0-1 0,1 2 0,0 0 0,25-7 0,-38 12-49,0 1 1,1 0-1,-1 0 0,0 0 0,1 0 1,-1 0-1,0 0 0,0 0 0,1 0 1,-1 0-1,0 1 0,1-1 0,-1 1 1,0-1-1,0 1 0,0-1 0,1 1 1,-1-1-1,0 1 0,0 0 0,0 0 1,0 0-1,0-1 0,0 1 0,0 0 0,-1 0 1,2 2-1,2 6-6777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2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75 102 24575,'16'-10'0,"11"-9"0,2 1 0,0 1 0,35-14 0,-62 30 0,0 0 0,1 0 0,-1 0 0,1 1 0,-1-1 0,1 1 0,-1-1 0,1 1 0,-1 0 0,1 0 0,-1 0 0,1 0 0,0 0 0,-1 1 0,1-1 0,3 2 0,-4 0 0,0-1 0,0 1 0,0-1 0,0 1 0,0 0 0,0 0 0,0 0 0,0 0 0,-1 0 0,1 0 0,-1 1 0,0-1 0,0 0 0,0 1 0,2 3 0,0 4 0,0 0 0,0 0 0,-1 1 0,0-1 0,-1 0 0,0 11 0,-1-13 0,0-1 0,0 0 0,-1 1 0,0-1 0,-1 0 0,1 0 0,-1 0 0,-1 0 0,-4 10 0,4-13 0,0-1 0,0 1 0,0-1 0,0 1 0,0-1 0,-1 0 0,0 0 0,0-1 0,1 1 0,-2-1 0,1 1 0,0-2 0,0 1 0,-1 0 0,1-1 0,-1 1 0,1-1 0,-1-1 0,-7 2 0,0-1 0,-1-1 0,1 0 0,-1 0 0,1-1 0,0-1 0,-16-4 0,16 3 0,1 0 0,0-2 0,0 1 0,0-1 0,0-1 0,-11-8 0,19 12 0,-1-1 0,1 1 0,0-1 0,1 0 0,-1 0 0,0 0 0,1 0 0,-1-1 0,-2-5 0,4 7 0,0-1 0,1 1 0,-1 0 0,0-1 0,1 1 0,0-1 0,-1 1 0,1-1 0,0 1 0,0-1 0,1 1 0,-1-1 0,0 1 0,1-1 0,-1 1 0,3-5 0,-1 4 0,-1 0 0,1 0 0,0 0 0,1 0 0,-1 0 0,0 0 0,1 1 0,0 0 0,-1-1 0,1 1 0,0 0 0,0 0 0,0 0 0,0 1 0,1-1 0,-1 1 0,0 0 0,6-2 0,-1 1 0,1 0 0,-1 0 0,1 1 0,0 0 0,-1 1 0,14 1 0,3 5-1365,-16-3-5461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2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24575,'1'4'0,"0"0"0,0-1 0,1 1 0,0 0 0,0-1 0,0 1 0,0-1 0,0 0 0,3 3 0,-2-2 0,11 12 0,0 0 0,1-2 0,1 0 0,0-1 0,1 0 0,31 17 0,-41-25 0,32 16 0,-37-20 0,1 0 0,0 0 0,-1 0 0,1-1 0,0 1 0,0 0 0,-1-1 0,1 0 0,0 0 0,0 0 0,0 0 0,4-1 0,-6 1 0,0 0 0,-1-1 0,1 1 0,0-1 0,0 1 0,0-1 0,0 1 0,0-1 0,-1 0 0,1 1 0,0-1 0,-1 0 0,1 1 0,0-1 0,-1 0 0,1 0 0,-1 0 0,1 0 0,-1 0 0,0 0 0,1 0 0,-1 1 0,0-1 0,0 0 0,1 0 0,-1 0 0,0 0 0,0 0 0,0 0 0,0 0 0,0 0 0,0 0 0,-1 0 0,1-2 0,-2-5 0,0 1 0,0 0 0,-5-12 0,4 12 0,-10-24 0,8 21 0,0 0 0,1 0 0,1-1 0,-1 0 0,2 0 0,-3-17 0,6 22-63,3 9 221,1 9-1618,-3-2-5366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3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116 133 24575,'-1'-7'0,"-1"0"0,0 0 0,0 0 0,-1 1 0,1-1 0,-2 1 0,-7-13 0,11 18 0,-1 0 0,0-1 0,0 1 0,0 0 0,0 0 0,0-1 0,0 1 0,-1 0 0,1 0 0,0 0 0,-1 0 0,1 1 0,0-1 0,-1 0 0,1 1 0,-1-1 0,1 0 0,-1 1 0,1 0 0,-1-1 0,0 1 0,1 0 0,-1 0 0,1 0 0,-1 0 0,0 0 0,1 0 0,-1 0 0,1 1 0,-1-1 0,0 1 0,1-1 0,-1 1 0,1-1 0,0 1 0,-1 0 0,1 0 0,-1 0 0,1-1 0,-2 3 0,0 1 0,0-1 0,0 1 0,0-1 0,1 1 0,-1 0 0,1 0 0,0 0 0,0 0 0,1 0 0,-1 1 0,1-1 0,0 0 0,0 1 0,0-1 0,1 1 0,0-1 0,-1 1 0,2-1 0,-1 1 0,0-1 0,2 7 0,-1-9 0,0-1 0,0 1 0,0-1 0,0 1 0,0-1 0,0 0 0,1 1 0,-1-1 0,0 0 0,1 0 0,-1 0 0,1 0 0,-1 0 0,1 0 0,-1 0 0,1-1 0,0 1 0,-1 0 0,1-1 0,0 0 0,-1 1 0,5-1 0,4 1 0,0 0 0,20-2 0,-15 0 0,15 0 0,0 1 0,55 8 0,-68-5 0,0-1 0,-1 0 0,1-2 0,20-1 0,-36 1 0,1 0 0,-1 0 0,0 0 0,0-1 0,1 1 0,-1 0 0,0-1 0,0 1 0,0-1 0,0 1 0,0-1 0,0 0 0,0 1 0,0-1 0,0 0 0,0 0 0,0 0 0,0 0 0,0 0 0,0 0 0,-1 0 0,1 0 0,0 0 0,-1 0 0,1 0 0,-1 0 0,1 0 0,-1-1 0,0 1 0,0 0 0,1 0 0,-1 0 0,0-1 0,0 1 0,0 0 0,0 0 0,-1-3 0,0-5 0,0 0 0,-1 0 0,-1 0 0,-3-12 0,-1 0 0,7 20-30,-3-8 68,2 1 1,-1-1-1,1-14 1,1 22-57,0-1 0,0 0 0,0 0 0,0 1 0,1-1 0,-1 0 0,1 1-1,-1-1 1,1 0 0,0 1 0,0-2 0,0 2-35,-1 0 0,1 1 0,0-1 0,-1 0 0,1 1 0,0-1 0,-1 1 0,1-1 0,0 1 0,0 0 0,-1-1 0,1 1 0,0 0 0,0-1 0,0 1 0,0 0 0,-1 0 0,1 0 0,0 0 0,0 0 0,0 0 0,0 0 0,1 0 0,6 2-6773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3.7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173 9 24575,'-5'-2'0,"-1"1"0,0-1 0,1 1 0,-1 0 0,0 0 0,0 1 0,0 0 0,0 0 0,-10 1 0,14 0 0,0-1 0,0 1 0,0 0 0,0-1 0,0 1 0,0 0 0,0 0 0,0 0 0,1 1 0,-1-1 0,0 0 0,1 1 0,-1-1 0,1 1 0,0-1 0,-1 1 0,1 0 0,0-1 0,0 1 0,0 0 0,0 0 0,0 0 0,0 0 0,1 0 0,-1 0 0,1 0 0,-1 0 0,1 0 0,0 0 0,0 3 0,0-1 0,0 0 0,0 1 0,0-1 0,1 0 0,0 0 0,0 1 0,0-1 0,0 0 0,0 0 0,1 0 0,0 0 0,0 0 0,0-1 0,0 1 0,1-1 0,0 1 0,-1-1 0,1 0 0,0 0 0,1 0 0,6 5 0,5 2 0,0-1 0,0-1 0,34 14 0,-35-17 0,-10-3 0,-1 0 0,1 0 0,-1 0 0,1 0 0,-1 0 0,0 1 0,0-1 0,0 1 0,4 5 0,-6-7 0,0 0 0,-1 0 0,1-1 0,-1 1 0,1 0 0,-1 0 0,0 0 0,1 0 0,-1 0 0,0 1 0,1-1 0,-1 0 0,0 0 0,0 0 0,0 0 0,0 0 0,0 0 0,0 0 0,-1 0 0,1 0 0,0 0 0,0 0 0,-1 0 0,1 0 0,-1 0 0,1 0 0,-1 0 0,1 0 0,-1 0 0,1 0 0,-1 0 0,0-1 0,0 1 0,1 0 0,-1 0 0,0-1 0,0 1 0,0-1 0,0 1 0,-1 0 0,-6 4 0,1-1 0,-2 1 0,1-2 0,0 1 0,-13 2 0,-46 9 0,49-11 0,-62 8-1365,60-10-5461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4.4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24575,'0'-6'0,"0"5"0,0-1 0,0 1 0,0-1 0,0 1 0,0-1 0,0 1 0,0-1 0,1 1 0,-1-1 0,0 1 0,1-1 0,0-1 0,-1 3 0,1 0 0,-1 0 0,0 0 0,1 0 0,-1 0 0,0 0 0,1 0 0,-1 0 0,0 0 0,1 0 0,-1 0 0,0 1 0,1-1 0,-1 0 0,0 0 0,1 0 0,-1 0 0,0 0 0,1 1 0,-1-1 0,0 0 0,0 0 0,1 0 0,-1 1 0,0-1 0,0 0 0,0 1 0,1-1 0,-1 0 0,0 0 0,0 1 0,0-1 0,0 0 0,0 1 0,0-1 0,1 1 0,6 13 0,39 97 0,-9-15 0,-20-58 0,0 2 0,39 68 0,-56-107 0,1-1 0,-1 1 0,0 0 0,1-1 0,-1 1 0,1-1 0,-1 1 0,0-1 0,1 1 0,-1-1 0,1 1 0,0-1 0,-1 1 0,1-1 0,-1 1 0,1-1 0,0 0 0,-1 0 0,1 1 0,0-1 0,0 0 0,-1 0 0,0-1 0,1 1 0,-1 0 0,0 0 0,1-1 0,-1 1 0,0 0 0,0-1 0,1 1 0,-1 0 0,0-1 0,0 1 0,0-1 0,0 1 0,1 0 0,-1-1 0,0 1 0,0-1 0,0 1 0,0-1 0,0 1 0,0-1 0,0-36 0,0 30 0,-1 5 0,1-1 0,0 1 0,0-1 0,1 1 0,-1-1 0,0 1 0,1-1 0,-1 1 0,1-1 0,0 1 0,0 0 0,0-1 0,2-2 0,-2 4 0,0 0 0,0 0 0,0 0 0,0 1 0,1-1 0,-1 0 0,0 0 0,0 1 0,1-1 0,-1 1 0,1-1 0,-1 1 0,0 0 0,1-1 0,-1 1 0,1 0 0,-1 0 0,0 0 0,1 0 0,-1 0 0,1 0 0,-1 1 0,1-1 0,1 1 0,14 4 0,-1 0 0,0 2 0,22 11 0,-4-2 0,2 0 0,0-1 0,38 9 0,-73-24 9,1 0-1,-1 1 1,0-1-1,0 0 1,1 0 0,-1 0-1,0 0 1,0 0-1,0-1 1,1 1-1,-1 0 1,0 0-1,2-1 1,-2 0-60,-1 1 0,1 0-1,-1-1 1,1 1 0,-1 0 0,1-1 0,-1 1-1,0-1 1,1 1 0,-1-1 0,1 1 0,-1-1-1,0 1 1,0-1 0,1 1 0,-1-1-1,0 0 1,0 1 0,0-1 0,1 1 0,-1-1-1,0 1 1,0-1 0,0 0 0,0 1 0,0-1-1,0 0 1,0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4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19 24575,'-1'-1'0,"0"0"0,0 0 0,-1 0 0,1 0 0,-1 0 0,1 1 0,-1-1 0,1 1 0,-1-1 0,1 1 0,-1-1 0,1 1 0,-1 0 0,0 0 0,1 0 0,-1 0 0,1 0 0,-1 0 0,0 0 0,1 1 0,-1-1 0,1 1 0,-1-1 0,1 1 0,-1-1 0,1 1 0,-3 1 0,3-1 0,0 1 0,0-1 0,-1 0 0,1 1 0,0-1 0,1 1 0,-1-1 0,0 1 0,0-1 0,1 1 0,-1 0 0,0-1 0,1 1 0,0 0 0,-1-1 0,1 1 0,0 0 0,0 0 0,0-1 0,0 1 0,0 0 0,1 0 0,-1-1 0,0 1 0,2 2 0,-1 0 0,1 1 0,0 0 0,0-1 0,1 0 0,-1 1 0,1-1 0,0 0 0,0 0 0,1-1 0,-1 1 0,1-1 0,0 1 0,0-1 0,7 5 0,1-2 0,0 1 0,0-1 0,1-1 0,15 5 0,-25-9 0,0-1 0,0 1 0,0-1 0,0 1 0,0-1 0,0 0 0,0 0 0,0-1 0,0 1 0,0-1 0,0 1 0,0-1 0,0 0 0,0 0 0,-1 0 0,1 0 0,0-1 0,-1 1 0,1-1 0,-1 1 0,1-1 0,-1 0 0,0 0 0,1 0 0,-1 0 0,0-1 0,-1 1 0,1 0 0,0-1 0,-1 0 0,1 1 0,-1-1 0,0 0 0,0 0 0,0 1 0,0-1 0,0 0 0,-1 0 0,1 0 0,-1 0 0,0 0 0,0 0 0,0 0 0,0 0 0,-1 0 0,1 0 0,-1 0 0,0 0 0,1 0 0,-3-4 0,1 3-52,-1 0-1,0 0 1,0-1-1,0 2 1,0-1-1,0 0 1,-1 1-1,0-1 1,0 1-1,0 0 1,0 0-1,0 1 1,0-1-1,-1 1 1,1 0-1,-1 0 1,0 0-1,0 1 1,1-1-1,-1 1 0,0 1 1,0-1-1,0 1 1,0-1-1,-6 2 1,-2-1-6774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5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22 24575,'-6'-3'0,"1"0"0,-1 0 0,1 0 0,-1 1 0,0 0 0,0 0 0,-9-1 0,13 3 0,1-1 0,0 1 0,-1 0 0,1 0 0,-1 0 0,1 1 0,0-1 0,-1 0 0,1 0 0,0 1 0,0-1 0,-1 1 0,1-1 0,0 1 0,0 0 0,-1-1 0,1 1 0,0 0 0,0 0 0,0 0 0,0-1 0,0 1 0,0 0 0,1 1 0,-1-1 0,0 0 0,0 0 0,1 0 0,-1 0 0,0 1 0,1-1 0,0 0 0,-1 0 0,1 1 0,0-1 0,-1 0 0,1 1 0,0-1 0,0 3 0,0 0 0,0 1 0,0 0 0,0-1 0,0 1 0,1 0 0,0-1 0,0 1 0,0 0 0,0-1 0,1 0 0,0 1 0,0-1 0,0 0 0,0 0 0,1 0 0,-1 0 0,1 0 0,0-1 0,0 1 0,1-1 0,-1 0 0,1 0 0,6 5 0,-6-5 0,1-1 0,0 1 0,1-1 0,-1 0 0,0 0 0,1 0 0,-1 0 0,1-1 0,-1 0 0,1-1 0,0 1 0,-1-1 0,1 0 0,0 0 0,-1-1 0,1 0 0,-1 0 0,1 0 0,7-3 0,-11 4 0,0-1 0,0 0 0,0 1 0,-1-1 0,1 0 0,0 0 0,0 0 0,-1-1 0,1 1 0,0 0 0,-1 0 0,0-1 0,1 1 0,-1-1 0,0 0 0,0 1 0,1-1 0,-1 0 0,0 1 0,-1-1 0,1 0 0,0 0 0,-1 0 0,1 0 0,-1 0 0,1 0 0,-1 0 0,0 0 0,0-3 0,0 2 0,-1 0 0,0 0 0,1 0 0,-1 0 0,-1 0 0,1 0 0,0 0 0,-1 0 0,1 1 0,-1-1 0,0 1 0,0-1 0,0 1 0,0 0 0,0-1 0,-1 1 0,1 0 0,-5-2 0,-5-3-170,-1 1-1,0 0 0,0 1 1,0 0-1,-1 1 0,1 1 1,-28-3-1,26 4-6655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5.9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28 24575,'-2'-6'0,"2"4"0,-1-1 0,0 0 0,1 1 0,-1-1 0,0 1 0,-2-4 0,10 46 0,4-2 0,37 159 0,-45-175 0,2 13 0,14 45 0,-19-77 0,1-1 0,0 1 0,0-1 0,0 0 0,0 0 0,0 1 0,1-1 0,-1 0 0,1 0 0,-1 0 0,1 0 0,0 0 0,0-1 0,0 1 0,0-1 0,0 1 0,0-1 0,0 1 0,0-1 0,4 1 0,-3-1 0,1 0 0,0 0 0,0-1 0,0 0 0,0 1 0,-1-2 0,1 1 0,0 0 0,0-1 0,0 1 0,0-1 0,6-2 0,-4 0-227,-1 1-1,1-1 1,-1 0-1,0-1 1,7-5-1,-2 2-6598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6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277 1 24575,'-28'2'0,"-14"2"0,-2-1 0,1 2 0,6 0 0,3 2 0,6-1 0,7 0-8191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6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488 131 24575,'0'-4'0,"-1"-1"0,0 1 0,0 0 0,0-1 0,0 1 0,-1 0 0,0 0 0,0 0 0,0 0 0,0 0 0,0 1 0,-1-1 0,0 0 0,0 1 0,0 0 0,0 0 0,0 0 0,0 0 0,-5-2 0,-5-4 0,1 1 0,-1 0 0,-1 1 0,-17-6 0,27 11 0,0 1 0,0-1 0,0 1 0,0 0 0,0 1 0,0-1 0,0 1 0,0 0 0,0 0 0,-7 0 0,9 1 0,0-1 0,0 1 0,0 0 0,0 0 0,-1 0 0,1 0 0,0 0 0,1 0 0,-1 0 0,0 1 0,0-1 0,0 1 0,1-1 0,-1 1 0,1-1 0,-1 1 0,1 0 0,0 0 0,0 0 0,-2 3 0,-10 32 0,12-31 0,-1 0 0,0 0 0,0 0 0,-1 0 0,0 0 0,0 0 0,0-1 0,0 0 0,-7 9 0,6-12 0,1 0 0,0-1 0,0 1 0,0-1 0,-1 1 0,1-1 0,-1 0 0,1 0 0,-1 0 0,1-1 0,-1 0 0,-6 1 0,2-1 0,0 0 0,0-1 0,0 0 0,-15-3 0,16 1 11,1 0 0,-1 0 0,1 0 0,0 0 0,0-1 0,0 0-1,1-1 1,-1 1 0,1-1 0,-8-10 0,7 9-176,1-1 0,0-1 0,0 1 0,1-1 0,0 0 0,0 0 0,1 0 0,-4-11 0,4 6-6661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7.2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91 24575,'-34'-22'0,"-36"-21"0,62 38 0,0 2 0,0-1 0,-1 1 0,1 0 0,-1 1 0,-15-3 0,22 5 0,0 0 0,0-1 0,1 1 0,-1 0 0,0 0 0,0 1 0,0-1 0,0 0 0,0 1 0,0-1 0,0 1 0,0-1 0,1 1 0,-1 0 0,0 0 0,1 0 0,-1 0 0,0 0 0,1 0 0,-1 0 0,-2 3 0,2 0 0,-1 0 0,1 1 0,0-1 0,0 0 0,0 1 0,-2 8 0,2-7 0,0-1 0,0 1 0,0-1 0,-5 10 0,5-14 0,0 1 0,0 0 0,0-1 0,0 1 0,0-1 0,-1 1 0,1-1 0,0 0 0,-1 0 0,1 0 0,0 0 0,-1-1 0,1 1 0,-1-1 0,1 1 0,-1-1 0,-5 0 0,-5 0 0,-27-3 0,38 3 0,-43-9-1365,32 6-5461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8.2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267 122 24575,'-1'-8'0,"-1"-1"0,0 1 0,0 0 0,-1-1 0,0 1 0,-1 0 0,0 1 0,-5-9 0,7 13 0,-1 0 0,1 0 0,-1 0 0,0 0 0,1 0 0,-1 1 0,-1-1 0,1 1 0,0 0 0,-1 0 0,1 0 0,-1 0 0,1 1 0,-1-1 0,0 1 0,0 0 0,0 0 0,1 0 0,-9 0 0,5 1 0,-1 0 0,0 1 0,1-1 0,-1 2 0,1-1 0,-1 1 0,1 0 0,-1 0 0,1 1 0,0 0 0,0 1 0,0-1 0,1 1 0,-1 1 0,1-1 0,0 1 0,0 0 0,1 0 0,-1 1 0,-8 12 0,12-16 0,1 0 0,0 0 0,0 0 0,0 0 0,0 0 0,0 0 0,0 0 0,1 1 0,-1-1 0,1 0 0,-1 1 0,1-1 0,0 0 0,0 1 0,0-1 0,0 0 0,0 1 0,1-1 0,-1 0 0,1 1 0,-1-1 0,1 0 0,0 0 0,0 0 0,0 1 0,0-1 0,0 0 0,0 0 0,1-1 0,-1 1 0,1 0 0,0 0 0,-1-1 0,1 1 0,3 1 0,-3-1 0,1 0 0,0 0 0,-1-1 0,1 1 0,0-1 0,0 0 0,0 0 0,0 0 0,0 0 0,0 0 0,0-1 0,1 1 0,-1-1 0,0 0 0,0 0 0,0 0 0,0 0 0,1-1 0,-1 1 0,0-1 0,0 0 0,0 0 0,0 0 0,0 0 0,0-1 0,2-1 0,1-1 0,-1-1 0,1 0 0,-1 0 0,-1 0 0,1 0 0,-1-1 0,7-10 0,-11 15 0,0 1 0,0 0 0,0-1 0,0 1 0,1-1 0,-1 1 0,0 0 0,0-1 0,1 1 0,-1 0 0,0-1 0,1 1 0,-1 0 0,0-1 0,1 1 0,-1 0 0,0 0 0,1-1 0,-1 1 0,1 0 0,-1 0 0,0 0 0,1 0 0,-1-1 0,1 1 0,-1 0 0,1 0 0,-1 0 0,1 0 0,-1 0 0,0 0 0,1 0 0,-1 0 0,1 0 0,-1 1 0,1-1 0,-1 0 0,0 0 0,1 0 0,-1 0 0,1 1 0,-1-1 0,0 0 0,1 0 0,-1 1 0,0-1 0,1 0 0,-1 1 0,0-1 0,1 0 0,-1 1 0,0-1 0,0 0 0,1 1 0,-1-1 0,0 1 0,0-1 0,0 0 0,1 1 0,2 6 0,0-1 0,0 1 0,2 7 0,-2-6 0,41 91 0,16 41 0,-57-130 0,-1-6 0,-1-1 0,0 0 0,0 1 0,0-1 0,0 6 0,-1-8 0,0 0 0,0 0 0,0 0 0,0 0 0,0 0 0,0 0 0,-1 0 0,1 0 0,0 0 0,-1 0 0,1-1 0,-1 1 0,1 0 0,-1 0 0,1 0 0,-1-1 0,0 1 0,1 0 0,-1-1 0,0 1 0,1 0 0,-1-1 0,0 1 0,0-1 0,-1 1 0,-5 3 9,0-2-1,0 1 1,0 0-1,0-1 1,-1-1-1,1 1 1,-11 0-1,-56-2-472,49 0-505,9-1-5857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8.7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60 24575,'-4'-4'0,"0"0"0,-1 0 0,0 0 0,0 1 0,0-1 0,0 1 0,-1 0 0,-5-2 0,10 5 0,0-1 0,-1 1 0,1 0 0,0 0 0,0-1 0,-1 1 0,1 0 0,0 0 0,-1 0 0,1 0 0,0 1 0,0-1 0,-1 0 0,1 0 0,0 1 0,0-1 0,-3 2 0,3-1 0,0 0 0,0 0 0,-1 0 0,1 1 0,0-1 0,0 0 0,0 1 0,1-1 0,-1 1 0,0-1 0,0 1 0,1-1 0,-1 1 0,1-1 0,-1 1 0,1 0 0,0 2 0,-1-2 0,1 1 0,0-1 0,0 1 0,0-1 0,0 1 0,0-1 0,1 1 0,-1-1 0,1 1 0,0-1 0,0 0 0,-1 1 0,2-1 0,-1 0 0,0 1 0,0-1 0,1 0 0,-1 0 0,1 0 0,-1 0 0,1-1 0,2 3 0,-2-3 0,-1 0 0,1 0 0,-1 0 0,0-1 0,1 1 0,-1 0 0,1-1 0,0 1 0,-1-1 0,1 0 0,-1 0 0,1 1 0,0-1 0,-1 0 0,1 0 0,0 0 0,-1-1 0,1 1 0,-1 0 0,1-1 0,0 1 0,-1-1 0,1 1 0,-1-1 0,1 0 0,-1 1 0,0-1 0,1 0 0,-1 0 0,0 0 0,1 0 0,-1 0 0,0-1 0,2-1 0,0-1 0,0 0 0,0 0 0,0 0 0,0 0 0,-1 0 0,0 0 0,0-1 0,0 1 0,2-10 0,-4 13 0,1-1 0,-1 0 0,0 1 0,0-1 0,0 1 0,0-1 0,0 0 0,0 1 0,0-1 0,-1 1 0,1-1 0,-1 0 0,1 1 0,-1-1 0,1 1 0,-1-1 0,0 1 0,0 0 0,0-1 0,0 1 0,0 0 0,0 0 0,0-1 0,0 1 0,0 0 0,-1 0 0,1 0 0,0 0 0,-1 1 0,1-1 0,-1 0 0,-2 0 0,-9-3-1365,0 1-5461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9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1 24575,'-9'25'0,"1"0"0,1 1 0,-6 46 0,2 82 0,5-56 0,3-32 0,3-39 0,-5 42 0,4-65-227,0 0-1,0 0 1,0 0-1,0 0 1,-3 4-1,-2 1-6598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29.6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9 24575,'-10'-3'0,"0"1"0,0 1 0,0 0 0,0 0 0,-1 1 0,1 0 0,-10 2 0,17-2 0,0 1 0,1-1 0,-1 1 0,1 0 0,-1 0 0,1 0 0,0 0 0,-1 0 0,1 1 0,0-1 0,0 1 0,0-1 0,-4 4 0,5-3 0,0 0 0,0 0 0,0 0 0,0 0 0,0 0 0,0 0 0,0 0 0,1 0 0,-1 0 0,1 1 0,0-1 0,-1 0 0,1 0 0,0 0 0,0 1 0,1-1 0,-1 0 0,1 4 0,0-2 0,0 0 0,1 0 0,-1 0 0,1-1 0,0 1 0,0-1 0,0 1 0,0-1 0,0 0 0,1 1 0,0-1 0,-1-1 0,1 1 0,0 0 0,0-1 0,1 1 0,-1-1 0,1 0 0,4 2 0,-5-2 0,-1-1 0,1 0 0,-1 0 0,1-1 0,0 1 0,-1-1 0,1 1 0,0-1 0,-1 0 0,1 0 0,0 0 0,-1 0 0,1 0 0,0 0 0,0-1 0,-1 0 0,1 1 0,-1-1 0,1 0 0,-1 0 0,1-1 0,-1 1 0,1 0 0,-1-1 0,0 1 0,0-1 0,0 0 0,0 0 0,2-2 0,-2 1-42,0 0-1,0 0 0,0 0 1,0 0-1,0 0 0,-1 0 1,0-1-1,0 1 0,0 0 1,0-1-1,0 1 0,0-1 1,-1 1-1,0-1 0,0 0 1,0 1-1,0-1 0,0 1 1,-1-1-1,0 1 0,1-1 1,-1 1-1,-1-1 0,1 1 1,0 0-1,-1-1 0,0 1 1,1 0-1,-1 0 0,-1 0 1,-2-3-1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1.1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30 24575,'0'-1'0,"0"0"0,0 0 0,1 0 0,-1 0 0,0 0 0,0 0 0,1 0 0,-1 0 0,0 0 0,1 0 0,-1 0 0,1 1 0,-1-1 0,1 0 0,0 0 0,-1 0 0,1 1 0,0-1 0,-1 0 0,1 0 0,1 0 0,0 0 0,0 0 0,0 0 0,1 0 0,-1 0 0,0 0 0,1 0 0,-1 1 0,5-1 0,-1 0 0,-1 1 0,1 0 0,0 0 0,0 1 0,0-1 0,10 4 0,-13-3 0,0 0 0,0 1 0,0-1 0,0 1 0,-1 0 0,1 0 0,-1 0 0,1 0 0,-1 0 0,0 0 0,0 1 0,0-1 0,0 1 0,0 0 0,-1-1 0,1 1 0,-1 0 0,1 0 0,-1 0 0,0 0 0,0 0 0,-1 0 0,1 0 0,-1 0 0,1 4 0,-1-4 0,0-1 0,0 1 0,0-1 0,0 0 0,0 1 0,-1-1 0,1 1 0,-1-1 0,0 0 0,1 0 0,-1 1 0,0-1 0,0 0 0,-1 0 0,1 0 0,0 0 0,-1 0 0,1 0 0,-1 0 0,0-1 0,1 1 0,-1 0 0,0-1 0,0 0 0,0 1 0,0-1 0,0 0 0,0 0 0,-1 0 0,1 0 0,0 0 0,0-1 0,-4 1 0,-17 3 0,7 0 0,0-2 0,-20 1 0,31-3 0,0 0 0,-1-1 0,1 1 0,0-1 0,-1 0 0,1-1 0,0 1 0,0-1 0,0 0 0,-8-5 0,11 7 4,1-1-1,0 0 0,0 0 1,-1 0-1,1 0 0,0 0 1,0 0-1,0 0 0,0 0 1,0-1-1,0 1 0,0 0 0,0-1 1,1 1-1,-1-1 0,1 1 1,-1 0-1,1-1 0,-1 1 1,1-1-1,0 0 0,-1 1 1,1-1-1,0 1 0,0-1 1,0 1-1,1-1 0,-1 1 1,0-1-1,0 0 0,1 1 1,-1-1-1,1 1 0,-1 0 1,2-3-1,2-3-251,0 0 1,0 1-1,1-1 1,0 1-1,9-9 1,-2 2-6579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2.1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199 112 24575,'-2'-2'0,"-20"-18"0,-1 0 0,-1 1 0,-34-20 0,55 37 0,0 1 0,0-1 0,0 1 0,0 0 0,0 0 0,0 0 0,-1 0 0,1 0 0,-6 0 0,8 1 0,-1 1 0,1-1 0,0 0 0,0 0 0,0 1 0,0-1 0,0 0 0,-1 1 0,1-1 0,0 1 0,0 0 0,0-1 0,0 1 0,0 0 0,1-1 0,-1 1 0,0 0 0,0 0 0,0 0 0,1 0 0,-1 0 0,0 0 0,1 0 0,-1 0 0,1 0 0,-1 0 0,1 0 0,0 0 0,-1 2 0,-1 5 0,0 1 0,1 0 0,0 0 0,0 0 0,1-1 0,0 1 0,3 17 0,2-1 0,10 37 0,6 1 0,44 91 0,43 55 0,-35-72 0,-62-116 0,-5-11 0,-1 0 0,0 1 0,6 17 0,-11-27-68,0 0 0,1 0-1,-1 0 1,0 0 0,0 0 0,0 0-1,0 0 1,0 0 0,0 0 0,0 0-1,0 0 1,0 0 0,0 0 0,-1 0-1,1 0 1,0-1 0,-1 1-1,1 0 1,-2 2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2.2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 0 24575,'-25'0'0,"-14"0"0,-2 0 0,3 3 0,6 0 0,8 0-8191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3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 24575,'0'-2'0,"0"0"0,0 0 0,0 0 0,1 0 0,-1 0 0,1 0 0,0 0 0,0-2 0,-1 4 0,0-1 0,0 1 0,0 0 0,1 0 0,-1 0 0,0 0 0,0-1 0,0 1 0,0 0 0,0 0 0,0 0 0,0 0 0,1 0 0,-1 0 0,0-1 0,0 1 0,0 0 0,0 0 0,1 0 0,-1 0 0,0 0 0,0 0 0,0 0 0,0 0 0,1 0 0,-1 0 0,0 0 0,0 0 0,0 0 0,0 0 0,1 0 0,-1 0 0,0 0 0,7 10 0,36 104 0,72 163 0,-64-181-1365,-45-82-5461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3.8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325 9 24575,'-27'-2'0,"-13"-1"0,0-1 0,2 4 0,7 2 0,5 0 0,5 0 0,3 2 0,2 0 0,2 0 0,3 2 0,1-1 0,-1-1 0,-1 0 0,3-5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4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43 153 24575,'32'80'0,"-53"-135"0,3 11 0,-15-57 0,33 99 9,-1 0-1,1 1 1,-1-1-1,1 0 1,0 0 0,0 1-1,0-1 1,0 0-1,0 0 1,0 1-1,1-1 1,-1 0-1,1-1 1,0 2-54,-1 0 0,1 1 0,-1-1 0,1 1 0,-1-1 0,1 1 0,0 0 0,-1-1 0,1 1 0,0 0 0,-1-1 0,1 1 0,0 0 0,-1 0 0,1 0 0,0-1 0,0 1 0,-1 0 0,1 0 0,0 0 0,-1 0 0,1 0 0,0 0 0,0 1 0,-1-1 0,1 0 0,0 0 0,0 0 0,-1 1 0,1-1 0,0 0 0,0 1 0,10 4-6781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5.0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251 38 24575,'-11'-2'0,"-90"-22"0,90 23 0,1-1 0,-1 2 0,0 0 0,0 0 0,1 0 0,-1 2 0,-16 3 0,25-5 0,0 1 0,0 0 0,0 0 0,0-1 0,0 1 0,1 1 0,-1-1 0,0 0 0,0 0 0,1 0 0,-1 1 0,1-1 0,-1 1 0,1 0 0,0-1 0,0 1 0,-1 0 0,1 0 0,0-1 0,1 1 0,-1 0 0,0 0 0,0 0 0,1 0 0,0 0 0,-1 0 0,1 0 0,0 1 0,0-1 0,0 3 0,0-2 0,0 0 0,1-1 0,-1 1 0,1 0 0,0 0 0,0 0 0,0 0 0,0-1 0,0 1 0,1 0 0,-1-1 0,1 0 0,-1 1 0,1-1 0,0 0 0,0 1 0,0-1 0,0 0 0,1-1 0,-1 1 0,3 1 0,8 4 0,-1-1 0,1-1 0,1-1 0,19 5 0,-26-7 0,0-1 0,1 0 0,-1 0 0,1-1 0,-1 0 0,0 0 0,1-1 0,-1 0 0,1 0 0,6-3 0,-11 3 0,-1 0 0,1 0 0,-1 0 0,1 0 0,-1-1 0,1 1 0,-1-1 0,0 0 0,0 0 0,0 1 0,0-1 0,0-1 0,0 1 0,-1 0 0,1 0 0,0-1 0,-1 1 0,0-1 0,0 1 0,0-1 0,1-4 0,0 0 0,-1 0 0,0-1 0,-1 1 0,0-1 0,0 1 0,-2-15 0,-2 10 0,4 10 0,-1 1 0,1 0 0,-1-1 0,1 1 0,0-1 0,-1 1 0,1-1 0,0 1 0,0-1 0,0-1 0,0 2 0,1 1 0,-1 0 0,0 0 0,0 0 0,1 0 0,-1 0 0,0 0 0,0-1 0,0 1 0,1 0 0,-1 0 0,0 0 0,0 0 0,1 0 0,-1 0 0,0 0 0,1 0 0,-1 0 0,0 0 0,0 0 0,1 0 0,-1 0 0,0 1 0,0-1 0,0 0 0,1 0 0,-1 0 0,0 0 0,0 0 0,1 0 0,-1 1 0,0-1 0,0 0 0,0 0 0,1 0 0,8 7 0,-9-7 0,15 12 0,1-1 0,0-1 0,0 0 0,1-1 0,1 0 0,34 10 0,-43-16 0,-3-1 0,1 0 0,-1-1 0,1 1 0,-1-1 0,13 0 0,-17-1 0,0 0 0,0-1 0,-1 1 0,1-1 0,0 1 0,0-1 0,0 1 0,-1-1 0,1 0 0,0 0 0,-1 0 0,1 0 0,-1 0 0,1 0 0,-1 0 0,0-1 0,1 1 0,-1-1 0,0 1 0,0-1 0,0 1 0,0-1 0,0 1 0,0-1 0,1-3 0,-1 0 0,0 1 0,0-1 0,0 1 0,0-1 0,-1 0 0,0-7 0,2-10 0,-2 21 0,0 1 0,0 0 0,0 0 0,0 0 0,1 0 0,-1-1 0,0 1 0,0 0 0,0 0 0,1 0 0,-1 0 0,0 0 0,0-1 0,1 1 0,-1 0 0,0 0 0,0 0 0,1 0 0,-1 0 0,0 0 0,0 0 0,1 0 0,-1 0 0,0 0 0,1 0 0,-1 0 0,0 0 0,0 0 0,1 0 0,-1 1 0,0-1 0,0 0 0,0 0 0,1 0 0,-1 0 0,0 0 0,0 1 0,1-1 0,-1 0 0,0 0 0,0 0 0,0 0 0,1 1 0,13 9 0,-11-8 0,2 2 0,1-1 0,-1 0 0,1 0 0,9 3 0,-14-5 0,0-1 0,0 1 0,0-1 0,0 0 0,0 1 0,0-1 0,0 0 0,0 0 0,0 0 0,1 0 0,-1 0 0,0 0 0,0 0 0,0 0 0,0-1 0,0 1 0,0 0 0,0 0 0,0-1 0,1 1 0,-1-1 0,0 1 0,-1-1 0,1 0 0,0 1 0,0-1 0,0 0 0,0 0 0,0 1 0,-1-1 0,1 0 0,0 0 0,0-1 0,3-7 0,-3 7 0,0 0 0,0-1 0,0 1 0,1 0 0,-1 0 0,1 0 0,-1 0 0,3-3 0,-2 5 0,-1-1 0,0 0 0,0 1 0,1-1 0,-1 1 0,1-1 0,-1 1 0,0-1 0,1 1 0,-1 0 0,1 0 0,-1 0 0,1 0 0,-1 0 0,1 0 0,-1 0 0,1 1 0,1-1 0,9 4 22,-1-1 0,0 1 0,0 1 1,0 0-1,11 7 0,-8-4-771,28 11 0,-30-15-6077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6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50 24575,'-2'-3'0,"1"-1"0,-1 0 0,0 1 0,0-1 0,-1 1 0,1-1 0,-1 1 0,0 0 0,0 0 0,0 0 0,0 1 0,-3-3 0,4 4 0,1 0 0,0 1 0,0-1 0,-1 1 0,1-1 0,0 1 0,0-1 0,-1 1 0,1 0 0,-1 0 0,1 0 0,0 0 0,-1 0 0,1 0 0,0 0 0,-2 1 0,1-1 0,0 1 0,1 0 0,-1-1 0,0 1 0,1 0 0,-1 0 0,1 1 0,-1-1 0,1 0 0,0 0 0,0 1 0,-1-1 0,1 0 0,0 1 0,-1 2 0,-1 1 0,0-1 0,1 2 0,-1-1 0,1 0 0,0 0 0,1 1 0,-1-1 0,1 1 0,0 0 0,1-1 0,-1 1 0,1 0 0,0 7 0,1-8 0,0-1 0,0 1 0,0-1 0,1 0 0,-1 1 0,1-1 0,0 0 0,0 0 0,0 0 0,1 0 0,-1 0 0,1-1 0,0 1 0,0-1 0,0 0 0,1 0 0,3 3 0,4 1 0,1 0 0,0-1 0,-1 0 0,2-1 0,15 4 0,-10-3 0,23 11 0,-41-17 0,0 0 0,0 0 0,1 0 0,-1 0 0,0 0 0,1 0 0,-1 0 0,0 1 0,0-1 0,1 0 0,-1 0 0,0 0 0,0 1 0,1-1 0,-1 0 0,0 0 0,0 0 0,0 1 0,0-1 0,1 0 0,-1 1 0,0-1 0,0 0 0,0 0 0,0 1 0,0-1 0,0 0 0,0 1 0,0-1 0,-6 5 0,-15 0 0,-103-4 0,65-2 0,57 1-62,-1 1 0,1-1 0,-1 0 0,1-1 0,-1 1 0,0 0 0,1-1 0,-1 1 0,1-1 0,0 0 0,-1 0 0,1 0-1,0 0 1,-1 0 0,1 0 0,0-1 0,0 1 0,0-1 0,0 1 0,0-1 0,-2-2 0,0-4-6764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6.2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 24575,'-2'7'0,"-2"6"0,1 2 0,3 2 0,2 0 0,2 0 0,1-1 0,3 0 0,1-1 0,0 1 0,-1-4-8191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6.4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19 24575,'0'-8'0,"0"1"0,0 3 0,0 5 0,-3 6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7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24575,'0'-1'0,"0"0"0,0 0 0,1 1 0,-1-1 0,0 0 0,0 1 0,1-1 0,-1 0 0,0 1 0,1-1 0,-1 0 0,0 1 0,1-1 0,-1 1 0,1-1 0,-1 1 0,1-1 0,-1 1 0,1-1 0,0 1 0,-1-1 0,1 1 0,-1 0 0,1-1 0,1 1 0,-1 0 0,0 0 0,-1 1 0,1-1 0,0 0 0,0 1 0,-1-1 0,1 0 0,0 1 0,-1-1 0,1 1 0,0-1 0,-1 1 0,1 0 0,-1-1 0,1 1 0,-1 0 0,1-1 0,0 2 0,3 5 0,0 0 0,-1 0 0,4 11 0,77 257 0,-73-246 0,-6-16 0,0 0 0,-1 0 0,5 26 0,-9-39 0,0 1 0,0 0 0,0 0 0,0 0 0,1 0 0,-1 0 0,0 0 0,-1-1 0,1 1 0,0 0 0,0 0 0,0 0 0,0 0 0,-1 0 0,1-1 0,0 1 0,-1 0 0,1 0 0,-1-1 0,1 1 0,-1 0 0,1 0 0,-1-1 0,1 1 0,-2 0 0,1 0 0,0-1 0,0 0 0,0 0 0,0 0 0,0 1 0,0-1 0,0 0 0,-1 0 0,1 0 0,0-1 0,0 1 0,0 0 0,0 0 0,0 0 0,0-1 0,-2 0 0,-4-2 0,1 0 0,0-1 0,-1 0 0,-9-8 0,13 9 0,0 1 0,0-1 0,0 0 0,1-1 0,-1 1 0,1 0 0,-4-7 0,5 9 0,1 0 0,0 1 0,-1-1 0,1 0 0,0 1 0,0-1 0,0 0 0,0 1 0,0-1 0,0 0 0,0 1 0,0-1 0,0 0 0,0 0 0,0 1 0,0-1 0,1 0 0,-1 1 0,0-1 0,1-1 0,0 2 0,-1-1 0,1 0 0,0 0 0,0 0 0,0 1 0,0-1 0,0 0 0,0 1 0,0-1 0,0 1 0,0-1 0,1 1 0,-1 0 0,0-1 0,0 1 0,2 0 0,13-2 0,0 2 0,0-1 0,-1 2 0,1 0 0,24 6 0,-23-4 0,0-1 0,-1 0 0,1-1 0,31-2 0,-34-1 0,-1 0 0,0-1 0,0 0 0,0-1 0,0 0 0,0-1 0,17-11 0,-28 15 0,-1 1 0,1-1 0,-1 0 0,1 0 0,-1 0 0,1 1 0,0-1 0,-1 1 0,1-1 0,3 1 0,-5 0 0,0 0 0,1 0 0,-1 0 0,0 0 0,0 0 0,1 0 0,-1 0 0,0 0 0,0 0 0,1 0 0,-1 1 0,0-1 0,0 0 0,0 0 0,1 0 0,-1 0 0,0 1 0,0-1 0,0 0 0,1 0 0,-1 1 0,0-1 0,0 0 0,0 0 0,0 1 0,0 12 0,-4 19 23,3-18-717,-7 27 0,5-31-6132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7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 24575,'5'-10'0,"1"-1"0,1 4 0,-2 6 0,1 5 0,0 5 0,-2 3 0,-1 2 0,-1 2 0,-1 0 0,-1-1 0,0 1 0,0-3-8191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7.9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 0 24575,'36'5'0,"36"8"0,-64-11 0,-1 0 0,1 0 0,0 1 0,-1 1 0,0-1 0,11 8 0,-17-11 0,0 1 0,1 0 0,-1 0 0,0 0 0,0 0 0,0 0 0,0 0 0,0 0 0,0 1 0,-1-1 0,1 0 0,0 0 0,-1 1 0,1-1 0,0 0 0,-1 1 0,0-1 0,1 1 0,-1-1 0,0 1 0,0-1 0,0 2 0,0 0 0,0-1 0,-1 1 0,0 0 0,1-1 0,-1 1 0,0-1 0,-1 1 0,1-1 0,0 1 0,-1-1 0,-1 3 0,-4 3 0,1-1 0,-1 0 0,-1 0 0,1 0 0,-13 8 0,16-13 0,0 0 0,0 0 0,0 0 0,0 0 0,-1 0 0,1-1 0,0 0 0,-1 0 0,1 0 0,-1 0 0,1-1 0,-1 1 0,1-1 0,-1-1 0,1 1 0,-1-1 0,1 1 0,-1-1 0,1 0 0,-1-1 0,1 1 0,0-1 0,0 0 0,0 0 0,0 0 0,0 0 0,0-1 0,1 0 0,-1 0 0,1 0 0,0 0 0,-1 0 0,1-1 0,1 1 0,-1-1 0,1 0 0,-1 0 0,1 0 0,0 0 0,-2-7 0,3 8 4,0 0 1,1 0-1,-1-1 0,1 1 0,-1 0 0,1 0 0,0-1 0,1 1 0,-1 0 1,0 0-1,1-1 0,0 1 0,0 0 0,0 0 0,0 0 0,0 0 0,1 0 1,-1 0-1,1 0 0,0 1 0,0-1 0,0 0 0,0 1 0,0 0 0,0-1 1,1 1-1,-1 0 0,4-2 0,-2 2-66,-1 0 0,0 0 0,1 0 0,-1 0 1,1 1-1,0 0 0,-1-1 0,1 1 0,0 1 0,0-1 0,0 1 0,0-1 1,-1 1-1,1 0 0,0 0 0,0 1 0,0-1 0,0 1 0,0 0 0,-1 0 1,1 0-1,0 0 0,4 3 0,2 2-6764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38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44 24575,'3'0'0,"-1"0"0,0 1 0,0-1 0,0 1 0,0-1 0,0 1 0,0 0 0,0 0 0,0 0 0,0 0 0,3 3 0,22 19 0,-7-6 0,-16-14 0,2 2 0,0-1 0,0 0 0,1 0 0,0 0 0,14 5 0,-20-9 0,1 0 0,0 1 0,0-1 0,-1 0 0,1 0 0,0 0 0,0 0 0,-1 0 0,1 0 0,0-1 0,0 1 0,0-1 0,-1 1 0,1-1 0,0 1 0,-1-1 0,1 0 0,-1 0 0,1 0 0,-1 0 0,1 0 0,-1 0 0,0 0 0,1-1 0,-1 1 0,0 0 0,0-1 0,0 1 0,0-1 0,0 1 0,1-2 0,0-2 0,-1 1 0,1 0 0,-1 0 0,1-1 0,-1 1 0,0 0 0,-1-1 0,1 1 0,-1-8 0,0 6 0,0 0 0,1 1 0,0-1 0,2-8 0,-2 13 0,-1 0 0,0 0 0,1 0 0,-1 0 0,0 1 0,1-1 0,0 0 0,-1 0 0,1 0 0,-1 1 0,1-1 0,0 0 0,0 1 0,-1-1 0,1 0 0,0 1 0,0-1 0,0 1 0,0-1 0,-1 1 0,1 0 0,0-1 0,0 1 0,0 0 0,0 0 0,0-1 0,0 1 0,0 0 0,0 0 0,0 0 0,0 0 0,0 0 0,0 1 0,0-1 0,0 0 0,0 0 0,0 1 0,0-1 0,0 0 0,1 2 0,5 1 0,0 1 0,0 0 0,0 0 0,6 6 0,-5-5 0,8 6-170,0 0-1,-1 1 0,-1 1 1,0 0-1,-1 1 0,0 0 1,17 26-1,-22-27-6655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0.9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57 132 24575,'0'-11'0,"-2"0"0,1-1 0,-2 1 0,1 0 0,-9-19 0,2 2 0,10 67 0,4-7 0,20 89 0,-21-105 0,1 0 0,1-1 0,1 0 0,0 1 0,11 17 0,-12-28 0,-7-13 0,-5-12 0,-19-38-287,-33-88-6900,39 82 7877,16 42 2582,3 21-3116,0 1 0,0 0 0,0-1-1,0 1 1,0 0 0,0-1 0,0 1 0,0 0 0,0-1 0,0 1 0,1 0 0,-1-1 0,0 1 0,0 0 0,0-1-1,1 1 1,-1 0 0,0-1 0,0 1 0,1 0 0,0-1-145,-1 1 1,1 0-1,-1 0 0,1 0 1,-1 0-1,1 0 0,-1 0 1,1 0-1,-1 0 0,1 0 1,-1 0-1,1 1 0,-1-1 1,1 0-1,-1 0 1,0 0-1,1 1 0,-1-1 1,1 0-1,0 1 0,8 5-11,-1 1 0,1 0 0,-1 1 0,-1 0 0,12 14 0,14 15 0,-16-19 0,2-2 0,0 0 0,1 0 0,1-2 0,0-1 0,1 0 0,45 18 0,-36-20 0,41 14 0,-62-22 0,0-1 0,0 0 0,0 0 0,0-1 0,12-1 0,-20 0 0,-1 0 0,0 0 0,1 0 0,-1-1 0,0 1 0,1-1 0,-1 1 0,0-1 0,0 1 0,1-1 0,-1 0 0,0 1 0,0-1 0,0 0 0,0 0 0,0 0 0,0 0 0,0 0 0,0 0 0,0 0 0,-1 0 0,1 0 0,0 0 0,-1-1 0,1 1 0,-1 0 0,1 0 0,-1-1 0,0 1 0,1 0 0,-1-1 0,0 1 0,0 0 0,0-1 0,0 1 0,0-2 0,0-3 0,-1 0 0,1 0 0,-1 0 0,0 0 0,-1 0 0,-3-10 0,-4-5 0,-1 1 0,-1 0 0,-1 1 0,0 1 0,-1-1 0,-18-16 0,3 8-1365,15 18-5461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2.0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87 132 24575,'3'13'0,"19"95"0,-18-93 0,1-1 0,0-1 0,1 1 0,0-1 0,13 19 0,-13-24 0,9 13 0,-14-19 0,-1-3 0,-8-12 0,-63-97 0,16 27 0,49 73 0,0 0 0,0 0 0,1-1 0,0 1 0,0-1 0,2 0 0,-6-22 0,9 32 0,0 0 0,0 0 0,0-1 0,0 1 0,0 0 0,0 0 0,1 0 0,-1-1 0,0 1 0,1 0 0,-1 0 0,1 0 0,-1 0 0,1 0 0,0 0 0,-1 0 0,1 0 0,0 0 0,1-1 0,0 0 0,0 0 0,0 1 0,0 0 0,1-1 0,-1 1 0,0 0 0,1 0 0,4-1 0,3-1 0,1 1 0,0 1 0,15 0 0,-22 0 0,76 2 0,10 0 0,-77-2 0,1 0 0,-1-1 0,0 0 0,20-7 0,-22 3 0,-11 6 0,0 0 0,0 0 0,0 0 0,1 0 0,-1-1 0,0 1 0,0 0 0,0 0 0,0 0 0,0 0 0,0 0 0,0 0 0,0 0 0,0-1 0,0 1 0,0 0 0,0 0 0,0 0 0,0 0 0,0 0 0,0-1 0,0 1 0,0 0 0,0 0 0,0 0 0,0 0 0,0 0 0,0 0 0,0-1 0,0 1 0,0 0 0,0 0 0,0 0 0,0 0 0,0 0 0,0 0 0,0 0 0,0-1 0,-1 1 0,0 0 0,0-1 0,0 1 0,0-1 0,0 1 0,0 0 0,-1-1 0,1 1 0,0 0 0,0 0 0,-1 0 0,1 0 0,0 0 0,0 0 0,-3 1 0,-8 1 0,0 1 0,1 0 0,-1 0 0,1 2 0,0-1 0,0 2 0,0-1 0,-16 12 0,18-11 0,1 1 0,0 0 0,0 0 0,1 0 0,0 1 0,0 0 0,0 1 0,1 0 0,1 0 0,-6 11 0,8-12 0,0-1 0,1 0 0,0 1 0,-1 11 0,2-17 0,1 1 0,0-1 0,0 1 0,0-1 0,0 1 0,0-1 0,0 0 0,0 1 0,1-1 0,-1 1 0,1-1 0,0 0 0,0 0 0,0 1 0,0-1 0,0 0 0,0 0 0,2 2 0,-1-3 0,-1 0 0,0 0 0,1 0 0,-1 0 0,1-1 0,-1 1 0,1-1 0,-1 1 0,1-1 0,0 0 0,-1 0 0,1 1 0,-1-1 0,1 0 0,0 0 0,-1 0 0,1-1 0,-1 1 0,1 0 0,2-1 0,4-2 0,1 0 0,11-6 0,-12 6 0,48-26 0,-56 29 0,0 0 0,0 0 0,0 0 0,0 0 0,0-1 0,0 1 0,1 0 0,-1 0 0,0 0 0,0 0 0,0 0 0,0 0 0,0 0 0,0 0 0,0 0 0,0 0 0,0 0 0,0 0 0,1 0 0,-1 0 0,0 0 0,0 0 0,0 0 0,0 0 0,0 0 0,0 0 0,0 0 0,0 0 0,1 0 0,-1 0 0,0 0 0,0 0 0,0 0 0,0 0 0,0 0 0,0 0 0,0 0 0,0 0 0,1 0 0,-1 0 0,0 0 0,0 0 0,0 0 0,0 0 0,0 0 0,0 0 0,0 0 0,0 0 0,0 1 0,0-1 0,0 0 0,0 0 0,0 0 0,1 0 0,-1 0 0,0 0 0,0 0 0,0 0 0,0 1 0,-4 7 0,-9 9 0,-13 8 0,-8 10 0,31-32 0,1 0 0,-1 1 0,1 0 0,0-1 0,-1 1 0,2 0 0,-1 0 0,-1 6 0,2-9 0,1 1 0,0-1 0,-1 1 0,1-1 0,0 1 0,0-1 0,0 0 0,0 1 0,0-1 0,1 1 0,-1-1 0,0 1 0,1-1 0,-1 1 0,1-1 0,-1 0 0,1 1 0,0-1 0,0 0 0,-1 0 0,2 2 0,0-1 0,0 0 0,1 0 0,-1-1 0,0 1 0,1-1 0,-1 1 0,1-1 0,0 0 0,-1 1 0,4-1 0,5 2 0,1 0 0,-1-2 0,0 1 0,16-1 0,-16-1 0,184-2 0,-190 2-170,1-1-1,-1 0 0,0 0 1,1 0-1,-1 0 0,0-1 1,6-2-1,-1-2-6655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2.5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 24575,'2'0'0,"0"0"0,-1 0 0,1 1 0,0-1 0,-1 1 0,1-1 0,0 1 0,-1 0 0,1-1 0,-1 1 0,1 0 0,-1 0 0,1 0 0,-1 0 0,3 3 0,18 24 0,-10-12 0,75 81 0,-72-82 0,0-2 0,1 1 0,0-2 0,25 14 0,-37-24 0,1 1 0,-1-1 0,0-1 0,1 1 0,0-1 0,-1 1 0,9 0 0,-12-2 0,0 0 0,0 0 0,0 0 0,1 0 0,-1 0 0,0 0 0,0-1 0,0 1 0,0 0 0,1-1 0,-1 1 0,0-1 0,0 1 0,0-1 0,0 1 0,0-1 0,0 0 0,0 0 0,-1 1 0,1-1 0,0 0 0,0 0 0,0 0 0,-1 0 0,1 0 0,0 0 0,-1 0 0,1 0 0,-1 0 0,0 0 0,1 0 0,-1 0 0,0-1 0,1 1 0,-1-2 0,1-7 0,0-1 0,0 1 0,-1 0 0,0-1 0,-3-15 0,-15-49 0,11 48 0,4 5-80,2 17 112,1 0 0,-1 1 0,0-1 0,0 0 0,-2-4 0,2 8-99,1 0 0,-1 0 0,0-1 0,0 1 0,0 0-1,0 0 1,0 0 0,0 0 0,0 0 0,0 0 0,0 0-1,0 0 1,0 0 0,0 1 0,-1-1 0,1 1 0,0-1 0,-1 0-1,1 1 1,0 0 0,-2-1 0,-8-1-6759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3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24575,'5'23'0,"2"9"0,2 5 0,-1-1 0,1-5 0,0-2 0,-1-4 0,0-4 0,0-2 0,-1-3 0,-2 0 0,1-4 0,-3-7 0,-4-6 0,-6-5 0,0-5 0,-2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3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0 157 24575,'26'-22'0,"47"-29"0,-56 42 0,1 0 0,-1 1 0,1 0 0,25-6 0,-29 11 0,1-2 0,-1 1 0,0-2 0,22-12 0,-97 45 0,36-15 0,1 2 0,0 0 0,2 2 0,-1 1 0,2 0 0,-22 23 0,41-38 0,1 0 0,-1 1 0,0-1 0,1 0 0,0 0 0,-1 1 0,1-1 0,0 0 0,0 1 0,0 3 0,0-4 0,1-1 0,0 0 0,0 0 0,0 0 0,0 0 0,0 0 0,0 0 0,1 0 0,-1 0 0,0 0 0,1 0 0,-1 0 0,0 0 0,1 0 0,-1 0 0,1 0 0,0 0 0,-1 0 0,1 0 0,0-1 0,-1 1 0,1 0 0,0 0 0,0-1 0,0 1 0,-1 0 0,3 0 0,2 2 0,-1-1 0,1 0 0,0 0 0,0 0 0,0 0 0,1-1 0,-1 0 0,0 0 0,1-1 0,6 1 0,3-2 0,-1 0 0,21-4 0,-14 1 0,-20 4 0,1-1 0,1 1 0,-1 0 0,0 0 0,0 0 0,0 0 0,0 0 0,0 0 0,0 1 0,0-1 0,0 1 0,3 0 0,-5 0 0,0-1 0,1 0 0,-1 0 0,0 1 0,0-1 0,1 0 0,-1 0 0,0 1 0,0-1 0,1 0 0,-1 1 0,0-1 0,0 0 0,0 1 0,1-1 0,-1 1 0,0-1 0,0 0 0,0 1 0,0-1 0,0 0 0,0 1 0,0-1 0,0 1 0,0 1 0,-1-1 0,1 0 0,-1 1 0,1-1 0,-1 0 0,1 1 0,-1-1 0,0 0 0,0 0 0,-1 2 0,-9 12 0,-20 17 0,18-20 0,-20 27 0,32-38 0,0 0 0,0 0 0,0 1 0,0-1 0,1 0 0,-1 1 0,1-1 0,-1 1 0,0-1 0,1 1 0,0-1 0,-1 1 0,1-1 0,0 1 0,0-1 0,0 1 0,0-1 0,0 1 0,0 0 0,1-1 0,-1 1 0,0-1 0,1 1 0,-1-1 0,1 1 0,0 0 0,1 0 0,-1 0 0,1 0 0,-1 0 0,1-1 0,0 1 0,0-1 0,0 0 0,-1 1 0,1-1 0,1 0 0,-1 0 0,0 0 0,0 0 0,0 0 0,0-1 0,1 1 0,2 0 0,5 0 0,0-1 0,0 0 0,0 0 0,0 0 0,0-2 0,0 1 0,9-4 0,1 0 0,0-1 0,26-13 0,-5-5-1365,-31 18-5461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4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0 237 24575,'54'206'0,"-52"-201"0,-2-2 0,1 0 0,0 0 0,0 0 0,0-1 0,0 1 0,1 0 0,-1 0 0,4 4 0,-4-7 0,-1 0 0,0 0 0,0 0 0,0 0 0,0 0 0,1 0 0,-1 0 0,0 0 0,0 0 0,0 0 0,0-1 0,1 1 0,-1 0 0,0 0 0,0 0 0,0 0 0,0 0 0,1 0 0,-1 0 0,0 0 0,0 0 0,0-1 0,0 1 0,0 0 0,0 0 0,0 0 0,0 0 0,1-1 0,-1 1 0,0 0 0,0 0 0,0 0 0,0 0 0,0-1 0,0 1 0,0 0 0,0 0 0,0 0 0,0 0 0,0-1 0,0 1 0,0 0 0,0 0 0,0 0 0,0 0 0,0-1 0,1-10 0,-1-18 0,-2 1 0,0-1 0,-2 0 0,-14-54 0,11 54 0,1 0 0,2 0 0,1-1 0,1 0 0,4-56 0,-2 85 0,0 0 0,0-1 0,0 1 0,0 0 0,1-1 0,-1 1 0,0 0 0,1 0 0,-1-1 0,1 1 0,-1 0 0,1 0 0,-1 0 0,1-1 0,0 1 0,0 0 0,0 0 0,-1 0 0,1 0 0,0 0 0,0 1 0,3-3 0,-3 3 0,1 0 0,-1-1 0,1 1 0,-1 0 0,1 0 0,-1 0 0,1 0 0,-1 0 0,1 0 0,-1 0 0,1 1 0,-1-1 0,0 1 0,1-1 0,-1 1 0,3 1 0,4 2 0,-1 0 0,0 1 0,0 0 0,0 1 0,10 10 0,-17-15 0,8 7 0,0 0 0,-1 1 0,0 1 0,8 14 0,-13-22 0,-1 0 0,0 0 0,0 0 0,0 0 0,-1 0 0,1 0 0,-1 0 0,1 1 0,-1-1 0,1 0 0,-1 0 0,0 1 0,0-1 0,0 0 0,-1 0 0,1 1 0,-1-1 0,1 0 0,-1 0 0,1 0 0,-1 1 0,0-1 0,0 0 0,0 0 0,0 0 0,-1 0 0,1-1 0,0 1 0,-4 3 0,-1 0 0,-1 0 0,0 0 0,-14 6 0,13-7 0,0 1 0,1 0 0,-11 8 0,16-11 0,0-1 0,0 1 0,1 0 0,-1 0 0,1 0 0,0 0 0,-1 0 0,1 0 0,0 0 0,0 0 0,0 0 0,0 1 0,1-1 0,-1 0 0,1 1 0,-1-1 0,1 4 0,0-4 0,0 0 0,1 0 0,-1 0 0,0 0 0,1 0 0,0 0 0,-1 0 0,1 0 0,0-1 0,0 1 0,0 0 0,0-1 0,0 1 0,1 0 0,-1-1 0,0 0 0,1 1 0,-1-1 0,1 0 0,-1 1 0,1-1 0,0 0 0,-1 0 0,3 0 0,6 4 0,-1-2 0,1 1 0,14 2 0,-15-3 0,120 24 0,-27-6 0,-54-9-1365,-39-8-5461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5.6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267 155 24575,'-6'-16'0,"0"-1"0,-2 2 0,0-1 0,-1 1 0,-15-20 0,21 31 0,0 0 0,-1 1 0,1-1 0,-1 1 0,0 0 0,0 0 0,0 0 0,-1 1 0,1-1 0,-7-1 0,8 3 0,-1 0 0,1 0 0,0 0 0,-1 1 0,1 0 0,-1 0 0,1 0 0,-1 0 0,1 0 0,0 1 0,-1 0 0,1-1 0,0 1 0,-1 0 0,1 1 0,-5 2 0,3-1 0,1 0 0,-1 0 0,1 0 0,0 1 0,0 0 0,0 0 0,1 0 0,-1 0 0,1 1 0,0-1 0,-4 9 0,-1 5 0,-12 34 0,16-40 0,0 0 0,1 0 0,1 0 0,0 1 0,1-1 0,0 1 0,1 14 0,1-20 0,0-1 0,0 0 0,0 1 0,0-1 0,1 0 0,0 0 0,1 0 0,-1 0 0,1-1 0,0 1 0,1-1 0,-1 1 0,1-1 0,0 0 0,9 8 0,5 2 0,1 0 0,0-1 0,38 20 0,-44-28 0,0 0 0,0-1 0,1 0 0,0-1 0,0 0 0,0-1 0,22 1 0,-30-3 0,0-2 0,0 1 0,-1-1 0,1 0 0,0 0 0,-1 0 0,1-1 0,-1 0 0,0 0 0,1 0 0,-1-1 0,0 0 0,7-5 0,-9 6 0,1-1 0,-1 0 0,0 0 0,-1 0 0,1 0 0,0 0 0,-1 0 0,0-1 0,1 1 0,-2-1 0,1 1 0,0-1 0,-1 0 0,1 0 0,-1 0 0,0 0 0,0 0 0,-1 0 0,1-6 0,-3 0 0,2 10 0,0 0 0,0 0 0,0 0 0,0 0 0,0-1 0,-1 1 0,1 0 0,0 0 0,0 0 0,0 0 0,0 0 0,0 0 0,0 0 0,-1 0 0,1 0 0,0 0 0,0 0 0,0 0 0,0 0 0,0 0 0,0 0 0,0 0 0,-1 1 0,1-1 0,0 0 0,0 0 0,0 0 0,0 0 0,0 0 0,0 0 0,0 0 0,0 0 0,0 0 0,-1 0 0,1 0 0,0 0 0,0 1 0,0-1 0,0 0 0,0 0 0,0 0 0,-1 2 0,0-1 0,0 1 0,0 0 0,0-1 0,1 1 0,-1 0 0,1 0 0,-1 3 0,-1 4 0,1 0 0,1 0 0,0 11 0,1-17 0,-1 0 0,0 0 0,1 1 0,0-1 0,-1 0 0,1-1 0,0 1 0,1 0 0,-1 0 0,1 0 0,-1-1 0,1 1 0,2 2 0,-4-5 0,0 0 0,0 0 0,0 0 0,0 0 0,0 0 0,0 0 0,0-1 0,0 1 0,0 0 0,0 0 0,0 0 0,0 0 0,0 0 0,0 0 0,0 0 0,0 0 0,0 0 0,0 0 0,0 0 0,0-1 0,0 1 0,0 0 0,0 0 0,0 0 0,0 0 0,0 0 0,0 0 0,1 0 0,-1 0 0,0 0 0,0 0 0,0 0 0,0 0 0,0 0 0,0 0 0,0 0 0,0 0 0,0 0 0,0 0 0,0 0 0,1 0 0,-1 0 0,0 0 0,0 0 0,0 0 0,0 0 0,0 0 0,0 0 0,0 0 0,-2-9 0,-4-2 0,-1 0 0,0 1 0,0-1 0,-1 2 0,-12-13 0,-2 0 0,-27-18 0,-24-13-1365,54 42-5461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5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 24575,'-1'53'0,"2"58"0,5-88 0,-5-22 0,-5-13 0,-37-83-1365,33 78-5461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6.6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97 24575,'7'-10'0,"1"-1"0,1 1 0,0 1 0,0 0 0,12-10 0,-17 16 0,-1 1 0,1-1 0,0 1 0,0 0 0,0 0 0,0 0 0,0 1 0,0-1 0,0 1 0,1 0 0,-1 1 0,0-1 0,1 1 0,-1-1 0,1 1 0,-1 0 0,0 1 0,9 1 0,25 8 0,-62-16 0,14 3 0,0 0 0,0 1 0,-11-2 0,17 4 0,0 0 0,0 0 0,0 0 0,0 0 0,1 1 0,-1 0 0,0 0 0,0 0 0,1 0 0,-1 0 0,1 1 0,-7 3 0,5-2 0,0 1 0,0 0 0,0 1 0,1-1 0,-1 1 0,1 0 0,0 0 0,1 1 0,-1-1 0,1 1 0,-5 11 0,5-8 0,-1 0 0,2 1 0,-1-1 0,1 1 0,1-1 0,0 1 0,0 13 0,1-21 0,0 1 0,0-1 0,0 0 0,1 1 0,-1-1 0,1 1 0,-1-1 0,1 0 0,0 0 0,0 1 0,0-1 0,0 0 0,1 0 0,-1 0 0,1 0 0,2 3 0,-1-3 0,0 0 0,-1 0 0,1 0 0,0 0 0,0-1 0,0 1 0,1-1 0,-1 0 0,0 0 0,6 1 0,5 0 0,0-1 0,0-1 0,0 0 0,22-4 0,20-10 0,-56 14 0,1 0 0,-1 0 0,0 0 0,0 0 0,0 0 0,0-1 0,0 1 0,0 0 0,0 0 0,1 0 0,-1 0 0,0 0 0,0 0 0,0 0 0,0 0 0,0 0 0,0 0 0,1 0 0,-1 0 0,0 0 0,0 0 0,0 0 0,0 0 0,0 0 0,0 0 0,1 1 0,-1-1 0,0 0 0,0 0 0,0 0 0,0 0 0,0 0 0,0 0 0,0 0 0,0 0 0,1 0 0,-1 0 0,0 1 0,0-1 0,0 0 0,0 0 0,0 0 0,0 0 0,0 0 0,0 0 0,0 0 0,0 1 0,0-1 0,0 0 0,0 0 0,0 0 0,0 0 0,0 0 0,0 1 0,-6 7 0,-12 8 0,16-15 0,-14 9 0,1 1 0,-1 1 0,2 0 0,-1 1 0,-18 22 0,32-34 0,1 1 0,-1-1 0,0 0 0,0 1 0,0-1 0,1 0 0,-1 1 0,1-1 0,-1 1 0,1-1 0,-1 1 0,1-1 0,0 1 0,0 0 0,0 2 0,0-4 0,0 1 0,1 0 0,-1 0 0,0 0 0,1 0 0,-1-1 0,1 1 0,-1 0 0,1 0 0,0-1 0,-1 1 0,1 0 0,0-1 0,-1 1 0,1 0 0,0-1 0,0 1 0,-1-1 0,1 0 0,0 1 0,0-1 0,0 0 0,0 1 0,0-1 0,0 0 0,0 0 0,1 0 0,128 21 0,-121-20-1365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7.0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24575,'0'10'0,"0"6"0,0 5 0,0 2 0,0 1 0,0 0 0,0-2 0,2 1 0,2-2 0,-1-2 0,2-1 0,0-1 0,-1-2 0,2-2 0,-1-2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7.2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381 0 24575,'-28'10'0,"-11"4"0,-2 1 0,1 1 0,5-2 0,4-1 0,4-1 0,1-1 0,1-4 0,0-2 0,0-2 0,4-2 0,4-1-8191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7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239 1 24575,'-8'3'0,"0"0"0,0 1 0,1 0 0,-1 0 0,1 1 0,0 0 0,1 0 0,-1 0 0,1 1 0,0 0 0,1 1 0,-1-1 0,-7 13 0,10-13 0,0 0 0,0 0 0,1 0 0,0 1 0,0-1 0,0 1 0,1-1 0,0 1 0,0 0 0,1-1 0,-1 1 0,2 0 0,-1-1 0,1 1 0,0 0 0,0-1 0,4 12 0,2 0 0,1 0 0,1-1 0,1 1 0,0-2 0,2 1 0,13 14 0,-17-19 0,-8-12 0,13 21 0,-13-21 0,1 1 0,-1-1 0,0 1 0,0-1 0,0 1 0,0 0 0,0-1 0,0 1 0,0-1 0,0 1 0,0-1 0,0 1 0,0-1 0,0 1 0,0 0 0,0-1 0,0 1 0,0-1 0,-1 1 0,1-1 0,0 1 0,0-1 0,-1 1 0,1-1 0,0 1 0,-1-1 0,1 0 0,0 1 0,-1-1 0,1 1 0,-1-1 0,1 0 0,-1 1 0,1-1 0,-1 0 0,1 0 0,-1 1 0,1-1 0,-2 0 0,-9 3 0,0-2 0,0 1 0,-1-1 0,1-1 0,0 0 0,-13-2 0,8 1 0,-61-5-1365,44 2-5461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8.8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85 24575,'-35'-17'0,"-5"-1"0,-44-15 0,72 29 0,0 1 0,-1 0 0,1 0 0,-1 2 0,1-1 0,-1 2 0,0 0 0,-15 1 0,24 0 0,0 0 0,0 0 0,1 0 0,-1 0 0,0 0 0,1 1 0,-1-1 0,1 1 0,-1 0 0,1 0 0,0 1 0,0-1 0,0 1 0,0-1 0,-4 6 0,6-6 0,-1 0 0,1 0 0,0 0 0,0 1 0,0-1 0,0 0 0,0 0 0,1 1 0,-1-1 0,1 0 0,-1 1 0,1-1 0,0 0 0,0 1 0,0-1 0,0 1 0,1-1 0,-1 0 0,0 1 0,1-1 0,0 0 0,0 0 0,-1 1 0,1-1 0,0 0 0,3 3 0,1 3 0,1 0 0,0-1 0,0 0 0,1 0 0,0-1 0,0 1 0,1-2 0,8 6 0,70 37 0,-74-42 0,40 19 0,-4-2 0,47 30 0,-92-51 0,0 0 0,0 0 0,0 1 0,0-1 0,0 1 0,3 4 0,-6-6 0,1-1 0,-1 1 0,1-1 0,-1 1 0,0 0 0,0-1 0,1 1 0,-1 0 0,0-1 0,0 1 0,0 0 0,1-1 0,-1 1 0,0 0 0,0-1 0,0 1 0,0 0 0,-1 0 0,1-1 0,0 1 0,0 0 0,0-1 0,0 1 0,-1 0 0,1-1 0,0 1 0,-1 0 0,1-1 0,0 1 0,-1-1 0,1 1 0,-1-1 0,1 1 0,-1-1 0,1 1 0,-1-1 0,1 1 0,-1-1 0,0 0 0,1 1 0,-2-1 0,-7 4 0,0 0 0,0-1 0,0 0 0,-1 0 0,1-1 0,-1 0 0,-15 0 0,8 0 0,-22 2 0,0-2 0,-73-4 0,109 2-124,0-1 0,0 1 0,1-1 0,-1 0 0,0 1 0,1-1-1,-1 0 1,1-1 0,-1 1 0,-3-2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5:59.5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25 130 24575,'20'49'0,"-15"-36"0,0-1 0,0 0 0,1 0 0,12 18 0,-7-15 0,-9-11 0,0 0 0,1 0 0,0 0 0,0 0 0,0 0 0,0-1 0,1 0 0,0 1 0,-1-1 0,7 3 0,-10-6 0,1 1 0,-1-1 0,1 0 0,-1 0 0,1 0 0,-1 1 0,1-1 0,-1 0 0,1 0 0,-1 0 0,1 0 0,-1 0 0,1 0 0,-1 0 0,1 0 0,-1 0 0,1 0 0,-1-1 0,1 1 0,-1 0 0,1 0 0,-1 0 0,1-1 0,-1 1 0,1 0 0,-1 0 0,0-1 0,1 1 0,-1 0 0,1-1 0,-1 1 0,0-1 0,1 1 0,-1 0 0,0-1 0,0 1 0,1-1 0,-1 1 0,0-1 0,0 1 0,0-1 0,0 1 0,1-1 0,-1 1 0,0-1 0,0 1 0,0-1 0,0 1 0,0-1 0,0 1 0,0-1 0,0 1 0,-1-2 0,1-2 0,0-1 0,-1 1 0,0-1 0,-2-7 0,-7-17 0,-2 1 0,-18-31 0,-36-51 0,38 64 0,41 61 0,17 15 0,-22-23 0,3 4 0,1-1 0,1 0 0,0 0 0,1-2 0,0 1 0,19 7 0,-23-11 0,1-2 0,-1 1 0,1-1 0,0-1 0,0 0 0,0-1 0,0 0 0,0 0 0,22-3 0,-31 2 0,1 0 0,-1-1 0,0 1 0,0-1 0,0 0 0,0 0 0,0 1 0,0-1 0,0-1 0,0 1 0,-1 0 0,1 0 0,0-1 0,-1 1 0,1-1 0,0 1 0,-1-1 0,0 0 0,1 1 0,-1-1 0,0 0 0,0 0 0,1-3 0,1-3 0,0-1 0,-1 0 0,0 1 0,1-14 0,1-4 0,-4 26 0,0 0 0,0 0 0,0 0 0,0 0 0,0 0 0,0 0 0,0 0 0,0 0 0,0 0 0,0 0 0,0 0 0,0 0 0,0-1 0,0 1 0,0 0 0,0 0 0,0 0 0,0 0 0,0 0 0,0 0 0,0 0 0,1 0 0,-1 0 0,0 0 0,0 0 0,0 0 0,0 0 0,0 0 0,0 0 0,0-1 0,0 1 0,0 0 0,0 0 0,0 0 0,0 0 0,0 0 0,0 0 0,0 0 0,1 0 0,-1 0 0,0 0 0,0 0 0,0 0 0,0 0 0,0 0 0,0 0 0,0 0 0,0 0 0,0 0 0,0 0 0,0 0 0,0 0 0,1 0 0,-1 0 0,0 0 0,0 0 0,0 0 0,0 1 0,0-1 0,0 0 0,0 0 0,0 0 0,0 0 0,4 7 0,3 9 0,5 24 40,3 0 0,20 37 0,-23-53-337,1-2 0,1 0 0,1 0 0,26 27 0,-32-39-6529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0.3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89 114 24575,'0'-11'0,"0"5"0,0 13 0,0 18 0,0 9 0,0-1 0,-9 50 0,8-74 0,-2 4 0,1-13 0,-1-8 0,-2-11 0,2-1 0,-2-32 0,0 4 0,5 47 0,-4-26 0,1 0 0,1-47 0,2 73 0,0 0 0,0 0 0,0-1 0,0 1 0,1 0 0,-1 0 0,0 0 0,1 0 0,-1 0 0,0 0 0,1 0 0,-1 0 0,1 0 0,-1 0 0,1 0 0,0 0 0,0 0 0,-1 1 0,1-1 0,2-1 0,-2 1 0,0 1 0,0 0 0,0-1 0,0 1 0,0 0 0,0 0 0,0 0 0,0 0 0,0 0 0,0 0 0,1 0 0,-1 0 0,0 0 0,0 1 0,0-1 0,0 0 0,1 1 0,6 3 0,-1 0 0,1 0 0,-1 1 0,9 7 0,-11-8 0,65 53 0,34 24 0,-87-70 0,-11-8 0,0 1 0,0 0 0,0 0 0,9 10 0,-15-14 0,0 0 0,1 0 0,-1 0 0,0 0 0,0 1 0,0-1 0,0 0 0,0 0 0,0 0 0,0 0 0,0 1 0,0-1 0,0 0 0,0 0 0,0 0 0,-1 1 0,1-1 0,0 0 0,0 0 0,0 0 0,0 0 0,0 1 0,0-1 0,0 0 0,0 0 0,0 0 0,-1 0 0,1 0 0,0 0 0,0 1 0,0-1 0,0 0 0,0 0 0,-1 0 0,1 0 0,0 0 0,0 0 0,0 0 0,0 0 0,-1 0 0,1 0 0,0 0 0,0 0 0,0 0 0,-1 0 0,1 0 0,0 0 0,0 0 0,0 0 0,0 0 0,-1 0 0,1 0 0,0 0 0,0 0 0,-14 1 0,14-1 0,-128-9 0,12 0 0,105 9-120,-2 1-191,0-2 0,0 0-1,-17-3 1,18 1-6515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0.7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 24575,'0'-1'0,"0"1"0,0 0 0,0-1 0,1 1 0,-1-1 0,0 1 0,0-1 0,1 1 0,-1 0 0,0-1 0,1 1 0,-1-1 0,0 1 0,1 0 0,-1-1 0,1 1 0,-1 0 0,0 0 0,1-1 0,-1 1 0,1 0 0,-1 0 0,1 0 0,-1 0 0,1-1 0,-1 1 0,2 0 0,-1 1 0,-1-1 0,1 0 0,0 1 0,0-1 0,-1 0 0,1 1 0,0-1 0,0 1 0,-1-1 0,1 1 0,0 0 0,-1-1 0,1 1 0,0 1 0,3 4 0,-1-1 0,1 1 0,2 8 0,-5-12 0,7 19 0,-1 0 0,-1 1 0,3 23 0,-4-20 0,15 45 0,-20-68 0,1 0 0,0-1 0,0 1 0,0 0 0,0-1 0,0 1 0,0-1 0,0 1 0,0-1 0,0 0 0,1 1 0,-1-1 0,1 0 0,-1 0 0,1 0 0,-1 0 0,1 0 0,0 0 0,-1 0 0,1-1 0,0 1 0,0-1 0,-1 1 0,1-1 0,0 0 0,0 0 0,0 1 0,0-1 0,2-1 0,5 0 0,1 0 0,-1-1 0,0-1 0,16-6 0,10-1 0,38-4-1365,-60 12-5461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1.2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24575,'0'-7'0,"-1"-2"0,5 14 0,0 10 0,-1 0 0,0 0 0,2 30 0,1 9 0,-4-41 0,-1-7 0,-1 0 0,2 0 0,-1 1 0,3 5 0,-3-10 0,-1-1 0,1 0 0,-1 0 0,1 0 0,-1 0 0,1 0 0,0 0 0,0 0 0,-1 0 0,1 0 0,0 0 0,0 0 0,0-1 0,0 1 0,0 0 0,0-1 0,0 1 0,0-1 0,0 1 0,0-1 0,1 1 0,-1-1 0,0 0 0,0 1 0,0-1 0,3 0 0,4-1 0,-1 0 0,1 0 0,-1 0 0,0-1 0,12-5 0,-10 4 0,0 0 0,19-3 0,-13 4-227,-1 1-1,1 0 1,-1 1-1,1 0 1,28 5-1,-34-2-6598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1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24575,'3'7'0,"0"6"0,0 4 0,0 4 0,1-1 0,1-1 0,-2-1 0,3-1 0,-1 2 0,-1 0 0,2-4 0,-1-1 0,-1-1 0,2 0 0,-1 1 0,-1-3-8191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2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89 24575,'50'-16'0,"1"2"0,0 2 0,79-8 0,-130 20 0,10 0 0,1-1 0,-1-1 0,0 0 0,0 0 0,11-4 0,-21 6 0,0 0 0,1 0 0,-1 0 0,0 0 0,0 0 0,0-1 0,0 1 0,1 0 0,-1 0 0,0 0 0,0 0 0,0 0 0,1 0 0,-1 0 0,0 0 0,0 0 0,0 0 0,0-1 0,0 1 0,1 0 0,-1 0 0,0 0 0,0 0 0,0 0 0,0-1 0,0 1 0,0 0 0,0 0 0,0 0 0,0 0 0,1-1 0,-1 1 0,0 0 0,0 0 0,0 0 0,0-1 0,0 1 0,0 0 0,0 0 0,0 0 0,0-1 0,0 1 0,0 0 0,-1 0 0,1-1 0,-10-2 0,-15-1 0,13 4 0,-1 1 0,1 0 0,0 0 0,0 2 0,0-1 0,0 1 0,0 1 0,0 0 0,1 1 0,0 0 0,0 1 0,-16 10 0,22-12 0,0 1 0,1-1 0,-1 1 0,1 0 0,0 0 0,1 1 0,-1-1 0,1 1 0,0 0 0,0 0 0,1 0 0,-3 8 0,4-11 0,0 0 0,1 0 0,-1 0 0,1 0 0,-1 0 0,1 0 0,0 0 0,0 0 0,1 0 0,-1 0 0,1 0 0,-1 0 0,1 0 0,0 0 0,0-1 0,0 1 0,0 0 0,1 0 0,-1-1 0,1 1 0,-1-1 0,1 1 0,0-1 0,0 0 0,0 0 0,1 1 0,-1-2 0,3 3 0,4 1 0,0-1 0,-1 0 0,2 0 0,-1-1 0,0-1 0,0 1 0,1-2 0,-1 1 0,17 0 0,-14-1 0,-12-1 0,1-1 0,-1 1 0,1 0 0,-1 0 0,1 0 0,0 0 0,-1 1 0,1-1 0,-1 0 0,1 0 0,-1 0 0,1 0 0,0 0 0,-1 1 0,1-1 0,-1 0 0,1 1 0,-1-1 0,1 0 0,-1 1 0,0-1 0,1 0 0,-1 1 0,1-1 0,-1 1 0,0-1 0,1 1 0,-1-1 0,0 1 0,1-1 0,-1 1 0,0-1 0,0 1 0,0-1 0,0 1 0,1 0 0,-1-1 0,0 1 0,0-1 0,0 1 0,0 0 0,0-1 0,0 1 0,0-1 0,-1 1 0,1-1 0,0 1 0,0 0 0,0-1 0,-1 1 0,1-1 0,0 1 0,0-1 0,-1 1 0,-2 5 0,-1-1 0,1 0 0,-1 0 0,-5 5 0,5-5 0,-9 9 0,4-4 0,0 0 0,-7 12 0,15-20 0,-1 0 0,1 0 0,0 0 0,0 1 0,0-1 0,0 0 0,0 1 0,0-1 0,1 1 0,-1-1 0,1 1 0,-1-1 0,1 1 0,0-1 0,0 1 0,1 4 0,0-6 0,-1 0 0,1 1 0,0-1 0,-1 0 0,1 0 0,0 0 0,0 0 0,0 0 0,0 0 0,0 0 0,0 0 0,0 0 0,1 0 0,-1-1 0,0 1 0,0 0 0,1-1 0,-1 1 0,0-1 0,1 1 0,-1-1 0,0 0 0,1 0 0,-1 0 0,2 1 0,7-1 0,0 1 0,15-2 0,-15 0 0,8 0-170,0-1-1,0 0 0,0-1 1,-1-1-1,1-1 0,-1-1 1,18-7-1,-25 8-6655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3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0 229 24575,'22'37'0,"-2"0"0,18 46 0,-22-45 0,-14-34 0,-1-1 0,0-1 0,0 1 0,1-1 0,-1 1 0,1-1 0,-1 1 0,1-1 0,2 3 0,-2-6 0,-2-3 0,-2-7 0,-46-123 0,34 99 0,6 15 0,1-1 0,1 0 0,1 0 0,1-1 0,1 1 0,0-1 0,2 0 0,1-26 0,0 46 0,0-1 0,1 1 0,-1 0 0,0 0 0,1 0 0,-1 0 0,1 0 0,0 0 0,0 0 0,0 0 0,0 0 0,0 0 0,0 0 0,0 1 0,1-1 0,-1 0 0,1 1 0,-1-1 0,1 1 0,-1-1 0,1 1 0,0 0 0,0 0 0,0 0 0,0 0 0,0 0 0,0 0 0,0 1 0,0-1 0,0 0 0,0 1 0,0 0 0,0-1 0,0 1 0,1 0 0,2 0 0,2 1 0,0 0 0,1 0 0,-1 1 0,0 0 0,0 0 0,-1 0 0,1 1 0,0 0 0,9 6 0,-5-2 0,0 0 0,-1 0 0,1 1 0,-2 1 0,10 9 0,-17-16 0,-1 0 0,1 1 0,0-1 0,-1 0 0,0 1 0,0-1 0,1 1 0,-1-1 0,-1 1 0,1 0 0,0-1 0,0 6 0,-1-6 0,0 1 0,-1-1 0,1 0 0,0 0 0,-1 1 0,0-1 0,1 0 0,-1 0 0,0 0 0,0 0 0,0 0 0,-1 0 0,1 0 0,0 0 0,-1-1 0,1 1 0,-1 0 0,-1 1 0,-12 10 0,-20 12 0,2-1 0,31-22 0,0 0 0,0-1 0,0 1 0,1 0 0,-1 0 0,0 0 0,1 0 0,-1 1 0,1-1 0,0 0 0,0 1 0,0-1 0,0 0 0,-1 4 0,2-4 0,0-1 0,0 0 0,0 0 0,0 0 0,0 1 0,0-1 0,1 0 0,-1 0 0,0 0 0,1 0 0,-1 1 0,1-1 0,-1 0 0,1 0 0,-1 0 0,1 0 0,0 0 0,-1 0 0,1 0 0,0 0 0,0-1 0,0 1 0,0 0 0,0 0 0,0-1 0,0 1 0,0-1 0,0 1 0,0 0 0,0-1 0,0 0 0,2 1 0,27 8 0,1-1 0,54 6 0,-10-2 0,-66-9-341,0-1 0,-1 1-1,14 7 1,-10-4-6485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4.3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206 103 24575,'-1'-4'0,"1"0"0,-1 0 0,0 0 0,-1 0 0,1 0 0,0 0 0,-1 1 0,0-1 0,0 0 0,0 1 0,-1-1 0,1 1 0,-1 0 0,1 0 0,-1 0 0,0 0 0,-1 0 0,1 1 0,-6-4 0,3 2 0,0 0 0,-1 0 0,1 1 0,-1 0 0,0 0 0,0 1 0,0 0 0,0 0 0,0 1 0,-12-2 0,15 3 0,1 0 0,0 1 0,0-1 0,0 1 0,-1-1 0,1 1 0,0 0 0,0 0 0,0 1 0,0-1 0,0 1 0,0-1 0,1 1 0,-1 0 0,1 0 0,-1 0 0,1 0 0,-1 0 0,1 1 0,-2 2 0,3-3 0,0 0 0,-1 0 0,1 0 0,0 0 0,0 0 0,1 1 0,-1-1 0,0 0 0,1 0 0,-1 1 0,1-1 0,0 0 0,0 1 0,0-1 0,0 0 0,0 1 0,0-1 0,1 0 0,-1 1 0,1-1 0,0 0 0,-1 0 0,1 1 0,0-1 0,0 0 0,1 0 0,2 4 0,-1-2 0,1 1 0,1-1 0,-1 0 0,1 0 0,0 0 0,-1-1 0,2 1 0,-1-1 0,7 3 0,-2-2 0,-1-1 0,1 1 0,0-1 0,17 2 0,-25-5 0,1 1 0,0-1 0,-1 0 0,1 0 0,0 0 0,-1 0 0,1-1 0,0 1 0,-1-1 0,1 0 0,-1 1 0,1-1 0,-1 0 0,1-1 0,-1 1 0,0 0 0,1-1 0,-1 1 0,3-3 0,-3 1 0,1 0 0,-1 0 0,0 0 0,0 0 0,-1 0 0,1 0 0,0 0 0,-1 0 0,0-1 0,0 1 0,0 0 0,0-1 0,0-6 0,-1 10 0,0-1 0,0 1 0,0-1 0,0 1 0,0-1 0,0 1 0,0-1 0,1 1 0,-1-1 0,0 1 0,0 0 0,0-1 0,0 1 0,1-1 0,-1 1 0,0-1 0,0 1 0,1 0 0,-1-1 0,0 1 0,1-1 0,-1 1 0,1 0 0,-1 1 0,0-1 0,1 0 0,-1 0 0,0 0 0,1 0 0,-1 0 0,0 0 0,1 1 0,-1-1 0,0 0 0,0 0 0,1 0 0,-1 1 0,0-1 0,0 0 0,1 0 0,-1 1 0,0-1 0,0 0 0,1 1 0,14 27 0,-7-14 0,-4-8-100,4 7-322,1 0 1,20 22-1,-21-28-6404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4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1 24575,'-1'7'0,"0"0"0,1-1 0,-4 10 0,3-12 0,0 1 0,0-1 0,0 1 0,1 0 0,0 0 0,-1-1 0,2 1 0,-1 0 0,1 5 0,2-2 0,0 1 0,0-1 0,0 0 0,1 1 0,1-1 0,-1-1 0,1 1 0,1-1 0,-1 0 0,1 0 0,11 10 0,6 2 0,1 0 0,30 16 0,-45-29 0,-8-5 0,1 0 0,-1 0 0,1 0 0,-1 0 0,0 0 0,0 0 0,0 0 0,0 0 0,0 1 0,0-1 0,0 0 0,0 1 0,0-1 0,0 1 0,-1-1 0,1 1 0,-1-1 0,1 1 0,-1-1 0,1 4 0,-1-4 0,-1 0 0,1 0 0,0 0 0,0 0 0,-1 0 0,1 0 0,-1 0 0,1 0 0,-1 0 0,0 0 0,1 0 0,-1 0 0,0 0 0,1 0 0,-1 0 0,0-1 0,0 1 0,0 0 0,0 0 0,0-1 0,0 1 0,0-1 0,0 1 0,0-1 0,0 0 0,0 1 0,0-1 0,0 0 0,0 0 0,-2 1 0,-19 2-11,-1-1 1,1-1-1,-37-3 0,14 0-1311,22 2-5504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5.6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30 153 24575,'-4'-7'0,"0"7"0,-1 14 0,3 23 0,2-37 0,0 24 0,5 35 0,-4-50 0,1 0 0,0 0 0,0 0 0,1 0 0,0-1 0,1 1 0,4 7 0,-8-16 0,0 1 0,0-1 0,0 0 0,1 1 0,-1-1 0,0 1 0,0-1 0,0 0 0,1 1 0,-1-1 0,0 0 0,1 0 0,-1 1 0,0-1 0,1 0 0,-1 1 0,0-1 0,1 0 0,-1 0 0,0 0 0,1 0 0,-1 1 0,1-1 0,1-8 0,-4-14 0,-20-88 0,12 62 0,-9-95 0,21 117 0,-2 26 0,0-1 0,0 1 0,0-1 0,0 1 0,0 0 0,0-1 0,1 1 0,-1-1 0,0 1 0,0 0 0,0-1 0,1 1 0,-1 0 0,0-1 0,1 1 0,-1 0 0,0-1 0,1 1 0,-1 0 0,1-1 0,-1 1 0,1 0 0,-1 0 0,1 0 0,-1 1 0,1-1 0,-1 0 0,1 0 0,-1 0 0,1 0 0,-1 1 0,1-1 0,-1 0 0,1 0 0,-1 1 0,0-1 0,1 0 0,-1 1 0,0-1 0,1 0 0,-1 1 0,0-1 0,1 1 0,-1 0 0,37 52 0,-25-34 0,16 20 0,0-6 0,55 49 0,-67-69 0,1 0 0,0 0 0,1-1 0,0-2 0,29 14 0,-45-24 0,-1 1 0,0-1 0,0 1 0,0-1 0,0 1 0,1-1 0,-1 1 0,0-1 0,0 0 0,1 0 0,-1 0 0,0 0 0,1 0 0,-1 0 0,0 0 0,0 0 0,1 0 0,-1-1 0,0 1 0,0 0 0,1-1 0,-1 1 0,0-1 0,0 0 0,0 1 0,0-1 0,0 0 0,0 1 0,0-1 0,0 0 0,1-1 0,0-1 0,-1 0 0,1-1 0,-1 1 0,0 0 0,0 0 0,0 0 0,-1-1 0,1 1 0,-1 0 0,0-1 0,0-2 0,1-20 0,-1 0 0,-5-31 0,3 49 0,1-1 0,-1 1 0,-1 1 0,1-1 0,-1 0 0,-1 0 0,1 1 0,-1 0 0,0 0 0,-1 0 0,-6-7 0,-2 0-1365,1 2-5461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8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78 24575,'-3'-7'0,"1"-1"0,-1 1 0,-1 1 0,1-1 0,-1 0 0,-8-9 0,11 14 0,0 0 0,-1 1 0,1-1 0,-1 1 0,1 0 0,-1-1 0,1 1 0,-1 0 0,0 0 0,0 0 0,0 0 0,1 1 0,-1-1 0,0 0 0,0 1 0,0-1 0,0 1 0,0 0 0,0 0 0,0-1 0,0 1 0,0 1 0,-1-1 0,1 0 0,0 0 0,0 1 0,0-1 0,1 1 0,-4 1 0,0 0 0,-1 1 0,1 1 0,0-1 0,-1 1 0,2 0 0,-1 0 0,0 1 0,1-1 0,-7 9 0,9-10 0,0 0 0,0 0 0,0 0 0,0 0 0,1 0 0,-1 0 0,1 1 0,0-1 0,0 0 0,0 1 0,0-1 0,1 1 0,-1-1 0,1 1 0,0-1 0,0 1 0,0 0 0,1 5 0,0-7 0,0 1 0,1-1 0,-1 1 0,1-1 0,-1 1 0,1-1 0,0 0 0,0 0 0,0 0 0,0 0 0,0 0 0,0 0 0,1-1 0,-1 1 0,0-1 0,1 1 0,0-1 0,-1 0 0,1 0 0,0 0 0,4 1 0,3 0 0,1 0 0,0 0 0,0-1 0,14-1 0,-23 0 0,1 0 0,-1 0 0,1 0 0,-1-1 0,1 1 0,-1-1 0,1 1 0,-1-1 0,1 0 0,-1 0 0,0 0 0,0 0 0,1-1 0,-1 1 0,0 0 0,3-3 0,-3 1 0,-1 1 0,1 0 0,0-1 0,-1 0 0,1 1 0,-1-1 0,0 0 0,0 1 0,0-1 0,0 0 0,0 0 0,-1 0 0,1-6 0,-1-12 0,0 15 0,-1 16 0,1 17 0,1 0 0,2 0 0,0 0 0,9 32 0,36 105 0,-24-91 0,-23-69 0,1 2 0,0 1 0,0-1 0,-1 1 0,1 10 0,-2-17 0,0 1 0,0 0 0,0 0 0,0 0 0,0-1 0,0 1 0,0 0 0,0 0 0,0-1 0,-1 1 0,1 0 0,0 0 0,0-1 0,-1 1 0,1 0 0,-1 0 0,1-1 0,0 1 0,-1-1 0,1 1 0,-1 0 0,1-1 0,-1 1 0,0-1 0,1 1 0,-1-1 0,0 1 0,1-1 0,-1 0 0,0 1 0,1-1 0,-1 0 0,0 0 0,0 1 0,0-1 0,1 0 0,-1 0 0,0 0 0,0 0 0,1 0 0,-1 0 0,0 0 0,0 0 0,0 0 0,1 0 0,-1-1 0,0 1 0,-1-1 0,-2 0 0,1 0 0,-1-1 0,0 0 0,1 1 0,0-1 0,-1-1 0,1 1 0,0 0 0,-5-5 0,-26-30 0,18 19 0,13 14 0,-1-1 0,1 1 0,0 0 0,0-1 0,0 0 0,1 0 0,-1 0 0,1 0 0,0 0 0,1 0 0,-1 0 0,1-1 0,0 1 0,1 0 0,-1-1 0,1 1 0,0-1 0,0 1 0,1 0 0,0-1 0,2-10 0,-1 9 0,1-1 0,0 1 0,1 0 0,-1 0 0,1 0 0,1 0 0,-1 1 0,1-1 0,0 1 0,0 0 0,1 1 0,0-1 0,0 1 0,10-6 0,18-8 0,0 1 0,1 3 0,57-19 0,10-4 0,-90 33 0,1-1 0,14-9 0,-23 12 0,-1 1 0,0-1 0,1 1 0,-1-1 0,0 0 0,0 0 0,0-1 0,-1 1 0,1-1 0,-1 1 0,3-6 0,-5 9 0,0-1 0,0 1 0,1-1 0,-1 1 0,0 0 0,0-1 0,0 1 0,1-1 0,-1 1 0,0-1 0,0 1 0,0-1 0,0 1 0,0 0 0,0-1 0,0 1 0,0-1 0,0 1 0,0-1 0,-1 1 0,1-1 0,0 1 0,0 0 0,0-1 0,0 1 0,-1-1 0,1 1 0,0 0 0,0-1 0,-1 1 0,1-1 0,0 1 0,-1 0 0,1 0 0,0-1 0,-1 1 0,1 0 0,0-1 0,-1 1 0,1 0 0,-1 0 0,1 0 0,-1 0 0,1-1 0,0 1 0,-1 0 0,1 0 0,-1 0 0,1 0 0,-1 0 0,0 0 0,-1 0 0,0 0 0,-1 0 0,1 0 0,0 1 0,-1-1 0,1 1 0,0-1 0,-4 3 0,0 0 0,0 0 0,1 1 0,-1 0 0,1 0 0,0 1 0,1-1 0,-1 1 0,1 0 0,0 1 0,0-1 0,0 1 0,1-1 0,0 1 0,0 0 0,0 0 0,-3 13 0,5-15 0,0-1 0,0 1 0,1 0 0,-1 0 0,1 0 0,0 0 0,0 0 0,0 0 0,0-1 0,1 1 0,-1 0 0,1 0 0,0 0 0,1-1 0,-1 1 0,0 0 0,1-1 0,0 1 0,0-1 0,0 0 0,0 1 0,1-1 0,-1 0 0,1 0 0,0-1 0,0 1 0,0-1 0,0 1 0,6 3 0,-5-4-54,0 0-1,0 0 0,0-1 1,1 1-1,-1-1 1,0 0-1,1 0 0,-1-1 1,1 1-1,-1-1 1,1 0-1,-1 0 0,1 0 1,-1-1-1,1 0 0,-1 0 1,1 0-1,-1 0 1,0-1-1,0 1 0,0-1 1,0 0-1,0 0 1,7-5-1,-2-2-6771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8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24575,'8'15'0,"5"10"0,2 6 0,2 5 0,0 4 0,0 3 0,-4-2 0,0 1 0,-1 0 0,-2-1 0,0-4 0,-2-5 0,-2-2 0,0-5 0,-1-4 0,-1-3 0,-2-1 0,0-5-8191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8.5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458 107 24575,'-13'-12'0,"0"0"0,-1 0 0,0 2 0,0 0 0,-31-16 0,36 22 0,-1 0 0,0 0 0,0 1 0,0 0 0,-1 1 0,1 0 0,-1 1 0,1 0 0,-1 1 0,1 0 0,-14 1 0,-152 35-671,157-31-23,5-2-6132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8.9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260 0 24575,'-25'0'0,"-31"4"0,49-3 0,-1 1 0,0-1 0,0 2 0,1-1 0,-1 1 0,1 0 0,-14 8 0,19-10 0,0 0 0,-1 1 0,1-1 0,0 1 0,0 0 0,1 0 0,-1 0 0,0 0 0,1 0 0,-1 0 0,1 0 0,0 1 0,-1-1 0,1 0 0,0 1 0,1-1 0,-1 1 0,-1 4 0,2-3 0,0 0 0,0 0 0,1 0 0,-1-1 0,1 1 0,0 0 0,0 0 0,0 0 0,0-1 0,1 1 0,2 4 0,3 4 0,0 0 0,1-1 0,1 0 0,0-1 0,20 19 0,26 14 0,-11-9 0,-43-34 0,0 1 0,0-1 0,-1 1 0,1 0 0,0-1 0,0 1 0,-1 0 0,1 0 0,0-1 0,-1 1 0,1 0 0,-1 0 0,1 0 0,-1 0 0,1 0 0,-1 0 0,0 0 0,1 0 0,-1 0 0,0 0 0,0 0 0,0 0 0,0 0 0,0 0 0,0 0 0,0 2 0,-1-2 0,0 1 0,0-1 0,0 1 0,0-1 0,0 1 0,0-1 0,0 0 0,0 0 0,-1 1 0,1-1 0,0 0 0,-1 0 0,1 0 0,-3 0 0,-6 4 0,0 0 0,0-1 0,-20 4 0,-124 20-1365,122-24-5461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09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37 24575,'-7'-36'0,"24"96"0,12 47 0,-12-46 0,16 103 0,-20-74-1365,-12-78-5461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10.5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160 121 24575,'-4'-4'0,"-1"1"0,0 0 0,1 1 0,-1-1 0,0 1 0,-1 0 0,1 0 0,0 0 0,-1 1 0,1 0 0,0 0 0,-8-1 0,10 2 0,0 1 0,-1-1 0,1 0 0,0 1 0,0 0 0,0-1 0,0 1 0,0 0 0,0 1 0,0-1 0,0 1 0,0-1 0,1 1 0,-1 0 0,1 0 0,-1 0 0,1 0 0,0 0 0,-1 1 0,1-1 0,0 1 0,-2 4 0,0-1 0,1-1 0,0 1 0,0 0 0,0 0 0,-1 6 0,4-10 0,-1-1 0,1 1 0,0 0 0,0-1 0,-1 1 0,1 0 0,0-1 0,1 1 0,-1 0 0,0-1 0,0 1 0,1-1 0,-1 1 0,1 0 0,0-1 0,-1 1 0,1-1 0,0 0 0,0 1 0,0-1 0,0 1 0,0-1 0,0 0 0,0 0 0,1 1 0,3 2 0,-1-1 0,0 0 0,0-1 0,1 1 0,0-1 0,-1 0 0,1 0 0,0 0 0,0-1 0,0 0 0,0 0 0,0 0 0,1 0 0,5-1 0,-8 0 0,0 0 0,-1 0 0,1-1 0,0 1 0,0-1 0,0 1 0,-1-1 0,1 0 0,0 0 0,-1 0 0,1-1 0,-1 1 0,1 0 0,-1-1 0,0 0 0,0 0 0,1 1 0,-1-1 0,0 0 0,-1-1 0,1 1 0,0 0 0,-1 0 0,1-1 0,-1 1 0,3-6 0,1-13 0,-5 19 0,0 6 0,1 9 0,0-8 0,0 0 0,0 0 0,0 0 0,1 0 0,-1 0 0,2 0 0,-1 0 0,0 0 0,1-1 0,0 1 0,0-1 0,0 0 0,0 0 0,1 0 0,0 0 0,-1-1 0,2 1 0,-1-1 0,5 3 0,2 1 0,0-1 0,0 0 0,1-1 0,-1 0 0,1 0 0,24 4 0,-27-7 0,0-1 0,0 0 0,0-1 0,0 0 0,0 0 0,0-1 0,0 0 0,0-1 0,0 0 0,0 0 0,0-1 0,0 0 0,-1-1 0,0 0 0,0 0 0,0-1 0,0 1 0,0-2 0,-1 1 0,0-1 0,0 0 0,-1-1 0,0 0 0,6-8 0,-11 14 0,0 0 0,-1-1 0,1 1 0,-1-1 0,1 0 0,-1 1 0,1-1 0,-1 1 0,0-1 0,0 0 0,0 1 0,0-1 0,0 0 0,0 1 0,0-1 0,0 1 0,-1-1 0,1 0 0,-1 1 0,1-1 0,-1 1 0,0-1 0,1 1 0,-1-1 0,0 1 0,0 0 0,0-1 0,-2 0 0,-3-6 0,-1 1 0,0 0 0,-13-9 0,11 9 0,-8-8 0,2 4 0,0-2 0,1 0 0,-21-25 0,34 36 0,0 1 0,0 0 0,0-1 0,0 1 0,0-1 0,1 0 0,-1 1 0,0-1 0,1 0 0,-1 1 0,1-1 0,-1 0 0,1 0 0,0 1 0,0-1 0,0 0 0,0 0 0,0 0 0,0 1 0,1-4 0,0 3 0,0 1 0,0-1 0,0 1 0,0 0 0,0-1 0,0 1 0,0 0 0,0 0 0,1 0 0,-1 0 0,0 0 0,1 0 0,-1 0 0,0 0 0,1 1 0,-1-1 0,1 1 0,0-1 0,-1 1 0,1-1 0,-1 1 0,4 0 0,0-1 9,1 1 1,-1 0-1,0 0 0,0 0 0,0 1 1,0 0-1,0 0 0,0 0 0,0 1 0,0 0 1,-1 0-1,8 3 0,0 3-380,0-1-1,0 2 1,12 11 0,-14-12-6455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6:12.2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148 165 24575,'-7'-4'0,"-1"0"0,1 1 0,-1 0 0,0 0 0,1 0 0,-1 1 0,-1 0 0,1 1 0,-11-1 0,17 2 0,0 0 0,0 0 0,-1 0 0,1 0 0,0 0 0,-1 1 0,1-1 0,0 1 0,0-1 0,-1 1 0,1 0 0,0 0 0,0 0 0,0 0 0,0 1 0,0-1 0,0 0 0,1 1 0,-1-1 0,0 1 0,1 0 0,-1 0 0,1-1 0,-1 1 0,1 0 0,0 0 0,0 0 0,0 0 0,0 1 0,0-1 0,1 0 0,-1 0 0,1 0 0,-1 1 0,1-1 0,0 0 0,0 4 0,-1-4 0,1 1 0,0-1 0,1 0 0,-1 1 0,0-1 0,1 0 0,-1 1 0,1-1 0,0 0 0,0 0 0,0 0 0,0 0 0,0 0 0,0 0 0,1 0 0,-1 0 0,1 0 0,-1 0 0,1-1 0,-1 1 0,1 0 0,0-1 0,0 0 0,0 1 0,0-1 0,0 0 0,0 0 0,4 1 0,-4-1 0,0-1 0,0 1 0,0-1 0,0 1 0,0-1 0,1 0 0,-1 0 0,0 0 0,0 0 0,0 0 0,0-1 0,0 1 0,0-1 0,0 1 0,0-1 0,0 0 0,0 1 0,0-1 0,-1 0 0,1 0 0,0-1 0,0 1 0,-1 0 0,1-1 0,-1 1 0,1 0 0,-1-1 0,0 0 0,1 1 0,-1-1 0,0 0 0,1-3 0,2-7 0,-1 3 0,-2 18 0,-1 13 0,1 0 0,0-1 0,7 26 0,18 65 0,-24-105 0,8 28 0,8 41 0,-17-76 0,-1 1 0,0 0 0,0 0 0,0 0 0,0 0 0,0 0 0,0 0 0,0 0 0,0 0 0,0 0 0,0 0 0,0 0 0,0 0 0,-1 0 0,1 0 0,0 0 0,-1-1 0,1 1 0,-1 0 0,1 0 0,-1 0 0,1-1 0,-1 1 0,0 0 0,0 1 0,-1-2 0,1 1 0,0-1 0,-1 1 0,1-1 0,-1 0 0,1 1 0,0-1 0,-1 0 0,1 0 0,-1 0 0,1 0 0,-1 0 0,1-1 0,0 1 0,-2-1 0,-5-1 0,1 0 0,0-1 0,0 0 0,0 0 0,-8-6 0,8 5 0,1 0 0,0-1 0,1 0 0,-1-1 0,1 1 0,0-1 0,0 0 0,1 0 0,-1-1 0,1 1 0,1-1 0,0 0 0,-3-7 0,4 10 0,1 0 0,0 0 0,0-1 0,1 1 0,-1 0 0,1 0 0,0 0 0,0 0 0,0-1 0,0 1 0,1 0 0,0 0 0,0 0 0,0 0 0,0 0 0,1 0 0,-1 0 0,1 0 0,0 1 0,0-1 0,1 0 0,-1 1 0,1 0 0,-1 0 0,5-4 0,0 0 0,2 1 0,-1 0 0,1 0 0,0 1 0,0 0 0,1 0 0,15-5 0,75-17 0,-39 13 0,-46 10 0,55-18 0,-62 19 0,0-1 0,0 0 0,0 0 0,0-1 0,13-11 0,-17 12 0,0 0 0,-1-1 0,0 1 0,0-1 0,0 0 0,-1 0 0,1 0 0,-1 0 0,0 0 0,-1-1 0,1 1 0,-1 0 0,0-1 0,-1 1 0,1-1 0,-1 1 0,0-1 0,0 0 0,-1 1 0,0-1 0,0 1 0,-2-9 0,2 13 0,1 0 0,-1 0 0,0 0 0,1-1 0,-1 1 0,0 0 0,0 0 0,1 0 0,-1 0 0,0 0 0,0 0 0,0 0 0,0 0 0,0 1 0,-1-1 0,1 0 0,0 1 0,0-1 0,0 1 0,-1-1 0,0 0 0,0 1 0,0 0 0,0 0 0,0 0 0,0 0 0,0 1 0,0-1 0,1 0 0,-1 1 0,0-1 0,0 1 0,0 0 0,1 0 0,-3 1 0,-2 1 0,1 1 0,0 0 0,0 0 0,0 1 0,0-1 0,1 1 0,-7 9 0,9-11 0,0 0 0,1 0 0,-1 0 0,1 0 0,-1 0 0,1 0 0,0 1 0,0-1 0,1 1 0,-2 4 0,2-7 0,0 0 0,1 1 0,-1-1 0,0 0 0,0 0 0,0 0 0,1 0 0,-1 1 0,0-1 0,1 0 0,-1 0 0,1 0 0,0 0 0,-1 0 0,1 0 0,0 0 0,0 0 0,-1 0 0,1-1 0,0 1 0,0 0 0,0 0 0,0-1 0,0 1 0,0-1 0,0 1 0,0-1 0,0 1 0,0-1 0,0 1 0,1-1 0,-1 0 0,2 0 0,7 2 0,17 4 0,0 0 0,38 15 0,-52-16 0,0-1 0,25 6 0,-38-10 0,1 0 0,-1 0 0,1 1 0,-1-1 0,1 0 0,0 0 0,-1 0 0,1 0 0,-1 0 0,1 0 0,-1 0 0,1 0 0,-1 0 0,1 0 0,-1-1 0,1 1 0,-1 0 0,1 0 0,-1 0 0,1-1 0,-1 1 0,1 0 0,-1 0 0,0-1 0,1 1 0,0-1 0,-2-10 0,1 10 0,-1 0 0,1 1 0,0-1 0,0 0 0,0 0 0,0 0 0,0 0 0,0 0 0,0 0 0,0 1 0,0-1 0,0 0 0,0 0 0,1-1 0,-1 2 0,0 0 0,0 0 0,1-1 0,-1 1 0,0 0 0,0 0 0,0 0 0,1 0 0,-1 0 0,0 0 0,0 0 0,0 0 0,1 0 0,-1 0 0,0 0 0,0 0 0,1 0 0,-1 1 0,0-1 0,0 0 0,0 0 0,1 0 0,-1 0 0,0 0 0,0 0 0,0 0 0,0 1 0,1-1 0,-1 0 0,0 0 0,0 0 0,0 0 0,0 0 0,0 1 0,0-1 0,1 0 0,-1 0 0,0 0 0,0 1 0,0-1 0,7 11 0,-6-9 0,2 3 0,-2-4 0,0 1 0,0-1 0,0 1 0,0-1 0,0 1 0,0-1 0,1 0 0,-1 1 0,3 1 0,-4-3 0,0 0 0,0 0 0,0 0 0,1 0 0,-1 0 0,0 0 0,0 0 0,0-1 0,0 1 0,0 0 0,0 0 0,1 0 0,-1 0 0,0 0 0,0 0 0,0 0 0,0 0 0,0-1 0,0 1 0,0 0 0,0 0 0,0 0 0,0 0 0,0 0 0,1 0 0,-1-1 0,0 1 0,0 0 0,0 0 0,0 0 0,0 0 0,0 0 0,0-1 0,0 1 0,0 0 0,0 0 0,0 0 0,0 0 0,0-1 0,-1 1 0,1 0 0,0 0 0,0 0 0,0 0 0,0 0 0,0 0 0,0-1 0,0 1 0,-2-9 0,-5-7 0,2-1 0,0 0 0,1 0 0,0 0 0,2 0 0,0-1 0,1-30 0,1 45 0,0 0 0,1 0 0,-1 0 0,1 0 0,0 0 0,0 0 0,0 0 0,0 0 0,1 0 0,-1 1 0,1-1 0,-1 0 0,1 1 0,0-1 0,0 1 0,0 0 0,3-3 0,-3 4 0,0 0 0,0 0 0,0 0 0,0 0 0,0 0 0,0 1 0,0-1 0,0 1 0,0-1 0,0 1 0,1 0 0,-1-1 0,0 1 0,0 0 0,0 0 0,0 1 0,1-1 0,-1 0 0,0 1 0,0 0 0,0-1 0,0 1 0,0 0 0,0 0 0,3 2 0,17 13-1365,-14-8-5461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38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1161 15 24575,'52'-5'0,"-1"-1"0,70 2 0,-113 5 0,0-1 0,0 1 0,0 1 0,0-1 0,0 2 0,-1-1 0,1 1 0,13 6 0,-21-9 0,0 0 0,0 0 0,0 0 0,0 0 0,0 1 0,0-1 0,0 0 0,0 0 0,1 0 0,-1 0 0,0 0 0,0 0 0,0 0 0,0 0 0,0 0 0,0 1 0,0-1 0,0 0 0,0 0 0,0 0 0,0 0 0,0 0 0,0 0 0,0 0 0,0 1 0,0-1 0,0 0 0,0 0 0,0 0 0,0 0 0,0 0 0,0 0 0,0 1 0,0-1 0,0 0 0,0 0 0,0 0 0,0 0 0,0 0 0,0 0 0,0 0 0,-1 1 0,-5 3 0,-9 1 0,-17 0 0,0-1 0,0-2 0,-58-3 0,36 0 0,-200-7 0,-5 0 0,-36 0 0,-19 1 0,228 8 0,166-1-18,739 9-792,-305 9 810,-476-17 0,-16-1 0,0 1 0,37 6 0,-54-5 35,-5-1 59,-11 2 191,-18-1 129,-374-10-414,339 5 0,-515-2 0,337 6 0,111-1 0,130-1 0,6-2 0,5-1 0,30-2-1365,-27 5-5461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39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4 136 24575,'0'1'0,"-1"0"0,1 0 0,-1 0 0,1 0 0,0 0 0,-1 0 0,1 0 0,0 0 0,0 0 0,0 0 0,0 0 0,0 0 0,0 0 0,0 0 0,0 0 0,0 0 0,1 0 0,-1 0 0,0 0 0,1 0 0,-1 0 0,0 0 0,2 2 0,12 22 0,-13-24 0,11 16 0,1-1 0,1 0 0,0-1 0,1-1 0,29 23 0,-14-16 0,1-1 0,47 23 0,-66-38 0,-1 1 0,1-2 0,1 0 0,-1 0 0,21 3 0,-30-7 0,0 0 0,0 0 0,0 0 0,1 0 0,-1 0 0,0 0 0,0-1 0,0 0 0,0 0 0,0 0 0,0 0 0,4-2 0,-5 2 0,-1 0 0,1-1 0,0 1 0,0-1 0,-1 0 0,1 1 0,-1-1 0,1 0 0,-1 0 0,0 0 0,0 0 0,0 0 0,0 0 0,0 0 0,0-1 0,0 1 0,-1 0 0,1-5 0,0 1 0,-1 0 0,0 0 0,0 0 0,0 0 0,-1 0 0,0 0 0,0-1 0,0 2 0,-1-1 0,-3-9 0,-4-4 0,-19-31 0,20 37 0,8 13 0,0 0 0,0 0 0,0 0 0,0 0 0,0 0 0,-1 0 0,1 0 0,0 0 0,0 0 0,0 0 0,0 0 0,0 0 0,0 0 0,0-1 0,0 1 0,0 0 0,0 0 0,0 0 0,-1 0 0,1 0 0,0 0 0,0 0 0,0 0 0,0 0 0,0 0 0,0 0 0,0-1 0,0 1 0,0 0 0,0 0 0,0 0 0,0 0 0,0 0 0,0 0 0,0 0 0,0 0 0,0-1 0,0 1 0,0 0 0,0 0 0,0 0 0,0 0 0,0 0 0,0 0 0,0 0 0,0 0 0,1 0 0,-1-1 0,0 1 0,0 0 0,0 0 0,0 0 0,0 0 0,0 0 0,0 0 0,0 0 0,0 0 0,0 0 0,0 0 0,0 0 0,1 0 0,-1 0 0,0 0 0,0 0 0,0 0 0,0 0 0,0 0 0,10 5 0,18 15 0,-23-16 0,9 5 0,0-1 0,0 0 0,1-1 0,-1 0 0,24 6 0,-13-6 0,0-1 0,44 5 0,-60-10 0,-1-1 0,1 0 0,0 0 0,-1 0 0,1-1 0,-1-1 0,0 0 0,1 0 0,8-3 0,-14 4 0,0-1 0,0 1 0,-1-1 0,1 1 0,0-1 0,-1 0 0,1 0 0,-1 0 0,0-1 0,1 1 0,-1 0 0,0-1 0,-1 0 0,1 1 0,0-1 0,-1 0 0,1 0 0,-1 0 0,0 0 0,0 0 0,0 0 0,0 0 0,-1 0 0,1 0 0,-1-1 0,0 1 0,0-5 0,-1 0 0,0-1 0,-1 1 0,0-1 0,0 1 0,-1 0 0,0-1 0,0 1 0,-1 1 0,0-1 0,-1 0 0,1 1 0,-1 0 0,-1 0 0,1 0 0,-10-7 0,4 3 0,0 1 0,-1 1 0,0 0 0,-1 1 0,0 0 0,0 1 0,0 0 0,-18-5 0,19 9-227,0 0-1,0 0 1,0 1-1,-1 1 1,-14 0-1,12 1-6598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39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24575,'0'5'0,"0"4"0,0 3 0,2 2 0,2 2 0,1-1 0,4-1 0,2-2 0,1 0 0,2 1 0,4 0 0,0-2 0,1 0 0,-2-2 0,0-3 0,-3-2-8191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0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24575,'0'5'0,"2"4"0,2 3 0,-1 0-8191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77 24575,'29'23'0,"13"7"0,-38-28 0,-1 0 0,1 0 0,0 0 0,0 0 0,0-1 0,0 0 0,0 0 0,0 0 0,6 1 0,-9-2 0,1 0 0,0-1 0,0 1 0,-1 0 0,1 0 0,0-1 0,-1 1 0,1-1 0,0 0 0,-1 1 0,1-1 0,-1 0 0,1 0 0,-1 0 0,0 0 0,1 0 0,-1 0 0,0 0 0,0-1 0,1 1 0,-1 0 0,0-1 0,0 1 0,-1-1 0,1 1 0,0-1 0,0 1 0,-1-1 0,1 1 0,0-4 0,1-5 0,0 1 0,0-1 0,-1-1 0,0-9 0,0 7 0,-1 12 0,0-1 0,0 0 0,0 0 0,1 1 0,-1-1 0,0 0 0,1 1 0,-1-1 0,1 1 0,0-1 0,0 1 0,-1-1 0,1 1 0,0-1 0,0 1 0,0 0 0,1-1 0,-1 1 0,0 0 0,0 0 0,1 0 0,-1 0 0,0 0 0,1 0 0,-1 0 0,1 1 0,0-1 0,-1 0 0,1 1 0,-1-1 0,1 1 0,0 0 0,-1-1 0,1 1 0,0 0 0,0 0 0,-1 0 0,1 0 0,2 1 0,5 0 0,0 1 0,0 0 0,0 0 0,0 1 0,0 1 0,8 3 0,133 77-401,-123-68-563,-15-8-5862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0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193 385 24575,'-5'1'0,"-11"2"0,-1 1 0,-19 7 0,32-9 0,0-1 0,0 1 0,0 0 0,0 0 0,0 1 0,1-1 0,-1 1 0,1 0 0,0 0 0,0 0 0,0 0 0,0 0 0,0 1 0,-2 4 0,4-6 0,0-1 0,0 1 0,1 0 0,-1 0 0,1-1 0,-1 1 0,1 0 0,0 0 0,-1 0 0,1 0 0,0 0 0,0-1 0,1 1 0,-1 0 0,0 0 0,0 0 0,1 0 0,1 2 0,-1-1 0,0 0 0,1-1 0,-1 1 0,1-1 0,0 0 0,0 1 0,0-1 0,0 0 0,0 0 0,1 0 0,2 1 0,-1 0 0,-1-1 0,1 0 0,0 0 0,0 0 0,0 0 0,1-1 0,-1 0 0,0 0 0,1 0 0,-1 0 0,0-1 0,1 1 0,-1-1 0,1 0 0,8-1 0,-10-1 0,0 1 0,1 0 0,-1-1 0,0 0 0,0 0 0,0 0 0,0 0 0,0 0 0,0-1 0,-1 1 0,1-1 0,-1 1 0,0-1 0,0 0 0,0 0 0,0 0 0,0 0 0,0-1 0,-1 1 0,0 0 0,0-1 0,0 1 0,1-8 0,0-1 0,0 0 0,-1 0 0,0 0 0,-2 0 0,-2-24 0,-1 16 0,0-1 0,-2 1 0,-1 0 0,0 0 0,-1 1 0,-21-35 0,-3 4 0,-45-53 0,72 95 0,3 5 0,0 1 0,1-1 0,-1 1 0,0-1 0,0 1 0,-1 0 0,1 0 0,0 0 0,-1 0 0,1 0 0,-1 0 0,0 0 0,-3-1 0,6 3 0,-1 1 0,1-1 0,0 0 0,-1 0 0,1 0 0,0 0 0,-1 0 0,1 1 0,0-1 0,-1 0 0,1 0 0,0 0 0,-1 1 0,1-1 0,0 0 0,0 1 0,-1-1 0,1 0 0,0 0 0,0 1 0,0-1 0,-1 0 0,1 1 0,0-1 0,0 1 0,0-1 0,0 0 0,0 1 0,0-1 0,0 0 0,0 1 0,0-1 0,0 0 0,0 1 0,0-1 0,0 1 0,0-1 0,0 0 0,0 1 0,3 18 0,-3-17 0,6 21 0,0-1 0,1 1 0,2-1 0,12 24 0,-1-8 0,36 50 0,-28-52 0,55 58 0,-74-86-1365,-1-1-5461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1.4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63 24575,'-7'-5'0,"-9"-8"0,-25-13 0,36 23 0,0 0 0,0 1 0,0 0 0,-1 0 0,1 0 0,-1 1 0,1-1 0,-1 1 0,-9 0 0,13 1 0,0 0 0,1 0 0,-1 0 0,1 1 0,-1-1 0,0 1 0,1-1 0,-1 1 0,1-1 0,0 1 0,-1 0 0,1-1 0,-1 1 0,1 0 0,0 0 0,0 0 0,-1 0 0,1 0 0,-1 2 0,0-1 0,1 0 0,0 1 0,0-1 0,-1 0 0,2 1 0,-1-1 0,0 0 0,0 1 0,1 0 0,-1-1 0,1 4 0,-1-3 0,1 1 0,0-1 0,0 0 0,0 0 0,1 1 0,-1-1 0,1 0 0,0 0 0,0 1 0,0-1 0,0 0 0,0 0 0,1 0 0,-1 0 0,1-1 0,0 1 0,0 0 0,0-1 0,3 4 0,1-2 0,0-1 0,0 0 0,0 0 0,0 0 0,0-1 0,0 0 0,1 0 0,-1 0 0,1-1 0,6 1 0,11-1 0,35-1 0,-33-1 0,-14 1 0,-1-1 0,19-3 0,-28 4 0,0 0 0,0-1 0,0 1 0,0-1 0,0 1 0,0-1 0,0 0 0,0 0 0,0 0 0,0 0 0,-1 0 0,1 0 0,0 0 0,-1-1 0,1 1 0,-1-1 0,1 1 0,-1-1 0,0 1 0,0-1 0,0 0 0,2-3 0,-3 3 0,0 0 0,0 1 0,0-1 0,0 0 0,0 0 0,0 0 0,-1 1 0,1-1 0,-1 0 0,1 0 0,-1 1 0,0-1 0,0 0 0,0 1 0,1-1 0,-2 1 0,1-1 0,0 1 0,0 0 0,0-1 0,-1 1 0,0-1 0,-4-3 0,0 0 0,0 0 0,-13-6 0,7 5 17,0 0 0,-1 1 1,1 1-1,-1 0 0,0 1 0,-16-2 0,1 2-760,-53 1 1,68 3-6084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2.0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3 120 24575,'0'0'0,"0"0"0,0 0 0,0 0 0,0 0 0,0 0 0,0 0 0,-1 0 0,1 0 0,0 0 0,0 0 0,0 0 0,0 0 0,0 0 0,0 0 0,0 0 0,0 0 0,0 0 0,0 0 0,-1 0 0,1 0 0,0 0 0,0 0 0,0 0 0,0 0 0,0 1 0,0-1 0,0 0 0,0 0 0,0 0 0,0 0 0,0 0 0,0 0 0,0 0 0,0 0 0,0 0 0,0 0 0,0 0 0,0 1 0,0-1 0,0 0 0,0 0 0,0 0 0,0 0 0,0 0 0,0 0 0,0 0 0,0 0 0,0 0 0,0 1 0,0-1 0,0 0 0,0 0 0,0 0 0,0 0 0,0 0 0,5 7 0,9 6 0,-6-6 0,14 10 0,1 0 0,1-2 0,34 17 0,-56-31 0,1 0 0,0 1 0,0-1 0,1-1 0,-1 1 0,0 0 0,0-1 0,0 0 0,0 0 0,1 0 0,-1 0 0,0 0 0,0 0 0,0-1 0,1 0 0,-1 1 0,0-1 0,0 0 0,0-1 0,4-2 0,-4 3 0,-1-1 0,1 0 0,-1-1 0,0 1 0,0 0 0,0-1 0,0 1 0,0-1 0,-1 0 0,1 1 0,-1-1 0,0 0 0,0 0 0,0 0 0,0 0 0,0 0 0,0 0 0,-1 0 0,0 0 0,1 0 0,-2-4 0,1-3 0,0-5 0,3 14 0,5 7 0,2 2 0,0 1 0,0-1 0,1-1 0,0 0 0,1 0 0,-1-1 0,19 6 0,-23-9 0,-1-1 0,1 0 0,0 0 0,-1-1 0,1 0 0,0 0 0,0-1 0,0 0 0,0 0 0,0-1 0,0 1 0,0-1 0,-1-1 0,1 0 0,13-4 0,-17 4 0,-1 1 0,1-1 0,0 1 0,0-1 0,-1 0 0,1 0 0,-1 0 0,0 0 0,0-1 0,0 1 0,0-1 0,0 1 0,0-1 0,0 0 0,-1 0 0,1 0 0,-1 0 0,0 0 0,0 0 0,0 0 0,-1 0 0,1 0 0,0 0 0,-1 0 0,0-1 0,0 1 0,0 0 0,0 0 0,-1 0 0,-1-6 0,1 3 0,-1 0 0,0 0 0,0 0 0,-1 0 0,0 0 0,0 0 0,0 1 0,-1 0 0,1 0 0,-1 0 0,-1 0 0,1 0 0,-1 1 0,-7-6 0,5 5-124,-1 0 0,1 1 0,-1 0 0,0 1 0,0-1 0,-1 2-1,1-1 1,-1 1 0,1 0 0,-14 0 0,8 1-6702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2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461 225 24575,'-61'-45'0,"-73"-48"0,107 76 0,-1 1 0,-1 1 0,-31-10 0,53 22 0,0 1 0,0 0 0,0 0 0,-1 0 0,1 1 0,0 0 0,-10 1 0,15 0 0,0 0 0,0 0 0,0 1 0,0-1 0,0 1 0,-1 0 0,1-1 0,0 1 0,0 0 0,1 0 0,-1 1 0,0-1 0,0 0 0,0 1 0,1-1 0,-1 0 0,1 1 0,-1 0 0,1-1 0,0 1 0,0 0 0,-1 0 0,1 0 0,0 0 0,1 0 0,-1 0 0,0 0 0,0 3 0,-2 8 1,1 0 0,0 1 1,1-1-1,0 0 0,1 0 0,1 1 0,0-1 0,1 0 0,0 0 0,7 20 0,4 7-51,1 0 0,21 37 0,-6-20 50,2-1 0,3-2 0,2-1 0,2-2 0,3-1 0,2-3 0,2-1 0,1-2 0,98 69 0,-137-108 97,-4-3-93,-1 1-1,1-2 1,0 1 0,0 0 0,0 0-1,0-1 1,0 0 0,0 0 0,0 0-1,6 1 1,-9-1-4,0-1 0,1 0 0,-1 0 0,0 0 0,0 0 0,1 0 0,-1 0 0,0 0 0,0-1 0,1 1 0,-1 0 0,0 0 0,0 0 0,0 0 0,1 0 0,-1 0 0,0 0 0,0 0 0,0-1 0,1 1 0,-1 0 0,0 0 0,0 0 0,0 0 0,0-1 0,1 1 0,-1 0 0,0 0 0,0 0 0,0-1 0,0 1 0,0 0 0,0 0 0,0 0 0,0-1 0,0 1 0,0 0 0,0 0 0,0-1 0,0 1 0,0 0 0,0 0 0,0 0 0,0-1 0,0 1 0,0 0 0,0 0 0,0-1 0,0 1 0,0 0 0,0 0 0,0 0 0,-1-1 0,-6-12 0,-16-13 0,-33-30 0,6 8 0,50 48 0,-19-21 0,-1 0 0,-1 2 0,-1 1 0,-33-22 0,44 34 0,1 2 0,-1-1 0,-1 1 0,1 1 0,0 0 0,-1 0 0,-14-1 0,-85 1 0,90 4 0,15-1-273,1 0 0,-1 1 0,1 0 0,-11 3 0,7-1-6553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3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14 24575,'-7'-2'0,"7"5"0,10 9 0,5-1 0,0-1 0,1-1 0,0 0 0,33 12 0,-38-17 0,1-1 0,0 0 0,0 0 0,0-1 0,0-1 0,1 0 0,-1-1 0,16-1 0,-25 1 0,-1 0 0,1-1 0,-1 1 0,1-1 0,-1 0 0,1 0 0,-1 0 0,1 0 0,-1 0 0,0 0 0,0-1 0,0 1 0,1-1 0,-1 0 0,-1 1 0,1-1 0,0 0 0,0 0 0,-1 0 0,3-4 0,-2 1 0,0 1 0,0-1 0,0 0 0,-1 0 0,0 0 0,0 0 0,0 0 0,-1 0 0,0-8 0,2 0 0,-2 13 0,0 0 0,0 0 0,1 0 0,-1-1 0,0 1 0,0 0 0,0 0 0,0 0 0,0 0 0,0 0 0,1-1 0,-1 1 0,0 0 0,0 0 0,0 0 0,0 0 0,1 0 0,-1 0 0,0 0 0,0 0 0,0 0 0,1 0 0,-1 0 0,0 0 0,0 0 0,0 0 0,0 0 0,1 0 0,-1 0 0,0 0 0,2 1 0,0-1 0,0 1 0,-1 0 0,1 1 0,0-1 0,-1 0 0,3 3 0,8 6 0,0-3 0,-1 0 0,1-1 0,1 0 0,-1-1 0,1 0 0,0-1 0,0-1 0,1 0 0,-1 0 0,1-1 0,13-1 0,-11-1-1365,-2 0-5461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3.7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27 24575,'4'1'0,"-1"-1"0,1 0 0,-1 1 0,0 0 0,1 0 0,-1 0 0,0 0 0,0 0 0,0 1 0,3 1 0,30 23 0,-28-20 0,1 1 0,14 8 0,-20-14 0,0 0 0,-1 0 0,1 1 0,0-2 0,0 1 0,0 0 0,0-1 0,0 1 0,0-1 0,0 0 0,0 0 0,0 0 0,5-1 0,-7 1 0,1-1 0,-1 1 0,1 0 0,-1-1 0,1 1 0,-1-1 0,0 0 0,1 1 0,-1-1 0,0 0 0,0 0 0,0 0 0,0 0 0,1 0 0,-1 0 0,0 0 0,-1 0 0,1 0 0,0-1 0,1-1 0,-1 0 0,1-1 0,-1 0 0,0 0 0,-1 0 0,2-7 0,-2 7 0,0 1 0,0 0 0,1-1 0,0 1 0,0 0 0,0 0 0,0 0 0,0-1 0,0 1 0,4-5 0,-4 7 0,0 0 0,1 0 0,-1 0 0,0 1 0,1-1 0,-1 0 0,1 1 0,-1-1 0,1 0 0,-1 1 0,1 0 0,-1-1 0,1 1 0,0 0 0,-1 0 0,1 0 0,-1 0 0,1 0 0,0 0 0,-1 0 0,1 1 0,-1-1 0,1 0 0,-1 1 0,1 0 0,-1-1 0,3 2 0,3 1 0,0 0 0,0 1 0,-1 0 0,9 7 0,22 19-1365,-26-20-5461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4.1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0 24575,'-16'0'0,"1"1"0,-24 3 0,35-3 0,1 0 0,-1 0 0,0 0 0,1 0 0,-1 0 0,1 1 0,-1-1 0,1 1 0,0 0 0,0 0 0,0 1 0,0-1 0,0 1 0,0-1 0,-4 7 0,6-8 0,0 1 0,0 0 0,0 0 0,0 0 0,1 0 0,-1 1 0,1-1 0,0 0 0,-1 0 0,1 0 0,0 0 0,0 1 0,0-1 0,0 0 0,1 0 0,-1 0 0,1 0 0,-1 0 0,1 0 0,0 0 0,0 0 0,0 0 0,0 0 0,0 0 0,0 0 0,0 0 0,2 1 0,3 4 0,-1 0 0,1-1 0,0 0 0,1-1 0,10 8 0,-7-7 0,0 0 0,0-1 0,0-1 0,0 0 0,1 0 0,0-1 0,-1 0 0,1-1 0,1 0 0,17 0 0,-20-1 0,-1-1 0,1-1 0,0 0 0,0 0 0,0 0 0,-1-1 0,1 0 0,-1-1 0,1 0 0,-1-1 0,0 1 0,0-2 0,14-8 0,-20 10-195,1 1 0,0-1 0,0 0 0,-1 0 0,1 0 0,2-5 0,1-4-6631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4.6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24575,'2'0'0,"-1"-1"0,0 1 0,0 0 0,1 0 0,-1 0 0,0 0 0,1 0 0,-1 0 0,0 0 0,1 0 0,-1 1 0,0-1 0,0 0 0,1 1 0,-1-1 0,0 1 0,0 0 0,0-1 0,0 1 0,0 0 0,0-1 0,0 1 0,0 0 0,0 0 0,2 2 0,1 2 0,0 1 0,0 0 0,5 10 0,-4-8 0,63 127 0,-39-76 0,45 71 0,-66-118 0,25 36 0,-29-44 0,0 0 0,0 0 0,0 0 0,0 0 0,0-1 0,1 0 0,8 5 0,-12-7 0,1 0 0,-1-1 0,0 1 0,1-1 0,-1 1 0,1-1 0,-1 0 0,1 0 0,-1 0 0,1 0 0,-1 0 0,1 0 0,-1 0 0,0 0 0,1 0 0,-1-1 0,1 1 0,-1 0 0,3-2 0,-2 1 0,1-1 0,-1 0 0,0 1 0,0-1 0,0 0 0,0 0 0,-1 0 0,1 0 0,0 0 0,1-3 0,2-4 0,0-1 0,-1 0 0,0 0 0,3-13 0,-6 19 0,2-8 0,0-1 0,1 1 0,1 0 0,0 0 0,1 0 0,7-11 0,-13 22 0,1 0 0,-1 0 0,1 1 0,-1-1 0,1 0 0,-1 1 0,1-1 0,-1 0 0,1 1 0,-1-1 0,1 1 0,0-1 0,0 1 0,-1-1 0,1 1 0,0-1 0,0 1 0,-1 0 0,1-1 0,0 1 0,0 0 0,0 0 0,-1 0 0,1-1 0,0 1 0,0 0 0,0 0 0,0 0 0,0 0 0,-1 1 0,1-1 0,0 0 0,0 0 0,0 0 0,-1 1 0,1-1 0,0 0 0,0 1 0,0-1 0,-1 1 0,1-1 0,0 1 0,-1-1 0,1 1 0,0-1 0,-1 1 0,1 0 0,0 1 0,4 4 0,-1 0 0,0 1 0,0 0 0,4 10 0,-4-6 0,10 14 0,0 0 0,1-1 0,2-1 0,28 32 0,-37-46-1365,-2-1-5461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4.7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24575,'5'-2'0,"1"1"0,1 6 0,0 5 0,0 5 0,-1 3 0,-3 1 0,0 0 0,-2-4-8191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5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283 93 24575,'-12'22'0,"-1"0"0,-25 34 0,36-53 0,-1 0 0,0-1 0,1 1 0,-1 0 0,0-1 0,0 0 0,0 1 0,-1-1 0,1-1 0,-1 1 0,1 0 0,-1-1 0,1 0 0,-1 1 0,0-2 0,-5 2 0,4-2 0,-1 1 0,1-2 0,0 1 0,-1 0 0,1-1 0,0 0 0,0 0 0,-1-1 0,1 0 0,-9-4 0,7 3 0,1-1 0,0 1 0,0-1 0,0-1 0,0 1 0,1-1 0,0 0 0,0 0 0,0 0 0,0-1 0,1 0 0,0 0 0,0 0 0,1 0 0,0-1 0,0 1 0,-4-15 0,6 18 0,1-1 0,-1 1 0,1-1 0,0 1 0,0-1 0,0 0 0,1 1 0,-1-1 0,1 1 0,0-1 0,0 1 0,0 0 0,0-1 0,0 1 0,1 0 0,0 0 0,0 0 0,0 0 0,0 0 0,0 0 0,0 0 0,1 1 0,-1-1 0,1 1 0,0 0 0,0-1 0,0 1 0,0 1 0,5-4 0,-2 3 0,-1 0 0,1 0 0,-1 0 0,1 0 0,-1 1 0,1 0 0,0 0 0,0 1 0,0 0 0,0 0 0,-1 0 0,1 0 0,0 1 0,0 0 0,-1 1 0,1-1 0,9 4 0,-9-2-114,0 0 1,0 0-1,0 1 0,0-1 0,0 1 1,-1 0-1,0 1 0,0-1 0,0 1 1,0 0-1,6 10 0,-7-6-6712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5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1 120 24575,'1'-15'0,"2"1"0,4-15 0,-6 26 0,0-1 0,0 1 0,0 0 0,0 0 0,1 0 0,-1 0 0,1 1 0,0-1 0,0 0 0,0 1 0,0-1 0,1 1 0,-1 0 0,1-1 0,2-1 0,-3 3 0,0 1 0,-1-1 0,1 1 0,0 0 0,0-1 0,-1 1 0,1 0 0,0 0 0,0 0 0,0 0 0,-1 0 0,1 1 0,0-1 0,0 0 0,0 1 0,-1-1 0,1 1 0,0 0 0,-1-1 0,1 1 0,2 2 0,5 3 0,0 0 0,12 12 0,-10-8 0,-4-4 0,1 0 0,-1-1 0,1 0 0,0-1 0,0 1 0,1-1 0,12 4 0,-18-8 0,0 1 0,-1 0 0,1-1 0,0 1 0,0-1 0,0 0 0,0 0 0,-1 0 0,1-1 0,0 1 0,0-1 0,0 1 0,-1-1 0,1 0 0,0 0 0,-1 0 0,1 0 0,-1-1 0,1 1 0,-1-1 0,0 1 0,1-1 0,-1 0 0,0 0 0,0 0 0,0 0 0,-1 0 0,3-4 0,11-21 0,-13 22 0,0 0 0,0 1 0,1-1 0,0 0 0,0 1 0,6-8 0,-7 11 0,-1 0 0,0 0 0,1 0 0,-1 1 0,0-1 0,1 0 0,-1 1 0,1-1 0,-1 1 0,1-1 0,-1 1 0,1 0 0,0 0 0,-1 0 0,1 0 0,-1 0 0,1 0 0,-1 0 0,1 0 0,0 0 0,-1 1 0,1-1 0,-1 1 0,1-1 0,-1 1 0,0 0 0,1-1 0,1 2 0,11 7 0,-1 0 0,0 1 0,0 0 0,-1 1 0,10 13 0,-1 2-1365,-14-14-5461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19:46.1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1 24575,'-5'5'0,"-5"4"0,-2 3 0,-2 0 0,-1 0 0,2-2-8191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09.5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0 24575,'-5'20'0,"-2"9"0,1 3 0,0 0 0,3-3 0,1-3 0,0-4 0,2-3 0,0-3 0,5 12 0,2 3 0,2-1 0,0-3 0,-2-6-8191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09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28 24575,'29'-8'0,"1"2"0,-1 1 0,1 1 0,48 0 0,-60 4 0,0 2 0,1 0 0,-1 1 0,0 1 0,0 0 0,-1 2 0,1 0 0,27 14 0,-25-9 0,-1 0 0,0 2 0,-1 0 0,0 1 0,22 23 0,-32-30 0,-1 2 0,0-1 0,-1 1 0,0 0 0,0 0 0,0 1 0,-2-1 0,1 1 0,-1 0 0,0 1 0,-1-1 0,-1 1 0,3 12 0,-5-16 0,0-1 0,0 1 0,0 0 0,-1-1 0,0 1 0,0-1 0,0 1 0,-1-1 0,0 0 0,-5 10 0,2-7 0,0 0 0,0 0 0,-1-1 0,0 0 0,-1 0 0,-9 8 0,-2 0 0,0-2 0,-1-1 0,0 0 0,-1-1 0,-28 12 0,27-15 30,-1 0 0,0-2 0,-36 8 0,44-12-216,0-1 1,0-1-1,0 0 0,0-1 1,0-1-1,0 0 1,-16-3-1,16 0-6640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0.2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24575,'5'20'0,"4"12"0,1 2 0,1 2 0,-2-4 0,1-2 0,1-4 0,-2-1 0,1-2 0,0-3 0,0-2 0,-3-1 0,0-2 0,-1 0 0,-1-4-8191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0.5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670 77 24575,'-200'-56'0,"158"49"0,0 0 0,-81 0 0,55 11-364,-83 15 0,130-15-273,-2-1-6189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0.9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24575,'33'90'0,"86"161"0,-116-246 0,-1-1 0,0-1 0,0 1 0,0 0 0,2 7 0,-4-11 0,0 1 0,0-1 0,0 0 0,0 1 0,0-1 0,0 0 0,0 1 0,0-1 0,0 0 0,0 0 0,0 1 0,0-1 0,0 0 0,0 1 0,0-1 0,0 0 0,-1 0 0,1 1 0,0-1 0,0 0 0,0 0 0,0 1 0,-1-1 0,1 0 0,0 0 0,0 1 0,-1-1 0,0 0 0,0 1 0,0-1 0,0 0 0,0 0 0,1 0 0,-1 0 0,0 0 0,0 0 0,0 0 0,0 0 0,0 0 0,0-1 0,0 1 0,-1-1 0,-8-3-1365,1-2-5461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1.2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1 163 24575,'27'-21'0,"13"-8"0,0 0 0,0 3 0,-5 6 0,-6 6 0,-5 3 0,-4 3 0,-4 3 0,-6 5 0,-8 3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1.4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24575,'30'8'0,"13"2"0,1-1 0,-4-1 0,-7-3 0,-6-1 0,-5-5 0,-4-1 0,-2-2 0,-2 2 0,-3-3 0,-1 0 0,-2-2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1.7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24575,'13'23'0,"6"10"0,0 4 0,0-2 0,-2-1 0,0-5 0,-4-1 0,-1-4 0,-1-3 0,-1-2 0,-1-3 0,2-1 0,-2-5 0,-3-8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1.9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677 1 24575,'-65'-1'0,"-113"3"0,120 1 0,-61 12 0,79-8-118,-157 23-1129,178-28-5579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2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189 8 24575,'-8'-2'0,"0"0"0,-1 1 0,1-1 0,-1 2 0,1-1 0,-16 2 0,22 0 0,-1-1 0,1 0 0,0 1 0,0 0 0,-1-1 0,1 1 0,0 0 0,0 0 0,0 0 0,0 1 0,0-1 0,-3 3 0,4-3 0,0 1 0,0-1 0,0 0 0,0 1 0,0-1 0,0 1 0,1-1 0,-1 1 0,0 0 0,1-1 0,0 1 0,-1 0 0,1-1 0,0 1 0,0 0 0,0-1 0,0 1 0,0 0 0,1 3 0,0 0 0,1 1 0,-1-1 0,1 1 0,0-1 0,1 0 0,0 0 0,-1 0 0,2 0 0,-1-1 0,0 1 0,1-1 0,0 0 0,0 0 0,0 0 0,1 0 0,7 5 0,8 4 0,1-2 0,36 16 0,-46-22 0,5 2 0,0 0 0,-1 0 0,0 1 0,18 12 0,-32-19 0,0-1 0,0 1 0,0 0 0,0-1 0,-1 1 0,1 0 0,0-1 0,0 1 0,-1 0 0,1 0 0,-1 0 0,1 0 0,-1 0 0,1-1 0,-1 1 0,1 0 0,-1 0 0,0 0 0,1 0 0,-1 0 0,0 0 0,0 2 0,0-2 0,-1 0 0,1 0 0,0 0 0,-1 0 0,1 0 0,-1 0 0,0 0 0,1 0 0,-1 0 0,0-1 0,1 1 0,-1 0 0,0 0 0,0-1 0,0 1 0,0 0 0,-1 0 0,-4 2 0,-1 1 0,1-2 0,-1 1 0,0-1 0,-7 2 0,-20 1-23,1-1 1,-1-1-1,-66-5 0,35 1-1251,41 1-5552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3.3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1 24575,'4'0'0,"1"0"0,-1 1 0,1-1 0,-1 1 0,0 0 0,0 0 0,1 1 0,-1-1 0,0 1 0,0 0 0,0 0 0,-1 0 0,1 0 0,0 1 0,-1 0 0,1 0 0,-1 0 0,0 0 0,0 0 0,0 0 0,-1 1 0,1-1 0,-1 1 0,2 4 0,3 3 0,23 42 0,-27-46 0,0-1 0,-1 1 0,1 0 0,-1-1 0,-1 1 0,2 10 0,-3-16 0,0 1 0,0 0 0,0-1 0,-1 1 0,1-1 0,0 1 0,-1-1 0,1 1 0,-1-1 0,0 1 0,1-1 0,-1 1 0,0-1 0,0 0 0,0 1 0,0-1 0,0 0 0,0 0 0,0 1 0,0-1 0,-1 0 0,1 0 0,0-1 0,-1 1 0,1 0 0,0 0 0,-1-1 0,1 1 0,-1-1 0,0 1 0,-2 0 0,-2 0 0,-1 1 0,1-2 0,0 1 0,-1 0 0,1-1 0,-12-2 0,-18-4 0,0-3 0,1-1 0,-62-26 0,88 32 0,0 1 0,1-2 0,-1 1 0,1-1 0,-11-9 0,17 13 0,1 0 0,0 0 0,0-1 0,-1 1 0,1 0 0,0-1 0,0 1 0,0-1 0,1 1 0,-1-1 0,0 0 0,1 1 0,-1-1 0,1 0 0,-1-2 0,1 2 0,0 0 0,0 1 0,1-1 0,-1 0 0,0 1 0,1-1 0,0 0 0,-1 1 0,1-1 0,0 1 0,0-1 0,0 1 0,0-1 0,0 1 0,0-1 0,0 1 0,0 0 0,3-2 0,0 0 0,0 0 0,0 1 0,-1-1 0,2 1 0,-1 0 0,0 0 0,0 1 0,1-1 0,6 0 0,44-6 0,-35 5 0,-10 2-341,1 0 0,-1 1-1,19 1 1,-12 2-6485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3.7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321 225 24575,'-15'-18'0,"-70"-80"0,65 77 0,0 2 0,-37-27 0,53 43 0,0 0 0,-1 0 0,0 0 0,0 1 0,0 0 0,-9-4 0,12 6 0,1 0 0,-1-1 0,0 1 0,1 0 0,-1 0 0,1 0 0,-1 0 0,1 1 0,-1-1 0,0 0 0,1 0 0,-1 1 0,1-1 0,0 1 0,-1 0 0,1-1 0,-1 1 0,1 0 0,0 0 0,-1 0 0,1 0 0,0 0 0,0 0 0,0 0 0,0 0 0,0 0 0,-2 3 0,-2 4 0,1 1 0,0 0 0,0 0 0,1 0 0,0 0 0,0 1 0,-1 9 0,-6 70 0,9-49 0,2 0 0,2 0 0,1 0 0,10 41 0,49 155 0,-38-151 0,-18-61 0,1 0 0,19 39 0,-20-51 0,0 0 0,1 0 0,1-1 0,-1 1 0,2-2 0,12 13 0,8 3-1365,-18-18-5461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3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344 45 24575,'-30'-10'0,"-13"-4"0,-4 4 0,2 3 0,5 3 0,4 5 0,4 1 0,2 2 0,6 1 0,8 1-8191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4.7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51 24575,'1'7'0,"0"1"0,0-1 0,0 1 0,1-1 0,0 0 0,0 1 0,1-1 0,0 0 0,0 0 0,1-1 0,0 1 0,0-1 0,9 11 0,3 0 0,0 0 0,1-1 0,23 16 0,-29-23 0,0-1 0,1-1 0,0 0 0,1-1 0,0 0 0,14 5 0,-21-9 0,0-1 0,0 1 0,1-1 0,-1 0 0,0 0 0,0-1 0,0 1 0,1-2 0,-1 1 0,0-1 0,0 1 0,0-2 0,1 1 0,-1-1 0,11-4 0,-14 4 0,0 0 0,0 0 0,0-1 0,-1 1 0,1 0 0,-1-1 0,0 0 0,1 1 0,-1-1 0,0 0 0,-1 0 0,1 0 0,0 0 0,-1-1 0,0 1 0,0 0 0,0-1 0,0 1 0,0-4 0,0 0 0,0 0 0,0 0 0,-1 0 0,-1-1 0,1 1 0,-1 0 0,0 0 0,-3-9 0,14 28 0,-1-1 0,22 19 0,-23-24 0,1 1 0,0-1 0,0 0 0,0-1 0,1 0 0,-1 0 0,1-1 0,0 0 0,1-1 0,-1 0 0,0-1 0,1 0 0,0-1 0,15 1 0,-23-2 0,-1 0 0,1 0 0,-1 0 0,0-1 0,1 1 0,-1 0 0,1-1 0,-1 0 0,0 0 0,1 0 0,-1 0 0,0 0 0,0 0 0,0 0 0,0-1 0,0 1 0,0-1 0,0 1 0,0-1 0,-1 0 0,1 0 0,-1 0 0,1 0 0,-1 0 0,0 0 0,0 0 0,1 0 0,-1 0 0,-1-1 0,1 1 0,0 0 0,-1-1 0,1 1 0,-1-1 0,0 1 0,0-1 0,0 1 0,0-1 0,0 1 0,0 0 0,-1-1 0,1 1 0,-1-1 0,1 1 0,-3-4 0,-1-6 15,-1 1 0,-1-1 0,0 1 0,0 0 0,-1 0 0,-1 1 0,-16-18 0,11 15-312,-1 0 0,0 1 0,-1 1 0,-27-17 0,25 19-6529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5.0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24575,'0'6'0,"2"3"0,1 3 0,3 2 0,0 1 0,2 1 0,1 0 0,0-1 0,1 1 0,1-1 0,1 0 0,1-3 0,-2-3-8191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5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24575,'0'0'-8191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5.5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24575,'31'42'0,"0"0"0,62 67 0,-93-108 0,1 0 0,0-1 0,0 1 0,0 0 0,-1-1 0,1 1 0,0 0 0,0-1 0,0 1 0,0-1 0,0 1 0,0-1 0,0 0 0,0 1 0,0-1 0,0 0 0,1 0 0,-1 0 0,0 0 0,0 1 0,0-2 0,2 1 0,-2 0 0,0-1 0,1 0 0,-1 1 0,0-1 0,1 0 0,-1 0 0,0 0 0,0 0 0,0 0 0,0 0 0,0 0 0,0 0 0,0 0 0,1-2 0,2-4 0,-1 0 0,0 0 0,0 0 0,-1 0 0,3-10 0,-2 5 0,-1 1 0,0 0 0,5-10 0,-6 19 0,0-1 0,0 1 0,0 0 0,0 0 0,0 0 0,0 0 0,0 1 0,1-1 0,-1 0 0,1 0 0,0 1 0,-1-1 0,1 1 0,0-1 0,4-1 0,-5 3 0,0-1 0,1 1 0,-1 0 0,1 0 0,0 0 0,-1 0 0,1 0 0,-1 0 0,1 0 0,-1 0 0,1 0 0,-1 1 0,1-1 0,-1 1 0,0-1 0,1 1 0,-1 0 0,0-1 0,1 1 0,-1 0 0,1 1 0,28 24 0,-23-19 0,21 21-30,35 31-1305,-52-51-5491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6.0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79 427 24575,'-3'-3'0,"0"-1"0,0 1 0,0-1 0,0 1 0,-1 0 0,1 0 0,-1 1 0,-4-3 0,7 4 0,0 1 0,0-1 0,0 1 0,0 0 0,0-1 0,0 1 0,0 0 0,0 0 0,0 0 0,0 0 0,0 0 0,0 0 0,1 0 0,-1 0 0,0 0 0,0 0 0,0 0 0,0 1 0,0-1 0,0 0 0,0 1 0,0-1 0,0 1 0,0-1 0,0 1 0,1-1 0,-1 1 0,0 0 0,0-1 0,1 1 0,-1 0 0,1 0 0,-1-1 0,0 1 0,1 0 0,-1 0 0,1 0 0,0 0 0,-1 0 0,1 0 0,0 0 0,-1 1 0,-2 7 0,1 0 0,0 0 0,1 0 0,0 0 0,0 0 0,1 0 0,0 0 0,0 0 0,1 0 0,0 0 0,1 0 0,0 0 0,0-1 0,1 1 0,0-1 0,1 1 0,0-1 0,6 11 0,-7-15 0,1 1 0,-1-1 0,1 0 0,0 0 0,0 0 0,0-1 0,1 0 0,-1 1 0,1-1 0,0-1 0,0 1 0,9 3 0,-12-5 0,0-1 0,1 1 0,-1 0 0,0-1 0,1 0 0,-1 0 0,1 0 0,-1 0 0,0 0 0,1 0 0,-1 0 0,1-1 0,-1 1 0,0-1 0,1 0 0,-1 0 0,0 1 0,0-2 0,0 1 0,1 0 0,-1 0 0,0-1 0,-1 1 0,1-1 0,0 1 0,0-1 0,-1 0 0,1 0 0,-1 0 0,3-3 0,-1-2 0,0 1 0,0-1 0,0 0 0,-1 0 0,0 0 0,-1 0 0,1 0 0,-1 0 0,0-10 0,-1-3 0,0 0 0,-4-24 0,-2 9 0,-2 0 0,-1 0 0,-14-33 0,-48-99 0,40 98 0,30 66 0,-17-33 0,18 36 0,0 0 0,0 0 0,0 0 0,0 0 0,0-1 0,0 1 0,0 0 0,0 0 0,0 0 0,0-1 0,-1 1 0,1 0 0,0 0 0,0 0 0,0 0 0,0-1 0,0 1 0,0 0 0,-1 0 0,1 0 0,0 0 0,0 0 0,0 0 0,0 0 0,-1-1 0,1 1 0,0 0 0,0 0 0,0 0 0,-1 0 0,1 0 0,0 0 0,0 0 0,0 0 0,-1 0 0,1 0 0,0 0 0,0 0 0,0 0 0,-1 0 0,1 0 0,0 0 0,0 0 0,-1 1 0,0 10 0,3 16 0,9 25 0,3-1 0,31 77 0,-28-91 0,37 61 0,-13-25 0,-28-51-682,28 37-1,-35-51-6143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6.4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186 178 24575,'-22'-13'0,"-29"-12"0,44 21 0,-1 1 0,0 1 0,-1-1 0,1 1 0,0 1 0,-1-1 0,-11 1 0,18 1 0,1 0 0,0 0 0,-1 0 0,1 0 0,0 1 0,-1-1 0,1 0 0,0 1 0,0-1 0,-1 1 0,1-1 0,0 1 0,0 0 0,0-1 0,0 1 0,-1 0 0,1 0 0,0 0 0,1 0 0,-1 0 0,-2 2 0,2-1 0,0 0 0,0 1 0,0-1 0,0 1 0,1-1 0,-1 1 0,0 0 0,1-1 0,0 1 0,0 4 0,0 2 0,1 1 0,0 0 0,1-1 0,0 1 0,4 9 0,-4-14 0,0 0 0,0-1 0,0 1 0,1-1 0,-1 1 0,1-1 0,1 0 0,-1 0 0,0 0 0,1-1 0,0 1 0,0-1 0,0 0 0,0 0 0,0 0 0,1-1 0,-1 1 0,1-1 0,0 0 0,-1 0 0,1-1 0,0 0 0,0 0 0,0 0 0,0 0 0,1-1 0,-1 1 0,0-1 0,0-1 0,0 1 0,0-1 0,10-2 0,-12 2 0,-1-1 0,1 1 0,0-1 0,-1 1 0,1-1 0,-1 0 0,1 0 0,-1 0 0,0 0 0,0-1 0,0 1 0,0 0 0,0-1 0,-1 0 0,1 1 0,-1-1 0,1 0 0,-1 0 0,0 0 0,0 0 0,-1 0 0,1 0 0,0 0 0,-1 0 0,0 0 0,0-4 0,0-2 0,0 0 0,0-1 0,-1 1 0,-1 0 0,0-1 0,0 1 0,-5-12 0,3 11-68,-1 0 0,0 0-1,0 1 1,-1-1 0,0 1 0,-1 1-1,0-1 1,0 1 0,-1 1 0,0-1-1,0 1 1,-1 1 0,0-1 0,0 2-1,0-1 1,-1 1 0,0 0-1,0 1 1,-13-4 0,4 4-6758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7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84 24575,'7'5'0,"0"0"0,0 0 0,-1 1 0,1 0 0,-1 0 0,7 11 0,6 4 0,21 24 0,-27-28 0,2-1 0,0-1 0,18 15 0,-32-29 0,0 0 0,1 1 0,0-1 0,-1 0 0,1 0 0,0 0 0,-1 0 0,1 0 0,0-1 0,0 1 0,0 0 0,0-1 0,0 0 0,0 1 0,0-1 0,0 0 0,0 0 0,0 0 0,-1 0 0,1 0 0,0-1 0,0 1 0,0 0 0,0-1 0,0 0 0,0 1 0,0-1 0,-1 0 0,1 0 0,0 0 0,0 0 0,-1 0 0,1 0 0,-1-1 0,1 1 0,-1 0 0,0-1 0,1 1 0,-1-1 0,0 0 0,0 1 0,0-1 0,0 0 0,0 0 0,-1 0 0,1 1 0,-1-1 0,1 0 0,-1 0 0,1-3 0,1-28 0,-1 11 0,-1 21 0,0 1 0,0 0 0,0 0 0,0 0 0,0-1 0,0 1 0,0 0 0,0 0 0,0-1 0,0 1 0,0 0 0,1 0 0,-1 0 0,0-1 0,0 1 0,0 0 0,0 0 0,0 0 0,0-1 0,0 1 0,0 0 0,1 0 0,-1 0 0,0 0 0,0 0 0,0-1 0,0 1 0,1 0 0,-1 0 0,0 0 0,0 0 0,1 0 0,5 4 0,6 15 0,-10-17 0,5 10 0,5 8 0,18 23 0,-26-39 0,-1 0 0,1 0 0,0 0 0,0 0 0,0-1 0,1 0 0,-1 0 0,1 0 0,0 0 0,0-1 0,6 3 0,-10-4 0,1-1 0,0 1 0,-1-1 0,1 0 0,-1 0 0,1 0 0,0 0 0,-1 0 0,1 0 0,0 0 0,-1 0 0,1-1 0,0 1 0,-1-1 0,1 1 0,-1-1 0,1 1 0,-1-1 0,1 0 0,-1 0 0,1 0 0,-1 0 0,0 0 0,1 0 0,-1 0 0,0 0 0,0-1 0,0 1 0,0 0 0,0-1 0,0 1 0,-1-1 0,1 1 0,1-3 0,1-5 0,0 0 0,0-1 0,-1 1 0,3-17 0,-3 13 0,2-16 0,-1-1 0,-1-1 0,-4-46 0,2 71-170,-1 0-1,0 0 0,0 0 1,-1 1-1,1-1 0,-1 0 1,-4-8-1,1 6-6655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8.0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240 115 24575,'-16'-13'0,"-3"-4"0,0 1 0,-2 1 0,0 1 0,-32-16 0,50 28 0,0 1 0,-1-1 0,1 1 0,0 0 0,-1 0 0,1 1 0,-1-1 0,1 1 0,-1-1 0,-6 2 0,8-1 0,0 0 0,1 1 0,-1-1 0,1 1 0,-1 0 0,0 0 0,1-1 0,-1 1 0,1 0 0,-1 0 0,1 0 0,0 1 0,0-1 0,-1 0 0,1 0 0,0 1 0,0-1 0,0 1 0,0-1 0,0 1 0,1-1 0,-2 4 0,-2 6 0,1 0 0,0 0 0,1 0 0,0 1 0,1-1 0,0 1 0,2 21 0,14 82 0,-14-110 0,9 45 0,24 76 0,-22-94 0,1 0 0,1-1 0,24 38 0,-24-48 0,2-1 0,32 34 0,-46-52-97,0 0-1,0 0 1,0 0-1,0 0 1,0-1-1,1 1 1,-1-1-1,0 1 1,1-1-1,-1 0 1,1 0-1,0 0 0,5 1 1,0-2-6729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8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27 24575,'-370'-15'0,"367"15"-105,-1 0 0,1 0 0,0 0 0,-1-1 0,1 1 0,0-1 0,-1 0 0,1 0 0,0 0 0,0 0 0,0-1 0,-4-2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8.7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11 24575,'-2'-1'0,"-1"1"0,0 0 0,0-1 0,0 1 0,0 0 0,0 0 0,0 1 0,0-1 0,0 1 0,1-1 0,-4 2 0,5-2 0,1 1 0,-1-1 0,1 0 0,-1 0 0,1 1 0,-1-1 0,1 0 0,-1 1 0,1-1 0,-1 1 0,1-1 0,0 1 0,-1-1 0,1 0 0,0 1 0,0-1 0,-1 1 0,1 0 0,0-1 0,0 1 0,0-1 0,-1 1 0,1 0 0,0 0 0,1 1 0,-1-1 0,0 0 0,0 1 0,1-1 0,-1 0 0,1 0 0,-1 1 0,1-1 0,0 0 0,-1 0 0,1 0 0,0 0 0,1 2 0,4 4 0,1-1 0,0 1 0,0-1 0,0 0 0,1-1 0,0 0 0,0 0 0,0-1 0,0 0 0,1 0 0,0-1 0,0 0 0,0 0 0,0-1 0,0-1 0,1 1 0,-1-1 0,0-1 0,1 0 0,-1 0 0,0-1 0,18-3 0,-24 3 0,-1 1 0,0-1 0,0 0 0,1 0 0,-1 0 0,0 0 0,0 0 0,0 0 0,0 0 0,-1-1 0,1 1 0,0-1 0,0 0 0,-1 1 0,1-1 0,-1 0 0,0 0 0,1 0 0,-1 0 0,0 0 0,1-2 0,0-3 0,0 0 0,-1 0 0,0 0 0,0 0 0,0-10 0,1-9 0,-2 26 0,0 0 0,0 0 0,0 0 0,0 0 0,0 0 0,0 0 0,0 0 0,0 0 0,0 0 0,0 0 0,0 0 0,0 0 0,0 0 0,0 0 0,0-1 0,0 1 0,0 0 0,0 0 0,0 0 0,0 0 0,0 0 0,0 0 0,0 0 0,0 0 0,0 0 0,0 0 0,0 0 0,0 0 0,0 0 0,0 0 0,0 0 0,0 0 0,0 0 0,0 0 0,0-1 0,0 1 0,0 0 0,0 0 0,0 0 0,1 0 0,-1 0 0,0 0 0,0 0 0,0 0 0,0 0 0,0 0 0,0 0 0,0 0 0,0 0 0,0 0 0,0 0 0,0 0 0,0 0 0,0 0 0,0 0 0,0 0 0,1 0 0,-1 0 0,0 0 0,0 0 0,0 0 0,0 1 0,0-1 0,0 0 0,0 0 0,0 0 0,4 6 0,2 9 0,-3-7-124,1 0 0,-1 0 0,1-1 0,1 1 0,-1-1 0,1 0-1,0 0 1,1 0 0,0-1 0,9 8 0,-4-5-6702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9.1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24575,'5'9'0,"0"0"0,0-1 0,1 1 0,0-2 0,1 1 0,13 12 0,-16-17 0,0 1 0,1-1 0,-1 0 0,1 0 0,0 0 0,0 0 0,0-1 0,0 0 0,0 0 0,0-1 0,1 1 0,-1-1 0,11 1 0,-13-2 0,-1 0 0,0-1 0,1 1 0,-1 0 0,1-1 0,-1 0 0,0 0 0,0 1 0,1-1 0,-1-1 0,0 1 0,0 0 0,0 0 0,0-1 0,0 1 0,0-1 0,-1 0 0,1 1 0,0-1 0,-1 0 0,3-4 0,-1 2 0,0 0 0,1 0 0,-1 1 0,5-4 0,-6 6 0,-1 0 0,1 0 0,-1 1 0,1-1 0,-1 0 0,1 1 0,-1-1 0,1 1 0,0 0 0,-1-1 0,1 1 0,0 0 0,-1 0 0,1 0 0,0 0 0,-1 0 0,1 0 0,0 1 0,-1-1 0,1 1 0,0-1 0,-1 1 0,1-1 0,-1 1 0,1 0 0,2 1 0,3 4 0,0-1 0,0 1 0,12 12 0,-5-4 0,18 16-1365,-23-22-5461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19.5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196 0 24575,'-6'1'0,"-81"10"0,77-9 0,1 1 0,-1 0 0,1 0 0,-1 0 0,1 2 0,-14 7 0,21-11 0,0 0 0,1 1 0,-1-1 0,1 0 0,-1 1 0,1-1 0,0 0 0,0 1 0,-1-1 0,1 1 0,0 0 0,0-1 0,0 1 0,1 0 0,-1 0 0,0 0 0,1 0 0,-1-1 0,1 1 0,-1 3 0,1-1 0,1-1 0,-1 0 0,1 1 0,-1-1 0,1 0 0,0 0 0,0 0 0,0 1 0,1-1 0,-1 0 0,3 3 0,2 3 0,0-1 0,1 0 0,-1 0 0,2-1 0,-1 0 0,17 12 0,-16-14 10,0 0 0,1 0 0,0-1 0,0-1 0,0 1 0,1-1 0,-1-1 0,1 0 0,0 0 0,-1-1 0,12 1 0,-14-2-93,-1 0 1,0-1-1,1 1 1,-1-1-1,1 0 1,-1-1-1,0 0 1,0 0-1,0 0 1,0-1-1,0 1 1,0-1-1,-1-1 1,1 1-1,-1-1 1,0 0-1,8-8 1,-3 0-6744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0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24575,'10'206'0,"-5"-160"0,3-1 0,19 66 0,-25-104 0,8 21 0,-9-26 0,-1-1 0,1 1 0,0-1 0,-1 0 0,1 1 0,0-1 0,0 0 0,0 0 0,0 1 0,0-1 0,1 0 0,-1 0 0,0 0 0,0-1 0,3 2 0,-3-2 0,0 1 0,0-1 0,0 0 0,-1 0 0,1 0 0,0 0 0,0-1 0,0 1 0,0 0 0,0 0 0,0-1 0,0 1 0,0 0 0,0-1 0,-1 1 0,1-1 0,0 1 0,0-1 0,0 1 0,-1-1 0,1 1 0,0-1 0,-1 0 0,1 0 0,-1 1 0,1-1 0,0-1 0,15-25 0,-13 21 0,2-3 0,-1 1 0,2 0 0,-1 0 0,1 0 0,0 1 0,13-13 0,-14 17 0,-1 0 0,1 0 0,-1 0 0,1 1 0,0-1 0,0 1 0,0 0 0,0 1 0,0-1 0,0 1 0,0 0 0,1 0 0,9 0 0,-5 1 0,1 0 0,0 1 0,-1 1 0,1-1 0,-1 1 0,18 7 0,-23-8 0,-1 1 0,0 0 0,0 0 0,0 1 0,0-1 0,0 1 0,0-1 0,0 1 0,-1 1 0,0-1 0,1 0 0,-1 1 0,0 0 0,-1-1 0,1 1 0,-1 0 0,4 8 0,-6-10-76,1-1 1,0 1-1,-1-1 0,1 1 0,-1 0 0,0-1 0,1 1 0,-1-1 1,0 1-1,0 0 0,0 0 0,0-1 0,-1 1 0,1-1 1,0 1-1,-1 0 0,0 2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0.2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24575,'0'2'0,"0"4"0,0 3 0,0 3 0,0 1 0,3 2 0,0 0 0,0 0 0,2-2 0,0-4-8191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0.6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192 60 24575,'-1'5'0,"1"1"0,-1-1 0,0 1 0,0-1 0,-1 0 0,0 1 0,0-1 0,0 0 0,0 0 0,-5 6 0,1-2 0,-1 1 0,0-1 0,-15 15 0,20-21 0,-1-1 0,0 0 0,1 0 0,-1 0 0,0 0 0,0 0 0,0 0 0,0-1 0,-1 1 0,1-1 0,0 0 0,-1 0 0,1 0 0,0-1 0,-1 1 0,-6-1 0,7 0 0,1 0 0,-1-1 0,1 1 0,-1-1 0,1 0 0,-1 0 0,1 0 0,0 0 0,-1 0 0,1-1 0,0 1 0,0-1 0,0 1 0,0-1 0,0 0 0,0 1 0,0-1 0,1 0 0,-1 0 0,1-1 0,0 1 0,-1 0 0,0-3 0,-2-3 0,1 1 0,1 0 0,-1-1 0,1 1 0,0-1 0,1 0 0,0 0 0,0 0 0,1 0 0,0-10 0,1 15 0,-1-1 0,1 1 0,-1 0 0,1 0 0,0 0 0,0 0 0,0 0 0,0 0 0,1 0 0,-1 1 0,1-1 0,0 0 0,0 1 0,0-1 0,0 1 0,0 0 0,0 0 0,1 0 0,-1 0 0,1 0 0,-1 0 0,1 0 0,0 1 0,0 0 0,0-1 0,0 1 0,0 0 0,5-1 0,-4 1 9,0 1 1,1-1-1,-1 1 0,0 0 0,1 0 1,-1 1-1,0-1 0,1 1 0,-1 0 0,0 0 1,0 0-1,8 4 0,-3 0-306,-1 0 0,1 0 0,-1 0 0,11 11 0,-6-5-6529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1.1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 24575,'-1'0'0,"1"0"0,-1 0 0,0 1 0,1-1 0,-1 0 0,1 0 0,-1 0 0,1 1 0,-1-1 0,1 0 0,0 1 0,-1-1 0,1 0 0,-1 1 0,1-1 0,0 1 0,-1-1 0,1 1 0,0-1 0,-1 1 0,1-1 0,0 1 0,0-1 0,-1 1 0,1-1 0,0 1 0,0-1 0,0 1 0,0-1 0,0 1 0,0-1 0,0 1 0,0 0 0,0 0 0,2 21 0,-1-19 0,-1 0 0,1 0 0,0-1 0,0 1 0,1 0 0,-1 0 0,0-1 0,1 1 0,0-1 0,-1 1 0,1-1 0,0 0 0,0 0 0,1 1 0,-1-1 0,3 1 0,-3-2 0,0 1 0,0-2 0,0 1 0,0 0 0,1 0 0,-1-1 0,0 1 0,0-1 0,0 0 0,1 1 0,-1-1 0,0 0 0,0-1 0,1 1 0,-1 0 0,0 0 0,0-1 0,1 0 0,-1 1 0,0-1 0,0 0 0,2-1 0,5-3 0,-1-1 0,15-12 0,-15 11 0,0 1 0,0 0 0,0 1 0,9-5 0,-15 9 0,1 0 0,-1 0 0,1 0 0,-1 0 0,1 1 0,0-1 0,-1 1 0,1-1 0,0 1 0,0 0 0,-1 0 0,1 1 0,0-1 0,-1 0 0,1 1 0,0 0 0,-1-1 0,1 1 0,2 2 0,-2-2 8,-1 1-1,1 0 1,-1-1-1,1 1 1,-1 1-1,0-1 1,0 0-1,0 1 0,3 4 1,14 26-554,-14-23-348,2 3-5932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4:21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52 24575,'-14'-10'0,"0"0"0,-17-8 0,27 16 0,0 0 0,0 0 0,0 0 0,-1 1 0,1 0 0,0 0 0,-1 0 0,1 0 0,-1 1 0,1-1 0,0 1 0,-1 0 0,-4 1 0,7 0 0,1-1 0,0 0 0,-1 1 0,1-1 0,0 1 0,-1 0 0,1-1 0,0 1 0,0 0 0,0 0 0,0 0 0,0 0 0,0 0 0,0 0 0,0 0 0,0 0 0,-1 2 0,0 0 0,1-1 0,0 1 0,0 0 0,0 0 0,0 0 0,1 0 0,-2 6 0,2 2 0,0 1 0,1-1 0,2 16 0,-3-26 0,2 7 0,-1 0 0,1 0 0,1 0 0,0 0 0,0-1 0,0 1 0,8 11 0,1-1 0,25 27 0,-34-42 0,0 1 0,0-1 0,-1 1 0,1 0 0,-1 0 0,0 0 0,0 0 0,0 0 0,-1 0 0,0 1 0,1-1 0,0 7 0,-2-9 0,0 1 0,0-1 0,-1 1 0,1-1 0,0 1 0,-1-1 0,0 1 0,1-1 0,-1 0 0,0 1 0,0-1 0,0 0 0,-1 0 0,1 1 0,0-1 0,-1 0 0,0 0 0,1 0 0,-1-1 0,0 1 0,0 0 0,0-1 0,-3 3 0,-4 1-227,1-1-1,-1 1 1,0-2-1,0 1 1,-14 3-1,1-2-6598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6:5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87 24575,'1'-18'0,"-1"11"0,0-1 0,0 1 0,0-1 0,-1 0 0,0 1 0,-3-13 0,4 19 0,0 1 0,0 0 0,-1 0 0,1 0 0,0 0 0,0 0 0,0 0 0,0-1 0,0 1 0,0 0 0,0 0 0,0 0 0,0 0 0,0 0 0,0 0 0,0-1 0,0 1 0,0 0 0,-1 0 0,1 0 0,0 0 0,0 0 0,0 0 0,0 0 0,0 0 0,0 0 0,0 0 0,-1 0 0,1 0 0,0-1 0,0 1 0,0 0 0,0 0 0,0 0 0,0 0 0,-1 0 0,1 0 0,0 0 0,0 0 0,0 0 0,0 0 0,-1 1 0,-3 4 0,-2 12 0,2 0 0,0 0 0,-1 25 0,-1 7 0,4-31 0,0 1 0,1 0 0,0 0 0,2 0 0,0-1 0,7 32 0,-4-24 0,-1-1 0,-2 1 0,0 0 0,-5 33 0,-10 30 0,8-54 0,2-14 0,-1 41 0,4-17 0,3 72 0,1-96 0,10 38 0,-1-6 0,-10-46 0,3 21 0,-1 0 0,1 42 0,-5-42 0,-1-7 0,1 0 0,1 0 0,1 0 0,5 21 0,-4-19 0,0 1 0,-1 0 0,-1-1 0,-3 29 0,0 3 0,2-35 0,1 11 0,-2 1 0,-8 47 0,6-56-107,2-14 185,-1 0-1,-4 14 0,5-20-212,-1 0-1,1 0 1,-1 0-1,0 0 1,0 0-1,0 0 1,0 0-1,0 0 1,0-1-1,-5 4 1,-3 2-6691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0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4480 120 24575,'35'0'0,"-34"1"0,-3 0 0,-7 2 0,-12 4 0,-11 0 0,-36 4 0,27-6 0,-99 5 0,32-9 0,-162-3 0,96-12 0,62 6 0,-24 0 0,-4 1 0,-4 0 0,-76-2 0,95-6 0,-43-4 0,105 16 0,-51-4 0,42 1 0,-74 5 0,80 2 0,-40 5 0,70-2 0,0-2 0,-52-4 0,-44-13 0,-251-22 0,28 33 0,202 6 0,120-2 0,0-1 0,0 2 0,-55 8 0,54-5 0,1-1 0,-1-2 0,-34-2 0,7 0 0,-108-8 0,21-9 0,137 16-170,-1 0-1,1 2 0,-1-1 1,1 1-1,-1 1 0,1 0 1,-21 5-1,23-3-6655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5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2081 16 24575,'73'0'0,"-158"1"0,-99-2 0,105-6 0,-34-1 0,-563 8 0,568 8 0,3 0 0,24-10 0,-62 3 0,81 6 0,33-3 0,-34 0 0,-350-4-1365,400 0-5461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6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14 24575,'-7'-13'0,"7"13"0,0 0 0,0 0 0,0-1 0,-1 1 0,1 0 0,0 0 0,0 0 0,0 0 0,0 0 0,-1 0 0,1 0 0,0 0 0,0 0 0,0 0 0,0 0 0,0 0 0,-1 0 0,1 0 0,0 0 0,0 0 0,0 1 0,0-1 0,0 0 0,-1 0 0,1 0 0,0 0 0,0 0 0,0 0 0,0 0 0,0 0 0,0 0 0,0 1 0,-1-1 0,1 0 0,0 0 0,0 0 0,0 0 0,0 0 0,0 0 0,0 1 0,0-1 0,0 0 0,0 0 0,-7 28 0,5-18 0,-39 215 0,25-137 0,4 1 0,-2 135 0,14-212 0,-1-1 0,-3 17 0,-1 8 0,5-25-1365,2-1-5461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6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47 24575,'0'-4'0,"0"0"0,0 0 0,0 1 0,-1-1 0,1 0 0,-1 0 0,0 0 0,0 1 0,-1-1 0,-1-4 0,3 8 0,0 0 0,0 0 0,-1 0 0,1 0 0,0 0 0,0 0 0,0 0 0,0 0 0,0 0 0,0 0 0,0 0 0,-1 0 0,1 0 0,0 0 0,0 0 0,0 0 0,0 0 0,0 0 0,0 0 0,-1 0 0,1 0 0,0 0 0,0 0 0,0 0 0,0 0 0,0 0 0,0 0 0,0 0 0,-1 0 0,1 0 0,0 1 0,0-1 0,0 0 0,0 0 0,0 0 0,0 0 0,0 0 0,0 0 0,0 0 0,0 0 0,0 1 0,0-1 0,0 0 0,-1 0 0,1 0 0,0 0 0,0 0 0,0 0 0,0 1 0,0-1 0,0 0 0,0 0 0,0 0 0,0 0 0,1 0 0,-1 0 0,0 1 0,0-1 0,0 0 0,0 0 0,-2 10 0,1 35 0,1-24 0,-5 31 0,0-5 0,0 94 0,0 14 0,-1-15 0,3-48 0,-4-36 0,3-38 0,0 31 0,4-6-1365,1-30-5461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7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23 24575,'-4'8'0,"0"0"0,1 0 0,0 0 0,0 1 0,1-1 0,-2 17 0,4-20 0,-1-1 0,2 0 0,-1 0 0,0 0 0,1 0 0,0 0 0,-1 0 0,2 0 0,-1 0 0,0 0 0,1 0 0,0 0 0,0 0 0,0-1 0,0 1 0,5 4 0,0 1 0,1-1 0,1 0 0,12 9 0,-19-15 0,0 0 0,1 0 0,-1-1 0,1 1 0,0-1 0,0 0 0,-1 1 0,1-1 0,0-1 0,0 1 0,0 0 0,0-1 0,0 1 0,0-1 0,0 0 0,0 0 0,5-1 0,-6 1 0,0-1 0,-1 0 0,1 0 0,-1 0 0,0 0 0,1 0 0,-1 0 0,0 0 0,1 0 0,-1 0 0,0-1 0,0 1 0,0 0 0,0-1 0,0 1 0,0-1 0,-1 1 0,1-1 0,0 1 0,-1-1 0,1 0 0,-1 1 0,1-3 0,-1 2 0,1 0 0,-1 0 0,1 0 0,0 0 0,0 1 0,0-1 0,0 0 0,0 0 0,0 1 0,0-1 0,1 0 0,1-1 0,-2 2 0,0 1 0,-1 0 0,1 0 0,0-1 0,0 1 0,-1 0 0,1 0 0,0 0 0,0 0 0,0 0 0,-1 0 0,1 0 0,0 0 0,0 1 0,-1-1 0,1 0 0,0 0 0,1 1 0,15 7 0,-12-5 0,1 0 0,1-1 0,0 1 0,0-1 0,0 0 0,0 0 0,0-1 0,0 0 0,0 0 0,1-1 0,-1 0 0,0 0 0,9-2 0,-13 1 0,1 1 0,-1-1 0,0 0 0,0 0 0,0 0 0,0-1 0,-1 1 0,1-1 0,0 0 0,0 1 0,-1-1 0,1 0 0,-1-1 0,0 1 0,0 0 0,0-1 0,0 1 0,0-1 0,0 1 0,0-1 0,-1 0 0,0 0 0,1 0 0,-1 0 0,0 0 0,0 0 0,-1 0 0,1 0 0,0-6 0,-1 4 0,0 0 0,0 0 0,0 0 0,-1 0 0,1 0 0,-1 0 0,0 0 0,-1 0 0,1 0 0,-1 1 0,0-1 0,0 1 0,0-1 0,-1 1 0,0 0 0,1 0 0,-2 0 0,1 0 0,0 0 0,-1 1 0,1-1 0,-1 1 0,0 0 0,-8-4 0,0 0-1365,2 0-5461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8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 24575,'-11'6'0,"-1"0"0,1 1 0,-14 12 0,21-16 0,0 1 0,0-1 0,1 1 0,-1 0 0,1 1 0,-1-1 0,2 0 0,-1 1 0,0 0 0,-3 9 0,5-11 0,1-1 0,0 1 0,0-1 0,0 1 0,0-1 0,0 1 0,1-1 0,-1 1 0,1-1 0,-1 1 0,1-1 0,0 0 0,0 1 0,0-1 0,0 0 0,1 0 0,-1 0 0,0 0 0,3 3 0,1 1 0,0 0 0,0-1 0,1 0 0,0 0 0,8 5 0,-5-4 15,0-1 0,1 0 0,0-1 0,0 0 0,0 0 0,1-1 0,13 2 0,-2-2-510,-1-1 0,36-1 0,-44-1-6331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32 24575,'-27'-5'0,"-13"-2"0,-1 1 0,4 0 0,6 3 0,5 1 0,4 0 0,5 2 0,1 0 0,4 3 0,2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19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24575,'24'28'0,"1"-1"0,2-1 0,0-1 0,2-2 0,58 37 0,-81-57 0,0 0 0,1 0 0,-1 0 0,1-1 0,0 0 0,0-1 0,0 0 0,0 0 0,0 0 0,0-1 0,7 0 0,-12 0 0,0 0 0,1-1 0,-1 1 0,0 0 0,0-1 0,0 0 0,0 1 0,0-1 0,0 0 0,0 0 0,0 0 0,0 0 0,0-1 0,0 1 0,0-1 0,-1 1 0,1-1 0,-1 1 0,1-1 0,-1 0 0,1 1 0,-1-1 0,0 0 0,0 0 0,0 0 0,0 0 0,0 0 0,-1-1 0,1 1 0,-1 0 0,1 0 0,-1 0 0,0-1 0,0 1 0,0 0 0,0 0 0,0-3 0,-1-1 0,0 0 0,-1 0 0,0 0 0,0 1 0,0-1 0,-1 0 0,0 1 0,0 0 0,0 0 0,0 0 0,-1 0 0,0 0 0,-4-4 0,7 9 0,1 0 0,0 0 0,0 0 0,-1-1 0,1 1 0,0 0 0,0 0 0,0-1 0,-1 1 0,1 0 0,0 0 0,0-1 0,0 1 0,0 0 0,0 0 0,-1-1 0,1 1 0,0 0 0,0-1 0,0 1 0,0 0 0,0-1 0,0 1 0,0 0 0,0-1 0,0 1 0,0 0 0,0 0 0,0-1 0,1 1 0,-1 0 0,0-1 0,11-3 0,24 4 0,-28 1 0,10-1 0,2 1 0,31-2 0,-44 0 0,-1 0 0,0 0 0,0 0 0,0 0 0,0-1 0,0 0 0,0 0 0,0 0 0,-1 0 0,1-1 0,3-3 0,-7 5 3,1 0 0,-1 1-1,0-1 1,0 0 0,0 0-1,0 0 1,-1 0 0,1 0-1,0 0 1,0 0 0,-1-1-1,1 1 1,0 0 0,-1 0-1,1-1 1,-1 1 0,0 0-1,1 0 1,-1-1-1,0 1 1,0 0 0,0-1-1,0 1 1,0 0 0,0-1-1,0 1 1,0 0 0,-1-1-1,1 1 1,0 0 0,-1-1-1,1 1 1,-1 0 0,0 0-1,1 0 1,-1-1 0,0 1-1,0 0 1,1 0 0,-1 0-1,0 0 1,-1 0 0,-5-6-265,0 2 0,0-1 0,0 1 0,-15-8 1,20 12 90,-14-8-6655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3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779 80 24575,'-518'-33'0,"451"26"0,35 5 0,0-2 0,0-1 0,-46-13 0,67 12-1365,2 1-5461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3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47 24575,'-32'-7'0,"-14"-3"0,-4 0 0,2 2 0,3 3 0,5 1 0,7 3 0,4 0 0,4 1 0,1 0 0,3 3 0,-1 1 0,2-1 0,-2 3 0,1-1 0,1-1 0,2 0 0,4-2-8191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24575,'7'13'0,"1"-1"0,0 0 0,1 0 0,0-1 0,1 0 0,22 18 0,74 50 0,-102-77 0,68 43 0,92 42 0,-144-77 0,0-1 0,36 24 0,-54-33 0,-1 1 0,0 0 0,0 0 0,0 0 0,0 0 0,0 0 0,0 0 0,0 0 0,0 0 0,0 0 0,-1 1 0,1-1 0,0 0 0,-1 0 0,1 1 0,-1-1 0,1 3 0,-1-3 0,0 0 0,0 0 0,0 0 0,0 0 0,0 0 0,-1 0 0,1 0 0,0 0 0,-1 0 0,1 0 0,-1 0 0,1 0 0,-1 0 0,1 0 0,-1 0 0,0-1 0,0 1 0,0 1 0,-3 1 0,-1 1 0,0-1 0,1 0 0,-1 0 0,0 0 0,-1-1 0,-6 3 0,-188 47 0,103-30 0,-71 19-1365,149-36-5461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640 23 24575,'-27'-4'0,"-104"-14"0,117 18 0,0 0 0,0 0 0,0 1 0,0 1 0,1 0 0,-1 1 0,-17 6 0,13-1 0,0 1 0,1 1 0,0 0 0,-22 19 0,20-15 0,0 0 0,-33 16 0,-26 0 0,13-6 0,64-23 0,1-1 0,-1 0 0,0 0 0,1 1 0,-1-1 0,0 0 0,1 1 0,-1-1 0,1 0 0,-1 1 0,1-1 0,-1 1 0,1-1 0,-1 1 0,1 0 0,-1-1 0,1 1 0,-1-1 0,1 2 0,0-1 0,0-1 0,0 1 0,0-1 0,0 1 0,0-1 0,0 1 0,0-1 0,0 0 0,1 1 0,-1-1 0,0 1 0,0-1 0,1 1 0,-1-1 0,0 0 0,1 1 0,-1-1 0,0 0 0,1 1 0,-1-1 0,0 0 0,1 1 0,5 2 0,-1 0 0,1 0 0,9 3 0,-7-3 0,85 34 0,60 26 0,-70-27 5,-31-15-690,48 28 0,-81-38-6141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62 24575,'-1'-3'0,"0"1"0,0-1 0,0 0 0,1 1 0,-1-1 0,1 0 0,0 1 0,0-1 0,0 0 0,0 0 0,0 1 0,2-5 0,-2 6 0,1-1 0,0 1 0,-1 0 0,1-1 0,0 1 0,0 0 0,0 0 0,0 0 0,0 0 0,0 0 0,0 0 0,1 0 0,-1 0 0,0 0 0,0 1 0,1-1 0,-1 0 0,0 1 0,1-1 0,-1 1 0,1 0 0,-1-1 0,1 1 0,1 0 0,7-1 0,-1 0 0,0 1 0,1 0 0,-1 1 0,0 0 0,11 3 0,54 17 0,-53-12 0,0 0 0,-1 2 0,27 18 0,21 11 0,-34-22 0,-2 1 0,0 2 0,36 32 0,-12 3 0,-10-9 0,-31-34 0,75 73 0,-72-66 0,0 0 0,23 37 0,-12-6 0,31 75 0,-12-22 0,-27-68 0,2-1 0,40 49 0,-35-48 0,66 80 0,-87-109 0,1 3 0,1 1 0,0-2 0,1 1 0,0-2 0,1 1 0,13 7 0,-16-11 0,8 5 0,2 0 0,-1-1 0,1-1 0,1 0 0,30 7 0,-20-9 0,-10-1 0,-1-2 0,35 3 0,-37-5 0,1 1 0,0 1 0,18 5 0,-16-3 0,33 4 0,-6-3 0,-32-3 0,0-1 0,19 0 0,-27-2 0,-1-1 0,0 1 0,1-1 0,-1 0 0,0 0 0,0-1 0,0 0 0,0 0 0,9-5 0,-3 0 0,0 0 0,-1-1 0,0-1 0,0 0 0,-1 0 0,0-1 0,-1 0 0,0 0 0,0-1 0,6-12 0,-9 15 0,0 0 0,1 1 0,0 0 0,0 0 0,1 0 0,0 1 0,0-1 0,1 2 0,0-1 0,0 1 0,16-8 0,-3 4 0,1 1 0,-1 1 0,41-8 0,17-2-1365,-64 13-5461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2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2318 105 24575,'-35'-19'0,"1"-1"0,-2 1 0,-61-21 0,91 38 0,0 0 0,0 1 0,0 0 0,-1 1 0,1 0 0,0 0 0,-12 1 0,-1 2 0,-22 7 0,-8 1 0,29-9 0,-30 0 0,4 0 0,40-1 0,1 0 0,-1 1 0,1-1 0,-1 1 0,1 0 0,0 1 0,0-1 0,0 1 0,0 0 0,0 0 0,0 1 0,-3 3 0,-9 8 0,-23 29 0,39-42 0,-108 146 0,107-146 0,-36 51 0,18-26 0,-28 49 0,37-54 0,-60 103 0,-14 12 0,64-104 0,3-3 0,-2 0 0,-42 48 0,48-64 0,1 0 0,1 0 0,1 2 0,-18 30 0,18-26 0,-1 0 0,-1-1 0,-1-1 0,0 0 0,-2 0 0,-32 28 0,38-39 0,0 0 0,0-1 0,0 0 0,-1 0 0,1-1 0,-2-1 0,1 0 0,0-1 0,-1 0 0,-15 2 0,-10-1 0,-73-2 0,65-3 0,25-1 0,0 0 0,0-2 0,0-1 0,1 0 0,-29-12 0,1-3 0,0-2 0,-51-34 0,43 18 0,37 24 0,-1 2 0,-22-13 0,20 15-118,-1-2-131,0 1-1,-1 1 1,0 1-1,-44-10 1,55 17-6577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17 24575,'-1'-2'0,"1"1"0,-1 0 0,0-1 0,0 1 0,0 0 0,-1 0 0,1 0 0,0 0 0,0 0 0,-1 0 0,1 0 0,-3-1 0,3 2 0,0 0 0,1 0 0,-1 0 0,0 0 0,1 0 0,-1 0 0,0 0 0,0 0 0,1 0 0,-1 0 0,0 1 0,1-1 0,-1 0 0,0 1 0,1-1 0,-1 0 0,1 1 0,-1-1 0,0 1 0,1-1 0,-1 1 0,1-1 0,-1 1 0,1-1 0,0 1 0,-1-1 0,1 1 0,-1 0 0,1-1 0,0 1 0,-1 0 0,-3 8 0,1-1 0,-1 1 0,2 0 0,-1 0 0,1 0 0,0 0 0,0 17 0,3 68 0,3-39 0,3 0 0,3 0 0,18 63 0,-1-33 0,47 100 0,-73-183 0,8 16 0,-9-18 0,0 0 0,0 0 0,0 0 0,0 0 0,0 0 0,0 0 0,0 0 0,0 0 0,0 0 0,0 0 0,0 0 0,0 0 0,0 0 0,0 0 0,0 0 0,0 0 0,0 0 0,1 0 0,-1 0 0,0 0 0,0 0 0,0 0 0,0 0 0,0 0 0,0 0 0,0 0 0,0 0 0,0 0 0,0 0 0,0 0 0,0 0 0,0 0 0,0 0 0,0 0 0,0 0 0,0 0 0,0 0 0,0 0 0,0 0 0,0 0 0,0 0 0,1 0 0,-1 0 0,0 0 0,0 0 0,0 0 0,0 0 0,0 0 0,0 0 0,0 0 0,0 0 0,0 0 0,0 0 0,0 0 0,0 0 0,-2-12 0,-27-131-1365,24 120-5461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3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195 349 24575,'-2'-3'0,"-5"-10"0,1 0 0,-12-14 0,16 24 0,0 0 0,0 1 0,0 0 0,0-1 0,0 1 0,0 0 0,-1 0 0,1 0 0,-1 1 0,0-1 0,1 1 0,-1-1 0,0 1 0,0 0 0,0 0 0,-5-1 0,6 2 0,1 0 0,0 0 0,-1 0 0,1 0 0,0 0 0,0 0 0,-1 0 0,1 1 0,0-1 0,0 1 0,-1-1 0,1 1 0,0-1 0,0 1 0,0 0 0,0-1 0,-2 3 0,1-1 0,0 0 0,0 0 0,0 1 0,1-1 0,-1 1 0,1-1 0,-3 5 0,1 2 0,0-1 0,1 1 0,0 0 0,-1 11 0,2-12 0,1 0 0,-1 0 0,1 0 0,1 0 0,2 11 0,-3-18 0,0 1 0,0-1 0,1 1 0,-1-1 0,0 1 0,1-1 0,0 0 0,-1 1 0,1-1 0,0 0 0,-1 0 0,1 1 0,0-1 0,0 0 0,0 0 0,0 0 0,0 0 0,1 0 0,-1 0 0,0 0 0,0-1 0,0 1 0,1 0 0,-1-1 0,1 1 0,-1-1 0,0 1 0,1-1 0,-1 0 0,1 1 0,-1-1 0,1 0 0,-1 0 0,0 0 0,1 0 0,2-1 0,-2 1 0,1-1 0,-1 0 0,1 0 0,-1 0 0,1 0 0,-1-1 0,0 1 0,0-1 0,0 1 0,0-1 0,0 1 0,0-1 0,0 0 0,0 0 0,-1 0 0,1 0 0,-1-1 0,1 1 0,1-4 0,0-1 0,0 0 0,0-1 0,-1 1 0,0 0 0,2-12 0,-3 4 0,0 1 0,-1-1 0,-1 1 0,0-1 0,-1 1 0,0 0 0,-1-1 0,-7-19 0,1 12 0,0 0 0,-1 0 0,-1 1 0,-18-28 0,24 42 0,0 0 0,-1 0 0,1 1 0,-1-1 0,-1 1 0,1 1 0,-9-7 0,14 12-3,1-1 0,0 1-1,-1 0 1,1 0 0,-1-1 0,1 1-1,-1 0 1,1 0 0,-1 0 0,1 0-1,-1-1 1,1 1 0,-1 0 0,1 0-1,0 0 1,-1 0 0,1 0 0,-1 0-1,1 0 1,-1 1 0,1-1-1,-1 0 1,1 0 0,-1 0 0,1 0-1,-1 1 1,1-1 0,-1 1 0,0-1 17,0 1 1,0 0-1,1 0 1,-1 0-1,1 0 1,-1 0-1,1 0 1,-1 0-1,1 1 1,0-1-1,-1 0 1,1 1-1,-1 6-293,0 0-1,1 16 1,0-20-342,1 12-6205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3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24575,'-12'49'0,"2"0"0,2 1 0,-1 52 0,9-75 0,1 0 0,0-1 0,2 1 0,2 0 0,0-1 0,1 0 0,15 36 0,-14-44 0,0 0 0,11 20 0,-12-30 0,-7-15 0,-5-15 0,0 7-1365,1 2-5461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4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226 130 24575,'-20'-12'0,"-55"-34"0,63 39 0,-1 1 0,0 0 0,-27-7 0,38 13 0,0-1 0,0 1 0,0-1 0,0 1 0,-1 0 0,1 0 0,0 0 0,0 0 0,0 1 0,0-1 0,0 0 0,-1 1 0,1-1 0,0 1 0,0 0 0,-3 2 0,4-2 0,-1 0 0,1 0 0,0 0 0,0 0 0,0 0 0,1 0 0,-1 1 0,0-1 0,0 0 0,1 0 0,-1 1 0,0-1 0,1 1 0,-1-1 0,1 0 0,0 1 0,0-1 0,-1 1 0,1-1 0,0 1 0,0-1 0,0 1 0,1-1 0,-1 3 0,1 2 0,1 0 0,-1 0 0,1 0 0,0-1 0,1 1 0,-1-1 0,1 0 0,0 0 0,0 0 0,1 0 0,-1 0 0,1 0 0,0-1 0,1 0 0,-1 0 0,1 0 0,8 5 0,-6-5 0,0 1 0,1-2 0,0 1 0,-1-1 0,1 0 0,0-1 0,1 0 0,-1 0 0,0-1 0,0 0 0,1-1 0,8 1 0,-14-2 0,0 1 0,0-1 0,0 1 0,0-1 0,0 0 0,0 0 0,0 0 0,-1-1 0,1 1 0,0-1 0,-1 1 0,1-1 0,-1 0 0,1 0 0,-1 0 0,0 0 0,0 0 0,0-1 0,0 1 0,0-1 0,0 1 0,-1-1 0,0 0 0,1 1 0,-1-1 0,0 0 0,0 0 0,0 0 0,0-6 0,0 3 0,0 0 0,0-1 0,0 1 0,-1-1 0,-1 1 0,1-1 0,-1 1 0,0-1 0,0 1 0,-1 0 0,1 0 0,-2-1 0,-3-8 0,3 11 17,1 0 0,-1 0 1,0 1-1,0-1 0,-1 1 0,-5-5 0,8 7-123,-1-1 0,0 1 0,0-1 0,-1 1 0,1 0 0,0 0-1,0 0 1,-1 0 0,1 0 0,0 0 0,-1 1 0,1-1 0,-5 1 0,-1 1-6720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4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 24575,'-6'6'0,"1"1"0,0 0 0,0 0 0,0 0 0,0 1 0,1-1 0,1 1 0,-1 0 0,1 0 0,1 0 0,-4 15 0,3 0 0,0 0 0,2 0 0,1 27 0,3-38-80,-3-12 85,0 0 0,0 0 1,1 0-1,-1 0 0,0 0 0,0 1 1,0-1-1,0 0 0,0 0 0,1 0 1,-1 0-1,0 0 0,0 0 1,0 0-1,0 0 0,0 0 0,1 0 1,-1 0-1,0 0 0,0 0 0,0 0 1,0 0-1,1 0 0,-1 0 1,0 0-1,0 0 0,0-1 0,0 1 1,0 0-1,1 0 0,-1 0 0,0 0 1,0 0-1,0 0 0,0 0 0,0 0 1,0-1-1,13-17-1490,-9 9-5341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4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 24575,'-13'3'0,"0"1"0,0 0 0,0 1 0,1 0 0,-18 11 0,27-14 0,0 0 0,0 0 0,1 0 0,-1 0 0,1 0 0,-1 0 0,1 0 0,0 1 0,0-1 0,0 1 0,0 0 0,0 0 0,1-1 0,-1 1 0,1 0 0,0 0 0,0 0 0,0 1 0,0-1 0,1 0 0,-1 0 0,1 0 0,0 1 0,0-1 0,0 0 0,0 1 0,0-1 0,2 4 0,0 3-105,1 0 0,1 0 0,0 0 0,0-1 0,1 1 0,0-1 0,1 0 0,0-1 0,0 1 0,1-1 0,0-1 0,13 13 0,-11-14-6721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5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24575,'2'13'0,"1"6"0,1 5 0,-2 1 0,0 2 0,-1-2 0,0 0 0,-1-2 0,0-2 0,0-2 0,0-2 0,0-1 0,2-1 0,4-3 0,0-6 0,0-7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5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14 24575,'-5'-2'0,"1"0"0,0 0 0,-1 1 0,1-1 0,-1 1 0,0 0 0,1 0 0,-1 0 0,0 1 0,0 0 0,-5 0 0,8 0 0,0 1 0,0-1 0,0 1 0,0-1 0,0 1 0,0 0 0,0 0 0,0 0 0,0 0 0,0 0 0,1 0 0,-1 1 0,0-1 0,1 1 0,-1-1 0,1 1 0,0-1 0,-1 1 0,1 0 0,0 0 0,0-1 0,0 1 0,0 0 0,0 0 0,1 0 0,-1 0 0,0 2 0,-1 5 0,1 0 0,-1-1 0,2 1 0,-1 0 0,1 0 0,2 12 0,-2-16 0,1-1 0,0 1 0,0 0 0,0-1 0,0 0 0,1 1 0,0-1 0,-1 0 0,2 0 0,-1 1 0,0-2 0,1 1 0,6 6 0,-9-9-91,1 0 0,0 0 0,0-1 0,0 1 0,0 0 0,0-1 0,0 1 0,1-1 0,-1 1 0,0-1 0,0 0 0,0 1 0,0-1 0,2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6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0 24575,'-8'30'0,"-2"13"0,1 3 0,-1 0 0,1-3 0,2-5 0,3-2 0,1-4 0,2-1 0,6 16 0,2 3 0,0-5 0,-2-7 0,-1-8 0,-1-6 0,-4-6 0,-2-4-8191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7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3 116 24575,'-1'-4'0,"1"-1"0,-1 0 0,1 0 0,0-6 0,0 10 0,0 1 0,0-1 0,0 1 0,0-1 0,0 1 0,0-1 0,0 1 0,0-1 0,0 1 0,0-1 0,0 1 0,1-1 0,-1 1 0,0-1 0,0 1 0,0-1 0,1 1 0,-1-1 0,0 1 0,1-1 0,-1 1 0,0 0 0,1-1 0,-1 1 0,0 0 0,1-1 0,-1 1 0,1 0 0,-1-1 0,1 1 0,-1 0 0,1 0 0,-1 0 0,1-1 0,-1 1 0,1 0 0,-1 0 0,1 0 0,-1 0 0,1 0 0,-1 0 0,1 0 0,-1 0 0,1 0 0,-1 0 0,1 0 0,-1 1 0,1-1 0,-1 0 0,1 0 0,-1 0 0,1 1 0,7 3 0,-1 1 0,0 0 0,0 0 0,8 8 0,6 5 0,-1-2 0,-14-10 0,0-1 0,0-1 0,0 1 0,9 4 0,-15-9 0,0 0 0,1 1 0,-1-1 0,1 0 0,-1 0 0,1 1 0,-1-1 0,1 0 0,-1 0 0,1 0 0,-1 0 0,1 0 0,-1 0 0,1 0 0,-1 0 0,1 0 0,-1 0 0,1 0 0,-1 0 0,1 0 0,-1 0 0,1 0 0,-1 0 0,1 0 0,0-1 0,-1 0 0,1 1 0,-1-1 0,0 1 0,0-1 0,0 1 0,1-1 0,-1 0 0,0 1 0,0-1 0,0 1 0,0-1 0,0 1 0,0-1 0,0 0 0,0 1 0,0-1 0,0 1 0,0-2 0,-2-2 0,1-1 0,0 0 0,-1 1 0,-2-6 0,-5-7 0,-1 0 0,0 1 0,-1 0 0,-25-27 0,34 41-85,1 0 0,-1 0-1,0 1 1,0-1 0,0 1-1,0-1 1,0 1 0,0 0-1,-1 0 1,1 0 0,0 0-1,-1 0 1,1 1 0,0-1-1,-4 0 1,-3 2-6741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7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24575,'3'15'0,"0"7"0,0 6 0,0 2 0,-1-1 0,-1-3 0,0-3 0,1-4 0,2-2 0,-1-1 0,-1-1 0,2-4 0,1-5 0,-2-7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47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1 24575,'-5'0'0,"-4"2"0,-1 4 0,2 3 0,1 3 0,1 1 0,0 2 0,-1-2 0,1-4-8191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2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24575,'11'-39'0,"-10"36"0,0-1 0,1 1 0,-1 0 0,1 0 0,0-1 0,0 1 0,0 1 0,5-6 0,-7 8 0,0 0 0,0-1 0,0 1 0,1 0 0,-1 0 0,0 0 0,0-1 0,1 1 0,-1 0 0,0 0 0,0 0 0,1 0 0,-1 0 0,0 0 0,1 0 0,-1 0 0,0 0 0,0 0 0,1 0 0,-1 0 0,0 0 0,1 0 0,-1 0 0,0 0 0,0 0 0,1 0 0,-1 0 0,0 0 0,0 0 0,1 0 0,-1 0 0,0 0 0,0 1 0,1-1 0,-1 0 0,0 0 0,0 0 0,1 1 0,-1-1 0,0 0 0,0 0 0,0 0 0,0 1 0,1-1 0,-1 0 0,0 0 0,0 1 0,0-1 0,0 0 0,0 1 0,0-1 0,0 0 0,0 0 0,0 1 0,0 0 0,3 17 0,-3-18 0,1 74 0,-1-42 0,4 37 0,11 95 0,-11-116 0,4 133 0,-2-34 0,0 50 0,3 44 0,-3-16 0,-7-193 0,1-19 0,-2-1 0,-3 18 0,-2 17 0,6-36-295,-1 0 0,-4 14-1,5-22-183,-1 7-6347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7:30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4396 178 24575,'15'-2'0,"-3"0"0,0 1 0,0 0 0,17 2 0,-29-1 0,0 0 0,0 0 0,0 0 0,0 0 0,0 0 0,0 0 0,0 0 0,0 0 0,0 0 0,0 0 0,0 0 0,0 1 0,0-1 0,0 0 0,0 0 0,0 0 0,0 0 0,0 0 0,0 0 0,0 0 0,0 0 0,0 0 0,0 0 0,0 0 0,0 1 0,0-1 0,0 0 0,0 0 0,0 0 0,0 0 0,0 0 0,0 0 0,0 0 0,0 0 0,0 0 0,0 0 0,0 0 0,0 0 0,0 0 0,1 0 0,-1 0 0,0 0 0,0 0 0,0 0 0,0 0 0,0 0 0,0 1 0,0-1 0,0 0 0,0 0 0,0 0 0,0 0 0,0 0 0,1 0 0,-1 0 0,0-1 0,0 1 0,0 0 0,0 0 0,0 0 0,0 0 0,0 0 0,-9 5 0,-16 2 0,-29 1 0,0-1 0,-1-4 0,-103-5 0,-271-24 0,305 20 0,-76-2 0,-148-9 0,244 10 0,-207-20 0,121 10 0,-161 10 0,214 9 0,34-2 0,-114-1 0,103-7 0,44 2 0,1 0 0,-68-3 0,20 1 0,-7 1 0,15 0 0,7-1 0,-9-1 0,58 4 0,-1-2 0,23 3 0,-32-1 0,-132 6 0,184 0 0,0 0 0,-20 5 0,20-4 0,-1 0 0,-15 1 0,4-2-118,-15 0-506,-41 6 1,62-5-6203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0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 24575,'0'0'0,"0"0"0,0 0 0,0 0 0,0 0 0,0 0 0,0 0 0,0 0 0,0 0 0,0 0 0,0 0 0,0 0 0,0 0 0,0 0 0,0 0 0,0 0 0,0 0 0,0-1 0,0 1 0,0 0 0,0 0 0,0 0 0,0 0 0,0 0 0,0 0 0,0 0 0,0 0 0,0 0 0,0 0 0,0 0 0,0 0 0,0 0 0,0 0 0,0 0 0,0 0 0,0 0 0,0-1 0,0 1 0,0 0 0,0 0 0,0 0 0,0 0 0,0 0 0,0 0 0,-1 0 0,1 0 0,0 0 0,0 0 0,0 0 0,0 0 0,0 0 0,0 0 0,0 0 0,0 0 0,0 0 0,0 0 0,0 0 0,0 0 0,0 0 0,0 0 0,0 0 0,-1 0 0,1 0 0,0 0 0,0 0 0,-4 5 0,-2 9 0,3 10 0,1-1 0,1 1 0,2 31 0,0-30 0,0 1 0,-7 42 0,0-15 0,2 0 0,4 69 0,1-53 0,1-41 0,1 1 0,2-1 0,0-1 0,11 32 0,10 55 0,-22-76 0,-3 0 0,-2 40 0,-1-11 0,1-10 0,3 62 0,12-44 0,-7-27 0,-4-35 0,-1 0 0,1 16 0,-3 59-1365,0-75-5461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0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4926 71 24575,'5'1'0,"-2"0"0,-1-1 0,1 1 0,0 0 0,-1 0 0,0 0 0,5 2 0,-7-3 0,-1 1 0,1-1 0,0 0 0,0 1 0,0-1 0,0 0 0,-1 1 0,1-1 0,0 0 0,0 1 0,-1-1 0,1 0 0,0 0 0,0 1 0,-1-1 0,1 0 0,0 0 0,-1 0 0,1 1 0,0-1 0,-1 0 0,1 0 0,0 0 0,-1 0 0,1 0 0,0 0 0,-1 0 0,1 1 0,-1-1 0,-14 5 0,-34 9 0,0-1 0,-1-3 0,-73 5 0,-46-14 0,-255-30 0,-210-17 0,447 62 0,3-1 0,-101-18 0,2-24 0,58 0 0,172 24 0,0 2 0,-97 11 0,62 1 0,-101 0 0,-360-12 0,454-7 0,2 1 0,45 6 0,-99 3 0,86 5 0,32-4 0,-28 2 0,-1-8 0,-75-11 0,29 1 0,-145-17 0,215 25-3,25 2-224,0 2 0,-1 0 0,1 0 0,0 0 0,-11 2 0,9 1-6599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09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 24575,'0'0'0,"0"0"0,0 0 0,-1 0 0,1 0 0,0-1 0,0 1 0,0 0 0,0 0 0,-1 0 0,1 0 0,0 0 0,0-1 0,0 1 0,-1 0 0,1 0 0,0 0 0,0 0 0,0 0 0,-1 0 0,1 0 0,0 0 0,0 0 0,-1 0 0,1 0 0,0 0 0,0 0 0,0 0 0,-1 0 0,1 0 0,0 0 0,0 0 0,0 0 0,-1 0 0,1 1 0,0-1 0,-5 8 0,2 13 0,3-20 0,0 7 0,-1 0 0,1 0 0,1 0 0,0 1 0,2 12 0,-2-19 0,0 1 0,-1-1 0,1 0 0,0 0 0,0 0 0,0 0 0,0 0 0,1 0 0,-1 0 0,1 0 0,-1 0 0,1 0 0,-1-1 0,1 1 0,0-1 0,0 1 0,0-1 0,0 0 0,0 0 0,0 0 0,0 0 0,0 0 0,0 0 0,4 0 0,-3 0 0,-1 0 0,1-1 0,0 0 0,-1 1 0,1-1 0,-1 0 0,1 0 0,0-1 0,-1 1 0,1-1 0,-1 1 0,1-1 0,-1 0 0,1 0 0,-1 0 0,0 0 0,1 0 0,2-2 0,-3 1 0,0 0 0,0-1 0,0 1 0,0 0 0,-1 0 0,1-1 0,-1 1 0,1-1 0,-1 0 0,0 1 0,0-1 0,0 0 0,0 0 0,-1 1 0,1-1 0,-1-5 0,1-2 0,3-20 0,-4 28 0,1 0 0,-1 0 0,1 1 0,-1-1 0,1 0 0,0 1 0,0-1 0,0 1 0,-1-1 0,1 1 0,1-1 0,-1 1 0,2-3 0,-2 4 0,-1 0 0,1 0 0,-1-1 0,1 1 0,0 0 0,-1 0 0,1 0 0,0 0 0,-1 0 0,1-1 0,0 1 0,0 1 0,-1-1 0,1 0 0,0 0 0,-1 0 0,1 0 0,0 0 0,-1 1 0,1-1 0,-1 0 0,1 0 0,0 1 0,-1-1 0,1 1 0,-1-1 0,1 0 0,-1 1 0,1-1 0,0 1 0,17 20 0,-13-15 0,5 5 0,-1 1 0,22 19 0,-28-29 0,0 1 0,1-1 0,-1 1 0,0-1 0,1 0 0,0-1 0,-1 1 0,1-1 0,0 1 0,0-1 0,8 1 0,-11-2 0,1 1 0,-1-1 0,0 0 0,1 0 0,-1 0 0,1-1 0,-1 1 0,0 0 0,1 0 0,-1-1 0,0 1 0,1-1 0,-1 1 0,0-1 0,0 0 0,1 1 0,-1-1 0,0 0 0,0 0 0,0 0 0,0 0 0,0 0 0,0 0 0,0 0 0,1-2 0,1-2 0,-1 0 0,-1 0 0,1 0 0,0 0 0,0-9 0,-1 10 0,0 0 0,0 0 0,0 0 0,0-1 0,1 1 0,-1 1 0,4-6 0,-5 9 0,0-1 0,1 1 0,-1-1 0,1 1 0,-1-1 0,1 1 0,-1-1 0,1 1 0,-1 0 0,1 0 0,-1-1 0,1 1 0,0 0 0,-1 0 0,1-1 0,-1 1 0,1 0 0,0 0 0,-1 0 0,1 0 0,0 0 0,-1 0 0,1 0 0,0 0 0,-1 0 0,1 0 0,-1 1 0,1-1 0,0 0 0,-1 0 0,1 0 0,-1 1 0,1-1 0,-1 0 0,1 1 0,0-1 0,0 1 0,21 20 0,-16-14 0,75 66-1365,-72-63-5461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0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24575,'1'3'0,"0"0"0,0-1 0,1 1 0,-1 0 0,0 0 0,1-1 0,0 1 0,0 0 0,0-1 0,0 0 0,0 1 0,3 1 0,1 2 0,3 4 0,0-1 0,1 0 0,15 11 0,-20-17 0,1 1 0,-1-1 0,1 0 0,-1 0 0,1-1 0,0 0 0,0 0 0,0 0 0,9 0 0,-14-1 0,1-1 0,0 0 0,-1 0 0,1 0 0,-1 0 0,1-1 0,0 1 0,-1 0 0,1-1 0,-1 1 0,1-1 0,-1 1 0,1-1 0,-1 0 0,0 1 0,1-1 0,-1 0 0,0 0 0,2-1 0,-1 0 0,-1 0 0,1 0 0,-1 0 0,0-1 0,0 1 0,0 0 0,0 0 0,0-1 0,0 1 0,0-1 0,0-2 0,0-7 0,0 0 0,-1-1 0,0 1 0,-2-14 0,1 14 0,2 18 0,1-1 0,0 1 0,0-1 0,0 0 0,0 0 0,1 0 0,4 6 0,3 4 0,17 20 0,-22-30 0,0-1 0,-1 1 0,1-1 0,1 0 0,-1 0 0,1-1 0,-1 1 0,1-1 0,0-1 0,11 4 0,-15-5 0,0 0 0,1-1 0,-1 1 0,0-1 0,1 0 0,-1 0 0,1 0 0,-1 0 0,0 0 0,1 0 0,-1-1 0,1 1 0,-1-1 0,0 1 0,0-1 0,1 0 0,-1 0 0,0 0 0,0 0 0,0-1 0,0 1 0,0 0 0,0-1 0,0 0 0,-1 1 0,1-1 0,0 0 0,-1 0 0,0 0 0,1 0 0,-1 0 0,1-3 0,6-15 0,-8 18 0,1 0 0,-1 0 0,1 0 0,-1 0 0,1 1 0,-1-1 0,1 0 0,0 0 0,0 1 0,0-1 0,0 1 0,0-1 0,1 1 0,-1-1 0,0 1 0,1-1 0,-1 1 0,1 0 0,-1 0 0,1 0 0,-1 0 0,1 0 0,0 0 0,0 0 0,3 0 0,6-1 0,-1-1 0,1 0 0,15-7 0,-21 7 0,-1 1 0,0-1 0,0 0 0,0 0 0,0 0 0,-1 0 0,1-1 0,-1 0 0,0 1 0,4-7 0,-1-1 0,0 0 0,0 0 0,-1 0 0,-1-1 0,0 0 0,-1 0 0,0 0 0,1-14 0,-1 4 0,-2 0 0,-1 1 0,-3-41 0,1 46 0,-1 1 0,0-1 0,-1 0 0,-1 1 0,0 0 0,-1 0 0,-10-18 0,15 32 0,1-1 0,-1 1 0,0 0 0,0 0 0,0-1 0,0 1 0,0 0 0,0 0 0,-1 0 0,1 0 0,0 1 0,0-1 0,-1 0 0,1 0 0,-1 1 0,-1-1 0,2 1 0,1 0 0,-1 0 0,0 0 0,0 0 0,0 0 0,1 0 0,-1 0 0,0 0 0,0 1 0,1-1 0,-1 0 0,0 1 0,1-1 0,-1 0 0,0 1 0,1-1 0,-1 1 0,1-1 0,-1 1 0,0-1 0,1 1 0,-1-1 0,1 1 0,0 0 0,-1-1 0,1 1 0,0 0 0,-1-1 0,1 1 0,0 0 0,-1 0 0,1-1 0,0 1 0,0 1 0,-3 11 0,1 0 0,1 0 0,0 0 0,1 0 0,1 19 0,1-3 0,-2-7 0,2 0 0,1 0 0,1 0 0,1-1 0,0 0 0,2 0 0,1 0 0,0-1 0,1 0 0,1 0 0,1-1 0,20 26 0,29 30 120,-52-67-332,0 0 0,1 0 0,-1-1-1,2 0 1,-1-1 0,13 7 0,-9-7-6614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24575,'4'-2'0,"-1"0"0,1 0 0,0 0 0,0 0 0,0 0 0,0 1 0,0 0 0,0 0 0,5-1 0,4-1 0,84-16 0,-92 18 0,0 0 0,-1 0 0,1 1 0,-1 0 0,1 0 0,0 0 0,-1 0 0,1 1 0,-1-1 0,1 1 0,-1 0 0,9 4 0,-10-4 0,0 1 0,0 0 0,0 0 0,0 0 0,0 0 0,-1 0 0,1 1 0,-1-1 0,1 1 0,-1 0 0,0 0 0,0 0 0,0 0 0,-1 0 0,1 0 0,-1 0 0,2 6 0,0-3-120,-2-3 25,0 0-1,0-1 0,0 1 0,0 0 0,-1 0 1,1-1-1,-1 1 0,0 0 0,0 0 0,0 0 1,0 0-1,-1 3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24575,'6'8'0,"0"-1"0,0 1 0,-1-1 0,0 2 0,0-1 0,-1 0 0,0 1 0,4 13 0,16 76 0,-22-89 0,7 40 0,16 66 0,-24-111-227,0-1-1,0 1 1,-1 0-1,1-1 1,-1 6-1,-1 1-6598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24575,'19'8'0,"74"27"0,-78-31 0,0 0 0,0-1 0,1 0 0,19 0 0,-31-3 0,-1 0 0,0 0 0,1 0 0,-1-1 0,0 0 0,0 0 0,0 0 0,0 0 0,0 0 0,0-1 0,0 1 0,0-1 0,0 0 0,0 1 0,-1-1 0,1-1 0,-1 1 0,3-3 0,2-4 0,0 0 0,-1 0 0,10-19 0,-16 27 0,0 1 0,0 0 0,0-1 0,0 1 0,0 0 0,0 0 0,1-1 0,-1 1 0,0 0 0,0 0 0,0-1 0,1 1 0,-1 0 0,0 0 0,0-1 0,0 1 0,1 0 0,-1 0 0,0 0 0,0 0 0,1-1 0,-1 1 0,0 0 0,1 0 0,-1 0 0,1 0 0,1 7 0,-1 21 0,-1-19 0,1-1-80,0 0 0,0 1-1,1-1 1,0 0 0,0 0-1,1 0 1,0 0 0,1 0-1,-1-1 1,2 1 0,-1-1 0,1 0-1,0 0 1,0-1 0,1 0-1,8 8 1,-5-7-6746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24575,'3'-2'0,"0"1"0,0 4 0,0 6 0,1 4 0,1 2 0,-2 2 0,0-3-8191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2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54 193 24575,'20'103'0,"6"45"0,-44-195 0,-28-127 0,41 148 0,1-1 0,1 0 0,2 1 0,2-47 0,-1 71 0,0 0 0,1 0 0,-1 0 0,0 0 0,1 0 0,-1 0 0,1 0 0,0 1 0,-1-1 0,1 0 0,0 0 0,0 1 0,0-1 0,0 1 0,1-1 0,-1 1 0,0-1 0,1 1 0,-1 0 0,1-1 0,-1 1 0,1 0 0,2-1 0,-1 1 0,0 0 0,0 0 0,0 1 0,-1-1 0,1 1 0,1 0 0,-1 0 0,0 0 0,0 0 0,0 1 0,0-1 0,-1 1 0,1 0 0,4 1 0,3 1 0,-1 1 0,0 0 0,0 1 0,-1 0 0,10 7 0,-15-9 0,1-1 0,0 1 0,-1 0 0,0 1 0,0-1 0,0 0 0,0 1 0,0 0 0,-1 0 0,1 0 0,-1 0 0,0 0 0,1 6 0,-2-8 0,0 0 0,-1 1 0,0-1 0,1 0 0,-1 1 0,0-1 0,0 0 0,-1 1 0,1-1 0,0 0 0,-1 1 0,1-1 0,-1 0 0,0 0 0,0 0 0,0 1 0,0-1 0,-2 2 0,1-1 0,0-1 0,0 1 0,-1-1 0,0 0 0,1 1 0,-1-1 0,0 0 0,0-1 0,0 1 0,0 0 0,-4 0 0,-4 2 0,-1-1 0,0 0 0,0-1 0,0 0 0,-22 0 0,-12-2-1365,28-1-5461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135 545 24575,'-8'-153'0,"4"125"0,-1 0 0,-1 0 0,-14-36 0,-59-137 0,67 159 0,23 110 0,6 24 0,-8-58 0,19 48 0,-21-66 0,1-1 0,0 0 0,1 0 0,0 0 0,13 13 0,-18-23 0,2 0 0,-1-1 0,0 1 0,1-1 0,0-1 0,0 1 0,0-1 0,0 0 0,0 0 0,1-1 0,-1 0 0,9 2 0,-12-3 0,1 0 0,0 0 0,-1-1 0,1 0 0,0 1 0,0-1 0,-1-1 0,1 1 0,0 0 0,0-1 0,-1 0 0,1 0 0,0 0 0,-1 0 0,1-1 0,-1 1 0,0-1 0,1 0 0,-1 0 0,0 0 0,0 0 0,0-1 0,4-3 0,-6 3 0,1 1 0,0-1 0,-1 1 0,0-1 0,0 0 0,0 1 0,2-7 0,-3 8 0,0 0 0,1 0 0,-1 0 0,0-1 0,0 1 0,0 0 0,0-1 0,0 1 0,0 0 0,0 0 0,-1-1 0,1 1 0,0 0 0,-1 0 0,1 0 0,0 0 0,-1-1 0,0 1 0,1 0 0,-2-1 0,2 1 0,-1 1 0,1 0 0,0-1 0,-1 1 0,1 0 0,-1 0 0,1 0 0,0-1 0,-1 1 0,1 0 0,-1 0 0,1 0 0,-1 0 0,1 0 0,0 0 0,-1 0 0,1 0 0,-1 0 0,1 0 0,-1 0 0,1 0 0,0 0 0,-1 0 0,1 0 0,-1 0 0,1 1 0,-1-1 0,1 0 0,0 0 0,-1 0 0,1 1 0,0-1 0,-1 0 0,1 1 0,0-1 0,-1 0 0,1 1 0,0-1 0,0 0 0,-1 1 0,1-1 0,0 0 0,0 1 0,0-1 0,-1 1 0,1-1 0,0 0 0,0 2 0,-1 1 0,-1-1 0,1 1 0,0 0 0,1 0 0,-2 6 0,2-5 0,0 0 0,0 0 0,1 0 0,0 0 0,-1 0 0,1 0 0,0 0 0,1 0 0,-1 0 0,1 0 0,0 0 0,0-1 0,0 1 0,0-1 0,1 1 0,-1-1 0,1 0 0,0 0 0,0 0 0,0 0 0,0-1 0,1 1 0,-1-1 0,1 0 0,5 3 0,-5-3 0,-1-1 0,1 1 0,-1-1 0,1 0 0,0 0 0,0-1 0,-1 1 0,1-1 0,0 1 0,0-1 0,0-1 0,0 1 0,-1 0 0,1-1 0,0 0 0,0 0 0,-1 0 0,1 0 0,0 0 0,-1-1 0,1 0 0,-1 0 0,0 0 0,0 0 0,0 0 0,0-1 0,5-4 0,0-2 0,-1-1 0,0 0 0,5-12 0,-7 14 0,-5 8 0,0-1 0,0 1 0,0-1 0,0 1 0,0 0 0,1-1 0,-1 1 0,0-1 0,0 1 0,1 0 0,-1-1 0,0 1 0,1 0 0,-1 0 0,0-1 0,1 1 0,-1 0 0,0 0 0,1-1 0,-1 1 0,1 0 0,-1 0 0,0 0 0,1 0 0,-1-1 0,1 1 0,-1 0 0,1 0 0,0 0 0,-1 1 0,1-1 0,-1 0 0,1 1 0,-1-1 0,1 1 0,-1 0 0,1-1 0,-1 1 0,1-1 0,-1 1 0,0 0 0,1-1 0,-1 1 0,0 0 0,1 1 0,7 33 0,-7-31 0,13 84 0,20 102 0,-8-104 0,-13-44 0,9 49 0,-21-90 0,-1 1 0,0 0 0,0-1 0,1 1 0,-1-1 0,0 1 0,0 0 0,0-1 0,-1 1 0,1 0 0,0-1 0,-1 1 0,1-1 0,-1 1 0,1-1 0,-1 1 0,0-1 0,0 1 0,-1 1 0,1-2 0,0 0 0,0-1 0,0 1 0,0-1 0,-1 1 0,1-1 0,0 1 0,0-1 0,0 0 0,0 0 0,-1 0 0,1 0 0,0 1 0,0-2 0,-1 1 0,1 0 0,0 0 0,0 0 0,0 0 0,0-1 0,-1 1 0,1-1 0,0 1 0,0-1 0,0 1 0,0-1 0,-1 0 0,-6-4 0,0 0 0,1 0 0,0 0 0,0-1 0,0 0 0,-6-8 0,9 10 0,1 0 0,-1 0 0,1-1 0,0 1 0,1-1 0,-1 0 0,1 1 0,0-1 0,0 0 0,0 0 0,-1-9 0,3 11 5,0 1 0,0 0 0,0-1 0,1 1 0,-1 0 0,1-1 0,-1 1 0,1 0 0,0 0 0,0-1 0,0 1 0,0 0 0,0 0 0,0 0 0,1 0 0,-1 0 0,1 1 0,-1-1 0,1 0 0,0 1 0,-1-1 0,1 1 0,3-2 0,0-1-191,1 1 1,0 0-1,0 0 0,0 1 1,1-1-1,-1 1 1,8-1-1,1 1-6640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7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3551 16 24575,'2'0'0,"5"0"0,0 0 0,0 0 0,-1 0 0,1 1 0,0 0 0,-1 1 0,13 3 0,-18-5 0,-1 1 0,0-1 0,0 0 0,1 0 0,-1 0 0,0 0 0,1 0 0,-1 0 0,0 1 0,0-1 0,1 0 0,-1 0 0,0 0 0,0 0 0,1 1 0,-1-1 0,0 0 0,0 0 0,0 1 0,1-1 0,-1 0 0,0 1 0,0-1 0,0 0 0,0 0 0,0 1 0,0-1 0,0 0 0,0 1 0,0-1 0,0 0 0,0 1 0,0-1 0,0 1 0,-9 6 0,-20 3 0,27-9 0,-23 4 0,-31 4 0,23-5 0,-112 10 0,87-8 0,0-3 0,-75-6 0,9-12 0,-14 0 0,55 8 0,-13-1 0,70 8 0,0 1 0,-42 8 0,-2-1 0,11-1 0,13-2 0,-1-3 0,-57-3 0,29 0 0,-89-8 0,-141 2 0,188 8 0,-242-1 0,338-1 0,-31-5 0,31 2 0,-30 0 0,-467 5 0,505-2 0,0-1 0,0 0 0,0 0 0,-16-6 0,15 4 0,1 0 0,-1 1 0,-24-1 0,-40-4 0,51 5 0,-32-1 0,46 4 0,-1 1 0,0 0 0,-24 6 0,26-5 45,1 0-1,-16 0 1,-11 1-1544,22 0-5327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7.7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9 24575,'0'-1'0,"-1"1"0,1-1 0,-1 0 0,1 1 0,-1-1 0,1 1 0,-1-1 0,0 1 0,1-1 0,-1 1 0,0 0 0,0-1 0,1 1 0,-1 0 0,0 0 0,0-1 0,1 1 0,-1 0 0,0 0 0,0 0 0,0 0 0,1 0 0,-1 0 0,0 0 0,0 0 0,0 1 0,-1-1 0,1 1 0,0 0 0,0 0 0,0-1 0,0 1 0,1 0 0,-1 0 0,0 0 0,0 0 0,0 0 0,1 0 0,-1 0 0,1 1 0,-2 1 0,0 4 0,-1 0 0,2 0 0,-1 1 0,-1 11 0,2 144 0,2-82 0,2-11 0,18 114 0,-18-158-8,-2-15-444,1-1-1,4 19 1,-3-20-6374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18.6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0 24575,'-6'81'0,"-2"-5"0,6 142 0,3-118 0,-1-71-112,1 1-306,-2 0 1,-5 34-1,3-47-6408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47 24575,'0'-1'0,"0"-1"0,0 0 0,0 1 0,0-1 0,-1 0 0,1 1 0,-1-1 0,1 1 0,-1-1 0,0 1 0,0-1 0,1 1 0,-1-1 0,0 1 0,0 0 0,0-1 0,-1 1 0,1 0 0,-2-2 0,0 1 0,0 0 0,0 1 0,0-1 0,0 1 0,0 0 0,0 0 0,-1 0 0,1 0 0,-6-1 0,5 2 0,1-1 0,-1 1 0,1 0 0,-1 0 0,0 0 0,1 0 0,-1 1 0,1-1 0,-1 1 0,1 0 0,-1 0 0,1 0 0,0 1 0,0-1 0,-1 1 0,1-1 0,0 1 0,0 0 0,-4 4 0,2 4 0,-1-1 0,2 1 0,0 0 0,0 0 0,0 0 0,2 0 0,-1 0 0,-1 14 0,4-21 0,0 0 0,-1 0 0,1 0 0,0 0 0,1 0 0,-1 0 0,0 0 0,1 0 0,0 0 0,0 0 0,0-1 0,0 1 0,0 0 0,0 0 0,1-1 0,-1 1 0,1 0 0,0-1 0,0 0 0,0 1 0,0-1 0,0 0 0,1 0 0,-1 0 0,0 0 0,4 1 0,7 4 0,0 0 0,0-2 0,0 0 0,20 6 0,-7-3 0,-14-4-227,0-1-1,0-1 1,0 1-1,0-2 1,17 1-1,-16-2-6598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17 24575,'4'2'0,"1"1"0,-1 1 0,1-1 0,-1 1 0,0-1 0,0 1 0,-1 0 0,1 1 0,-1-1 0,0 0 0,0 1 0,0 0 0,0 0 0,-1 0 0,0 0 0,0 0 0,2 9 0,-4-13 0,0 0 0,0-1 0,0 1 0,0 0 0,0-1 0,0 1 0,0 0 0,0 0 0,0-1 0,-1 1 0,1 0 0,0-1 0,0 1 0,-1 0 0,1-1 0,0 1 0,-1-1 0,1 1 0,0 0 0,-1-1 0,1 1 0,-1-1 0,1 1 0,-2 0 0,1 0 0,-1-1 0,1 1 0,0-1 0,-1 1 0,1-1 0,0 0 0,-1 1 0,1-1 0,-1 0 0,1 0 0,-3 0 0,-2-1 0,-1 0 0,1 0 0,0 0 0,-9-4 0,4 1 0,0-1 0,-16-10 0,22 12 0,1 0 0,0 1 0,0-2 0,1 1 0,-1 0 0,1-1 0,-1 0 0,-4-8 0,7 12 3,1-1 0,-1 0 0,1-1 0,0 1 0,-1 0 0,1 0 0,0 0 0,0 0 0,0 0 0,-1 0 0,1 0 0,0 0 0,1 0 0,-1 0 0,0-1 0,0 1 0,0 0 0,1 0 0,-1 0 0,0 0 0,1 0 0,-1 0 0,1 0 0,-1 0 0,1 0 0,0 1 0,-1-1 0,1 0 0,0 0 0,0 0 0,0 1 0,-1-1 0,1 0 0,0 1 0,0-1 0,0 1 0,0-1 0,0 1 0,1-1 0,4-2-215,-1 1 0,0 0 0,1 0-1,-1 1 1,1-1 0,6 0 0,1 1-6614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5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24575,'3'3'0,"-1"0"0,2 0 0,-1 0 0,0-1 0,5 4 0,-4-3 0,11 9 0,3 2 0,27 17 0,-39-27 0,0-1 0,-1-1 0,1 1 0,1-1 0,-1 0 0,0 0 0,0 0 0,1-1 0,10 1 0,-16-2 0,0 0 0,0 0 0,0 0 0,0 0 0,1 0 0,-1 0 0,0-1 0,0 1 0,0 0 0,0 0 0,0-1 0,0 1 0,0-1 0,0 1 0,0-1 0,0 1 0,-1-1 0,1 0 0,0 0 0,0 1 0,0-1 0,1-2 0,-1 1 0,0-1 0,0 1 0,0-1 0,0 0 0,0 1 0,0-7 0,-1 7 0,0-1 0,1 1 0,-1-1 0,1 1 0,0-1 0,0 1 0,0 0 0,0-1 0,2-3 0,-2 6 0,0-1 0,0 1 0,0-1 0,-1 0 0,1 1 0,0-1 0,0 1 0,0 0 0,0-1 0,0 1 0,0 0 0,0 0 0,0-1 0,0 1 0,0 0 0,0 0 0,0 0 0,0 0 0,0 0 0,0 1 0,0-1 0,0 0 0,0 0 0,0 1 0,0-1 0,0 0 0,1 1 0,27 15 0,-24-12 0,18 9-105,-7-4-210,0 1 0,0 1 0,21 19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6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24575,'13'8'0,"0"1"0,-1-1 0,18 18 0,-11-10 0,-18-16 0,19 17 0,22 14 0,-35-27 0,0 0 0,0 0 0,1 0 0,-1-1 0,1-1 0,0 1 0,11 1 0,-17-3 0,-1-1 0,1 0 0,-1 0 0,1 0 0,-1 0 0,0 0 0,1 0 0,-1 0 0,1 0 0,-1 0 0,1-1 0,-1 1 0,0-1 0,1 1 0,-1-1 0,0 1 0,1-1 0,-1 0 0,0 1 0,0-1 0,0 0 0,0 0 0,0 0 0,0 0 0,0 0 0,0 0 0,0-1 0,0 1 0,0 0 0,-1 0 0,1-1 0,0 1 0,-1 0 0,1-1 0,-1 1 0,0 0 0,1-1 0,-1 1 0,0-1 0,0 1 0,0-3 0,0-3 0,0 0 0,0 0 0,-1 0 0,0 0 0,0 0 0,-1 0 0,-2-8 0,-6-12 0,4 7 0,-16-31 0,22 51 3,0-1 0,0 1-1,0-1 1,0 1 0,0 0 0,-1-1-1,1 1 1,0 0 0,0-1-1,0 1 1,-1 0 0,1-1-1,0 1 1,0 0 0,-1-1 0,1 1-1,0 0 1,-1 0 0,1-1-1,0 1 1,-1 0 0,1 0 0,0-1-1,-1 1 1,1 0 0,0 0-1,-1 0 1,1 0 0,-1 0-1,1 0 1,0 0 0,-1 0 0,1 0-1,-1 0 1,1 0 0,0 0-1,-1 0 1,1 0 0,-1 0 0,1 0-1,0 0 1,-1 0 0,1 1-1,-1 0-116,0-1 0,0 1 0,0 0 0,1 0-1,-1 0 1,0 0 0,1 1 0,-1-1 0,1 0 0,-1 0-1,1 0 1,-1 2 0,-1 7-6712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6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115 115 24575,'-10'-18'0,"-24"-33"0,30 45 0,-1 1 0,1 0 0,0 1 0,-1-1 0,0 1 0,0 0 0,-6-3 0,10 6 0,0 0 0,1 1 0,-1-1 0,0 1 0,0 0 0,0-1 0,0 1 0,0 0 0,0-1 0,0 1 0,0 0 0,0 0 0,0 0 0,0 0 0,1 0 0,-1 0 0,0 0 0,0 0 0,-2 1 0,3-1 0,-1 0 0,1 1 0,-1-1 0,1 1 0,-1-1 0,1 1 0,-1-1 0,1 1 0,0-1 0,-1 1 0,1-1 0,0 1 0,-1-1 0,1 1 0,0 0 0,0-1 0,-1 1 0,1 0 0,0-1 0,0 2 0,0 2 0,0 0 0,0-1 0,0 1 0,0 0 0,1 0 0,0-1 0,0 1 0,1 4 0,1-2 0,0 1 0,1 0 0,-1-1 0,1 0 0,1 0 0,-1 0 0,1 0 0,0-1 0,1 1 0,-1-2 0,10 8 0,-5-6 0,-1 0 0,1 0 0,0-1 0,0-1 0,0 0 0,1 0 0,11 2 0,-18-5 0,-1-1 0,0 1 0,1-1 0,-1 0 0,1 0 0,-1 0 0,0 0 0,1-1 0,-1 1 0,0-1 0,1 0 0,-1 0 0,0 0 0,0-1 0,0 1 0,0-1 0,0 1 0,0-1 0,0 0 0,0 0 0,-1-1 0,3-2 0,-3 3 0,0 0 0,-1 0 0,1 0 0,-1-1 0,1 1 0,-1 0 0,0-1 0,0 1 0,0-1 0,0 0 0,-1 1 0,1-1 0,-1 0 0,0 1 0,1-1 0,-1 0 0,0 0 0,-1 1 0,1-1 0,0 0 0,-1 1 0,0-1 0,1 0 0,-1 1 0,0-1 0,0 1 0,-3-5 0,2 4-151,1 1-1,-1 0 0,0 0 0,0-1 1,1 1-1,-2 0 0,1 1 1,-4-4-1,-6-2-6674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24575,'0'0'0,"-1"0"0,1 0 0,0 0 0,0 1 0,-1-1 0,1 0 0,0 0 0,0 0 0,0 1 0,0-1 0,-1 0 0,1 0 0,0 1 0,0-1 0,0 0 0,0 0 0,0 1 0,0-1 0,0 0 0,0 0 0,-1 1 0,1-1 0,0 0 0,0 0 0,0 1 0,0-1 0,0 0 0,1 1 0,-1-1 0,0 0 0,0 0 0,0 1 0,0-1 0,0 0 0,0 0 0,0 1 0,0-1 0,1 0 0,-1 0 0,0 1 0,7 14 0,-6-13 0,32 59-455,3-1 0,58 74 0,-85-122-6371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24575,'32'6'0,"39"11"0,4 1 0,-73-17 0,0-1 0,0 1 0,0-1 0,-1 0 0,1 0 0,0 0 0,0 0 0,0 0 0,0 0 0,-1 0 0,1-1 0,0 1 0,0-1 0,0 1 0,-1-1 0,1 0 0,3-1 0,-4 1 0,0-1 0,0 1 0,1-1 0,-1 1 0,-1-1 0,1 0 0,0 1 0,0-1 0,-1 0 0,1 0 0,-1 1 0,1-1 0,-1 0 0,0 0 0,1 0 0,-1 1 0,0-1 0,-1-2 0,1-5 0,0 0 0,-1 1 0,0-1 0,-1 1 0,-3-13 0,4 17 0,-1 0 0,1 0 0,-1 0 0,0 0 0,0 0 0,-1 0 0,1 1 0,-1-1 0,0 1 0,0 0 0,0 0 0,-5-5 0,8 8 0,0 0 0,-1-1 0,1 1 0,0 0 0,-1 0 0,1-1 0,0 1 0,-1 0 0,1 0 0,0-1 0,-1 1 0,1 0 0,0 0 0,-1 0 0,1 0 0,-1 0 0,1 0 0,0 0 0,-1 0 0,1 0 0,-1 0 0,1 0 0,0 0 0,-1 0 0,1 0 0,-1 0 0,1 0 0,0 0 0,-1 0 0,1 0 0,-1 1 0,1-1 0,0 0 0,-1 0 0,1 0 0,0 1 0,-1-1 0,1 0 0,0 0 0,0 1 0,-1-1 0,1 0 0,0 1 0,0-1 0,-1 0 0,1 1 0,0-1 0,0 0 0,0 1 0,0-1 0,0 1 0,0-1 0,-1 0 0,1 1 0,0-1 0,0 1 0,0-1 0,0 0 0,0 1 0,0-1 0,1 1 0,-2 2 0,1 1 0,1-1 0,-1 1 0,0-1 0,2 6 0,9 17-1365,-5-16-5461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2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103 162 24575,'-5'-25'0,"-11"-41"0,14 59 0,-1 0 0,0 1 0,0-1 0,0 1 0,-1-1 0,0 1 0,-5-6 0,8 11 0,0 0 0,0 0 0,1 0 0,-1 0 0,0 0 0,0 0 0,0 1 0,-1-1 0,1 0 0,0 1 0,0-1 0,0 1 0,0-1 0,-1 1 0,1-1 0,0 1 0,-2 0 0,2 0 0,0 0 0,0 0 0,0 0 0,0 0 0,0 1 0,0-1 0,0 0 0,0 1 0,0-1 0,0 1 0,0-1 0,1 1 0,-1-1 0,0 1 0,0-1 0,1 1 0,-1 0 0,-1 1 0,1 0 0,0 0 0,-1 0 0,1 0 0,0 0 0,0 1 0,0-1 0,0 0 0,0 1 0,1-1 0,-1 1 0,1-1 0,0 1 0,-1-1 0,1 1 0,0-1 0,1 6 0,1-2 0,0 0 0,0-1 0,1 1 0,0 0 0,0-1 0,0 0 0,0 1 0,1-1 0,0-1 0,0 1 0,10 8 0,-5-5 0,0 0 0,1-1 0,0-1 0,1 1 0,13 5 0,-6-5 0,0-1 0,0 0 0,1-2 0,-1 0 0,33 2 0,-10-4 0,64-5 0,-54-6-1365,-38 6-5461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34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23969,'104'1211'0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37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5591 17 24575,'121'0'0,"-137"1"0,-30 5 0,28-2 0,-24 0 0,-25 3 0,43-3 0,-23 0 0,-244-14 0,167-3 0,-116-8 0,-142 19 0,204 3 0,157-1 0,-201 9 0,141-3 0,-102-5 0,84-2 0,-52 9 0,2-1 0,-42 2 0,12-4 0,-8 1 0,-282 3 0,347-16 0,-42-1 0,-1072 8 0,1098 8 0,12 0 0,-6-1 0,2 0 0,7 3 0,73-5 0,-15 4-1365,46-6-5461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3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40 24575,'-1'-1'0,"0"0"0,1 1 0,-1-1 0,0 0 0,0 1 0,0-1 0,0 0 0,0 1 0,0-1 0,0 1 0,0 0 0,0-1 0,0 1 0,-1-1 0,2 1 0,-1 1 0,1-1 0,-1 0 0,1 0 0,0 0 0,-1 1 0,1-1 0,0 0 0,0 0 0,-1 1 0,1-1 0,0 0 0,-1 1 0,1-1 0,0 0 0,0 1 0,0-1 0,-1 0 0,1 1 0,0-1 0,0 0 0,0 1 0,0-1 0,0 1 0,0-1 0,0 0 0,0 1 0,0-1 0,0 1 0,0-1 0,0 0 0,0 1 0,0-1 0,0 1 0,0-1 0,0 0 0,0 1 0,1 0 0,1 10 0,2 1 0,-1-1 0,2 1 0,-1-1 0,10 15 0,-7-11 0,-2-6 0,0 1 0,10 11 0,-13-18 0,0 0 0,0-1 0,1 1 0,-1 0 0,1-1 0,-1 0 0,1 0 0,0 0 0,0 0 0,0 0 0,4 1 0,-7-3 0,1 0 0,0 0 0,-1 1 0,1-1 0,-1 0 0,1 0 0,0 0 0,-1 0 0,1 0 0,0 0 0,-1 0 0,1 0 0,-1-1 0,1 1 0,0 0 0,-1 0 0,1 0 0,-1-1 0,1 1 0,0 0 0,-1-1 0,1 1 0,0-1 0,0 0 0,0-1 0,0 1 0,0 0 0,0-1 0,0 1 0,0-1 0,0 1 0,1-4 0,0-3 0,1-1 0,1-15 0,-3 18 0,1-13 0,0-34 0,-1 5 0,-1 47 0,0 0 0,0 0 0,0 0 0,0 0 0,0 0 0,0 0 0,0-1 0,1 1 0,-1 0 0,0 0 0,1 0 0,-1 0 0,1 0 0,-1 1 0,1-1 0,0 0 0,-1 0 0,1 0 0,0 0 0,-1 1 0,1-1 0,0 0 0,0 0 0,1 0 0,0 1 0,-1-1 0,1 1 0,-1 0 0,1 0 0,-1 0 0,0 0 0,1 0 0,-1 0 0,1 1 0,-1-1 0,1 0 0,-1 1 0,0-1 0,1 1 0,1 1 0,6 3 0,0 0 0,0 1 0,14 13 0,-6-4-273,0 1 0,0 1 0,-2 0 0,27 39 0,-36-45-6553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24575,'-1'1'0,"0"0"0,0 1 0,0-1 0,0 0 0,1 1 0,-1-1 0,1 1 0,-1-1 0,1 1 0,-1-1 0,1 1 0,0 0 0,0-1 0,0 1 0,0-1 0,0 1 0,0-1 0,0 1 0,1 0 0,-1-1 0,0 1 0,1-1 0,-1 1 0,1-1 0,0 1 0,-1-1 0,1 0 0,1 2 0,3 5 0,-1-1 0,2 1 0,8 9 0,26 36 0,-29-37 0,0 0 0,17 17 0,-27-32 0,0 0 0,0 0 0,-1 0 0,1 0 0,0-1 0,0 1 0,0 0 0,0 0 0,0-1 0,0 1 0,0 0 0,1-1 0,-1 0 0,0 1 0,0-1 0,0 1 0,1-1 0,-1 0 0,0 0 0,0 0 0,0 0 0,1 0 0,-1 0 0,0 0 0,0 0 0,1 0 0,-1-1 0,2 0 0,-1 0 0,-1 0 0,1-1 0,0 1 0,-1-1 0,0 1 0,1-1 0,-1 0 0,0 1 0,0-1 0,0 0 0,0 0 0,0 0 0,0 0 0,0 0 0,-1 0 0,1-3 0,11-46 0,6-20 0,-18 70 0,0-1 0,1 1 0,-1 0 0,1-1 0,0 1 0,-1 0 0,1-1 0,0 1 0,0 0 0,0 0 0,0 0 0,0 0 0,0-1 0,0 1 0,0 1 0,0-1 0,2-1 0,-2 1 0,0 1 0,0 0 0,0 0 0,1-1 0,-1 1 0,0 0 0,0 0 0,0 0 0,0 0 0,1 0 0,-1 0 0,0 1 0,0-1 0,0 0 0,0 0 0,0 1 0,2 0 0,1 1 0,1 1 0,-1 0 0,0 0 0,0 0 0,0 0 0,0 1 0,-1-1 0,5 7 0,-4-6-97,-1 0-1,0 0 1,0 1-1,0 0 1,-1-1-1,1 1 1,-1 0-1,0 0 1,-1 0-1,1 1 1,-1-1-1,0 0 0,0 10 1,0-3-6729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4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24575,'-2'3'0,"1"-1"0,-1 1 0,1 0 0,-1 0 0,1 0 0,0 0 0,0 1 0,0-1 0,0 0 0,1 0 0,-1 1 0,1-1 0,0 0 0,0 1 0,0-1 0,0 0 0,1 1 0,-1-1 0,2 4 0,0-2 0,0 0 0,1 0 0,-1 0 0,1-1 0,0 1 0,0-1 0,0 0 0,1 0 0,0 0 0,-1 0 0,7 4 0,-4-3 0,0-1 0,0 0 0,0 0 0,1 0 0,0-1 0,0 0 0,0 0 0,0 0 0,0-1 0,1 0 0,-1-1 0,1 0 0,-1 0 0,1 0 0,-1-1 0,14-2 0,-19 2 0,0 0 0,0 0 0,0-1 0,0 1 0,0-1 0,0 0 0,0 0 0,-1 1 0,1-1 0,0 0 0,0 0 0,-1-1 0,1 1 0,-1 0 0,1-1 0,-1 1 0,2-2 0,-2 0 0,1 1 0,0-1 0,-1 0 0,0 0 0,0 0 0,0 0 0,0 0 0,0 0 0,1-6 0,-2-1 0,0 0 0,0 1 0,0-1 0,-1 0 0,-4-17 0,4 27 0,1-1 0,0 1 0,0 0 0,0-1 0,0 1 0,0 0 0,-1-1 0,1 1 0,0-1 0,0 1 0,0 0 0,0-1 0,0 1 0,0-1 0,0 1 0,0 0 0,0-1 0,1 1 0,-1 0 0,0-1 0,0 1 0,0-1 0,0 1 0,0 0 0,1-1 0,-1 1 0,0 0 0,0 0 0,1-1 0,-1 1 0,0 0 0,0-1 0,1 1 0,-1 0 0,0 0 0,1 0 0,-1-1 0,0 1 0,1 0 0,-1 0 0,0 0 0,1 0 0,-1 0 0,1-1 0,-1 1 0,0 0 0,1 0 0,-1 0 0,1 0 0,-1 0 0,0 0 0,1 0 0,-1 1 0,1-1 0,25 9 0,-16-6 0,34 8 0,-40-11 0,0 1 0,0-1 0,-1 0 0,1 0 0,0 0 0,0 0 0,-1-1 0,1 1 0,6-3 0,-9 3 4,-1 0-1,1-1 0,-1 1 0,0 0 1,1 0-1,-1 0 0,0-1 0,1 1 1,-1 0-1,0-1 0,1 1 0,-1 0 1,0-1-1,1 1 0,-1 0 1,0-1-1,0 1 0,1-1 0,-1 1 1,0-1-1,0 1 0,0 0 0,0-1 1,0 1-1,0-1 0,0 1 1,0-1-1,0 1 0,0-1 0,0 1 1,0 0-1,0-1 0,0 1 0,0-1 1,0 0-1,-1 0-168,1-1 0,-1 1 1,0-1-1,0 1 0,1 0 0,-1-1 1,0 1-1,-3-2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4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24575,'0'-10'0,"2"-1"0,4 5 0,3 7 0,3 6 0,-2 6 0,2 1 0,-3 2 0,-2 3 0,-2 1 0,-3-1 0,-1 0 0,0-2 0,-2-1 0,1 0 0,-1-1 0,1-3-8191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43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24575,'0'14'0,"1"-1"0,0 0 0,1 1 0,1-1 0,0 0 0,0 0 0,1-1 0,1 1 0,0-1 0,1 0 0,0 0 0,1-1 0,0 0 0,17 21 0,-21-29 0,-1-1 0,1 1 0,0-1 0,0 0 0,1 0 0,-1 0 0,0 0 0,1 0 0,-1-1 0,1 0 0,-1 1 0,1-1 0,0-1 0,0 1 0,-1 0 0,1-1 0,4 0 0,-6 0 0,1 0 0,-1 0 0,0-1 0,0 1 0,0-1 0,0 1 0,0-1 0,1 0 0,-1 0 0,-1 0 0,1 0 0,0 0 0,0-1 0,0 1 0,0 0 0,-1-1 0,1 0 0,-1 1 0,1-1 0,-1 0 0,0 1 0,0-1 0,1 0 0,-1 0 0,0 0 0,-1 0 0,1 0 0,0 0 0,-1-1 0,1-2 0,0-11 0,-1 14 0,0 0 0,0 0 0,0 0 0,0-1 0,1 1 0,-1 0 0,1 0 0,-1 0 0,1 0 0,1-3 0,-1 5 0,-1 0 0,1 1 0,0-1 0,0 0 0,0 1 0,0-1 0,0 1 0,0-1 0,0 1 0,-1-1 0,1 1 0,0-1 0,0 1 0,-1 0 0,1-1 0,0 1 0,0 1 0,0-1 0,6 6 0,1 0 0,0 0 0,0-1 0,0 0 0,1-1 0,15 8 0,-21-12 0,-1 0 0,1 0 0,0 0 0,-1 0 0,1-1 0,0 1 0,0-1 0,0 0 0,-1 0 0,1 0 0,0 0 0,0 0 0,0 0 0,-1-1 0,1 0 0,0 1 0,0-1 0,-1 0 0,1 0 0,-1-1 0,1 1 0,-1-1 0,1 1 0,-1-1 0,0 1 0,0-1 0,0 0 0,4-5 0,-3 4 7,0-1 0,-1 0-1,0 0 1,1 0 0,-1 0-1,-1-1 1,1 1-1,-1 0 1,1-1 0,-1 1-1,0-1 1,-1 1 0,1-1-1,-1 0 1,0 1 0,0-1-1,-1-4 1,0 2-142,0 0 0,-1 0 0,0 0 0,0 1 0,0-1 0,-1 1 0,0-1 0,0 1 0,-1 0 0,-6-9 0,-1 3-6691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54.7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 24575,'1'-1'0,"0"0"0,0 0 0,0 0 0,0 0 0,0 0 0,0 0 0,0 0 0,0 0 0,0 1 0,0-1 0,1 0 0,-1 1 0,0-1 0,1 1 0,-1 0 0,0-1 0,1 1 0,-1 0 0,0 0 0,1 0 0,-1 0 0,0 0 0,1 0 0,-1 0 0,2 0 0,4 1 0,0 0 0,0 1 0,10 3 0,-12-3 0,0 0 0,0 0 0,0 1 0,0 0 0,0 0 0,-1 0 0,1 0 0,-1 1 0,0 0 0,0 0 0,0 0 0,0 0 0,3 6 0,1 4 0,0 0 0,-1 0 0,7 21 0,14 34 0,31 93 0,-20-18 0,-31-111 0,33 115 0,-2-5 0,-30-109 0,20 83 0,1-10 0,-29-104 0,-1 0 0,1 0 0,1 0 0,-1 0 0,0 0 0,1 0 0,0-1 0,-1 1 0,1-1 0,0 1 0,0-1 0,0 1 0,1-1 0,-1 0 0,1 0 0,3 2 0,-1-2 0,-1 0 0,1 0 0,0-1 0,-1 1 0,1-1 0,0 0 0,0-1 0,0 1 0,9-1 0,-14 0 0,7 0 0,0 0 0,-1-1 0,1 1 0,10-4 0,-15 4 0,0-1 0,-1 1 0,1-1 0,0 0 0,-1 0 0,1 0 0,0 0 0,-1 0 0,1 0 0,-1-1 0,1 1 0,-1 0 0,0-1 0,0 1 0,0-1 0,0 0 0,0 1 0,0-1 0,0 0 0,1-2 0,1-4 0,-1 0 0,0 0 0,-1-1 0,1 1 0,-1 0 0,-1-1 0,0 1 0,0-1 0,-1 1 0,0 0 0,0-1 0,-1 1 0,0 0 0,0 0 0,-5-9 0,2 1 0,0-1 0,1 1 0,1-1 0,-2-22 0,3-67 0,2 75 0,0 27 0,0 1 0,0 0 0,0 0 0,1-1 0,0 1 0,-1 0 0,1 0 0,0 0 0,0 0 0,1 0 0,-1 0 0,3-4 0,-3 5 0,1 1 0,-1 0 0,0 0 0,0 0 0,1-1 0,-1 2 0,1-1 0,-1 0 0,0 0 0,1 0 0,0 1 0,-1-1 0,1 0 0,-1 1 0,1 0 0,0-1 0,-1 1 0,1 0 0,0 0 0,0 0 0,-1 0 0,1 0 0,0 0 0,-1 1 0,4 0 0,2 1 0,1 1 0,-1 0 0,0 0 0,0 0 0,0 1 0,-1 0 0,1 1 0,-1-1 0,0 1 0,0 0 0,-1 1 0,0-1 0,7 10 0,6 10 0,-1 0 0,14 30 0,-23-41 0,-3-2 0,0 0 0,0 0 0,-2 0 0,4 17 0,-4-15 0,1-1 0,0 0 0,7 17 0,-9-26 0,0 0 0,1-1 0,-1 1 0,1-1 0,0 1 0,0-1 0,0 0 0,1 0 0,-1 0 0,0-1 0,1 1 0,0-1 0,5 3 0,-7-4 0,0-1 0,-1 1 0,1 0 0,0-1 0,0 1 0,0-1 0,0 0 0,0 1 0,0-1 0,0 0 0,0 0 0,0 0 0,0-1 0,0 1 0,0 0 0,0-1 0,0 1 0,0-1 0,0 0 0,0 0 0,-1 0 0,1 0 0,0 0 0,0 0 0,-1 0 0,1 0 0,-1-1 0,1 1 0,-1 0 0,2-4 0,1 0 0,0-2 0,0 1 0,-1 0 0,0-1 0,0 1 0,3-12 0,7-44 0,-1 6 0,-8 39 0,2 1 0,8-19 0,-11 30 0,0-1 0,0 1 0,0 0 0,1 0 0,0 0 0,0 0 0,0 1 0,1-1 0,7-5 0,-11 9 0,1 0 0,-1 0 0,1 0 0,0 0 0,-1 1 0,1-1 0,0 0 0,-1 1 0,1-1 0,0 1 0,-1 0 0,1-1 0,0 1 0,0 0 0,0 0 0,-1 0 0,1 0 0,2 1 0,-1 0 0,-1 0 0,0 0 0,1 0 0,-1 0 0,0 0 0,0 1 0,0-1 0,1 1 0,-1 0 0,-1-1 0,3 4 0,4 4 0,-2 0 0,1 1 0,-1 0 0,6 15 0,-10-21 0,18 45 0,-16-37 0,0 0 0,1-1 0,0 1 0,1-1 0,9 13 0,-13-22 0,-1 0 0,1-1 0,0 1 0,-1-1 0,1 0 0,0 1 0,0-1 0,0 0 0,0 0 0,0 0 0,0 0 0,0 0 0,0-1 0,4 2 0,-1-2 0,-1 1 0,1-1 0,-1 0 0,1 0 0,-1-1 0,10-1 0,-5 0 0,0-1 0,-1 0 0,1 0 0,-1-1 0,1 0 0,12-9 0,-19 11 0,1 0 0,0 0 0,-1 0 0,1-1 0,-1 1 0,0-1 0,0 1 0,0-1 0,0 0 0,0 0 0,-1 0 0,1 0 0,-1 0 0,2-5 0,-1 0 0,-1-1 0,0 1 0,-1 0 0,0-15 0,-1 10 0,1-22 0,0 33 0,1 0 0,-1-1 0,0 1 0,1 0 0,0 0 0,-1 0 0,1 0 0,0 0 0,0 0 0,0 0 0,0 0 0,2-2 0,-2 3 0,0 0 0,-1 1 0,1-1 0,0 1 0,0-1 0,0 1 0,0-1 0,0 1 0,0 0 0,0-1 0,0 1 0,-1 0 0,1 0 0,0 0 0,0-1 0,0 1 0,0 0 0,0 0 0,0 1 0,0-1 0,0 0 0,0 0 0,0 0 0,0 1 0,0-1 0,0 0 0,0 1 0,0-1 0,0 1 0,1 0 0,2 2 0,0-1 0,0 1 0,0 0 0,6 7 0,86 78 0,-28-28 0,-59-51-1365,-2 0-5461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8:57.3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1251 90 24575,'-24'-27'0,"15"16"0,-19-19 0,26 28 0,-1 0 0,1 0 0,-1 0 0,0 0 0,0 0 0,0 1 0,0-1 0,0 1 0,-1 0 0,1 0 0,0 0 0,-6-1 0,6 2 0,0 0 0,0 1 0,0-1 0,0 1 0,0 0 0,0-1 0,0 1 0,0 1 0,0-1 0,1 0 0,-1 1 0,1-1 0,-1 1 0,1 0 0,-1 0 0,1 0 0,0 0 0,0 0 0,0 0 0,0 1 0,0-1 0,-2 4 0,-4 8 0,1-1 0,-12 30 0,17-39 0,-52 134 0,50-129 0,1 1 0,0 0 0,-2 18 0,0-1 0,-9 62 0,10-65 0,1 1 0,2 0 0,2 47 0,1-17 0,-1 11 0,-3 75 0,-2-110 0,-10 36 0,4-18 0,8-38 0,-1 0 0,0-1 0,0 1 0,-1-1 0,-9 17 0,10-23 0,1 0 0,-1 0 0,0 0 0,0 0 0,0-1 0,0 0 0,-1 0 0,1 0 0,-1 0 0,0 0 0,0 0 0,0-1 0,0 0 0,0 0 0,-9 3 0,4-3 0,1 1 0,-1-1 0,0-1 0,0 0 0,-14 0 0,19-1 0,0 0 0,0-1 0,0 0 0,0 0 0,0 0 0,0-1 0,0 1 0,1-1 0,-1 0 0,1 0 0,-1 0 0,1 0 0,0-1 0,-6-4 0,0-2 0,0-1 0,1 1 0,0-2 0,1 1 0,0-1 0,0 0 0,1 0 0,1-1 0,0 0 0,0 0 0,1 0 0,1 0 0,0-1 0,1 1 0,0-1 0,1 0 0,0-14 0,1 23 0,0-4 0,0-1 0,0 0 0,-1 0 0,-1 1 0,-3-14 0,5 20 0,-1 0 0,0 0 0,0 0 0,0 0 0,0 0 0,0 1 0,0-1 0,-1 0 0,1 1 0,-1-1 0,1 1 0,-1-1 0,1 1 0,-1 0 0,0 0 0,0 0 0,0 0 0,1 0 0,-1 0 0,0 0 0,0 0 0,0 1 0,0-1 0,0 1 0,-1 0 0,1-1 0,0 1 0,-4 0 0,4 0 0,-1 0 0,1 0 0,0 0 0,-1 1 0,1-1 0,-1 0 0,1 1 0,0 0 0,-1 0 0,1-1 0,0 1 0,0 0 0,0 1 0,-1-1 0,1 0 0,0 1 0,1-1 0,-1 1 0,0 0 0,-2 2 0,2 0 0,0-1 0,0 0 0,1 1 0,-1 0 0,1-1 0,0 1 0,0 0 0,1-1 0,-1 1 0,1 0 0,-1 0 0,2 4 0,-3 13 0,0 1 0,-2-1 0,0-1 0,-1 1 0,-1-1 0,-1 1 0,-1-2 0,-11 22 0,17-37 0,1-1 0,-1 0 0,0 0 0,0 0 0,0 0 0,0 0 0,-1 0 0,1 0 0,-1-1 0,-5 5 0,7-7 0,-1 1 0,1 0 0,-1-1 0,1 1 0,-1-1 0,1 0 0,-1 1 0,1-1 0,-1 0 0,1 0 0,-1 0 0,1 0 0,-1 0 0,1 0 0,-1-1 0,1 1 0,-1 0 0,1-1 0,-1 1 0,1-1 0,-1 1 0,1-1 0,0 0 0,-1 0 0,1 0 0,0 0 0,-2-1 0,-2-3 0,-1 0 0,1 0 0,0 0 0,1-1 0,0 0 0,0 0 0,0 0 0,0 0 0,1 0 0,0-1 0,0 0 0,-2-11 0,-19-62 0,18 54 0,-2 1 0,0-1 0,-18-33 0,24 54 0,-1 1 0,0 0 0,1 0 0,-2 0 0,1 0 0,0 1 0,-7-6 0,9 8 0,0 0 0,0 1 0,0-1 0,0 0 0,0 1 0,0-1 0,-1 1 0,1-1 0,0 1 0,0 0 0,0-1 0,0 1 0,0 0 0,-1 0 0,1 0 0,0 0 0,0 0 0,0 0 0,-1 0 0,1 0 0,0 0 0,0 1 0,0-1 0,0 0 0,-1 1 0,1-1 0,0 1 0,0-1 0,0 1 0,0 0 0,0-1 0,0 1 0,0 0 0,0 0 0,1-1 0,-2 3 0,-2 1 0,1 1 0,0-1 0,0 1 0,1 0 0,-1 0 0,1 0 0,0 1 0,-2 6 0,-6 49 0,2-11 0,2-12 0,-2 11 0,7-45 0,0 0 0,0-1 0,-1 1 0,1-1 0,-1 1 0,0-1 0,1 0 0,-2 1 0,1-1 0,-3 3 0,3-4 10,0-1 0,-1 1 0,1 0 0,-1-1 0,1 1 0,-1-1 0,0 0 0,0 0 0,1 0 0,-1 0 0,-5 1 0,-32 1-1495,25-3-5341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2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24575,'12'-35'0,"-12"35"0,0 0 0,0 1 0,0-1 0,0 0 0,0 0 0,0 0 0,0 0 0,0 0 0,0 0 0,0 0 0,0 0 0,0 0 0,0 0 0,0 0 0,0 0 0,0 0 0,0 0 0,0 0 0,0 0 0,0 0 0,0 0 0,0 0 0,0 0 0,0 0 0,0 0 0,0 0 0,0 0 0,0 0 0,1 0 0,-1 0 0,0 0 0,0 0 0,0 0 0,0 0 0,0 0 0,0 0 0,0 0 0,0 0 0,0 0 0,0 0 0,0 0 0,0 0 0,0 0 0,0 0 0,0 0 0,0 0 0,0 0 0,0 0 0,0 0 0,2 9 0,-1 12 0,-2 50 0,2 82 0,14-25 0,7 6 0,-10-73 0,0 1 0,15 107 0,-13-75 0,-8-57 0,-1 1 0,0 39 0,-4-60 0,0 0 0,6 23 0,-2-11 0,9 30 0,-10-44 0,0 0 0,-1 0 0,2 28 0,-5 135-1365,0-166-5461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31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5816 134 24575,'-31'1'0,"0"0"0,-1-2 0,-40-5 0,-89-28 0,60 19 0,72 12 0,1 1 0,-38 2 0,38 1 0,0-1 0,-43-7 0,29 2 0,0 2 0,-56 2 0,56 2 0,27-1 0,0 2 0,-16 3 0,15-2 0,-25 2 0,-132 9 0,148-15 0,-45-5 0,0-1 0,-306 5 0,194 3 0,134-3 0,-70-13 0,30 3 0,-44-8 0,76 10 0,0 3 0,-62-1 0,-44 23 0,2 1 0,153-16 0,-78 1 0,-104-12 0,114 5 0,-109 5 0,86 2 0,78-1 0,-223 9 0,-39-2 0,177-8 0,-1210 1 0,1295 1 0,-31 6 0,31-4 0,-30 1 0,40-4 0,-21 0 0,1 2 0,-32 5 0,-8 1-1365,55-4-5461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53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0 208 24575,'4'0'0,"-1"-1"0,1 1 0,-1-1 0,0 0 0,1 0 0,-1-1 0,0 1 0,0-1 0,0 1 0,0-1 0,0 0 0,0 0 0,0 0 0,-1-1 0,1 1 0,-1-1 0,3-2 0,-1 0 0,-1 1 0,1-1 0,-1 0 0,0 0 0,-1 0 0,1-1 0,-1 1 0,0 0 0,2-10 0,-2 7 0,-1 0 0,2 1 0,-1-1 0,1 1 0,0-1 0,0 1 0,1 0 0,7-11 0,-10 16 0,1 1 0,-1-1 0,0 0 0,1 1 0,0-1 0,-1 1 0,1 0 0,0-1 0,0 1 0,-1 0 0,1 0 0,0 0 0,0 1 0,0-1 0,0 0 0,0 1 0,1-1 0,-1 1 0,0 0 0,0-1 0,0 1 0,0 0 0,0 0 0,0 1 0,1-1 0,-1 0 0,0 1 0,0-1 0,0 1 0,0 0 0,0 0 0,0 0 0,0 0 0,0 0 0,-1 0 0,4 2 0,4 4 0,-1 1 0,0 0 0,0 0 0,-1 0 0,0 1 0,-1 0 0,1 0 0,8 20 0,-11-19 0,0 1 0,3 15 0,-5-16 0,1 0 0,0 0 0,5 9 0,-7-18 0,-1 0 0,0 0 0,0-1 0,1 1 0,-1 0 0,0-1 0,1 1 0,-1 0 0,1-1 0,-1 1 0,1-1 0,-1 1 0,1-1 0,0 1 0,-1-1 0,1 1 0,-1-1 0,1 0 0,0 1 0,0-1 0,-1 0 0,1 1 0,0-1 0,-1 0 0,1 0 0,0 0 0,0 0 0,-1 0 0,1 0 0,0 0 0,0 0 0,0 0 0,-1 0 0,1 0 0,0 0 0,0 0 0,-1-1 0,1 1 0,0 0 0,-1-1 0,1 1 0,0 0 0,-1-1 0,1 1 0,0-1 0,-1 1 0,1-1 0,-1 1 0,1-2 0,5-3 0,-1-1 0,0 0 0,0-1 0,4-6 0,-2 2 0,74-103 0,-76 108 0,0-2 0,1 1 0,0 0 0,1 0 0,12-10 0,-17 16 0,1-1 0,-1 1 0,0 0 0,0 0 0,1 0 0,-1 0 0,0 0 0,1 0 0,-1 1 0,1-1 0,-1 1 0,1 0 0,-1-1 0,1 1 0,-1 1 0,1-1 0,-1 0 0,1 0 0,-1 1 0,1 0 0,-1-1 0,5 3 0,-5-2 0,0 0 0,-1 0 0,1 0 0,0 1 0,0-1 0,-1 0 0,1 1 0,-1-1 0,0 1 0,1 0 0,-1-1 0,0 1 0,2 3 0,10 29 0,0-1 0,-3-19-227,1 0-1,0 0 1,1-1-1,1-1 1,19 16-1,-24-20-6598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43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593 65 24575,'0'-1'0,"0"0"0,0 0 0,0 0 0,1-1 0,-1 1 0,0 0 0,1 0 0,-1 0 0,1 0 0,-1 0 0,1 0 0,-1 0 0,1 0 0,0 0 0,-1 0 0,1 0 0,0 0 0,0 0 0,0 0 0,0 0 0,0 1 0,0-1 0,0 0 0,0 1 0,0-1 0,0 1 0,0-1 0,0 1 0,0 0 0,3-1 0,4-1 0,0 1 0,0 0 0,15 1 0,6-2 0,-27 2 0,-1 0 0,0 0 0,1 0 0,-1-1 0,0 1 0,1-1 0,-1 1 0,0-1 0,0 1 0,0-1 0,1 1 0,-1-1 0,0 0 0,0 0 0,0 0 0,0 0 0,0 0 0,0 0 0,0 0 0,-1 0 0,1 0 0,0 0 0,0 0 0,-1 0 0,1-1 0,-1 1 0,1-3 0,-1 4 0,0-1 0,0 1 0,0 0 0,0-1 0,0 1 0,0-1 0,-1 1 0,1 0 0,0-1 0,0 1 0,-1 0 0,1 0 0,0-1 0,-1 1 0,1 0 0,0-1 0,0 1 0,-1 0 0,1 0 0,-1 0 0,1-1 0,0 1 0,-1 0 0,1 0 0,0 0 0,-1 0 0,1 0 0,-1 0 0,1 0 0,0 0 0,-1 0 0,1 0 0,-1 0 0,1 0 0,0 0 0,-1 0 0,1 0 0,-1 0 0,1 0 0,0 0 0,-1 1 0,-21 5 0,18-5 0,-7 3 0,-2-2 0,1 1 0,0-1 0,0-1 0,-1 0 0,1-1 0,-1-1 0,1 1 0,0-2 0,-22-5 0,22 5 0,-1 1 0,1-1 0,-1 2 0,1 0 0,0 0 0,-1 1 0,-22 6 0,15-4 0,1 0 0,-21 3 0,-78 3 0,-89-9 0,332-1 0,139 2 0,-80 13-1365,-166-13-5461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44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35 24575,'31'-11'0,"47"-2"0,-68 11 0,1 1 0,19 0 0,-20 1 0,-1 0 0,0-1 0,0 0 0,11-3 0,-12 3-1365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57.1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1 299 24575,'1'-8'0,"0"0"0,1 0 0,0 0 0,1 0 0,0 1 0,0-1 0,0 1 0,1 0 0,6-9 0,-10 15 0,5-6 0,0 0 0,1 0 0,8-8 0,-10 11 0,0 0 0,0 0 0,0 0 0,-1-1 0,1 0 0,-1 0 0,0 0 0,0 0 0,-1 0 0,3-7 0,-4 3 0,2 1 0,-1 0 0,1 0 0,0 0 0,1 0 0,-1 1 0,10-14 0,-10 17 0,0 1 0,0 0 0,0 0 0,1 0 0,-1 0 0,1 1 0,-1 0 0,1-1 0,0 1 0,0 0 0,0 1 0,0-1 0,0 1 0,0 0 0,0 0 0,1 0 0,5 0 0,-10 1 0,12-2 0,0 1 0,-1 1 0,1 0 0,12 2 0,-21-2 0,0 1 0,0-1 0,0 1 0,0 0 0,0 0 0,-1 0 0,1 0 0,0 1 0,-1-1 0,1 1 0,-1 0 0,1-1 0,-1 1 0,0 0 0,0 0 0,0 1 0,0-1 0,0 0 0,0 1 0,-1-1 0,3 5 0,13 31 0,16 51 0,-15-39 0,-12-36 0,-1-1 0,0 1 0,5 25 0,-7-26 0,0 0 0,1 0 0,1 0 0,1-1 0,-1 0 0,2 0 0,8 12 0,-6-9 0,0 1 0,-1 0 0,7 20 0,-12-29 0,0 1 0,1-1 0,0 0 0,0 0 0,9 10 0,-6-8 0,-1 1 0,6 9 0,34 67 0,22 45 0,11 32 0,-41-76 0,-26-58 0,-6-17 0,0-1 0,1 0 0,0 0 0,1 0 0,0-1 0,18 18 0,-5-1 0,-18-22 0,0-1 0,0 0 0,0 0 0,0 0 0,1 0 0,0-1 0,6 6 0,-2-4 0,0 0 0,0-1 0,0 0 0,0 0 0,1-1 0,0 0 0,13 3 0,-19-6 0,0 1 0,-1-1 0,1 0 0,0 0 0,0 0 0,0 0 0,0 0 0,0-1 0,0 1 0,0-1 0,-1 0 0,1 0 0,0 0 0,0 0 0,-1 0 0,1-1 0,-1 1 0,1-1 0,-1 0 0,0 0 0,0 0 0,0 0 0,0 0 0,0 0 0,0 0 0,0-1 0,1-2 0,0-1 0,0 1 0,0-1 0,-1 0 0,0 0 0,0 0 0,-1 0 0,2-11 0,-2-1 0,-2-24 0,2-13 0,0 48 0,1 0 0,0 0 0,0 0 0,0 0 0,1 1 0,0-1 0,1 1 0,-1 0 0,1 0 0,1 0 0,-1 1 0,1-1 0,0 1 0,0 0 0,0 1 0,0-1 0,1 1 0,0 0 0,0 0 0,0 1 0,8-4 0,-13 7 0,1 0 0,0 0 0,-1 0 0,1-1 0,-1 1 0,1 1 0,0-1 0,-1 0 0,1 0 0,0 1 0,-1-1 0,1 1 0,-1-1 0,1 1 0,-1 0 0,1-1 0,-1 1 0,1 0 0,-1 0 0,0 0 0,1 0 0,-1 0 0,0 1 0,0-1 0,0 0 0,2 3 0,3 4 0,0 1 0,10 19 0,-12-20 0,52 84 0,-54-88 0,1 0 0,0-1 0,0 0 0,0 0 0,0 0 0,1 0 0,-1 0 0,1-1 0,0 0 0,0 1 0,0-1 0,0-1 0,8 4 0,-10-5 0,1 1 0,0-1 0,0 1 0,0-1 0,0 0 0,-1 0 0,1 0 0,0 0 0,0 0 0,0-1 0,0 1 0,-1-1 0,1 0 0,0 0 0,0 0 0,-1 0 0,1-1 0,-1 1 0,1 0 0,-1-1 0,4-3 0,2-3 0,-2 1 0,1-1 0,-1-1 0,0 1 0,-1-1 0,1 0 0,-2 0 0,0-1 0,0 1 0,0-1 0,3-19 0,-7 29 0,0-1 0,0 1 0,0-1 0,0 1 0,1-1 0,-1 1 0,0-1 0,0 1 0,0-1 0,0 1 0,1 0 0,-1-1 0,0 1 0,0-1 0,1 1 0,-1 0 0,0-1 0,1 1 0,-1 0 0,0 0 0,1-1 0,-1 1 0,1 0 0,-1 0 0,0-1 0,1 1 0,-1 0 0,1 0 0,-1 0 0,1 0 0,0-1 0,0 2 0,0-1 0,1 0 0,-1 0 0,0 1 0,0-1 0,0 1 0,0-1 0,0 1 0,1-1 0,-1 1 0,1 1 0,5 4 0,-1 0 0,9 10 0,-13-14 0,50 50 0,-36-37 0,0 1 0,19 24 0,-26-26-1365,-2-1-5461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29:58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323 46 24575,'-13'-2'0,"1"0"0,-1 1 0,0 1 0,1 0 0,-17 2 0,19-1 0,0 0 0,0 0 0,0-1 0,0-1 0,0 0 0,0 0 0,0-1 0,0 0 0,-14-5 0,12 2-195,0-1 0,0 2 0,-1 0 0,0 0 0,0 1 0,-16-2 0,16 5-6631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0:02.0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2168 352 24575,'-3'-4'0,"0"1"0,0-1 0,1 0 0,-1 0 0,1 0 0,-1 0 0,1-1 0,-2-6 0,-8-40 0,10 37 0,-1 1 0,-6-17 0,8 26 0,-1 0 0,0 0 0,0 0 0,0 1 0,0-1 0,-1 1 0,1 0 0,-1-1 0,0 1 0,0 0 0,-6-4 0,7 6 0,-1-1 0,1 1 0,-1 0 0,1 0 0,-1 0 0,0 0 0,1 0 0,-1 0 0,0 1 0,0-1 0,0 1 0,0 0 0,1 0 0,-1 0 0,0 0 0,0 0 0,0 1 0,0-1 0,1 1 0,-1 0 0,0 0 0,1 0 0,-1 0 0,0 0 0,1 1 0,-3 1 0,1 0 0,0-1 0,1 1 0,0 0 0,0 0 0,-1 0 0,2 0 0,-1 1 0,0-1 0,1 1 0,-1 0 0,1-1 0,0 1 0,1 0 0,-1 0 0,1 0 0,-2 7 0,-3 17 0,-1 0 0,-12 28 0,14-43 0,3-8 0,0 0 0,0 0 0,0 0 0,-1 0 0,1-1 0,-1 1 0,-1-1 0,-5 7 0,8-10 0,0 0 0,-1 0 0,1 0 0,0 0 0,0 0 0,-1-1 0,1 1 0,0 0 0,-1-1 0,1 1 0,0-1 0,-1 1 0,1-1 0,-1 0 0,1 0 0,-1 1 0,1-1 0,-1 0 0,1-1 0,-1 1 0,1 0 0,-1 0 0,1 0 0,-1-1 0,1 1 0,0-1 0,-1 1 0,1-1 0,0 0 0,-1 0 0,1 1 0,0-1 0,0 0 0,-1 0 0,0-1 0,-5-5 0,0 0 0,0 0 0,1-1 0,0 0 0,-7-13 0,-22-46 0,28 54 0,7 12 0,0 0 0,0 1 0,-1-1 0,1 0 0,0 1 0,0-1 0,-1 0 0,1 1 0,-1-1 0,1 0 0,-1 1 0,1-1 0,-1 1 0,1-1 0,-1 1 0,1-1 0,-1 1 0,0 0 0,1-1 0,-1 1 0,0 0 0,1-1 0,-1 1 0,0 0 0,0 0 0,1-1 0,-1 1 0,0 0 0,1 0 0,-1 0 0,0 0 0,0 0 0,1 0 0,-1 0 0,0 0 0,0 1 0,1-1 0,-1 0 0,0 0 0,0 1 0,1-1 0,-1 0 0,0 1 0,1-1 0,-1 0 0,1 1 0,-1-1 0,1 1 0,-1-1 0,0 2 0,-5 4 0,1 0 0,0 0 0,0 1 0,-4 7 0,2-3 0,3-6 0,0 1 0,0-1 0,-1 0 0,0 0 0,0-1 0,0 1 0,-8 4 0,11-8 0,0 0 0,0 0 0,0 0 0,-1 0 0,1 0 0,0-1 0,0 1 0,-1-1 0,1 1 0,0-1 0,-1 0 0,1 0 0,0 0 0,0 0 0,-1 0 0,1-1 0,0 1 0,-1-1 0,1 0 0,0 1 0,0-1 0,0 0 0,0 0 0,0 0 0,-3-2 0,2 0 0,-1 0 0,0 0 0,1 0 0,0-1 0,0 1 0,0-1 0,0 0 0,0 0 0,-2-5 0,-2-6 0,-7-20 0,-3-7 0,4 17 0,-20-25 0,12 19 0,12 19 0,0 1 0,-1 1 0,0 0 0,-1 0 0,0 1 0,-1 0 0,-14-8 0,25 16 0,-2-1 0,1 1 0,-1-1 0,0 0 0,0 1 0,0 0 0,-1-1 0,1 1 0,0 1 0,0-1 0,-1 0 0,1 1 0,-5-1 0,6 1 0,0 1 0,1-1 0,-1 0 0,0 1 0,1-1 0,-1 1 0,1-1 0,-1 1 0,0 0 0,1 0 0,0-1 0,-1 1 0,1 0 0,-1 0 0,1 1 0,0-1 0,0 0 0,0 0 0,0 1 0,0-1 0,0 0 0,0 1 0,0-1 0,0 1 0,-1 2 0,-3 9 0,-1 1 0,2-1 0,0 1 0,0 0 0,1 0 0,1 0 0,-1 23 0,3-27 0,-1 0 0,-5 18 0,0 14 0,4-31 0,1-1 0,-1 1 0,-1 0 0,0-1 0,-6 16 0,-28 47 0,18-41 0,10-17 0,1 0 0,0 1 0,-8 21 0,-26 69 0,22-60 0,12-29 0,-11 33 0,-7 27 0,-3 9 0,22-58 0,2-4 0,-2-1 0,-9 24 0,9-33 0,-1 1 0,-1-1 0,-19 24 0,9-12 0,14-17 0,0 0 0,0 1 0,1-1 0,0 1 0,0 0 0,-3 21 0,4-18 0,-1 0 0,0-1 0,-10 23 0,7-22 0,1-1 0,-1 0 0,-15 21 0,19-30 0,0 1 0,0-1 0,-1 1 0,0-1 0,0 0 0,0 0 0,0-1 0,0 1 0,0-1 0,-1 0 0,1 0 0,-5 1 0,5-2 0,-1 0 0,1-1 0,0 1 0,0-1 0,0 0 0,-1-1 0,1 1 0,0 0 0,0-1 0,0 0 0,-1 0 0,1-1 0,-4-1 0,-7-4 0,-29-17 0,35 18 0,2 1 0,0 1 0,1-1 0,0-1 0,0 1 0,0-1 0,1 0 0,0 0 0,0-1 0,0 0 0,1 1 0,0-2 0,1 1 0,-1 0 0,1-1 0,1 1 0,-1-1 0,-1-15 0,2 15 0,0 1 0,-1-1 0,1 1 0,-1-1 0,0 1 0,-1 0 0,0 1 0,0-1 0,-1 1 0,1-1 0,-1 1 0,-1 0 0,1 1 0,-1 0 0,0 0 0,0 0 0,-1 0 0,1 1 0,-1 0 0,0 0 0,0 1 0,0 0 0,-1 0 0,1 1 0,-15-3 0,-34-10 0,37 10 0,-33-7 0,46 11 0,0 1 0,0-1 0,0 1 0,0 1 0,0-1 0,0 1 0,0 0 0,0 0 0,0 1 0,-5 2 0,9-3 0,0 0 0,0 0 0,1 0 0,-1 0 0,0 1 0,0-1 0,1 1 0,-1-1 0,1 1 0,0-1 0,-1 1 0,1 0 0,0 0 0,0 0 0,0 0 0,0 0 0,-1 3 0,-1 5 0,1 0 0,-2 16 0,-1 3 0,1-14 0,3-10 0,0 1 0,-1-1 0,-3 10 0,4-14 0,1-1 0,0 0 0,0 0 0,0 1 0,0-1 0,-1 0 0,1 1 0,0-1 0,0 0 0,-1 0 0,1 1 0,0-1 0,0 0 0,-1 0 0,1 0 0,0 0 0,-1 1 0,1-1 0,0 0 0,-1 0 0,1 0 0,0 0 0,-1 0 0,1 0 0,0 0 0,-1 0 0,1 0 0,0 0 0,-1 0 0,0 0 0,-10-7 0,-8-14 0,19 20 0,-16-24 0,13 19 0,0 0 0,-1 0 0,0 1 0,-8-10 0,12 15 1,0 0 0,0 1 0,0-1 0,0 0 0,0 0 0,0 0 0,0 0 0,0 0 0,0 0 0,0 0 0,0 0 0,0 0 0,0 0 0,0 0 0,0 1 0,0-1 0,0 0 0,0 0 0,0 0 0,0 0 0,0 0 0,0 0 0,0 0 0,0 0 0,0 0 0,0 0 0,0 0 0,0 0 0,0 0 0,-1 1 0,1-1 0,0 0 0,0 0 0,0 0 0,0 0 0,0 0 0,0 0 0,0 0 0,0 0 0,0 0 0,0 0 0,0 0 0,-1 0 0,1 0 0,0 0 0,0 0 0,0 0 0,0 0 0,0 0 0,0 0 0,0 0 0,0 0 0,3 10-520,-2-7-380,2 6-5927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0:02.7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1062 190 24575,'-269'-155'0,"248"143"0,15 8 0,0 1 0,-1-1 0,1 1 0,-1 1 0,-7-3 0,12 5 0,-1-1 0,1 1 0,-1 0 0,1 0 0,0 0 0,-1 0 0,1 0 0,-1 1 0,1-1 0,0 1 0,-1-1 0,1 1 0,0 0 0,0 0 0,-1 0 0,1 0 0,0 1 0,0-1 0,-2 2 0,0 1 0,0-1 0,0 1 0,0 0 0,1 0 0,0 0 0,-1 1 0,2-1 0,-1 1 0,0 0 0,1 0 0,0 0 0,0 0 0,0 0 0,1 0 0,0 1 0,0-1 0,0 0 0,0 9 0,1-2 0,1 0 0,0 0 0,0 0 0,1 0 0,1 0 0,0-1 0,6 15 0,-8-22 0,1-1 0,-1 1 0,0 0 0,0 0 0,0 0 0,-1-1 0,1 7 0,-1-9 0,0 0 0,-1 0 0,1 0 0,0 1 0,0-1 0,-1 0 0,1 0 0,-1 0 0,1-1 0,-1 1 0,1 0 0,-1 0 0,0 0 0,1 0 0,-1 0 0,0-1 0,0 1 0,1 0 0,-1-1 0,0 1 0,0 0 0,0-1 0,0 1 0,0-1 0,0 1 0,0-1 0,0 0 0,0 1 0,0-1 0,0 0 0,-2 0 0,-3 1 0,0-1 0,0 0 0,1 0 0,-1-1 0,0 1 0,0-1 0,0 0 0,0-1 0,-9-3 0,-7-5 0,-22-11 0,32 14 0,-28-13 0,6 1 0,-53-20 0,86 39 0,0-1 0,1 1 0,-1 0 0,0 0 0,1 0 0,-1 0 0,1 0 0,-1 0 0,0 0 0,1 0 0,-1 0 0,0 0 0,1 0 0,-1 0 0,1 0 0,-1 1 0,0-1 0,1 0 0,-1 0 0,1 1 0,-1-1 0,1 0 0,-1 1 0,1-1 0,-1 1 0,1-1 0,-1 0 0,1 1 0,0-1 0,-1 1 0,1-1 0,-1 1 0,1-1 0,0 1 0,0 0 0,-1-1 0,1 1 0,0-1 0,0 1 0,0 0 0,0-1 0,0 1 0,0 0 0,0 0 0,-1 6 0,0-1 0,1 1 0,0 10 0,1-6 0,-2-8 0,1 0 0,0-1 0,0 1 0,-1 0 0,1 0 0,-1-1 0,0 1 0,0 0 0,0-1 0,0 1 0,-1-1 0,1 0 0,-1 1 0,1-1 0,-1 0 0,0 0 0,-2 3 0,1-3 0,0 0 0,0 0 0,0-1 0,0 1 0,0-1 0,-1 0 0,1 0 0,0 0 0,-1 0 0,1 0 0,0-1 0,-1 1 0,-4-1 0,-25-1 9,1-1 0,-58-12 0,24 2-1401,52 10-5434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48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15 24575,'-12'-4'0,"-1"1"0,1 0 0,-1 1 0,1 0 0,-1 1 0,-23 1 0,26 1 0,1 0 0,0 1 0,0-1 0,0 2 0,0 0 0,0 0 0,0 0 0,1 1 0,0 0 0,-9 6 0,13-7 0,1 0 0,-1 1 0,1-1 0,0 1 0,0-1 0,0 1 0,1 0 0,-1 0 0,1 0 0,0 1 0,-2 5 0,1-2 0,0 1 0,1-1 0,0 1 0,0 0 0,0 10 0,3-13 0,-1 0 0,0-1 0,1 1 0,0 0 0,1 0 0,-1-1 0,1 1 0,0-1 0,0 0 0,1 1 0,0-1 0,0 0 0,0 0 0,0-1 0,1 1 0,0-1 0,0 1 0,0-1 0,6 5 0,-1-2 0,1-1 0,-1 0 0,1 0 0,0 0 0,0-2 0,1 1 0,0-1 0,-1-1 0,13 3 0,1-1 0,0 0 0,0-2 0,0-1 0,42-1 0,-64-1-52,1 0-1,0-1 1,-1 1-1,1-1 1,0 0-1,-1 0 1,1 0-1,-1 0 1,0 0-1,1 0 1,-1-1-1,0 1 1,1-1-1,-1 0 1,0 1-1,0-1 1,-1 0-1,1 0 1,0 0-1,-1-1 0,1 1 1,-1 0-1,0-1 1,1 1-1,0-4 1,2-7-6774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4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32 24575,'0'24'0,"1"-8"0,-1 0 0,-1 0 0,0 0 0,-7 30 0,7-45 0,1 1 0,-1 0 0,0-1 0,1 1 0,-1 0 0,0-1 0,0 1 0,0-1 0,0 1 0,0-1 0,-1 0 0,1 1 0,0-1 0,0 0 0,-1 0 0,1 0 0,-1 0 0,1 0 0,-3 1 0,1-1 0,0 0 0,0-1 0,0 1 0,0-1 0,0 0 0,0 1 0,0-1 0,0-1 0,0 1 0,-5-1 0,-3-2 0,-1 0 0,1-1 0,1 0 0,-20-11 0,18 8 0,0 0 0,1-1 0,-1 0 0,-10-11 0,19 15 0,-1 1 0,1 0 0,0-1 0,0 1 0,0-1 0,0 0 0,1 0 0,0 0 0,0 0 0,0-1 0,0 1 0,0-1 0,1 1 0,0-1 0,-1-8 0,2 12-4,0-1 0,0 0 0,0 1-1,0-1 1,1 0 0,-1 1 0,0-1-1,1 0 1,-1 1 0,1-1 0,0 1-1,0-1 1,-1 1 0,1-1 0,0 1 0,0 0-1,0 0 1,3-3 0,-2 3 22,0-1 0,0 1 0,1-1 1,-1 1-1,1 0 0,-1 0 0,1 0 0,-1 1 1,1-1-1,4 0 0,2 0-266,0 1 1,0 0-1,0 0 1,0 1-1,17 4 1,-11-1-6579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49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24575,'8'9'0,"0"1"0,12 18 0,-12-16 0,0-1 0,10 12 0,-13-17 0,0 0 0,-1 1 0,0-1 0,6 12 0,1 2 0,-11-19 0,0-1 0,0 0 0,0 0 0,0 0 0,0 1 0,0-1 0,0 0 0,0 0 0,1 0 0,-1 0 0,0 1 0,0-1 0,0 0 0,0 0 0,0 0 0,1 0 0,-1 0 0,0 1 0,0-1 0,0 0 0,1 0 0,-1 0 0,0 0 0,0 0 0,0 0 0,0 0 0,1 0 0,-1 0 0,0 0 0,0 0 0,1 0 0,-1 0 0,0 0 0,0 0 0,1 0 0,4-7 0,2-18 0,-6 19 0,0 2 0,0 0 0,1 0 0,-1 0 0,1 1 0,0-1 0,0 1 0,0-1 0,1 1 0,-1 0 0,1-1 0,0 1 0,0 1 0,0-1 0,6-4 0,-6 5 0,-1 1 0,0 0 0,1 0 0,-1 0 0,1 0 0,-1 0 0,1 1 0,-1-1 0,1 1 0,-1 0 0,1 0 0,0 0 0,-1 0 0,1 0 0,0 0 0,-1 1 0,1-1 0,-1 1 0,1 0 0,-1-1 0,1 1 0,-1 0 0,0 1 0,4 1 0,0 1-97,1 0-1,-1 1 1,-1 0-1,1 0 1,-1 0-1,1 0 1,-2 1-1,1 0 1,0 0-1,-1 0 1,-1 1-1,1-1 0,3 9 1,-5-6-6729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0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1 146 24575,'0'5'0,"1"0"0,-1-1 0,1 1 0,1-1 0,-1 1 0,0-1 0,1 1 0,0-1 0,0 0 0,0 0 0,1 0 0,-1 0 0,6 5 0,-3-3 0,0-1 0,0 0 0,0 0 0,1 0 0,0-1 0,0 0 0,12 7 0,-15-10 0,-1 0 0,0-1 0,0 1 0,0 0 0,1-1 0,-1 1 0,0-1 0,0 0 0,1 0 0,-1 1 0,0-2 0,1 1 0,-1 0 0,0 0 0,1-1 0,-1 1 0,0-1 0,0 0 0,1 0 0,-1 0 0,0 0 0,0 0 0,0 0 0,0 0 0,0-1 0,-1 1 0,1-1 0,0 1 0,-1-1 0,1 0 0,-1 0 0,3-3 0,-1 0 0,1-1 0,-1 0 0,-1 1 0,1-1 0,-1 0 0,0 0 0,0-1 0,-1 1 0,0 0 0,1-12 0,-1 0 0,-1 0 0,0 0 0,-2 0 0,0 0 0,-6-24 0,7 41-32,1-1-1,0 1 1,-1 0-1,1 0 1,-1-1-1,1 1 1,-1 0-1,0 0 1,1 0-1,-1-1 1,0 1-1,0 0 1,0 0-1,0 0 1,0 1-1,0-1 1,0 0-1,0 0 1,0 0-1,0 1 1,0-1-1,-1 0 1,1 1-1,0-1 1,-1 1-1,1 0 1,0-1-1,-1 1 1,1 0-1,0 0 1,-1 0-1,1 0 1,0 0-1,-1 0 1,1 0-1,0 1 1,-1-1-1,1 0 0,0 1 1,-1-1-1,-1 2 1,-6 4-6794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0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90 107 24575,'-9'-24'0,"-9"-20"0,16 40 0,0 1 0,0-1 0,-1 1 0,1 0 0,-1-1 0,1 1 0,-1 0 0,-6-4 0,9 7 0,-1-1 0,1 1 0,-1-1 0,0 1 0,1 0 0,-1-1 0,1 1 0,-1 0 0,0-1 0,0 1 0,1 0 0,-1 0 0,0 0 0,1 0 0,-1 0 0,0 0 0,0 0 0,1 0 0,-1 0 0,0 0 0,1 0 0,-1 0 0,0 0 0,1 1 0,-2-1 0,1 1 0,0-1 0,0 1 0,0 0 0,1 0 0,-1 0 0,0 0 0,0 0 0,1 0 0,-1 0 0,0 0 0,1 0 0,-1 0 0,0 2 0,0 2 0,-1 0 0,1 0 0,0 0 0,1 0 0,-1 0 0,1 5 0,1-5 0,-1 0 0,1 0 0,0 0 0,1 0 0,-1 0 0,1 0 0,0-1 0,0 1 0,0-1 0,1 0 0,0 1 0,0-1 0,0 0 0,0-1 0,0 1 0,1 0 0,0-1 0,0 0 0,0 0 0,5 3 0,-4-3 0,0 0 0,0 0 0,1-1 0,-1 0 0,1 0 0,-1 0 0,1-1 0,0 0 0,-1 0 0,1 0 0,0-1 0,0 1 0,0-1 0,0-1 0,-1 1 0,1-1 0,8-2 0,-12 2 0,0 0 0,1 1 0,-1-1 0,0 0 0,0-1 0,1 1 0,-1 0 0,0-1 0,0 1 0,0-1 0,-1 1 0,1-1 0,0 0 0,0 0 0,-1 0 0,1 0 0,-1 0 0,0 0 0,0 0 0,0-1 0,0 1 0,0 0 0,0-1 0,0 1 0,-1 0 0,1-1 0,-1 1 0,0-1 0,0 1 0,0-1 0,0 1 0,0-3 0,-1 0 0,0 1 0,0 0 0,0-1 0,0 1 0,-1 0 0,0 0 0,0 0 0,0 0 0,0 0 0,0 0 0,-1 1 0,0-1 0,1 1 0,-1 0 0,-1 0 0,1 0 0,-5-4 0,1 3-273,1 0 0,-1 1 0,0-1 0,-11-2 0,5 2-6553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1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195 610 24575,'-60'-316'0,"60"316"0,-7-43 0,-2 1 0,-2 0 0,-24-62 0,32 95 0,-2 1 0,-7-12 0,10 17 0,0 1 0,1 0 0,-1 0 0,0 0 0,0 0 0,0 0 0,0 0 0,-1 1 0,1-1 0,0 1 0,-1-1 0,-4-1 0,7 3 0,-1 0 0,1 0 0,-1 0 0,0 0 0,1 0 0,-1 0 0,0 0 0,1 0 0,-1 0 0,1 0 0,-1 1 0,0-1 0,1 0 0,-1 0 0,1 1 0,-1-1 0,0 0 0,1 1 0,-1-1 0,1 0 0,-1 1 0,1-1 0,0 1 0,-1-1 0,1 1 0,-1-1 0,1 1 0,0-1 0,-1 1 0,1-1 0,0 1 0,0-1 0,-1 1 0,1 0 0,0-1 0,0 1 0,0-1 0,0 2 0,-3 27 0,3-27 0,0 10 0,1 1 0,1-1 0,0 0 0,1 0 0,0 0 0,1 0 0,0 0 0,10 18 0,6 7 0,30 41 0,-48-75 0,17 23 0,1 0 0,1-2 0,1 0 0,1-2 0,37 29 0,-55-47 0,0 0 0,1-1 0,0 0 0,0 0 0,0 0 0,0-1 0,0 0 0,10 2 0,-15-3 0,1-1 0,0 0 0,0 1 0,0-1 0,0 0 0,0-1 0,-1 1 0,1 0 0,0 0 0,0-1 0,0 1 0,-1-1 0,1 1 0,0-1 0,-1 0 0,1 0 0,0 0 0,-1 0 0,1 0 0,-1 0 0,1 0 0,-1 0 0,0-1 0,1 1 0,-1 0 0,0-1 0,0 1 0,0-1 0,0 0 0,0 1 0,-1-1 0,1 0 0,0 1 0,0-4 0,1-1 0,-1-1 0,0 0 0,0 1 0,0-1 0,-1 0 0,0 0 0,0 0 0,-1 0 0,0 0 0,0 1 0,-4-13 0,1 11 0,4 15 0,3 13 0,0-11 0,1 0 0,0 0 0,0 0 0,1 0 0,0-1 0,0 0 0,1 0 0,11 12 0,-11-14 0,1 1 0,-1-1 0,1-1 0,0 1 0,0-1 0,1 0 0,0-1 0,0 0 0,14 6 0,-20-10 0,1 1 0,-1 0 0,0-1 0,0 0 0,0 1 0,1-1 0,-1 0 0,0 0 0,0 0 0,1-1 0,-1 1 0,0-1 0,0 1 0,0-1 0,0 1 0,0-1 0,1 0 0,-1 0 0,-1 0 0,5-3 0,-4 2 0,1 0 0,-1-1 0,0 1 0,0-1 0,-1 1 0,1-1 0,0 0 0,-1 1 0,0-1 0,1 0 0,-1 0 0,0 0 0,-1 0 0,2-5 0,-1 4 0,4-20 0,-5 24 0,0 0 0,0-1 0,0 1 0,0 0 0,0-1 0,0 1 0,0 0 0,1 0 0,-1-1 0,0 1 0,0 0 0,0 0 0,1-1 0,-1 1 0,0 0 0,0 0 0,0-1 0,1 1 0,-1 0 0,0 0 0,1 0 0,-1 0 0,0-1 0,0 1 0,1 0 0,-1 0 0,0 0 0,1 0 0,-1 0 0,0 0 0,1 0 0,-1 0 0,0 0 0,1 0 0,-1 0 0,0 0 0,0 0 0,1 0 0,-1 0 0,0 0 0,1 1 0,-1-1 0,0 0 0,0 0 0,1 0 0,-1 0 0,0 1 0,1-1 0,-1 0 0,0 0 0,0 0 0,0 1 0,1-1 0,-1 0 0,0 0 0,0 1 0,0-1 0,0 0 0,1 0 0,-1 1 0,24 30-1365,-16-20-5461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1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24575,'176'503'0,"-174"-499"0,5 19 0,2 0 0,1-1 0,14 22 0,-34-84 0,6 23 0,-15-64 0,17 68 0,0 0 0,1 0 0,1-1 0,1-16 0,-1 28 0,1 1 0,-1-1 0,0 1 0,0 0 0,1-1 0,-1 1 0,1 0 0,-1-1 0,1 1 0,-1 0 0,1 0 0,0 0 0,0-1 0,0 1 0,0 0 0,-1 0 0,1 0 0,1 0 0,-1 1 0,2-3 0,-1 2 0,0 0 0,0 1 0,1-1 0,-1 0 0,0 1 0,1-1 0,-1 1 0,0 0 0,1 0 0,-1 0 0,3 0 0,4 1 0,0 1 0,0 0 0,0 0 0,0 1 0,10 4 0,-8-1 0,0 0 0,0 1 0,-1 0 0,0 0 0,0 1 0,0 1 0,-1 0 0,-1 0 0,1 0 0,9 16 0,-17-24-54,0 0-1,-1 0 0,1 0 1,-1 1-1,1-1 1,-1 0-1,0 0 0,1 0 1,-1 0-1,0 1 1,0-1-1,1 0 0,-1 0 1,0 1-1,0-1 0,-1 0 1,1 0-1,0 0 1,0 1-1,-1-1 0,1 0 1,0 0-1,-1 0 1,0 1-1,-4 7-6771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2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24575,'-3'3'0,"0"3"0,0 3 0,0 2 0,2 0-8191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2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58 24575,'1'48'0,"-2"51"0,0-94 0,1-1 0,-1 0 0,0 0 0,0 0 0,0 0 0,-1 0 0,1 0 0,-1 0 0,-3 4 0,5-7 0,-1 0 0,1 0 0,-1-1 0,0 1 0,1 0 0,-1-1 0,0 1 0,1 0 0,-1-1 0,0 1 0,0-1 0,0 0 0,1 1 0,-1-1 0,0 0 0,0 1 0,0-1 0,-1 0 0,0 0 0,1 0 0,0 0 0,0 0 0,-1-1 0,1 1 0,0 0 0,0-1 0,0 1 0,-1-1 0,1 0 0,0 1 0,0-1 0,0 0 0,0 0 0,0 0 0,0 1 0,-1-3 0,-2-2 0,0 0 0,0-1 0,1 0 0,-1 1 0,1-1 0,0-1 0,-3-9 0,1-3 0,-6-26 0,9 36 0,1 0 0,0 0 0,0-1 0,1 1 0,0 0 0,3-17 0,-3 24 0,1-1 0,0 1 0,-1 0 0,1-1 0,0 1 0,0 0 0,0-1 0,1 1 0,-1 0 0,0 0 0,1 0 0,0 0 0,-1 1 0,1-1 0,0 0 0,0 1 0,0-1 0,0 1 0,0-1 0,0 1 0,0 0 0,1 0 0,-1 0 0,0 0 0,1 0 0,-1 1 0,0-1 0,1 1 0,-1 0 0,3-1 0,1 1 0,-1 1 0,0-1 0,1 1 0,-1 0 0,0 0 0,1 0 0,-1 1 0,0 0 0,6 3 0,7 4 0,18 12 0,58 45 0,2 0 0,-82-57 0,170 99 0,-183-108 0,-1 1 0,1-1 0,0 0 0,-1 1 0,1-1 0,0 0 0,-1 0 0,1 1 0,0-1 0,-1 0 0,1 0 0,0 0 0,0 0 0,-1 0 0,1 0 0,0 0 0,0 0 0,-1 0 0,1 0 0,0 0 0,0-1 0,0 1 0,-1-1 0,1 1 0,-1-1 0,1 1 0,-1-1 0,0 1 0,0-1 0,1 0 0,-1 1 0,0-1 0,0 1 0,1-1 0,-1 0 0,0 1 0,0-1 0,0 1 0,0-1 0,0 0 0,0 0 0,-1-6 0,1 0 0,-2 0 0,-2-12 0,1 9 0,-6-28 0,5 27 0,1 0 0,1-1 0,0 1 0,-1-23 0,3 33 0,0 0 0,0 0 0,0 0 0,0 0 0,0 0 0,0 1 0,0-1 0,0 0 0,0 0 0,1 0 0,-1 0 0,0 0 0,1 0 0,-1 1 0,0-1 0,1 0 0,-1 0 0,1 0 0,0 1 0,-1-1 0,1 0 0,-1 1 0,1-1 0,0 1 0,0-1 0,-1 1 0,1-1 0,0 1 0,0-1 0,0 1 0,-1 0 0,1-1 0,0 1 0,0 0 0,0 0 0,0-1 0,0 1 0,0 0 0,0 0 0,0 0 0,-1 0 0,1 0 0,0 1 0,0-1 0,0 0 0,0 0 0,0 1 0,1-1 0,3 2 0,0 0 0,0 0 0,0 1 0,0 0 0,0 0 0,7 5 0,16 15 0,62 46 0,29 0 64,-61-37-1493,-48-25-5397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3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24575,'60'62'0,"-27"-26"0,1-2 0,63 49 0,-92-80 0,-1 0 0,1-1 0,-1 1 0,1-1 0,0 0 0,0-1 0,0 1 0,0-1 0,7 1 0,-10-1 0,-1-1 0,1 0 0,0 0 0,-1 0 0,1 0 0,0 0 0,-1-1 0,1 1 0,0 0 0,-1-1 0,1 0 0,-1 1 0,1-1 0,-1 0 0,1 1 0,-1-1 0,1 0 0,-1 0 0,0 0 0,1 0 0,-1-1 0,0 1 0,0 0 0,0 0 0,0-1 0,0 1 0,0-1 0,0 1 0,-1 0 0,1-1 0,0 0 0,0-1 0,1-6 0,-1 1 0,1-1 0,-1 0 0,-1 1 0,0-1 0,0 0 0,-1 1 0,-2-14 0,-20-68 0,22 84 0,-40-106 0,36 103-80,5 9 84,0 0 0,0 0 0,0 0 0,0 0 0,0 0 0,0 0 1,-1 0-1,1 0 0,0 0 0,0 0 0,0 0 0,0 0 0,0 0 0,0 0 0,0 0 0,0 0 0,0 0 0,0 0 0,-1 0 1,1 0-1,0 0 0,0 0 0,0 0 0,0 0 0,0 0 0,0 0 0,0 0 0,0 0 0,0 0 0,0 0 0,0 0 0,0 0 1,-1 0-1,1 0 0,0 0 0,0 0 0,0 0 0,0 0 0,0 1 0,0-1 0,0 0 0,0 0 0,0 0 0,0 0 0,0 0 1,0 0-1,0 0 0,0 0 0,0 2-139,-1-1 0,1 0 0,0 1 0,0-1 0,0 0 0,0 1 0,0-1 0,0 0 0,1 1 0,0 1 0,2 6-6691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4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61 24575,'-13'-9'0,"-50"-26"0,57 32 0,0 1 0,0 0 0,0 0 0,0 0 0,-1 0 0,1 1 0,0 0 0,-11 0 0,16 1 0,0 0 0,0 0 0,0 0 0,0 0 0,0 0 0,0 1 0,0-1 0,0 0 0,0 0 0,0 1 0,0-1 0,0 1 0,0-1 0,0 1 0,1-1 0,-1 1 0,0 0 0,0-1 0,0 1 0,1 0 0,-1 0 0,0-1 0,1 1 0,-2 1 0,2 0 0,-1 0 0,1 0 0,-1-1 0,1 1 0,0 0 0,0 0 0,0 0 0,0-1 0,0 1 0,0 0 0,0 0 0,2 3 0,1 5 0,0-1 0,1 0 0,9 17 0,-13-26 0,8 13 0,1 0 0,0 0 0,0-1 0,21 19 0,51 38 0,-55-48 0,-24-20 0,-1 0 0,1 1 0,0-1 0,-1 0 0,0 1 0,1 0 0,-1-1 0,0 1 0,0 0 0,0 0 0,0-1 0,1 3 0,-2-3 0,0 0 0,0-1 0,0 1 0,0-1 0,0 1 0,0-1 0,0 1 0,0-1 0,0 1 0,0-1 0,0 1 0,0-1 0,-1 1 0,1-1 0,0 1 0,0-1 0,-1 0 0,1 1 0,-1 0 0,0 0 0,0 0 0,0 0 0,0-1 0,0 1 0,0 0 0,0-1 0,0 1 0,0-1 0,0 1 0,-1-1 0,0 1 0,-26 5 29,0-1 1,0-1-1,-43 0 0,-24 3-1511,73-4-5344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33 24575,'-4'-4'0,"0"0"0,0 0 0,0 1 0,-1 0 0,1 0 0,-1 0 0,-6-3 0,10 6 0,-1-1 0,1 0 0,-1 1 0,0 0 0,0-1 0,1 1 0,-1 0 0,0 0 0,1 0 0,-1 0 0,0 0 0,0 1 0,1-1 0,-1 0 0,0 1 0,1-1 0,-1 1 0,1 0 0,-1 0 0,0-1 0,1 1 0,0 0 0,-1 0 0,1 0 0,0 1 0,-3 1 0,-7 8 0,-7 6 0,-26 33 0,42-48 0,1 0 0,-1 0 0,1 0 0,0 1 0,-1-1 0,1 0 0,0 0 0,1 1 0,-1-1 0,0 1 0,1-1 0,-1 1 0,1-1 0,0 5 0,0-5 0,1 0 0,-1 0 0,1 0 0,0 0 0,-1 0 0,1 0 0,0-1 0,0 1 0,1 0 0,-1 0 0,0-1 0,1 1 0,-1-1 0,1 1 0,-1-1 0,1 1 0,3 1 0,24 18-170,1-2-1,1 0 0,1-2 1,1-2-1,0-1 0,1-1 1,66 15-1,-83-25-6655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32 24575,'-5'6'0,"0"-1"0,0 0 0,0 1 0,1 0 0,0 0 0,0 0 0,1 1 0,-5 12 0,7-16 0,0-1 0,0 1 0,1 1 0,0-1 0,-1 0 0,1 0 0,0 0 0,0 0 0,0 0 0,1 0 0,-1 0 0,1 0 0,0 0 0,0 0 0,0 0 0,0 0 0,0-1 0,1 1 0,-1 0 0,1 0 0,0-1 0,-1 0 0,4 4 0,-1-2 0,1 0 0,0 0 0,-1 0 0,1-1 0,1 0 0,-1 0 0,0 0 0,1 0 0,6 2 0,-9-5 0,-1 1 0,0-1 0,0 1 0,0-1 0,1 0 0,-1 0 0,0 0 0,0 0 0,1 0 0,-1 0 0,0 0 0,3-2 0,-4 2 0,1-1 0,-1 0 0,0 1 0,1-1 0,-1 0 0,0 0 0,0 0 0,0 0 0,0 0 0,0 0 0,0 0 0,0-1 0,0 1 0,0 0 0,0 0 0,-1-1 0,1 1 0,0 0 0,-1-1 0,1-1 0,0 0 0,-1 0 0,1 0 0,-1-1 0,0 1 0,0 0 0,0 0 0,0 0 0,-1 0 0,1-1 0,-1 1 0,0 0 0,0 0 0,0 0 0,0 0 0,0 0 0,-1 0 0,0 1 0,-3-6 0,-3-3 0,-2 0 0,-18-19 0,21 24 0,2 0-80,-1 1 0,0 0-1,0-1 1,0 2 0,0-1-1,-1 1 1,0 0 0,0 1-1,0-1 1,-1 1 0,1 1 0,-1-1-1,1 1 1,-1 1 0,0-1-1,-12 1 1,4 1-6746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6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134 246 24575,'-1'1'0,"0"1"0,-1-1 0,1 0 0,0 0 0,-1 0 0,1 0 0,-1 0 0,1 0 0,-1 0 0,1 0 0,-1 0 0,1-1 0,-1 1 0,0-1 0,0 1 0,1-1 0,-1 0 0,0 0 0,0 1 0,1-1 0,-1 0 0,0-1 0,0 1 0,1 0 0,-1 0 0,0-1 0,1 1 0,-1-1 0,0 0 0,1 1 0,-1-1 0,0 0 0,1 0 0,0 0 0,-1 0 0,1 0 0,-1 0 0,1 0 0,0-1 0,-2-1 0,-3-4 0,0-1 0,1 0 0,0 0 0,0 0 0,1 0 0,-4-11 0,2 7 0,1-1 0,1 0 0,0 0 0,1 0 0,0-1 0,1 1 0,0-1 0,1-23 0,1 36 6,0-1 0,1 0-1,-1 0 1,0 0 0,1 1-1,-1-1 1,1 0 0,0 1 0,-1-1-1,1 0 1,0 1 0,0-1-1,0 1 1,0-1 0,0 1-1,1-1 1,-1 1 0,0 0 0,1 0-1,1-2 1,-2 3-57,1-1 0,-1 1-1,0-1 1,0 1 0,1 0 0,-1 0 0,0-1-1,0 1 1,1 0 0,-1 0 0,0 0-1,1 1 1,-1-1 0,0 0 0,1 0 0,-1 1-1,0-1 1,0 1 0,0-1 0,1 1 0,-1-1-1,0 1 1,0 0 0,0 0 0,0-1 0,0 1-1,0 0 1,1 2 0,7 6-6775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6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45 231 24575,'5'21'0,"15"36"0,-18-53 0,-1-5 0,-1-9 0,-3-14 0,-30-70 0,3 7 0,28 82 0,1-1 0,-1 0 0,1 0 0,1 0 0,-1-9 0,1 14 0,0 0 0,0 0 0,0 0 0,0 1 0,1-1 0,-1 0 0,0 0 0,0 0 0,1 0 0,-1 1 0,0-1 0,1 0 0,-1 0 0,0 1 0,1-1 0,-1 0 0,1 1 0,0-1 0,-1 0 0,1 1 0,-1-1 0,1 1 0,0-1 0,-1 1 0,1-1 0,0 1 0,0 0 0,0-1 0,-1 1 0,1 0 0,0 0 0,0-1 0,0 1 0,-1 0 0,1 0 0,0 0 0,0 0 0,0 0 0,0 0 0,0 0 0,-1 0 0,1 1 0,0-1 0,0 0 0,0 0 0,-1 1 0,2 0 0,15 5 0,0 0 0,-1 2 0,16 9 0,24 12 0,-29-18 0,31 8 0,-46-15 0,0-2 0,1 1 0,-1-2 0,1 0 0,14 0 0,-26-1 0,0 0 0,1 0 0,-1 0 0,0 0 0,1-1 0,-1 1 0,0 0 0,1-1 0,-1 1 0,0-1 0,0 0 0,1 1 0,-1-1 0,0 0 0,0 1 0,0-1 0,0 0 0,0 0 0,0 0 0,0 0 0,0 0 0,1-2 0,-1 1 0,-1 0 0,1 0 0,0 0 0,-1 0 0,1 0 0,-1-1 0,0 1 0,0 0 0,0 0 0,0 0 0,0 0 0,-1-4 0,0-1 0,0 1 0,-1 0 0,0 0 0,-1-1 0,1 2 0,-1-1 0,0 0 0,-7-8 0,7 9 0,0 2 0,-1-1 0,0 0 0,0 1 0,0-1 0,-9-4 0,13 8 0,-1-1 0,0 1 0,0-1 0,0 1 0,1 0 0,-1 0 0,0-1 0,0 1 0,0 0 0,0 0 0,0 0 0,1 0 0,-1 0 0,0 0 0,0 0 0,0 0 0,0 1 0,0-1 0,0 1 0,0-1 0,0 1 0,0 0 0,0 0 0,0-1 0,0 1 0,1 0 0,-1 0 0,0 0 0,1 0 0,-1 0 0,1 0 0,-1 0 0,1 0 0,0 0 0,-1 0 0,1 1 0,0-1 0,0 0 0,-1 1 0,0 5 0,1-1 0,-1 0 0,1 1 0,1-1 0,-1 1 0,1-1 0,0 0 0,0 1 0,1-1 0,0 0 0,3 8 0,0-4 0,-1-1 0,2 0 0,0 0 0,0-1 0,0 1 0,11 9 0,1-1 0,0-1 0,2-1 0,0-1 0,0-1 0,28 14 0,-40-23-195,1 0 0,0 0 0,-1-1 0,1 0 0,0 0 0,16 2 0,-12-4-6631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7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92 681 24575,'13'-20'0,"0"-1"0,-1 0 0,-2-1 0,14-38 0,-20 46 0,-1 1 0,0 0 0,-1-1 0,0 0 0,-1 1 0,-1-1 0,0 0 0,-1 0 0,-5-23 0,-2 2 0,-25-61 0,-22-31 0,32 76 0,16 33 0,5 11 0,-1 1 0,0-1 0,0 1 0,0 0 0,-7-9 0,10 15 0,0 0 0,-1-1 0,1 1 0,0 0 0,0 0 0,-1 0 0,1 0 0,0-1 0,0 1 0,-1 0 0,1 0 0,0 0 0,-1 0 0,1 0 0,0 0 0,0 0 0,-1 0 0,1 0 0,0 0 0,-1 0 0,1 0 0,0 0 0,-1 0 0,1 0 0,0 0 0,0 0 0,-1 0 0,1 0 0,0 0 0,-1 0 0,1 1 0,0-1 0,0 0 0,-1 0 0,1 0 0,0 0 0,0 1 0,0-1 0,-1 0 0,1 0 0,0 1 0,0-1 0,0 0 0,0 0 0,-1 1 0,1-1 0,0 0 0,0 1 0,0-1 0,0 0 0,0 0 0,0 1 0,0-1 0,0 1 0,-5 18 0,2 11 0,1 1 0,2 0 0,6 49 0,-3-63 0,0 0 0,1 0 0,1-1 0,1 1 0,14 27 0,-7-20 0,1-1 0,33 43 0,-32-50-1365,-2-4-5461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7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0 24575,'-4'1'0,"0"0"0,0 0 0,0 1 0,0-1 0,0 1 0,0 0 0,0 0 0,1 0 0,-1 0 0,1 1 0,-1-1 0,1 1 0,0 0 0,0 0 0,0 0 0,-4 6 0,6-6 0,-1 0 0,1 1 0,-1-1 0,1 0 0,0 0 0,0 1 0,0-1 0,1 0 0,-1 1 0,1-1 0,0 1 0,0-1 0,0 0 0,0 1 0,1-1 0,-1 1 0,1-1 0,0 0 0,0 1 0,0-1 0,2 3 0,1 2 0,0 0 0,0-1 0,1 1 0,0-1 0,0 0 0,12 11 0,-15-16 0,1 0 0,-1 1 0,1-1 0,0 0 0,0 0 0,0-1 0,0 1 0,0 0 0,0-1 0,0 0 0,0 0 0,1 0 0,-1 0 0,0 0 0,1-1 0,-1 1 0,0-1 0,1 0 0,6-1 0,-8 1 0,1-1 0,-1 0 0,1 0 0,-1-1 0,0 1 0,1 0 0,-1-1 0,0 1 0,0-1 0,0 0 0,0 0 0,-1 1 0,1-1 0,0-1 0,-1 1 0,1 0 0,-1 0 0,0 0 0,0-1 0,1 1 0,-2-1 0,1 1 0,1-6 0,-1 2 0,1 0 0,-1 0 0,-1 0 0,1 0 0,-1 0 0,-1 0 0,1 0 0,-1 0 0,-1-8 0,-2 3 0,3 17 0,6 21 0,2-10-227,1 0-1,1 0 1,1-1-1,0 0 1,15 18-1,-17-24-6598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8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24575,'80'379'0,"-79"-377"0,11 45 0,29 74 0,-37-113 0,-3-8 0,-3-14 0,-7-23 0,3 13 0,1 11 0,1-1 0,1 0 0,1 0 0,-2-15 0,4 28 0,0-1 0,0 1 0,0 0 0,0 0 0,1-1 0,-1 1 0,0 0 0,0 0 0,1-1 0,-1 1 0,1 0 0,-1 0 0,1 0 0,-1 0 0,1 0 0,0 0 0,0 0 0,-1 0 0,1 0 0,0 0 0,1-1 0,-1 1 0,1 0 0,0 1 0,-1-1 0,1 1 0,-1-1 0,1 1 0,0-1 0,-1 1 0,1 0 0,0 0 0,0 0 0,-1 0 0,4 0 0,5 2 0,-1 0 0,1 0 0,-1 1 0,13 5 0,-15-5 0,8 3 0,-1-1 0,0 0 0,0 1 0,23 14 0,-34-18 0,0 0 0,-1 0 0,1-1 0,-1 1 0,0 1 0,0-1 0,1 0 0,-2 1 0,1-1 0,0 1 0,0-1 0,-1 1 0,1 0 0,-1 0 0,0 0 0,0-1 0,0 1 0,0 0 0,0 1 0,-1-1 0,0 0 0,1 0 0,-1 0 0,-1 5 0,1-7 11,0 1 0,0-1 0,-1 1 0,1 0 0,-1-1 0,1 1-1,-1-1 1,0 1 0,0-1 0,-1 3 0,2-4-62,-1 1 0,1-1-1,-1 0 1,1 1 0,-1-1 0,1 1 0,-1-1-1,1 0 1,-1 1 0,0-1 0,1 0-1,-1 0 1,0 1 0,1-1 0,-1 0 0,1 0-1,-1 0 1,0 0 0,1 0 0,-1 0 0,0 0-1,1 0 1,-1 0 0,0 0 0,1 0 0,-1 0-1,0 0 1,0-1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8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30 24575,'0'-10'0,"0"-1"0,-3 4 0,-3 6 0,0 5 0,-3 5 0,2 3 0,-2 0 0,1-3-8191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8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15 24575,'3'6'0,"-1"0"0,1 1 0,-2-1 0,1 1 0,-1 0 0,0 0 0,0-1 0,-1 1 0,1 0 0,-2 0 0,0 7 0,0-8 0,1-1 0,-2 0 0,1 0 0,0 1 0,-1-1 0,0 0 0,0 0 0,-1-1 0,1 1 0,-1 0 0,0-1 0,0 1 0,-1-1 0,-5 6 0,7-9 0,1 0 0,-1 1 0,0-1 0,1 0 0,-1-1 0,0 1 0,0 0 0,0 0 0,0-1 0,0 1 0,0-1 0,1 0 0,-1 1 0,0-1 0,0 0 0,0 0 0,-2 0 0,0-1 0,0 0 0,0 0 0,0 0 0,0 0 0,0-1 0,1 1 0,-1-1 0,-3-3 0,1 2 0,0-2 0,0 1 0,1 0 0,0-1 0,0 0 0,0 0 0,1-1 0,0 1 0,-6-10 0,8 11 0,1 0 0,-1 0 0,1 0 0,0 0 0,0-1 0,0 1 0,0 0 0,1 0 0,0-1 0,0 1 0,0 0 0,0-1 0,1 1 0,-1 0 0,1 0 0,0 0 0,3-7 0,-3 9 0,0-1 0,0 1 0,1 0 0,-1-1 0,1 1 0,0 0 0,0 0 0,-1 0 0,1 0 0,0 1 0,1-1 0,-1 1 0,0-1 0,0 1 0,1-1 0,-1 1 0,1 0 0,-1 0 0,1 0 0,-1 1 0,1-1 0,-1 1 0,1-1 0,0 1 0,-1 0 0,1 0 0,0 0 0,4 1 0,-1-1-227,0 1-1,-1 0 1,1 0-1,-1 1 1,10 4-1,-5-1-6598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6:59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24575,'7'9'0,"1"1"0,-2-1 0,1 1 0,-1 0 0,7 16 0,-9-16 0,1-1 0,0 1 0,1-1 0,-1 0 0,2-1 0,0 1 0,7 7 0,-13-15 0,0 0 0,0-1 0,0 1 0,0 0 0,0 0 0,0-1 0,0 1 0,0 0 0,0-1 0,0 1 0,0-1 0,0 0 0,0 1 0,1-1 0,-1 0 0,0 0 0,0 1 0,0-1 0,1 0 0,-1 0 0,0 0 0,0-1 0,0 1 0,2-1 0,-1 1 0,-1-1 0,1 0 0,-1 0 0,0 0 0,0-1 0,0 1 0,0 0 0,0 0 0,0-1 0,0 1 0,0 0 0,0-1 0,0 1 0,-1-1 0,1 1 0,-1-1 0,1-3 0,5-20 0,4-42 0,-10 66 0,0-1 0,0 0 0,0 0 0,1 1 0,-1-1 0,0 0 0,1 0 0,0 1 0,-1-1 0,1 0 0,0 1 0,0-1 0,0 1 0,0-1 0,0 1 0,0 0 0,0-1 0,0 1 0,0 0 0,1 0 0,-1-1 0,1 1 0,-1 0 0,1 1 0,-1-1 0,1 0 0,0 0 0,-1 1 0,1-1 0,0 1 0,-1-1 0,1 1 0,0 0 0,0-1 0,-1 1 0,1 0 0,0 0 0,0 1 0,-1-1 0,1 0 0,0 0 0,0 1 0,-1-1 0,1 1 0,2 1 0,12 6 0,0 0 0,0 1 0,-1 1 0,-1 1 0,18 16 0,-3-4 0,40 32-1365,-56-46-5461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1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605 4 24575,'1'-2'0,"1"0"0,-3 3 0,-6 3 0,-9 7 0,0 0 0,1 1 0,0 0 0,-23 27 0,19-19 0,-35 28 0,17-22 0,-1-2 0,-1-1 0,-1-2 0,-1-2 0,-1-1 0,-47 12 0,67-23-455,1 1 0,-22 11 0,28-11-6371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3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24575,'1'40'0,"1"0"0,2 0 0,3-1 0,13 51 0,-14-71 0,-2-2 0,5 25 0,-8-41 8,-1 0 0,0 1 0,0-1 0,0 1 0,0-1 0,0 0 0,-1 1 0,1-1 0,0 0 0,0 1 0,-1-1 0,1 0 0,-1 0 0,0 2 0,0-2-67,1-1-1,-1 1 1,1-1-1,-1 1 1,0 0 0,1-1-1,-1 0 1,0 1-1,1-1 1,-1 1 0,0-1-1,1 0 1,-1 1-1,0-1 1,0 0 0,1 0-1,-1 0 1,0 1-1,0-1 1,0 0 0,1 0-1,-1 0 1,0 0-1,-1-1 1,-9-1-6767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3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24575,'18'-9'0,"0"1"0,1 1 0,0 1 0,0 0 0,0 1 0,1 1 0,30-2 0,-38 6 0,0 0 0,0 1 0,0 0 0,0 0 0,0 1 0,0 1 0,0 0 0,-1 1 0,1 0 0,-1 1 0,0 0 0,0 1 0,15 11 0,-9-5 0,-1 2 0,0 0 0,-2 0 0,1 2 0,-2 0 0,0 0 0,13 24 0,-19-29 0,-1 0 0,-1 0 0,0 1 0,0-1 0,-1 1 0,-1 0 0,0 1 0,0-1 0,-2 0 0,1 1 0,-1-1 0,-1 1 0,-2 17 0,0-22 0,0 0 0,0 0 0,-1 0 0,0 0 0,0-1 0,-1 1 0,0-1 0,-1 0 0,1 0 0,-1 0 0,-1-1 0,1 1 0,-1-1 0,0-1 0,0 1 0,-1-1 0,-13 8 0,0-1 0,-1-1 0,0-1 0,-1-1 0,0-1 0,-25 6 0,30-10 0,0-1 0,0-1 0,0 0 0,0-1 0,0-1 0,-22-3 0,35 2-227,0 1-1,0-1 1,0 0-1,1-1 1,-7-2-1,-3-2-6598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4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65 24575,'-23'-10'0,"2"0"0,0 0 0,0 2 0,-1 0 0,0 1 0,-24-3 0,44 10 0,0-1 0,0 1 0,0 0 0,0 0 0,0 0 0,-1 0 0,1 0 0,0 1 0,0-1 0,0 1 0,0-1 0,0 1 0,0 0 0,0 0 0,0 0 0,0 0 0,-3 2 0,4-2 0,0 1 0,-1 0 0,1-1 0,0 1 0,0 0 0,0 0 0,0 0 0,0 0 0,1 0 0,-1 0 0,0 0 0,1 0 0,0 0 0,-1 0 0,1 0 0,0 0 0,0 4 0,1 3 0,0-1 0,0 1 0,1 0 0,0-1 0,0 1 0,1-1 0,0 1 0,0-1 0,1 0 0,0 0 0,1-1 0,0 1 0,0-1 0,12 12 0,6 5 0,2-2 0,43 32 0,-53-43 0,33 23 0,-26-20 0,35 31 0,-55-44 0,-1 0 0,0 0 0,1 1 0,-1-1 0,0 1 0,0-1 0,0 1 0,0 0 0,0-1 0,0 1 0,0 0 0,0 0 0,-1-1 0,1 1 0,-1 0 0,1 0 0,-1 0 0,0 0 0,0 0 0,0 0 0,0 0 0,0 3 0,-1-3 0,0 0 0,0-1 0,1 1 0,-1 0 0,0-1 0,-1 1 0,1 0 0,0-1 0,0 1 0,-1-1 0,1 0 0,0 0 0,-1 1 0,0-1 0,1 0 0,-1 0 0,0 0 0,1 0 0,-1-1 0,0 1 0,0 0 0,-2 0 0,-16 3 0,1-1 0,-1-1 0,0-1 0,0-1 0,-24-2 0,-1 0 0,-38-3 0,72 3 0,-1 0 0,1 0 0,0-1 0,0-1 0,-12-5 0,21 8-47,0 0 0,1 0 0,-1 0 0,0 0 0,1 0 0,-1 0 0,1 0 0,0 0 0,-1-1-1,1 1 1,0-1 0,0 1 0,0-1 0,0 1 0,0-1 0,0 1 0,0-1 0,0 0 0,1 0 0,-1 1 0,1-1 0,-1 0-1,1 0 1,0 0 0,-1 0 0,1 1 0,0-1 0,1-3 0,1-8-6779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4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281 323 24575,'-4'15'0,"-3"11"0,-10 52 0,17-71 0,-1-1 0,0 1 0,1-1 0,1 1 0,-1 0 0,1-1 0,0 1 0,0-1 0,1 0 0,0 1 0,0-1 0,0 0 0,6 9 0,-8-14 0,1 0 0,-1 0 0,0-1 0,1 1 0,0 0 0,-1-1 0,1 1 0,-1 0 0,1-1 0,0 1 0,-1-1 0,1 1 0,0-1 0,0 1 0,-1-1 0,2 1 0,-2-1 0,1 0 0,-1 0 0,1 0 0,-1 0 0,0 0 0,1-1 0,-1 1 0,0 0 0,1 0 0,-1 0 0,0 0 0,1 0 0,-1 0 0,0-1 0,1 1 0,-1 0 0,0 0 0,0 0 0,1-1 0,-1 1 0,0 0 0,0-1 0,1 1 0,-1 0 0,0 0 0,0-1 0,1-1 0,0 1 0,-1-1 0,1 0 0,0 1 0,-1-1 0,0 0 0,1 0 0,-1 1 0,0-1 0,0 0 0,0 0 0,0 1 0,0-1 0,-1-2 0,-2-4 0,0-1 0,0 1 0,0 0 0,-1 0 0,-1 0 0,1 1 0,-11-13 0,-1 1 0,-28-26 0,-7 2 0,26 22 0,-35-36 0,54 50 0,0-1 0,0 0 0,0 0 0,1-1 0,0 1 0,1-1 0,-1 0 0,2 0 0,-5-14 0,7 18 0,0 1 0,1 0 0,-1 0 0,1-1 0,0 1 0,0 0 0,0-1 0,1 1 0,-1 0 0,1 0 0,0-1 0,0 1 0,0 0 0,1 0 0,0 0 0,-1 0 0,1 1 0,4-6 0,-2 3 0,1 2 0,0-1 0,-1 0 0,2 1 0,-1 0 0,0 0 0,1 1 0,0-1 0,-1 1 0,1 0 0,9-2 0,2-1 0,0 1 0,0 1 0,1 0 0,-1 1 0,1 1 0,0 1 0,0 1 0,-1 0 0,1 1 0,0 1 0,0 0 0,-1 2 0,0 0 0,1 1 0,27 12 0,-38-13 0,0 0 0,0 0 0,0 0 0,0 1 0,-1 0 0,0 0 0,0 1 0,7 9 0,-11-13 0,0 1 0,0 0 0,0 0 0,0-1 0,0 1 0,-1 1 0,0-1 0,1 0 0,-1 0 0,0 1 0,0-1 0,-1 0 0,1 1 0,-1-1 0,0 1 0,1-1 0,-2 1 0,1-1 0,0 0 0,-1 1 0,-1 5 0,-1-2 0,-1 0 0,0 0 0,0 0 0,0-1 0,-1 0 0,0 0 0,0 0 0,0-1 0,-1 0 0,0 0 0,0 0 0,0 0 0,0-1 0,-14 6 0,-5 2 0,-1-1 0,-45 12 0,-66 9-1365,113-28-5461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24575,'0'0'0,"0"-1"0,0 1 0,0 0 0,0 0 0,0-1 0,0 1 0,0 0 0,0-1 0,1 1 0,-1 0 0,0 0 0,0-1 0,0 1 0,0 0 0,0 0 0,0 0 0,0-1 0,1 1 0,-1 0 0,0 0 0,0-1 0,0 1 0,1 0 0,-1 0 0,0 0 0,0 0 0,1-1 0,-1 1 0,0 0 0,0 0 0,0 0 0,1 0 0,-1 0 0,0 0 0,1 0 0,-1 0 0,0 0 0,0 0 0,1 0 0,-1 0 0,0 0 0,0 0 0,1 0 0,-1 0 0,0 0 0,0 0 0,1 0 0,-1 0 0,0 0 0,0 0 0,1 1 0,-1-1 0,0 0 0,0 0 0,1 0 0,-1 0 0,0 1 0,0-1 0,15 11 0,-6 0 0,0 0 0,12 20 0,-13-18 0,0-1 0,17 19 0,19 10 0,1-2 0,68 44 0,-65-53-32,-34-22-158,-1 0-1,0 0 1,0 1-1,-1 1 1,0 0-1,12 13 1,-15-11-6636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9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150 193 24575,'2'12'0,"-1"1"0,2 0 0,0-1 0,0 0 0,1 0 0,7 16 0,0 1 0,28 66 0,-3-9 0,-34-77 0,-7-14 0,-11-21 0,11 19 0,-185-306 0,182 298 0,0-1 0,2-1 0,-1 1 0,2-1 0,0 0 0,-4-34 0,8 50 0,1 1 0,0-1 0,0 0 0,0 1 0,0-1 0,0 0 0,0 1 0,0-1 0,0 0 0,0 1 0,1-1 0,-1 1 0,0-1 0,0 0 0,0 1 0,1-1 0,-1 1 0,1-2 0,-1 2 0,0 0 0,1 0 0,-1 0 0,0 0 0,1 0 0,-1 0 0,0 0 0,1 0 0,-1 0 0,0 0 0,0 0 0,1 0 0,-1 0 0,0 0 0,1 0 0,-1 1 0,0-1 0,0 0 0,1 0 0,-1 0 0,0 0 0,1 1 0,-1-1 0,0 0 0,1 1 0,17 20 0,-16-19 0,36 48 0,34 43 0,-56-74 0,1-1 0,33 26 0,-41-37 0,1-1 0,-1 0 0,1-1 0,13 6 0,-19-9 0,0-1 0,0 1 0,0-1 0,0 0 0,0 0 0,0-1 0,0 1 0,0-1 0,0 0 0,1 0 0,-1 0 0,0-1 0,0 1 0,6-3 0,-8 2 0,0 0 0,0 0 0,0-1 0,0 1 0,0-1 0,0 0 0,-1 0 0,1 1 0,-1-1 0,1 0 0,-1 0 0,0 0 0,0-1 0,0 1 0,0 0 0,0 0 0,0-1 0,0 1 0,0-4 0,1-6 0,0 0 0,0-17 0,-2 29 0,0-24 0,-1 1 0,-7-45 0,8 65 0,-1 0 0,1 1 0,0-1 0,0 0 0,0 0 0,0 0 0,1-4 0,-1 6 0,0 1 0,0 0 0,0 0 0,0 0 0,0 0 0,0-1 0,0 1 0,1 0 0,-1 0 0,0 0 0,0 0 0,0 0 0,0-1 0,0 1 0,0 0 0,0 0 0,1 0 0,-1 0 0,0 0 0,0 0 0,0 0 0,0-1 0,0 1 0,1 0 0,-1 0 0,0 0 0,0 0 0,0 0 0,0 0 0,1 0 0,-1 0 0,0 0 0,0 0 0,0 0 0,0 0 0,1 0 0,-1 0 0,0 0 0,0 0 0,0 0 0,1 0 0,10 13 0,130 229 0,-88-148 0,-36-62-1365,-9-19-5461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09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24575,'1'0'0,"0"1"0,1-1 0,-1 0 0,0 1 0,0-1 0,1 1 0,-1 0 0,0-1 0,0 1 0,0 0 0,0-1 0,0 1 0,0 0 0,0 0 0,0 0 0,0 0 0,-1 0 0,2 1 0,14 24 0,-13-20 0,20 35 0,31 81 0,-47-101 0,-1 0 0,0 1 0,-2-1 0,0 1 0,-2 0 0,1 26 0,-4-43 0,1-1 0,0 1 0,1-1 0,-1 1 0,1-1 0,0 1 0,2 6 0,-3-10 0,1 0 0,0 0 0,0 0 0,-1 0 0,1 0 0,0 0 0,0 0 0,0 0 0,0 0 0,0-1 0,0 1 0,0 0 0,0-1 0,0 1 0,1 0 0,-1-1 0,0 0 0,0 1 0,1-1 0,-1 0 0,0 1 0,0-1 0,1 0 0,-1 0 0,0 0 0,1 0 0,-1 0 0,0-1 0,0 1 0,3-1 0,44-7 0,7-1 0,74-4 0,101 14-1365,-217-1-5461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1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90 105 24575,'2'31'0,"1"0"0,2 0 0,1 0 0,15 46 0,-8-35 0,2 0 0,24 45 0,-38-82 0,-2-5 0,-9-8 0,-10-14 0,1 1 0,2-1 0,1-1 0,0 0 0,2-1 0,1 0 0,0-1 0,-14-45 0,23 56 0,-16-60 0,18 66 0,1-1 0,0 1 0,1-1 0,-1 0 0,1 1 0,3-15 0,-3 20 0,1 0 0,-1 0 0,1 0 0,0 1 0,0-1 0,0 0 0,1 1 0,-1-1 0,1 1 0,-1 0 0,1-1 0,0 1 0,0 0 0,-1 0 0,2 0 0,-1 0 0,0 0 0,0 1 0,1-1 0,-1 0 0,1 1 0,-1 0 0,1 0 0,-1 0 0,1 0 0,0 0 0,0 0 0,0 1 0,-1-1 0,1 1 0,0 0 0,0 0 0,0 0 0,3 0 0,5 2 0,1-1 0,0 2 0,-1-1 0,1 1 0,-1 1 0,20 10 0,-6-2 0,36 23 0,-52-29 0,-1 1 0,1 0 0,-1 0 0,0 1 0,-1 0 0,13 17 0,-19-24 0,0 0 0,0 0 0,-1 1 0,1-1 0,-1 0 0,1 0 0,-1 1 0,1-1 0,-1 0 0,0 1 0,0-1 0,1 1 0,-1-1 0,0 0 0,0 1 0,0-1 0,-1 1 0,1-1 0,0 0 0,0 1 0,-1 1 0,-1-1 0,1 0 0,0 0 0,0 0 0,-1 0 0,0 0 0,1 0 0,-1 0 0,0 0 0,0-1 0,0 1 0,-2 1 0,-4 2 0,0-1 0,-1 0 0,0 0 0,0 0 0,-11 2 0,-10 0-90,1-2-1,-1-1 1,0-2 0,-44-2-1,42 0-822,12 1-5913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1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39 24575,'-1'0'0,"1"0"0,-1 1 0,0-1 0,0 1 0,0-1 0,1 1 0,-1 0 0,0-1 0,1 1 0,-1 0 0,0-1 0,1 1 0,-1 0 0,1 0 0,-1 0 0,1-1 0,0 1 0,-1 0 0,1 0 0,0 0 0,-1 0 0,1 0 0,0 1 0,0 0 0,0 0 0,0 0 0,1 0 0,-1 0 0,1 0 0,-1 0 0,1 0 0,0 0 0,-1-1 0,3 4 0,1 1 0,0 0 0,1 0 0,-1 0 0,1-1 0,6 5 0,-3-3 0,0-2 0,1 1 0,-1-1 0,1-1 0,0 0 0,1 0 0,-1 0 0,0-1 0,1-1 0,0 0 0,0 0 0,0 0 0,15-1 0,-19-1 0,-1 0 0,0-1 0,1 0 0,-1 0 0,0 0 0,0 0 0,0-1 0,0 0 0,0 0 0,0 0 0,8-6 0,-10 5 0,0 1 0,1-1 0,-1-1 0,0 1 0,-1 0 0,1-1 0,-1 1 0,1-1 0,-1 0 0,0 0 0,0 0 0,-1 0 0,1 0 0,-1 0 0,0 0 0,1-5 0,-1 1 0,0 0 0,0 0 0,-1-9 0,0 14 0,0 1 0,-1-1 0,1 1 0,0-1 0,-1 1 0,0-1 0,1 1 0,-1 0 0,0-1 0,0 1 0,-1 0 0,1 0 0,-3-4 0,4 5 0,-1 1 0,0 0 0,1-1 0,-1 1 0,1-1 0,-1 1 0,0 0 0,1-1 0,-1 1 0,0 0 0,1 0 0,-1-1 0,0 1 0,0 0 0,1 0 0,-1 0 0,0 0 0,1 0 0,-1 0 0,0 0 0,0 0 0,1 0 0,-1 0 0,0 1 0,1-1 0,-1 0 0,0 0 0,1 1 0,-1-1 0,0 0 0,1 1 0,-1-1 0,0 1 0,1-1 0,-1 1 0,1-1 0,-1 1 0,1-1 0,-1 1 0,0 0 0,-2 3 0,0 1 0,0-1 0,0 0 0,-3 7 0,2-2 0,1 1 0,-1 0 0,1 0 0,1 0 0,0 0 0,1 1 0,0-1 0,0 13 0,2 10 0,6 42 0,-2-41-227,2-1-1,1 0 1,2 0-1,1-1 1,15 31-1,-13-37-6598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2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114 230 24575,'-22'-30'0,"-8"-13"0,1-1 0,8 7 0,11 7 0,9 8 0,9 9 0,7 6 0,3 4 0,3 3 0,1 3 0,-1 3 0,-2-2 0,-3 0-8191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2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24575,'3'12'0,"3"10"0,0 3 0,2 3 0,0 1 0,1 1 0,1 0 0,-1-2 0,1-1 0,1-3 0,1 0 0,-2-1 0,1-3 0,-3-2 0,-1-2 0,-3-5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2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578 28 24575,'-1'-2'0,"-1"0"0,0 0 0,1 0 0,-1 0 0,0 0 0,0 0 0,0 1 0,0-1 0,0 1 0,-1-1 0,1 1 0,0 0 0,-1 0 0,1 0 0,-1 0 0,1 0 0,-1 1 0,1-1 0,-1 1 0,0-1 0,1 1 0,-1 0 0,1 0 0,-6 1 0,-3 1 0,0 1 0,0 0 0,0 0 0,-17 8 0,-2 1 0,10-6 0,-1 0 0,0-2 0,-39 3 0,-65-5 0,90-2 0,-13-1-1175,1-2-3538,9 0 2410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3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 24575,'3'0'0,"1"0"0,-1 0 0,1 0 0,-1 1 0,1-1 0,-1 1 0,1 0 0,-1 0 0,0 0 0,1 0 0,-1 1 0,0-1 0,0 1 0,0 0 0,0 0 0,0 0 0,-1 0 0,1 1 0,0-1 0,-1 1 0,0 0 0,1-1 0,-1 1 0,-1 0 0,1 0 0,0 0 0,-1 1 0,3 5 0,0 3 0,11 34 0,-15-42 0,1-1 0,0 0 0,-1 1 0,0-1 0,0 1 0,0-1 0,0 0 0,0 1 0,-1-1 0,1 1 0,-2 3 0,1-6 0,1 0 0,-1 0 0,0 0 0,1 1 0,-1-1 0,0 0 0,0-1 0,0 1 0,0 0 0,0 0 0,0 0 0,0 0 0,0-1 0,0 1 0,0 0 0,0-1 0,-2 1 0,0 0 0,0 0 0,0 0 0,-1 0 0,1-1 0,0 0 0,-6 1 0,-1-2 0,0 0 0,-1 0 0,-12-4 0,5 0 0,1 0 0,0-1 0,-1-1 0,-27-16 0,43 22 3,1 0 0,0 0 0,-1 1 1,1-1-1,0-1 0,0 1 0,0 0 0,0 0 0,0 0 0,0 0 0,0-1 0,0 1 0,1 0 0,-1-1 0,0 1 0,1-1 0,-1 1 1,1-1-1,-1 1 0,1-1 0,0 1 0,0-1 0,0 1 0,0-1 0,0 0 0,0 1 0,0-1 0,0 1 0,1-1 0,-1 1 0,0-1 0,1 1 1,0-1-1,-1 1 0,1-1 0,0 1 0,-1 0 0,3-3 0,2-2-215,-1-1 0,1 1 0,0 1-1,1-1 1,0 1 0,9-7 0,-7 6-6614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3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0 186 24575,'15'9'0,"-12"-7"0,0 0 0,0 0 0,0-1 0,0 1 0,0-1 0,1 1 0,-1-1 0,0 0 0,1 0 0,-1-1 0,5 1 0,-8-1 0,1 0 0,-1 0 0,0 0 0,1-1 0,-1 1 0,0 0 0,1 0 0,-1-1 0,0 1 0,0 0 0,1-1 0,-1 1 0,0 0 0,0-1 0,1 1 0,-1 0 0,0-1 0,0 1 0,0-1 0,0 1 0,0 0 0,0-1 0,1 1 0,-1-1 0,0 1 0,0-1 0,0 1 0,0 0 0,-1-1 0,1 1 0,0-1 0,0 1 0,0 0 0,0-1 0,0 1 0,-1-1 0,-5-19 0,5 17 0,-8-21 0,3 11 0,1-1 0,0 0 0,1 0 0,1 0 0,0 0 0,0-1 0,1-15 0,2 28-6,0 1 0,0 0 0,0 0 0,0-1-1,1 1 1,-1 0 0,0 0 0,1-1 0,-1 1-1,1 0 1,-1 0 0,2-2 0,-2 3 15,1-1 1,-1 1-1,1-1 1,-1 1-1,1 0 1,-1-1 0,1 1-1,-1 0 1,1 0-1,-1-1 1,1 1-1,-1 0 1,1 0-1,-1 0 1,1 0-1,-1 0 1,1 0-1,0 0 1,-1 0-1,1 0 1,2 0-159,0 1 1,0 0-1,-1 0 1,1 0-1,0 0 1,-1 0-1,1 1 1,-1-1-1,3 3 1,6 4-6678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4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24575,'-25'2'0,"-28"6"0,47-6 0,-1 0 0,0 0 0,0 0 0,1 1 0,0 0 0,-1 0 0,1 0 0,-11 9 0,16-11 0,0 0 0,0 1 0,-1-1 0,1 0 0,0 0 0,0 1 0,0-1 0,0 1 0,0-1 0,0 1 0,1-1 0,-1 1 0,1 0 0,-1-1 0,1 1 0,-1 0 0,1-1 0,0 3 0,0-1 0,0-1 0,0 1 0,1-1 0,0 1 0,-1-1 0,1 0 0,0 1 0,0-1 0,0 0 0,0 1 0,3 2 0,3 4 0,1 0 0,0 0 0,0-1 0,14 10 0,-16-12 0,4 2 17,0-1 0,0 0 1,1 0-1,-1-1 0,1 0 0,19 6 0,-26-10-37,0-1 0,1 0 0,-1 0 0,0-1-1,1 1 1,-1-1 0,1 0 0,-1 0 0,8-2 0,-10 2-60,1-1-1,0 0 1,0 0 0,-1 0 0,1-1-1,0 1 1,-1-1 0,0 1 0,1-1-1,-1 0 1,0 0 0,0 0 0,0 0-1,0 0 1,3-5 0,2-4-6746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4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24575,'26'124'0,"5"-2"0,60 151 0,-79-240 0,-4-12 0,9 19 0,-15-35 0,1 0 0,0 0 0,1 0 0,-1 0 0,1 0 0,0-1 0,0 1 0,7 4 0,-10-8 0,-1 0 0,1 0 0,0 0 0,0-1 0,0 1 0,0 0 0,0-1 0,0 1 0,0-1 0,0 1 0,0-1 0,0 0 0,0 1 0,1-1 0,-1 0 0,0 0 0,0 0 0,0 0 0,0 0 0,1 0 0,-1 0 0,0 0 0,0 0 0,0-1 0,0 1 0,0 0 0,0-1 0,0 1 0,0-1 0,0 1 0,0-1 0,0 1 0,0-1 0,0 0 0,0 1 0,0-1 0,0 0 0,0 0 0,-1 0 0,1 0 0,0 0 0,-1 0 0,1 0 0,0-1 0,3-6 0,-1 1 0,0-1 0,-1 0 0,3-15 0,-4 21 0,3-26 0,1-41 0,-2 24 0,-3 44 0,0 0 0,0 0 0,0-1 0,0 1 0,0 0 0,1 0 0,-1 0 0,0 0 0,1-1 0,-1 1 0,1 0 0,-1 0 0,1 0 0,0 0 0,-1 0 0,1 0 0,0 0 0,0 0 0,0 0 0,-1 1 0,1-1 0,2-1 0,-1 2 0,-1-1 0,1 1 0,0-1 0,-1 1 0,1 0 0,0 0 0,-1-1 0,1 2 0,0-1 0,-1 0 0,1 0 0,0 0 0,-1 1 0,3 0 0,6 3 0,0 0 0,0 0 0,-1 1 0,11 7 0,-15-9 0,42 28-455,0 1 0,78 73 0,-115-96-6371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5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24575,'5'6'0,"4"0"0,1 3 0,1 0 0,-1 0 0,-1-1 0,2 1 0,-1 1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7:15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24575,'10'7'0,"3"3"-8191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24575,'0'0'0,"0"0"0,-1-1 0,1 1 0,0 0 0,0 0 0,0 0 0,0 0 0,0 0 0,0 0 0,0 0 0,0 0 0,0 0 0,0 0 0,0 0 0,0 0 0,0 0 0,0-1 0,0 1 0,0 0 0,1 0 0,-1 0 0,0 0 0,0 0 0,0 0 0,0 0 0,0 0 0,0 0 0,0 0 0,0 0 0,0 0 0,0 0 0,0 0 0,0 0 0,0 0 0,0 0 0,0 0 0,0 0 0,0 0 0,0-1 0,1 1 0,-1 0 0,0 0 0,0 0 0,0 0 0,0 0 0,0 0 0,0 0 0,0 0 0,0 0 0,0 0 0,0 0 0,0 0 0,0 0 0,0 1 0,1-1 0,-1 0 0,0 0 0,0 0 0,0 0 0,0 0 0,0 0 0,0 0 0,6 5 0,3 8 0,1 2 0,1-1 0,1 0 0,0 0 0,22 19 0,-30-30 0,-1 0 0,1 0 0,1 0 0,-1-1 0,0 1 0,1-1 0,-1 0 0,1 0 0,0-1 0,-1 1 0,1-1 0,0 0 0,0 0 0,0-1 0,0 1 0,0-1 0,0 0 0,0-1 0,0 1 0,0-1 0,8-2 0,-9 1 0,0 0 0,0 0 0,0 0 0,-1 0 0,1-1 0,-1 0 0,0 0 0,1 0 0,-1 0 0,-1 0 0,1 0 0,0-1 0,-1 1 0,0-1 0,1 0 0,-1 0 0,-1 0 0,1 0 0,1-7 0,2-5 0,-2 0 0,0-1 0,1-29 0,-3 37 0,-1 0 0,0 0 0,-1-1 0,0 1 0,-1 0 0,-3-14 0,1 17 0,2 11 0,1 14 0,5 10 0,0 0 0,2-1 0,16 50 0,83 186 0,-15-40 0,-87-217 0,12 41 0,-14-43 0,0-1 0,-1 1 0,1 0 0,-1 0 0,0 0 0,0 0 0,-1 8 0,1-12 0,0-1 0,0 1 0,0 0 0,-1 0 0,1-1 0,0 1 0,0 0 0,-1 0 0,1-1 0,0 1 0,-1 0 0,1-1 0,-1 1 0,1 0 0,-1-1 0,1 1 0,-1-1 0,1 1 0,-1-1 0,0 1 0,1-1 0,-1 1 0,0-1 0,0 1 0,0-1 0,0 0 0,-1 0 0,1 0 0,0 0 0,0 0 0,-1 0 0,1 0 0,0 0 0,0-1 0,-1 1 0,1 0 0,0-1 0,0 1 0,0-1 0,-2-1 0,-4-3 0,0 0 0,0 0 0,-10-11 0,14 13 0,-20-23 0,1 0 0,0-2 0,-24-43 0,43 67 12,0-1 0,1 1 0,0-1 0,0 0 0,0 0 0,0 0 0,1 0 0,0 0 0,-1-9 0,2 11-77,0 1 1,0-1-1,0 1 1,1 0-1,-1-1 1,1 1-1,-1 0 0,1-1 1,0 1-1,0 0 1,0 0-1,0 0 1,0 0-1,1 0 0,-1 0 1,1 0-1,-1 0 1,1 0-1,0 1 1,0-1-1,-1 1 1,5-3-1,6-3-6761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93 24575,'-57'-25'0,"-47"-18"0,87 37 0,0 1 0,0 1 0,-1 0 0,-23-1 0,38 5 0,0 0 0,0 0 0,0 0 0,0 0 0,0 0 0,-1 1 0,1-1 0,0 1 0,0 0 0,0 0 0,0 0 0,1 1 0,-1-1 0,0 0 0,-3 4 0,4-4 0,0 1 0,0 0 0,1 1 0,-1-1 0,0 0 0,1 0 0,0 1 0,0-1 0,0 1 0,0-1 0,0 1 0,0-1 0,0 1 0,1-1 0,-1 1 0,1 0 0,0 4 0,0-2 0,1 0 0,-1 0 0,1 0 0,0 0 0,0-1 0,0 1 0,1 0 0,0-1 0,0 1 0,0-1 0,5 7 0,4 5 0,22 24 0,-7-9 0,-2-1 0,-2 2 0,34 65 0,-47-78 0,-1 0 0,-1 0 0,-1 1 0,-1 0 0,0 0 0,-2 1 0,2 23 0,-6 30 0,1 14 0,0-86 0,1 0 0,-1 0 0,0 0 0,1 0 0,-1 0 0,1 0 0,0 0 0,-1 0 0,1-1 0,0 1 0,0 0 0,0-1 0,1 1 0,-1 0 0,0-1 0,1 1 0,-1-1 0,0 0 0,1 1 0,0-1 0,-1 0 0,1 0 0,0 0 0,-1 0 0,1 0 0,0-1 0,0 1 0,0 0 0,3 0 0,5 0 0,0 0 0,1 0 0,-1-1 0,18-2 0,-3 0 0,-8 2 0,-1-1 0,1-1 0,-1 0 0,1-1 0,-1-1 0,25-9 0,-40 13-124,1-1 0,-1 0 0,1 0 0,-1 0 0,1 0 0,-1 0-1,0 0 1,0 0 0,1 0 0,0-2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3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24575,'1'4'0,"0"1"0,0 0 0,1-1 0,0 1 0,0-1 0,0 0 0,1 0 0,0 0 0,-1 0 0,8 7 0,-8-8 0,10 13 0,5 6 0,25 25 0,-37-42 0,1 0 0,-1-1 0,1 1 0,0-1 0,0-1 0,0 1 0,0-1 0,0 0 0,1 0 0,8 2 0,-14-4 0,1-1 0,-1 0 0,0 0 0,0 0 0,0 0 0,1 0 0,-1 0 0,0 0 0,0 0 0,1 0 0,-1 0 0,0-1 0,0 1 0,0 0 0,0-1 0,0 1 0,1-1 0,-1 1 0,0-1 0,0 0 0,0 0 0,1 0 0,-1-1 0,1 0 0,-1 0 0,1 0 0,-1-1 0,0 1 0,0 0 0,0 0 0,0-1 0,0 1 0,0-4 0,2-5 0,-2 0 0,0 0 0,0-19 0,-1 30 0,-1-12 0,1 5 0,0 0 0,0 0 0,0 0 0,1-1 0,2-9 0,-3 16 0,1 0 0,-1 0 0,1 0 0,-1-1 0,1 1 0,-1 0 0,1 0 0,0 0 0,-1 0 0,1 0 0,0 0 0,0 0 0,0 1 0,0-1 0,0 0 0,0 0 0,0 1 0,0-1 0,0 0 0,0 1 0,0-1 0,0 1 0,1-1 0,-1 1 0,0 0 0,0 0 0,0-1 0,1 1 0,-1 0 0,0 0 0,0 0 0,1 0 0,-1 1 0,0-1 0,0 0 0,1 0 0,1 1 0,5 2 0,0 1 0,0-1 0,-1 1 0,1 1 0,-1-1 0,0 1 0,8 8 0,9 5 0,115 85 0,-138-102-111,0-1 61,-1 0 0,1 0 0,-1 0 0,0 1-1,1-1 1,-1 0 0,0 0 0,1 1 0,-1-1 0,0 0-1,0 1 1,1-1 0,-1 0 0,0 1 0,0-1 0,1 1-1,-1-1 1,0 0 0,0 1 0,0-1 0,0 1-1,0-1 1,0 0 0,0 1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4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24575,'6'-5'0,"10"-7"0,0 1 0,0 0 0,27-12 0,-39 21 0,1 0 0,-1 0 0,1 1 0,-1 0 0,1-1 0,0 2 0,-1-1 0,1 0 0,0 1 0,-1 0 0,1 0 0,0 1 0,0-1 0,-1 1 0,1 0 0,-1 0 0,1 1 0,-1-1 0,1 1 0,4 2 0,1 3 0,-1 0 0,1 0 0,-1 1 0,-1 0 0,1 0 0,-1 1 0,7 10 0,44 73 0,-53-82 0,7 14 0,-1 1 0,-1 0 0,-2 1 0,0 0 0,6 33 0,14 137 0,-26-117 0,-1-15 0,-1-52 0,2 0 0,-1-1 0,2 1 0,-1-1 0,2 1 0,7 14 0,11 29 0,-23-53-3,1-1-1,-1 0 0,0 0 1,1 1-1,-1-1 0,0 0 1,0 0-1,0 1 0,0-1 1,0 0-1,0 0 0,0 1 1,0-1-1,0 0 0,0 1 1,-1-1-1,1 0 0,-1 0 1,1 0-1,-1 0 0,0 2 1,0-2 15,0 0-1,0 0 1,0-1 0,0 1 0,-1 0-1,1 0 1,0-1 0,0 1 0,-1-1 0,1 1-1,0-1 1,0 0 0,-1 1 0,1-1-1,-1 0 1,-1 0 0,-5 0-309,-1 0 0,0-1 0,1 0 0,-15-4 0,9 2-6529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61 24575,'-28'-7'0,"-14"-3"0,-2-2 0,4 0 0,6 4 0,6 2 0,5 2 0,5 2 0,5 4 0,2 2 0,1-1 0,-1 3 0,-1-1 0,2 0-8191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4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89 24575,'-27'-13'0,"-15"-4"0,-5 2 0,1-1 0,3 4 0,3 3 0,4 3 0,6 6 0,7 2-8191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6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1120 18 24575,'66'-15'0,"-57"12"0,-56 11 0,28-4 0,-21 1 0,-160 3 0,-105 3-523,172-7-4607,-230 18 3752,339-22 5850,-10 2-1884,32-2-2590,0 0 0,0 0-1,0 1 1,0-1 0,0 1 0,0 0-1,0 0 1,0-1 0,0 1 0,1 0 0,-1 1-1,-2 1 1,4-3 2,0 0 0,-1 0 0,1 0 0,0 1 0,0-1 0,0 0 0,-1 0 0,1 1 0,0-1 0,0 0 0,0 0 0,0 1 0,0-1 0,0 0 0,0 0 0,0 1 0,0-1 0,-1 0 0,1 1 0,0-1 0,1 0 0,-1 1 0,0-1 0,0 0 0,0 0 0,0 1 0,0-1 0,0 0 0,0 0 0,0 1 0,0-1 0,0 0 0,1 1 0,-1-1 0,0 0 0,0 0 0,0 0 0,1 1 0,-1-1 0,0 0 0,0 0 0,0 0 0,1 1 0,-1-1 0,0 0 0,1 0 0,-1 0 0,0 0 0,17 7 0,-15-6 0,97 23 0,-40-11 0,108 24 0,17 3 0,-138-27 0,86 36 0,-117-42 0,25 15 0,-36-19 0,0 0 0,0-1 0,-1 1 0,1 0 0,-1 1 0,0-1 0,0 1 0,0-1 0,0 1 0,-1 0 0,3 5 0,-5-8 0,1 0 0,-1 1 0,0-1 0,1 1 0,-1-1 0,0 0 0,0 1 0,0-1 0,0 1 0,0-1 0,-1 1 0,1-1 0,0 0 0,-1 1 0,1-1 0,-1 0 0,1 1 0,-1-1 0,0 0 0,1 0 0,-1 0 0,0 1 0,0-1 0,0 0 0,0 0 0,0 0 0,-2 1 0,-2 3 0,-1-1 0,0 0 0,-13 7 0,19-11 0,-34 16 0,-66 22 0,-40 2 0,134-38 0,1-1 0,-134 39 0,107-29 0,1 1 0,-39 22 0,56-25 0,1 1 0,-1 1 0,2 0 0,0 1 0,-14 16 0,-16 16 0,34-37 0,6-6 0,0 1 0,-1-1 0,1 1 0,0 0 0,0 0 0,1 0 0,-1 0 0,0 0 0,1 0 0,-1 0 0,1 1 0,-2 4 0,3-7 0,0 1 0,0-1 0,0 1 0,1-1 0,-1 1 0,0-1 0,0 1 0,1-1 0,-1 1 0,0-1 0,1 1 0,-1-1 0,0 0 0,1 1 0,-1-1 0,1 0 0,-1 1 0,0-1 0,1 0 0,-1 0 0,1 1 0,-1-1 0,1 0 0,-1 0 0,1 0 0,-1 1 0,1-1 0,0 0 0,0 0 0,19 2 0,-17-2 0,27-1 0,47-5 0,1-2 0,360-7 0,-132 14-1365,-287 1-5461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24575,'26'53'0,"-3"1"0,27 91 0,-37-84-15,17 62-1335,-26-114-5476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24575,'-39'23'0,"29"-18"0,0 0 0,1 1 0,0 0 0,0 0 0,1 1 0,-1 0 0,-12 14 0,20-20 0,1 0 0,-1 0 0,0 0 0,0 0 0,1 0 0,-1 0 0,0 0 0,1 0 0,-1 1 0,1-1 0,-1 0 0,1 0 0,0 0 0,0 1 0,-1-1 0,1 0 0,0 0 0,0 1 0,0-1 0,0 0 0,0 0 0,1 1 0,-1-1 0,0 0 0,0 0 0,1 0 0,-1 0 0,1 1 0,-1-1 0,1 0 0,0 0 0,-1 0 0,1 0 0,0 0 0,0 0 0,0 0 0,-1 0 0,1-1 0,0 1 0,0 0 0,0 0 0,2 0 0,2 1 0,-1 1 0,1-1 0,0 0 0,1-1 0,-1 1 0,0-1 0,0 0 0,9 0 0,60 1 0,27 2 0,55 5-1365,-143-9-5461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62 24575,'-11'-10'0,"-4"-3"0,-4 0 0,0 3 0,0 3 0,1 2 0,1 3 0,1 1 0,0 3 0,1 2 0,1 0 0,-1-1 0,-2-1 0,-1 0 0,0-2 0,1 1 0,0-1 0,4 0-8191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38 24575,'-28'-7'0,"-11"-3"0,-2 0 0,4 2 0,5 5 0,6 3 0,5 2 0,3 2 0,3 4 0,1 0 0,2 1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19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77 24575,'-5'1'0,"-15"3"0,-28 9 0,43-11 0,1-1 0,0 1 0,-1 0 0,1 0 0,0 1 0,0-1 0,0 1 0,1 0 0,-1 0 0,1 0 0,0 1 0,-4 4 0,6-7 0,0 0 0,0 1 0,1-1 0,-1 0 0,1 1 0,-1-1 0,1 0 0,-1 1 0,1-1 0,0 1 0,0-1 0,-1 1 0,1-1 0,0 1 0,0-1 0,1 1 0,-1 2 0,1-1 0,0-1 0,0 1 0,1-1 0,-1 1 0,0-1 0,1 0 0,-1 0 0,1 1 0,2 1 0,4 3 0,0 1 0,0-2 0,17 11 0,-25-17 0,15 9 0,-1-1 0,1 0 0,0-2 0,1 0 0,-1 0 0,18 3 0,-25-8 0,0 1 0,0-1 0,1-1 0,-1 0 0,0 0 0,9-1 0,-12 0 0,0 0 0,0 0 0,-1-1 0,1 1 0,0-1 0,-1 0 0,0 0 0,1-1 0,-1 1 0,0-1 0,4-3 0,-5 2 0,0 1 0,1-1 0,-2 0 0,1 0 0,0 0 0,-1 0 0,0-1 0,0 1 0,0 0 0,-1-1 0,1 0 0,-1 1 0,0-1 0,0 0 0,-1 1 0,0-1 0,1 0 0,-2 0 0,1 0 0,0 1 0,-3-9 0,2 6 0,-1-1 0,0 0 0,0 1 0,-1 0 0,0 0 0,0-1 0,-1 2 0,0-1 0,0 0 0,0 1 0,-1 0 0,-9-10 0,6 10-114,0 1 1,0 0-1,0 0 0,-1 1 0,0 0 1,0 0-1,0 1 0,0 0 0,0 1 1,0 0-1,-13-1 0,2 1-6712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0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87 190 24575,'25'47'0,"52"129"0,-74-171 0,6 16 0,-9-20 0,1 0 0,-1 0 0,0 1 0,1-1 0,-1 0 0,0 0 0,0 0 0,0 0 0,0 0 0,0 0 0,0 0 0,0 0 0,0 1 0,-1 0 0,1-2 0,-1-1 0,0 0 0,0 0 0,0 1 0,0-1 0,1 0 0,-1 0 0,0 0 0,1 0 0,-1 0 0,1 0 0,-1-2 0,0 2 0,-100-197 0,70 133 0,-26-50 0,57 115 0,0-1 0,0 1 0,-1 0 0,1 0 0,0 0 0,0 0 0,0-1 0,0 1 0,-1 0 0,1 0 0,0 0 0,0-1 0,0 1 0,0 0 0,0 0 0,0 0 0,0-1 0,0 1 0,0 0 0,0 0 0,0-1 0,0 1 0,0 0 0,0 0 0,0-1 0,0 1 0,0 0 0,0 0 0,0 0 0,0-1 0,0 1 0,0 0 0,0 0 0,0-1 0,0 1 0,1 0 0,7 6 0,10 15 0,-10-9 0,2-1 0,-1-1 0,2 0 0,-1 0 0,1-1 0,1 0 0,-1-1 0,1 0 0,1-1 0,-1-1 0,1 0 0,14 5 0,-10-6 0,1 0 0,26 4 0,-37-8 0,-1-1 0,1 1 0,0-1 0,0-1 0,-1 1 0,1-1 0,0-1 0,0 1 0,11-5 0,-16 5 0,1 0 0,-1-1 0,1 0 0,-1 1 0,0-1 0,0 0 0,0 0 0,0 0 0,0 0 0,0 0 0,0-1 0,-1 1 0,1-1 0,-1 1 0,0-1 0,0 1 0,0-1 0,0 0 0,0 1 0,0-1 0,0-5 0,0-6 0,0 0 0,0 1 0,-2-19 0,0 10 0,0 4 0,0 8 0,1 1 0,1-14 0,0 23 0,-1 0 0,0 0 0,0 1 0,0-1 0,0 0 0,0 0 0,0 0 0,0 0 0,0 1 0,1-1 0,-1 0 0,0 0 0,0 0 0,0 0 0,0 0 0,0 0 0,1 0 0,-1 0 0,0 1 0,0-1 0,0 0 0,1 0 0,-1 0 0,0 0 0,0 0 0,0 0 0,0 0 0,1 0 0,-1 0 0,0 0 0,0 0 0,0 0 0,1 0 0,-1 0 0,0 0 0,0 0 0,0-1 0,0 1 0,1 0 0,-1 0 0,0 0 0,0 0 0,0 0 0,0 0 0,1 0 0,-1-1 0,0 1 0,0 0 0,0 0 0,0 0 0,0 0 0,0 0 0,0-1 0,0 1 0,1 0 0,-1 0 0,0 0 0,0 0 0,0-1 0,0 1 0,0 0 0,0 0 0,0 0 0,0-1 0,0 1 0,0 0 0,0 0 0,0-1 0,10 17 0,-9-14 0,88 161 0,-69-128-341,1-1 0,1-1-1,53 59 1,-67-82-6485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2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24575,'9'5'0,"0"0"0,-1 0 0,1 0 0,-1 1 0,0 1 0,-1-1 0,0 1 0,0 0 0,0 1 0,-1 0 0,0 0 0,0 0 0,8 18 0,2 6 0,-2 0 0,15 53 0,-13-19 0,-2 1 0,8 97 0,-22-160 0,4 13 0,0-13 0,2-10 0,1-9 0,-1 0 0,0 0 0,-1-1 0,-1 0 0,3-18 0,3-11 0,-8 34 0,1-1 0,0 1 0,0-1 0,1 1 0,0 0 0,1 0 0,11-18 0,-15 28 0,0-1 0,0 1 0,0 0 0,0 0 0,0 0 0,0 0 0,0 0 0,0 0 0,0 1 0,1-1 0,-1 0 0,0 0 0,0 1 0,1-1 0,-1 1 0,0-1 0,1 1 0,-1 0 0,1-1 0,-1 1 0,1 0 0,-1 0 0,0 0 0,1 0 0,-1 0 0,1 1 0,-1-1 0,1 0 0,-1 1 0,0-1 0,1 0 0,-1 1 0,0 0 0,1-1 0,0 2 0,5 3 0,0 0 0,-1 0 0,0 1 0,0-1 0,6 8 0,-2-1 0,57 59 0,71 69 0,-129-131-1365,-1-1-5461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298 111 24575,'-12'-10'0,"-62"-51"0,66 55 0,0 1 0,-1 0 0,1 1 0,-1 0 0,0 0 0,0 1 0,-18-5 0,24 8 0,-1 0 0,0 0 0,1 0 0,-1 0 0,1 0 0,-1 1 0,1-1 0,-1 1 0,1 0 0,-1 0 0,1 0 0,0 1 0,0-1 0,0 1 0,-1 0 0,1 0 0,-4 4 0,0 0 0,0 0 0,1 0 0,0 1 0,1 0 0,-10 15 0,13-18 0,0 0 0,0 0 0,1 1 0,-1-1 0,1 1 0,0-1 0,0 1 0,1-1 0,-1 1 0,1-1 0,0 1 0,0-1 0,1 1 0,-1 0 0,2 6 0,3 7 0,1 0 0,11 26 0,-5-14 0,5 14 0,7 17 0,-2 2 0,22 107 0,-43-160 0,0-1 0,1 0 0,0 0 0,0 0 0,6 15 0,-7-22 0,1-1 0,-1 1 0,0-1 0,1 0 0,-1 1 0,1-1 0,-1 0 0,1 0 0,-1 0 0,1 0 0,0 0 0,0 0 0,0 0 0,-1 0 0,1-1 0,0 1 0,0-1 0,0 0 0,0 1 0,3-1 0,7 1 0,-1-1 0,17-2 0,-10 1 0,19 0 0,72 9 0,-77-4-682,37-1-1,-56-3-6143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24575,'1'-36'0,"-1"36"0,0 0 0,0 0 0,0 0 0,0 0 0,0 0 0,0 0 0,0 0 0,0 0 0,0 0 0,0-1 0,0 1 0,0 0 0,0 0 0,0 0 0,0 0 0,1 0 0,-1 0 0,0 0 0,0 0 0,0 0 0,0 0 0,0 0 0,0 0 0,0 0 0,0 0 0,0 0 0,1 0 0,-1 0 0,0 0 0,0 0 0,0 0 0,0 0 0,0 0 0,0 0 0,0 0 0,0 0 0,0 0 0,0 0 0,1 0 0,-1 0 0,0 0 0,0 0 0,0 0 0,0 0 0,0 0 0,0 1 0,0-1 0,0 0 0,0 0 0,0 0 0,0 0 0,0 0 0,0 0 0,0 0 0,0 0 0,0 0 0,1 0 0,-1 0 0,0 1 0,0-1 0,0 0 0,0 0 0,4 6 0,6 14 0,-1-1 0,11 38 0,-7-19 0,-2-7 0,118 296 0,-117-303-81,-7-16-80,-1 0 1,-1 0-1,1 0 1,-1 0-1,0 0 1,-1 1-1,2 13 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4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24575,'1'3'0,"-1"0"0,1 0 0,-1-1 0,1 1 0,-1 0 0,0 0 0,0 0 0,0 0 0,0 0 0,-1 0 0,1 0 0,-3 5 0,0 1 0,-1-1 0,-7 15 0,7-17 0,0 0 0,1 0 0,0 0 0,1 1 0,-4 12 0,6-18 0,0 0 0,0 0 0,0 0 0,0 1 0,0-1 0,0 0 0,0 0 0,0 0 0,0 0 0,0 0 0,1 0 0,-1 0 0,1 0 0,-1 0 0,1 0 0,-1 0 0,1 0 0,-1 0 0,1 0 0,0 0 0,-1 0 0,1 0 0,0-1 0,0 1 0,0 0 0,0-1 0,0 1 0,0 0 0,0-1 0,0 1 0,0-1 0,0 0 0,0 1 0,0-1 0,0 0 0,0 0 0,2 1 0,5 0 0,0 0 0,1-1 0,-1 0 0,10 0 0,-7-1 0,46 0 0,158-10 0,-197 10-54,-7 0-383,0 0 0,12-4 0,-11 1-6389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24575,'22'-14'0,"-1"1"0,2 0 0,29-11 0,-44 20 0,1 2 0,-1-1 0,0 1 0,1 0 0,0 1 0,-1 0 0,1 1 0,0 0 0,-1 0 0,1 0 0,0 1 0,-1 1 0,11 2 0,-5 1 0,0 0 0,-1 0 0,1 2 0,-1-1 0,-1 2 0,0 0 0,0 0 0,0 1 0,-1 1 0,0 0 0,12 15 0,-12-11 0,-1 0 0,0 1 0,-1 0 0,-1 0 0,0 1 0,-1 0 0,-1 1 0,-1-1 0,4 20 0,1 13 0,-3 0 0,-2 0 0,-1 64 0,-5-75 0,2 48 0,-1-81 0,1-1 0,0 1 0,0-1 0,1 1 0,-1-1 0,1 0 0,0 0 0,0 0 0,1 0 0,-1 0 0,1 0 0,0 0 0,3 3 0,6 5 0,1 0 0,17 11 0,7 8 0,-33-27 0,0 0 0,0 0 0,-1 0 0,0 1 0,0-1 0,0 1 0,3 7 0,-5-11 0,-1 0 0,1 0 0,-1 0 0,0 0 0,1 0 0,-1 0 0,0 0 0,0 0 0,1 0 0,-1 0 0,0 0 0,0 1 0,0-1 0,-1 0 0,1 0 0,0 0 0,0 0 0,0 0 0,-1 0 0,1 0 0,-1 0 0,1 0 0,0 0 0,-1 0 0,0 0 0,1-1 0,-1 1 0,0 0 0,1 0 0,-1 0 0,0-1 0,0 1 0,0 0 0,1-1 0,-1 1 0,0-1 0,0 1 0,0-1 0,0 1 0,0-1 0,0 0 0,0 1 0,0-1 0,-2 0 0,-10 2 44,1 0 0,-15 0 0,-11 0-1541,20 1-5329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6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24575,'5'-5'0,"1"1"0,1 3 0,-5 2 0,-1 4 0,-5 0 0,0 3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24575,'0'-1'0,"1"1"0,0 0 0,0-1 0,0 1 0,0 0 0,0-1 0,-1 1 0,1 0 0,0 0 0,0 0 0,0 0 0,0 0 0,0 0 0,0 0 0,0 0 0,0 0 0,-1 1 0,1-1 0,0 0 0,0 0 0,0 1 0,0-1 0,-1 1 0,2 0 0,22 13 0,-22-13 0,107 75 0,39 25 0,-8-16-1365,-127-77-5461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7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24575,'-21'15'0,"1"0"0,1 2 0,1 0 0,0 2 0,1 0 0,-20 29 0,29-35-117,0 0-299,-1 0 0,-20 23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37 24575,'-14'-8'0,"-1"2"0,0 0 0,-21-6 0,29 11 0,0-1 0,1 1 0,-1 1 0,0 0 0,0-1 0,1 2 0,-1-1 0,0 1 0,0 0 0,-10 4 0,6-2 0,0 1 0,0 1 0,1 0 0,-1 0 0,1 1 0,-13 9 0,22-14 0,1 0 0,-1-1 0,1 1 0,-1 0 0,1-1 0,-1 1 0,1 0 0,0 0 0,-1 0 0,1-1 0,0 1 0,0 0 0,0 0 0,0 0 0,-1-1 0,1 1 0,0 0 0,0 0 0,0 0 0,1 0 0,-1 0 0,0-1 0,0 1 0,0 0 0,1 0 0,-1 0 0,1 1 0,15 26 0,-7-13 0,6 22 0,-2 1 0,-2 0 0,-2 0 0,-1 2 0,5 61 0,1-1 0,-13-92 0,0-1 0,1 0 0,-1 1 0,2-1 0,-1 0 0,1 0 0,4 8 0,-5-12 0,-1-1 0,1 1 0,0-1 0,0 1 0,0-1 0,0 0 0,0 1 0,0-1 0,1 0 0,-1-1 0,1 1 0,-1 0 0,1-1 0,0 1 0,-1-1 0,1 0 0,0 0 0,0 0 0,0 0 0,4 0 0,20 0 0,1 0 0,35-5 0,-51 3-273,-1-1 0,0 0 0,1-1 0,13-5 0,-16 4-6553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24575,'0'3'0,"1"-1"0,0 1 0,0-1 0,0 0 0,1 1 0,-1-1 0,1 0 0,2 3 0,0 2 0,3 3 0,0-1 0,0 1 0,1-1 0,0-1 0,0 0 0,1 0 0,0 0 0,1-1 0,12 7 0,-21-13 0,0 0 0,0-1 0,0 1 0,0 0 0,1-1 0,-1 1 0,0-1 0,1 0 0,-1 1 0,0-1 0,0 0 0,1 0 0,-1 0 0,1 0 0,-1 0 0,0 0 0,1 0 0,-1 0 0,0 0 0,1-1 0,-1 1 0,0 0 0,0-1 0,1 1 0,-1-1 0,0 0 0,0 1 0,0-1 0,0 0 0,0 0 0,0 0 0,0 0 0,0 0 0,0 0 0,0 0 0,0 0 0,0 0 0,-1 0 0,1 0 0,0-1 0,-1 1 0,1-2 0,3-7 0,-1 1 0,0-1 0,-1 0 0,2-17 0,-3 17 0,-1 6 0,1 0 0,0 0 0,0-1 0,0 1 0,1 0 0,-1 0 0,1 0 0,0 0 0,3-3 0,-4 5 0,0 1 0,0 0 0,0-1 0,1 1 0,-1 0 0,1 0 0,-1 0 0,1 0 0,-1 0 0,1 0 0,-1 1 0,1-1 0,0 1 0,-1-1 0,1 1 0,0-1 0,0 1 0,-1 0 0,1 0 0,0 0 0,0 0 0,-1 0 0,1 0 0,3 1 0,0 0 0,0 0 0,1 1 0,-1-1 0,0 1 0,0 1 0,0-1 0,6 4 0,31 26 0,-11-9 0,55 47-1365,-78-62-5461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49 24575,'-2'-10'0,"-4"-3"0,-3 0 0,-3 6 0,-1 3 0,-2 2 0,0 5 0,-3 1 0,-3 3 0,-1 0 0,-1-1 0,-2-2 0,3-1-8191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9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24575,'0'-2'0,"1"1"0,0 0 0,0 0 0,0 0 0,0 0 0,0-1 0,0 2 0,0-1 0,0 0 0,0 0 0,0 0 0,1 0 0,-1 1 0,0-1 0,1 1 0,-1-1 0,0 1 0,3-1 0,-3 1 0,0 0 0,0 0 0,0 0 0,0 1 0,0-1 0,0 0 0,0 1 0,0-1 0,0 0 0,0 1 0,0 0 0,0-1 0,0 1 0,0-1 0,0 1 0,0 0 0,0 0 0,-1 0 0,1-1 0,0 1 0,-1 0 0,1 0 0,-1 0 0,2 2 0,5 13 0,0 1 0,-1 0 0,-1 0 0,-1 0 0,4 30 0,-2-16 0,8 41 0,4-1 0,38 100 0,-43-134-1365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2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22 24575,'0'-1'0,"0"-1"0,-1 1 0,0 0 0,1 0 0,-1 0 0,0-1 0,0 1 0,1 0 0,-1 0 0,0 0 0,0 0 0,0 0 0,0 1 0,0-1 0,0 0 0,-1 0 0,1 1 0,0-1 0,0 1 0,0-1 0,-1 1 0,1-1 0,0 1 0,-1 0 0,1-1 0,0 1 0,-1 0 0,1 0 0,0 0 0,-1 0 0,1 0 0,0 1 0,-1-1 0,1 0 0,0 1 0,-1-1 0,1 1 0,0-1 0,0 1 0,-1-1 0,1 1 0,-2 1 0,-5 4 0,0 0 0,1 1 0,-1-1 0,-10 15 0,9-11 0,-1 0 0,6-8 0,1 1 0,1-1 0,-1 1 0,0 0 0,1 0 0,-1 0 0,1 0 0,0 1 0,0-1 0,0 1 0,0-1 0,-1 6 0,3-9 0,0 1 0,0 0 0,0 0 0,1 0 0,-1-1 0,0 1 0,0 0 0,1-1 0,-1 1 0,0 0 0,1-1 0,-1 1 0,1 0 0,-1-1 0,1 1 0,-1 0 0,1-1 0,-1 1 0,1-1 0,-1 1 0,1-1 0,0 0 0,-1 1 0,1-1 0,0 0 0,0 1 0,1-1 0,24 8 0,-19-7 0,275 68 0,-269-65-1365,-4 0-5461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24575,'232'14'0,"-151"1"0,-79-14 0,-1-1 0,1 0 0,-1 1 0,0 0 0,1-1 0,-1 1 0,0 0 0,1-1 0,-1 1 0,0 0 0,0 0 0,0 0 0,0 0 0,0 0 0,0 0 0,0 0 0,0 1 0,0-1 0,0 0 0,-1 0 0,1 1 0,-1-1 0,1 1 0,-1-1 0,1 2 0,1 4 0,-1 0 0,-1 1 0,1-1 0,-2 9 0,2 10 0,3-1 0,1-1 0,11 35 0,23 47 0,-33-93 0,54 128 0,17 44 0,-75-180 0,0 1 0,-1 0 0,1 0 0,-1 0 0,0 0 0,-1 0 0,1 0 0,-1 0 0,-1 10 0,0-14 0,1 1 0,-1 0 0,0-1 0,0 0 0,0 1 0,0-1 0,0 1 0,-1-1 0,1 0 0,-1 0 0,1 0 0,-1 0 0,0 0 0,0 0 0,0 0 0,0-1 0,0 1 0,0 0 0,0-1 0,0 0 0,-1 0 0,1 0 0,0 0 0,-4 1 0,-11 3-273,1-1 0,-1-2 0,0 1 0,-29-1 0,26-2-6553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2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39 24575,'-18'-7'0,"-59"-18"0,69 23 0,1 0 0,-1 1 0,0 0 0,1 1 0,-1 0 0,0 0 0,0 0 0,-8 3 0,13-3 0,0 1 0,1 0 0,-1 0 0,1 0 0,-1 0 0,1 0 0,-1 0 0,1 1 0,0-1 0,-1 1 0,1 0 0,0 0 0,0 0 0,0 0 0,0 0 0,-2 4 0,2-2 0,0 0 0,0 0 0,0 1 0,1-1 0,-1 0 0,1 1 0,0-1 0,1 1 0,-1 6 0,1-1 0,0 0 0,1 0 0,0 0 0,1-1 0,0 1 0,0 0 0,1-1 0,8 18 0,-7-20 0,1 0 0,0-1 0,0 1 0,0-1 0,1 0 0,0-1 0,0 0 0,0 0 0,1 0 0,0 0 0,0-1 0,0 0 0,0-1 0,1 0 0,9 4 0,9 1 0,0-2 0,1 0 0,34 2 0,65-2-1365,-105-6-5461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 24575,'-10'1'0,"0"1"0,0 0 0,-19 8 0,27-9 0,-1 0 0,1 0 0,0 0 0,-1 0 0,1 0 0,0 1 0,0-1 0,0 1 0,0-1 0,0 1 0,1 0 0,-1 0 0,0 0 0,1 0 0,0 0 0,-1 0 0,1 0 0,0 0 0,0 1 0,0-1 0,-1 4 0,2-4 0,0 0 0,0 0 0,0 0 0,1 0 0,-1 0 0,1 0 0,-1-1 0,1 1 0,0 0 0,-1 0 0,1 0 0,0-1 0,0 1 0,0-1 0,1 1 0,-1-1 0,0 1 0,0-1 0,3 3 0,2 1 0,1 0 0,-1-1 0,10 6 0,-4-4 0,1-1 0,0 0 0,0-1 0,0 0 0,0-1 0,1 0 0,0-1 0,-1-1 0,1 0 0,0-1 0,20-2 0,-31 1 0,0 1 0,0 0 0,0-1 0,0 0 0,-1 0 0,1 0 0,0 0 0,0 0 0,-1 0 0,1-1 0,-1 1 0,1-1 0,-1 0 0,0 0 0,1 0 0,-1 0 0,0 0 0,0 0 0,1-3 0,-1 3 0,-1 0 0,0-1 0,0 1 0,0 0 0,-1 0 0,1-1 0,0 1 0,-1 0 0,0-1 0,1 1 0,-1-1 0,0 1 0,0 0 0,0-1 0,-1 1 0,1-1 0,-1 1 0,1 0 0,-1-1 0,0 1 0,1 0 0,-1 0 0,-2-4 0,0 2 0,-1-1 0,1 1 0,-1 0 0,1 0 0,-1 0 0,0 0 0,0 1 0,-1 0 0,1 0 0,-1 0 0,0 0 0,1 1 0,-1 0 0,0 0 0,-1 0 0,1 0 0,0 1 0,-8-1 0,-9-1 0,-1 1 0,1 1 0,-24 2 0,30-1 0,-5 1-1365,5-1-5461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3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24575,'8'7'0,"6"2"0,39 18 0,111 40 0,-163-66 0,1-1 0,-1 1 0,1-1 0,-1 0 0,1 1 0,-1-1 0,1 0 0,-1 0 0,1 0 0,-1 0 0,1 0 0,0 0 0,-1 0 0,1-1 0,-1 1 0,1 0 0,-1-1 0,1 1 0,2-2 0,-3 0 0,0 1 0,0 0 0,0-1 0,0 1 0,0-1 0,0 1 0,0-1 0,0 1 0,-1-1 0,1 1 0,-1-1 0,1 0 0,-1 0 0,0 1 0,1-1 0,-1 0 0,0 1 0,0-3 0,0 1 0,0 1 0,0-1 0,0 0 0,1 0 0,-1 1 0,1-1 0,0 0 0,0 1 0,0-1 0,0 1 0,0-1 0,2-1 0,-2 2 0,0 1 0,0 0 0,0 0 0,1 0 0,-1 1 0,0-1 0,1 0 0,-1 0 0,1 1 0,-1-1 0,0 1 0,1-1 0,-1 1 0,1 0 0,-1 0 0,1-1 0,0 1 0,-1 0 0,1 0 0,-1 0 0,1 1 0,-1-1 0,3 1 0,10 3 0,0 0 0,0 1 0,0 1 0,-1 0 0,24 15 0,-4-2 0,-14-10-115,-9-4-63,0 0-1,0 1 0,-1 0 1,1 0-1,-1 1 1,12 12-1,-14-11-6647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24575,'46'24'0,"5"2"0,90 33 0,-140-58 0,0-1 0,0 1 0,0-1 0,0 0 0,1 1 0,-1-1 0,0 0 0,0 0 0,1 0 0,-1 0 0,0 0 0,0 0 0,1-1 0,-1 1 0,0 0 0,2-1 0,-2 0 0,0 0 0,0 1 0,-1-1 0,1 0 0,0 1 0,-1-1 0,1 0 0,0 1 0,-1-1 0,1 0 0,-1 0 0,1 0 0,-1 0 0,0 0 0,1 0 0,-1 1 0,0-3 0,1-3 0,0-1 0,-1 1 0,0-1 0,-1 0 0,-1-8 0,1 0 0,0 3 0,-6-51 0,6 57 0,0 0 0,0 0 0,-1 0 0,0 0 0,-1 0 0,1 0 0,-7-10 0,0 7-1365,1 3-5461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4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151 199 24575,'-19'-42'0,"-16"-36"0,30 68 0,-1 0 0,0 1 0,0 0 0,-1 0 0,-11-11 0,17 19 0,0 0 0,0 0 0,0 1 0,0-1 0,0 0 0,0 0 0,0 0 0,0 1 0,0-1 0,-1 0 0,1 1 0,0-1 0,0 1 0,-1 0 0,1-1 0,0 1 0,-1 0 0,1 0 0,0 0 0,-1 0 0,1 0 0,0 0 0,-3 1 0,3-1 0,0 1 0,0 0 0,-1 0 0,1-1 0,0 1 0,0 0 0,0 0 0,0 0 0,1 0 0,-1 1 0,0-1 0,0 0 0,1 0 0,-1 0 0,0 1 0,1-1 0,0 0 0,-1 1 0,1-1 0,0 0 0,-1 1 0,1 1 0,-1 5 0,1 0 0,0-1 0,0 1 0,1-1 0,0 1 0,0-1 0,1 1 0,0-1 0,0 0 0,1 1 0,-1-1 0,2 0 0,-1-1 0,1 1 0,0-1 0,0 1 0,1-1 0,9 10 0,-8-11 0,0 1 0,0-1 0,0 0 0,0-1 0,1 1 0,0-1 0,0-1 0,0 1 0,0-1 0,1 0 0,-1-1 0,1 0 0,0 0 0,-1 0 0,1-1 0,0-1 0,0 1 0,9-1 0,-13-1-37,-1 0 0,1 0 1,-1 0-1,1 0 0,-1-1 0,0 1 0,0-1 0,0 0 0,0 0 0,0 0 0,0 0 0,0-1 1,-1 1-1,1-1 0,-1 0 0,1 1 0,-1-1 0,0 0 0,0 0 0,-1-1 0,1 1 0,-1 0 1,1-1-1,-1 1 0,0 0 0,0-1 0,-1 1 0,1-1 0,-1 0 0,1 1 0,-1-1 0,0 1 1,-1-1-1,1 0 0,-1 1 0,-1-6 0,-3-4-6789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193 712 24575,'7'-45'0,"-2"0"0,-2-63 0,-4 76 0,-2-1 0,-1 0 0,-2 1 0,-10-33 0,-3 1 0,-3 0 0,-55-110 0,77 173 0,-1 0 0,1 0 0,-1 0 0,0 0 0,1 0 0,-1 0 0,0 0 0,0 0 0,0 0 0,0 0 0,0 0 0,0 0 0,0 1 0,0-1 0,0 0 0,0 1 0,0-1 0,0 1 0,-2-1 0,2 1 0,0 0 0,1 0 0,-1 1 0,0-1 0,0 0 0,0 1 0,0-1 0,1 0 0,-1 1 0,0-1 0,1 1 0,-1-1 0,0 1 0,1-1 0,-1 1 0,0-1 0,1 1 0,-1 0 0,1 0 0,-1-1 0,1 1 0,-1 0 0,1 0 0,0-1 0,-1 1 0,1 0 0,0 0 0,0 0 0,-1 1 0,-5 19 0,1 0 0,1 1 0,1 0 0,0 0 0,2 0 0,1 0 0,0 0 0,2 0 0,0 0 0,2 0 0,0-1 0,1 1 0,13 30 0,-11-37 0,0 0 0,2 0 0,0-1 0,0-1 0,1 0 0,1 0 0,0-1 0,1 0 0,0-1 0,1 0 0,0-1 0,1-1 0,0 0 0,0 0 0,1-2 0,0 0 0,0 0 0,1-2 0,0 0 0,28 5 0,-39-9 0,0-1 0,0 1 0,0-1 0,0-1 0,0 1 0,0-1 0,0 0 0,0 0 0,0 0 0,0-1 0,-1 0 0,1 1 0,0-2 0,-1 1 0,0-1 0,1 1 0,-1-1 0,7-7 0,-8 8 0,0-1 0,-1 0 0,1 0 0,-1 0 0,0 0 0,0 0 0,0 0 0,0-1 0,0 1 0,-1-1 0,0 1 0,0-1 0,0 0 0,0 1 0,0-1 0,-1 0 0,1 0 0,-1 0 0,0 1 0,0-1 0,0 0 0,-1 0 0,0 0 0,1 1 0,-3-6 0,3 9 0,0-1 0,0 1 0,0 0 0,0 0 0,0-1 0,0 1 0,0 0 0,-1-1 0,1 1 0,0 0 0,0-1 0,0 1 0,0 0 0,0 0 0,-1-1 0,1 1 0,0 0 0,0 0 0,-1-1 0,1 1 0,0 0 0,0 0 0,-1 0 0,1-1 0,0 1 0,-1 0 0,1 0 0,-1 0 0,-3 7 0,0 15 0,5-17 0,-1 0 0,1 1 0,0-1 0,1 0 0,-1 0 0,1 0 0,0 0 0,0 0 0,1-1 0,-1 1 0,1 0 0,0-1 0,0 0 0,1 0 0,-1 0 0,7 5 0,-6-5 0,1 0 0,0 0 0,0-1 0,0 1 0,0-1 0,1-1 0,-1 1 0,1-1 0,0 0 0,0 0 0,-1 0 0,1-1 0,0 0 0,8 0 0,-11-1 0,-1 0 0,1 0 0,0-1 0,-1 1 0,1-1 0,-1 1 0,1-1 0,-1 0 0,0 0 0,1 0 0,-1 0 0,0-1 0,0 1 0,0 0 0,0-1 0,0 0 0,0 1 0,0-1 0,0 0 0,1-3 0,1 0 0,0-1 0,-1 0 0,0 0 0,0-1 0,-1 1 0,3-9 0,-5 14 0,0 0 0,1 0 0,-1 0 0,0 1 0,0-1 0,1 0 0,-1 0 0,1 1 0,-1-1 0,0 0 0,1 0 0,-1 1 0,1-1 0,0 1 0,-1-1 0,1 0 0,0 1 0,-1-1 0,1 1 0,0-1 0,0 1 0,0 0 0,0-1 0,0 1 0,0 0 0,-1 0 0,1 0 0,0 1 0,0-1 0,0 0 0,-1 0 0,1 0 0,0 1 0,0-1 0,0 0 0,-1 1 0,1-1 0,0 0 0,1 2 0,3 2 0,0 1 0,0 0 0,0 0 0,5 8 0,-5-7 0,22 25-1365,-14-17-5461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7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24575,'140'339'0,"-135"-329"0,0 2 0,3 4 0,-1 1 0,0-1 0,-1 1 0,-1 0 0,4 24 0,-9-40 0,0 0 0,0 0 0,0 0 0,0 1 0,0-1 0,0 0 0,0 0 0,0 0 0,0 0 0,-1 1 0,1-1 0,0 0 0,-1 0 0,1 0 0,-1 0 0,1 0 0,-2 1 0,2-1 0,-1-1 0,1 1 0,-1-1 0,0 0 0,1 1 0,-1-1 0,1 0 0,-1 0 0,0 1 0,1-1 0,-1 0 0,0 0 0,0 0 0,1 0 0,-1 0 0,0 0 0,1 0 0,-1 0 0,0 0 0,1 0 0,-2-1 0,-2 0 0,0 0 0,0-1 0,0 0 0,1 0 0,-1 0 0,0 0 0,-5-5 0,-11-10 0,1-2 0,0 0 0,1 0 0,-28-42 0,46 60 0,-1 0 0,0 0 0,1 0 0,-1 0 0,1 0 0,-1 0 0,1 0 0,-1 0 0,1 0 0,0 0 0,-1 0 0,1 0 0,0 0 0,0-1 0,0 1 0,0 0 0,0 0 0,0 0 0,0 0 0,0 0 0,0 0 0,1-1 0,0-1 0,0 2 0,0 0 0,0 0 0,0 0 0,0 0 0,0 0 0,0 0 0,1 0 0,-1 0 0,0 0 0,1 0 0,-1 1 0,0-1 0,1 1 0,-1-1 0,3 0 0,4 0 0,1-1 0,0 1 0,0 0 0,-1 1 0,10 1 0,127 15 0,41-1 0,-179-14 0,-1 0 0,1 0 0,-1 1 0,0 0 0,0 0 0,0 0 0,0 0 0,0 1 0,7 5 0,-11-7 0,-1 0 0,1 0 0,-1 0 0,1 0 0,-1 0 0,0 1 0,1-1 0,-1 0 0,0 1 0,0-1 0,0 1 0,0-1 0,0 1 0,-1 0 0,1-1 0,0 1 0,-1 0 0,1 0 0,-1-1 0,1 1 0,-1 0 0,0 0 0,0 0 0,0 0 0,0-1 0,0 1 0,0 0 0,-1 0 0,1 0 0,-1-1 0,1 1 0,-1 0 0,1 0 0,-1-1 0,0 1 0,-2 2 0,2-2-57,0 0 0,0 0 1,-1 0-1,1-1 0,-1 1 0,1-1 0,-1 1 0,0-1 0,0 0 0,0 1 0,1-1 1,-1 0-1,0 0 0,0 0 0,-1 0 0,1-1 0,0 1 0,0-1 0,0 1 1,0-1-1,-1 0 0,1 1 0,-2-1 0,-9-1-6769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7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24575,'3'-2'0,"0"1"0,0 3 0,0 5 0,-2 3 0,1 2 0,-2 2 0,0 1 0,0 0 0,0 1 0,0-3-8191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7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24575,'14'7'0,"9"2"0,-1 2 0,-1 0 0,0 1 0,33 25 0,-52-35 0,0 0 0,0-1 0,0 1 0,-1 0 0,1 0 0,0 0 0,-1 1 0,0-1 0,1 0 0,-1 1 0,0-1 0,0 0 0,0 1 0,0-1 0,-1 1 0,1 0 0,-1 3 0,0-4 0,0 0 0,0 0 0,-1-1 0,1 1 0,-1 0 0,0 0 0,1-1 0,-1 1 0,0 0 0,0-1 0,0 1 0,0-1 0,0 1 0,0-1 0,-1 1 0,1-1 0,-1 0 0,1 0 0,0 0 0,-1 0 0,0 0 0,1 0 0,-1 0 0,-3 1 0,-1 1 0,-1-1 0,1 0 0,-1-1 0,1 0 0,-1 0 0,1 0 0,-1-1 0,0 1 0,0-2 0,1 1 0,-1-1 0,1 0 0,-1 0 0,0-1 0,1 0 0,-9-3 0,8 2 0,0-1 0,0 1 0,0-1 0,0 0 0,1-1 0,-1 0 0,1 0 0,0 0 0,1-1 0,0 1 0,-1-1 0,2-1 0,-8-10 0,11 15 0,0-1 0,0 1 0,0 0 0,0-1 0,0 1 0,0-1 0,1 1 0,-1-1 0,1 0 0,-1 1 0,1-1 0,0 1 0,0-1 0,1 0 0,-1 1 0,1-5 0,0 5 0,0 1 0,0-1 0,0 1 0,0-1 0,0 0 0,0 1 0,0 0 0,0-1 0,1 1 0,-1 0 0,0-1 0,1 1 0,-1 0 0,1 0 0,0 0 0,-1 0 0,1 1 0,0-1 0,-1 0 0,1 1 0,0-1 0,0 1 0,3-1 0,1 0 0,0 1 0,0 0 0,1 0 0,-1 0 0,0 1 0,0 0 0,0 0 0,9 3 0,6 3 0,21 12 0,-3-2 0,169 59 0,-205-75 0,0 0 0,0-1 0,-1 1 0,1-1 0,0 1 0,5-1 0,-7 0 0,0 0 0,-1 0 0,1 0 0,-1 0 0,1-1 0,-1 1 0,1 0 0,-1 0 0,1 0 0,0-1 0,-1 1 0,1 0 0,-1 0 0,0-1 0,1 1 0,-1-1 0,1 1 0,-1 0 0,1-1 0,-1 1 0,0-1 0,1 1 0,-1-1 0,0 1 0,0-1 0,1 1 0,-1-1 0,0 1 0,0-1 0,0 0 0,0 1 0,1-1 0,-1 1 0,0-1 0,0 1 0,0-1 0,0 0 0,0 1 0,-1-1 0,1 1 0,0-1 0,-1-4 0,0-2 0,0 0 0,1 0 0,0 0 0,0 0 0,1-12 0,0 17 0,-1 0 0,1 0 0,-1 0 0,1 1 0,0-1 0,0 0 0,0 0 0,0 1 0,0-1 0,0 0 0,0 1 0,1-1 0,-1 1 0,1 0 0,-1-1 0,1 1 0,-1 0 0,1 0 0,0 0 0,-1 0 0,1 0 0,0 0 0,0 1 0,0-1 0,3 0 0,-1 0 0,0 1 0,0-1 0,0 1 0,0 0 0,0 0 0,0 0 0,0 1 0,1 0 0,-1 0 0,-1 0 0,1 0 0,6 2 0,5 5 0,25 14 0,-16-8 0,148 83-1365,-158-90-5461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8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24575,'22'35'0,"2"-1"0,45 48 0,-51-63 0,1-1 0,0-2 0,1 0 0,1-1 0,31 17 0,-47-29 0,0-1 0,-1 0 0,1 0 0,0-1 0,0 1 0,0-1 0,0 0 0,0 0 0,0-1 0,1 0 0,8 0 0,-12 0 0,1-1 0,-1 1 0,0-1 0,1 0 0,-1 1 0,0-1 0,0 0 0,1 0 0,-1-1 0,0 1 0,0 0 0,0-1 0,0 1 0,-1-1 0,1 0 0,0 1 0,-1-1 0,1 0 0,-1 0 0,1 0 0,-1 0 0,0 0 0,0-1 0,0 1 0,0 0 0,1-5 0,-1-2 0,1 0 0,-1-1 0,0 1 0,-1-1 0,0 0 0,-3-15 0,2 18 0,0 1 0,0-1 0,-1 1 0,0-1 0,0 1 0,0-1 0,-1 1 0,-3-6 0,15 23 0,0 0 0,1-1 0,1-1 0,-1 0 0,2 0 0,-1-1 0,23 12 0,-25-15 0,0-1 0,0 0 0,0-1 0,1 0 0,0 0 0,-1-1 0,1 0 0,0-1 0,0 0 0,0-1 0,19-1 0,-26 1 0,0-1 0,0 1 0,0-1 0,0 0 0,0 0 0,0 0 0,0-1 0,0 1 0,0-1 0,-1 1 0,1-1 0,-1 0 0,1 0 0,-1 0 0,1 0 0,-1-1 0,0 1 0,0 0 0,2-5 0,-2 4 0,-1 0 0,1-1 0,-1 1 0,0-1 0,0 1 0,-1-1 0,1 1 0,-1-1 0,1 0 0,-1 1 0,0-1 0,0 1 0,-1-1 0,1 0 0,-1 1 0,0-1 0,-1-3 0,0 2 7,0 0-1,-1 0 1,1 0-1,-1 1 1,0-1-1,0 1 0,-1 0 1,0-1-1,1 1 1,-1 1-1,0-1 1,-1 1-1,1 0 1,-1 0-1,-4-3 1,-10-4-348,1 2 0,-32-11 0,39 16-105,-5-3-6380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24575,'3'3'0,"0"2"0,0 5 0,2 1 0,0 3 0,0 0 0,-2-1-8191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24575,'11'-3'0,"2"2"0,2 7 0,-1 3 0,-4 4 0,-3 2 0,-2-1-8191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39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24575,'20'53'0,"66"159"0,-64-165 0,2-2 0,42 62 0,-63-104 0,-2-1 0,-1 0 0,1-1 0,0 1 0,1-1 0,-1 1 0,0-1 0,0 0 0,1 1 0,-1-1 0,1 0 0,-1 0 0,1 0 0,-1 0 0,1 0 0,3 1 0,-5-2 0,0 0 0,1-1 0,-1 1 0,0 0 0,0-1 0,0 1 0,1-1 0,-1 1 0,0 0 0,0-1 0,0 1 0,0 0 0,0-1 0,0 1 0,0-1 0,0 1 0,0 0 0,0-1 0,0 1 0,0-1 0,0 1 0,0 0 0,0-1 0,0 1 0,0-1 0,-1 1 0,1 0 0,0-1 0,0 1 0,0 0 0,-1-1 0,-5-14 0,-6-4-1365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83 24575,'-11'-63'0,"8"43"0,37 118 0,-23-57 0,0-1 0,28 71 0,-34-101 0,0 1 0,0-1 0,1 0 0,1-1 0,0 1 0,0-1 0,1-1 0,0 1 0,0-1 0,1 0 0,12 8 0,-18-14 0,0 0 0,0-1 0,1 1 0,-1-1 0,0 0 0,1 1 0,-1-1 0,0-1 0,1 1 0,-1 0 0,1-1 0,-1 0 0,6 0 0,-7 0 0,0-1 0,1 1 0,-1-1 0,1 0 0,-1 0 0,0 0 0,0 0 0,1 0 0,-1 0 0,0-1 0,0 1 0,0-1 0,0 1 0,-1-1 0,1 0 0,0 0 0,-1 0 0,1 0 0,1-3 0,1-3 0,0 0 0,0 0 0,-1 0 0,0-1 0,-1 1 0,3-16 0,-5 24 0,0-1 0,0 0 0,0 0 0,1 0 0,-1 0 0,0 0 0,0 0 0,1 1 0,-1-1 0,1 0 0,-1 0 0,0 0 0,1 1 0,0-1 0,-1 0 0,1 0 0,-1 1 0,1-1 0,0 1 0,0-1 0,-1 1 0,2-2 0,-1 2 0,0 0 0,0 0 0,0 0 0,0 0 0,0 0 0,0 0 0,0 0 0,0 0 0,0 0 0,0 1 0,0-1 0,0 0 0,0 1 0,0-1 0,0 1 0,-1-1 0,2 1 0,5 4 0,0 0 0,-1 1 0,12 11 0,-13-11 0,28 29 0,-5-6 0,35 30 0,26 19 0,-72-60-1365,-11-10-5461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16 24575,'-30'-3'0,"-15"0"0,-7 0 0,-1 0 0,3 2 0,3-1 0,8 2 0,11 0-8191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6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24575,'5'12'0,"2"7"0,2 3 0,-1 0 0,2-4 0,-2-2 0,1-4 0,-2-2 0,1 1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24575,'2'0'0,"2"3"0,1 3 0,1 3 0,-1 2 0,-1 0-8191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24575,'3'4'0,"0"0"0,0 0 0,0 1 0,0-1 0,2 7 0,10 17 0,-6-17 0,-1-2 0,1 1 0,0-1 0,1 0 0,0-1 0,17 10 0,-20-14 0,0 0 0,0 0 0,0-1 0,1 0 0,-1-1 0,1 1 0,0-2 0,0 1 0,0-1 0,0 0 0,14 0 0,-21-1 0,0-1 0,1 1 0,-1 0 0,0 0 0,1 0 0,-1-1 0,0 1 0,0-1 0,1 1 0,-1-1 0,0 1 0,0-1 0,0 0 0,0 0 0,0 0 0,0 1 0,0-1 0,0 0 0,0 0 0,2-2 0,-2 0 0,0 1 0,0 0 0,0-1 0,-1 1 0,1-1 0,0 1 0,-1-1 0,0 1 0,1-1 0,-1-3 0,-1-5 0,0-1 0,-1 1 0,-5-20 0,6 28 0,1 2 0,0 1 0,0 0 0,0 0 0,0 0 0,0 0 0,0 0 0,0 0 0,0 0 0,0 0 0,0 0 0,0-1 0,0 1 0,0 0 0,0 0 0,0 0 0,0 0 0,0 0 0,0 0 0,0 0 0,0 0 0,0-1 0,0 1 0,0 0 0,0 0 0,0 0 0,0 0 0,0 0 0,0 0 0,0 0 0,0 0 0,0 0 0,0-1 0,0 1 0,0 0 0,0 0 0,0 0 0,0 0 0,1 0 0,-1 0 0,0 0 0,0 0 0,0 0 0,0 0 0,0 0 0,0 0 0,0 0 0,6 3 0,10 11 0,-12-10 0,3 2 0,-1-1 0,0 0 0,1-1 0,0 1 0,0-1 0,1 0 0,-1-1 0,1 0 0,0 0 0,0-1 0,0 1 0,0-2 0,0 1 0,0-1 0,10 0 0,-16-1 0,-1-1 0,1 1 0,0 0 0,-1-1 0,1 1 0,-1-1 0,1 1 0,-1-1 0,1 0 0,-1 0 0,1 0 0,-1 0 0,0 0 0,1 0 0,-1 0 0,0 0 0,0 0 0,0 0 0,0-1 0,0 1 0,0-1 0,0 1 0,0 0 0,-1-1 0,1 1 0,-1-1 0,1 0 0,-1 1 0,1-3 0,0 2 0,-1 0 0,1 0 0,0 0 0,0 0 0,0 0 0,0 0 0,0 0 0,0 0 0,1 0 0,-1 1 0,1-1 0,-1 0 0,4-2 0,-4 4 0,1-1 0,-1 1 0,0-1 0,1 1 0,-1 0 0,1-1 0,-1 1 0,1 0 0,-1 0 0,1 0 0,-1 0 0,1 0 0,-1 1 0,0-1 0,1 0 0,2 1 0,24 12 0,-17-8 0,16 8 0,-9-5 0,33 12 0,-46-19-85,11 4-342,0-1 1,28 4-1,-32-7-6399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7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67 211 24575,'81'227'0,"-34"-88"0,-58-163 0,-19-33 0,4 11 0,-59-138 0,77 164 0,1-2 0,1 1 0,1-1 0,1 0 0,1 0 0,1 0 0,0-23 0,2 41 0,0 0 0,1 0 0,-1 0 0,1 0 0,0 0 0,0 0 0,0 0 0,1 0 0,-1 0 0,1 1 0,2-4 0,-3 5 0,1 0 0,-1 1 0,1-1 0,-1 1 0,1 0 0,0-1 0,-1 1 0,1 0 0,0 0 0,0 0 0,0 0 0,0 1 0,0-1 0,0 0 0,0 1 0,0-1 0,0 1 0,0 0 0,0 0 0,0 0 0,0 0 0,4 0 0,2 1 0,1 1 0,-1-1 0,0 1 0,0 1 0,-1 0 0,1 0 0,0 0 0,-1 1 0,0 0 0,13 10 0,-12-8 0,0 1 0,0 0 0,-1 1 0,0-1 0,0 1 0,-1 1 0,0-1 0,7 14 0,-12-20 0,0 0 0,0-1 0,-1 1 0,1 0 0,0 0 0,-1 0 0,1 1 0,-1-1 0,1 0 0,-1 0 0,0 0 0,0 0 0,0 0 0,0 0 0,-1 0 0,1 0 0,0 1 0,-1-1 0,-1 3 0,1-3 0,0 0 0,-1 0 0,0 0 0,1 0 0,-1 0 0,0 0 0,0 0 0,0 0 0,0-1 0,0 1 0,-1-1 0,1 0 0,-4 2 0,-4 1 0,0 0 0,-1-1 0,1-1 0,-1 1 0,0-2 0,-14 1 0,3-1-455,0 0 0,-33-5 0,36 0-6371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24575,'-1'0'0,"1"0"0,0 0 0,-1-1 0,1 1 0,0 0 0,-1 0 0,1 0 0,-1 0 0,1 0 0,0 1 0,-1-1 0,1 0 0,-1 0 0,1 0 0,0 0 0,-1 0 0,1 0 0,0 1 0,-1-1 0,1 0 0,0 0 0,-1 0 0,1 1 0,0-1 0,0 0 0,-1 1 0,1-1 0,0 0 0,0 0 0,-1 1 0,1-1 0,0 1 0,0 0 0,0-1 0,0 1 0,0 0 0,1 0 0,-1 0 0,0-1 0,1 1 0,-1 0 0,0-1 0,1 1 0,-1 0 0,1-1 0,-1 1 0,1 1 0,3 1 0,-1 1 0,1-1 0,0 0 0,6 5 0,0-3 0,1 0 0,-1 0 0,1-1 0,0 0 0,0-1 0,0 0 0,1 0 0,-1-2 0,20 2 0,-29-3 6,-1 0 0,1-1-1,0 1 1,0 0 0,-1-1-1,1 1 1,0-1 0,-1 0 0,1 1-1,-1-1 1,1 0 0,-1 0-1,1 0 1,-1 0 0,1 0-1,-1 0 1,0-1 0,0 1 0,1 0-1,0-3 1,0 1-171,0-1 0,-1 1 0,1 0 0,-1-1 0,0 1 0,0-1 0,0 1 0,0-8 0,0-2-6661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8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24575,'5'-3'0,"2"2"0,2 2 0,1 2 0,1 3 0,-1 2 0,-1 0 0,0 3 0,1 1 0,2 2 0,-2 0 0,0-2 0,-1 0 0,-3-3-8191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34 689 24575,'20'-30'0,"-1"-1"0,26-57 0,-40 76 0,-1 1 0,0-1 0,-1 0 0,0 0 0,-1-1 0,-1 1 0,0 0 0,0-1 0,-1 1 0,-1-1 0,-4-20 0,-28-99 0,-1-1 0,29 106 0,2 11 0,0 1 0,-8-24 0,11 39 0,0-1 0,0 1 0,-1-1 0,1 1 0,0-1 0,0 0 0,-1 1 0,1-1 0,0 1 0,0 0 0,-1-1 0,1 1 0,0-1 0,-1 1 0,1-1 0,-1 1 0,1 0 0,-1-1 0,1 1 0,-1 0 0,1-1 0,-1 1 0,1 0 0,-1 0 0,1-1 0,-1 1 0,0 0 0,0 0 0,1 1 0,-1-1 0,0 0 0,1 1 0,-1-1 0,1 0 0,-1 1 0,0-1 0,1 1 0,-1-1 0,1 1 0,-1-1 0,1 1 0,-1 0 0,1-1 0,0 1 0,-1 0 0,-2 5 0,0 0 0,1 0 0,-3 9 0,1 9 0,0 1 0,2-1 0,0 1 0,2 0 0,0 0 0,9 46 0,-6-56 0,1-1 0,0 0 0,1 0 0,1 0 0,0 0 0,1-1 0,0 0 0,1 0 0,1-1 0,19 22 0,-3-8 0,1-1 0,2-1 0,40 27 0,-57-43-273,0-1 0,0 0 0,1-1 0,15 6 0,-14-8-6553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4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24575,'-5'0'0,"0"0"0,0 0 0,0 1 0,0 0 0,0 0 0,-1 0 0,2 0 0,-1 1 0,-6 2 0,9-2 0,-1-1 0,1 1 0,0-1 0,0 1 0,0 0 0,0 0 0,0 0 0,0 0 0,0 1 0,1-1 0,-1 0 0,1 1 0,0-1 0,0 1 0,0-1 0,0 1 0,0-1 0,-1 6 0,1 0 0,-1 0 0,1 0 0,1 1 0,-1-1 0,2 0 0,1 13 0,-2-17 0,1 0 0,0-1 0,0 1 0,0 0 0,1 0 0,0-1 0,-1 1 0,1-1 0,0 1 0,1-1 0,-1 0 0,0 0 0,1 0 0,0 0 0,4 3 0,16 8 0,-19-12 0,0 0 0,0 0 0,-1 0 0,1 0 0,-1 1 0,0-1 0,1 1 0,4 6 0,-8-8 0,1-1 0,-1 1 0,0-1 0,0 1 0,0-1 0,0 1 0,1 0 0,-1-1 0,0 1 0,0-1 0,0 1 0,0 0 0,0-1 0,0 1 0,-1-1 0,1 1 0,0 0 0,0-1 0,0 1 0,0-1 0,-1 1 0,1-1 0,0 1 0,-1 0 0,1-1 0,0 1 0,-1-1 0,1 0 0,-1 1 0,1 0 0,-1-1 0,1 0 0,0 1 0,0-1 0,-1 0 0,1 0 0,0 1 0,-1-1 0,1 0 0,0 0 0,-1 1 0,1-1 0,0 0 0,-1 0 0,1 0 0,0 0 0,-1 0 0,1 0 0,-1 1 0,1-1 0,0 0 0,-1 0 0,1 0 0,-1 0 0,1 0 0,0-1 0,-1 1 0,1 0 0,-1 0 0,1 0 0,0 0 0,-1 0 0,1 0 0,0-1 0,-1 1 0,1 0 0,0 0 0,-1-1 0,1 1 0,0-1 0,0 1 0,0-1 0,0 1 0,0-1 0,0 1 0,0-1 0,0 1 0,0 0 0,0-1 0,0 1 0,0-1 0,0 1 0,1 0 0,-1-1 0,0 1 0,0-1 0,1 1 0,-1 0 0,0-1 0,0 1 0,1 0 0,-1-1 0,0 1 0,1 0 0,-1 0 0,1-1 0,-1 1 0,0 0 0,1 0 0,-1 0 0,1 0 0,-1-1 0,0 1 0,1 0 0,0 0 0,16-7 0,5 3 0,26-2 0,-17 2 0,-6 1 0,2-1 0,0 0 0,30-9 0,-50 11 0,0 0 0,0-1 0,-1 0 0,1 0 0,-1 0 0,0-1 0,0 0 0,0 0 0,-1-1 0,1 1 0,-1-1 0,0 0 0,6-8 0,-9 10 0,-1 1 0,1-1 0,-1 1 0,0-1 0,0 1 0,0-1 0,0 0 0,0 1 0,-1-1 0,1 0 0,-1 0 0,0 0 0,1 1 0,-1-1 0,0 0 0,-1-3 0,0 4 0,1 1 0,-1-1 0,1 1 0,-1-1 0,0 1 0,1-1 0,-1 1 0,0 0 0,0-1 0,0 1 0,0 0 0,0 0 0,-1 0 0,1 0 0,0 0 0,0 0 0,-1 0 0,1 0 0,-1 0 0,1 1 0,-1-1 0,1 1 0,-1-1 0,1 1 0,-1-1 0,1 1 0,-1 0 0,0 0 0,-2 0 0,1-1 0,0 1 0,0 0 0,0 1 0,0-1 0,0 0 0,0 1 0,0 0 0,0-1 0,1 1 0,-1 0 0,0 1 0,0-1 0,1 0 0,-1 1 0,1 0 0,-1-1 0,1 1 0,-1 0 0,1 0 0,0 0 0,0 1 0,0-1 0,1 0 0,-1 1 0,0-1 0,1 1 0,-1 0 0,1-1 0,0 1 0,-1 3 0,1-2 0,0 0 0,0 0 0,1 0 0,-1 1 0,1-1 0,0 0 0,0 0 0,0 1 0,0-1 0,1 0 0,0 0 0,0 0 0,0 0 0,0 0 0,1 0 0,-1 0 0,1 0 0,0 0 0,0-1 0,1 1 0,2 3 0,6 5 11,1-1 0,0-1 0,0 1 0,1-2 0,0 0 0,1 0-1,0-1 1,1-1 0,-1-1 0,28 9 0,-14-7-259,0-2 1,1-1-1,-1-1 1,1-2-1,32-1 1,-45-1-6579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0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138 195 24575,'4'94'0,"-3"-83"0,1 0 0,0 0 0,1 0 0,0 0 0,1-1 0,7 15 0,-10-23 0,0 0 0,1 0 0,-1 0 0,1 0 0,-1 0 0,1 0 0,0-1 0,2 3 0,-4-4 0,0 0 0,0 0 0,1 0 0,-1 0 0,0 1 0,0-1 0,1 0 0,-1 0 0,0 0 0,0 0 0,1 0 0,-1 0 0,0 0 0,1 0 0,-1 0 0,0 0 0,1 0 0,-1 0 0,0 0 0,1 0 0,-1 0 0,0 0 0,0 0 0,1 0 0,-1 0 0,1-1 0,-1 1 0,1-1 0,-1 1 0,0-1 0,1 0 0,-1 1 0,1-1 0,-1 0 0,0 1 0,0-1 0,1 0 0,-1 1 0,0-1 0,0 0 0,0 0 0,0 1 0,0-2 0,0-4 0,0-1 0,-1 1 0,0 0 0,0 0 0,0 0 0,-4-10 0,-16-34 0,20 47 0,-16-30 0,0 0 0,-2 1 0,-2 0 0,-40-47 0,58 76 0,0 0 0,1 0 0,-1 0 0,0 0 0,0 0 0,0 1 0,-7-5 0,12 14 0,5 3 0,-1-2 0,1-1 0,1 0 0,0 0 0,0 0 0,0-1 0,0-1 0,11 6 0,68 29 0,-73-34 0,4 1 0,1 0 0,-1-2 0,1 0 0,29 3 0,-35-7 0,0 0 0,1 0 0,-1-2 0,1 0 0,-1 0 0,0-1 0,19-5 0,-27 5 0,1-1 0,0 1 0,-1-1 0,0 0 0,0 0 0,1-1 0,-2 1 0,1-1 0,0 0 0,-1 0 0,5-7 0,-7 9 0,0 0 0,0-1 0,-1 1 0,1 0 0,-1-1 0,0 1 0,0-1 0,0 1 0,0-1 0,0 0 0,-1 0 0,1 1 0,-1-1 0,1 0 0,-1 0 0,0 1 0,0-1 0,-1 0 0,1 0 0,0 0 0,-1 1 0,0-1 0,0 0 0,0 1 0,0-1 0,-2-3 0,0 0 0,-1 1 0,0 0 0,-1 0 0,1 0 0,-1 1 0,1 0 0,-1 0 0,-1 0 0,1 0 0,0 1 0,-1 0 0,0 0 0,0 0 0,-9-2 0,12 4 0,0 0 0,1 0 0,-1 1 0,0 0 0,1-1 0,-1 1 0,0 0 0,1 0 0,-1 0 0,0 0 0,1 1 0,-1-1 0,0 1 0,1 0 0,-1 0 0,1 0 0,-1 0 0,1 0 0,-1 0 0,1 0 0,0 1 0,-1 0 0,1-1 0,0 1 0,0 0 0,0 0 0,1 0 0,-1 0 0,0 0 0,1 0 0,-1 1 0,1-1 0,0 0 0,0 1 0,0-1 0,-1 5 0,1-2 0,0-1 0,0 1 0,0 0 0,1 0 0,0 0 0,0 0 0,1 0 0,-1-1 0,1 1 0,0 0 0,0 0 0,0-1 0,1 1 0,0 0 0,0-1 0,0 0 0,0 1 0,1-1 0,5 6 0,0 2 0,1-1 0,1-1 0,0 1 0,1-2 0,17 14 0,-11-12 0,0 0 0,0-1 0,2 0 0,23 8 0,-31-14 0,1 0 0,0-1 0,0-1 0,0 0 0,0 0 0,1-1 0,-1-1 0,16-1 0,-26 1-39,0 0 0,0 0 0,0 0 0,0-1 0,0 1 0,0-1 0,-1 1 0,1-1 0,0 0 0,0 1 0,-1-1 0,1 0 0,0 0 0,-1 0 0,1-1 0,-1 1 0,1 0 0,-1-1 0,0 1 0,1-1 0,-1 1 0,0-1 0,0 1 0,0-1 0,0 0 0,0 0 0,-1 1 0,1-1 0,-1 0 0,1 0 0,-1 0 0,1 0 0,-1 0 0,0-3 0,1-7-6787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24575,'-3'1'0,"0"0"0,0 0 0,0 1 0,1-1 0,-1 1 0,0 0 0,1 0 0,-1 0 0,1 0 0,-1 0 0,1 0 0,0 1 0,0-1 0,0 1 0,0-1 0,1 1 0,-1 0 0,1 0 0,0 0 0,-2 5 0,2-4 0,0 0 0,0 1 0,1-1 0,-1 0 0,1 0 0,0 0 0,1 0 0,-1 1 0,1-1 0,-1 0 0,1 0 0,1 0 0,-1 0 0,0 0 0,4 5 0,1 2 0,1 0 0,1-1 0,0 1 0,0-2 0,13 12 0,50 40 0,-56-50 0,-10-8 0,0 0 0,-1 0 0,0 1 0,0-1 0,4 6 0,-7-9 0,-1 0 0,0 0 0,0 0 0,0 1 0,0-1 0,0 0 0,0 0 0,0 0 0,0 0 0,0 1 0,0-1 0,0 0 0,0 0 0,0 0 0,0 0 0,0 0 0,0 1 0,0-1 0,0 0 0,0 0 0,0 0 0,0 0 0,-1 1 0,1-1 0,0 0 0,0 0 0,0 0 0,0 0 0,0 0 0,0 0 0,0 1 0,-1-1 0,1 0 0,0 0 0,0 0 0,0 0 0,0 0 0,0 0 0,0 0 0,-1 0 0,1 0 0,0 0 0,0 0 0,0 0 0,0 0 0,-1 0 0,1 0 0,0 0 0,0 0 0,0 0 0,0 0 0,-1 0 0,1 0 0,-11 1 0,10-1 0,-168-2 0,161 1-136,1 1-1,-1-2 1,1 1-1,-1-1 1,1 0-1,0 0 1,0-1-1,0 0 0,-8-4 1,7 0-6690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1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105 210 24575,'53'123'0,"8"20"0,-69-160 0,-58-111 0,35 77 0,-32-54 0,52 85 0,2 0 0,0-1 0,-8-30 0,16 47 0,0 0 0,0 0 0,1 0 0,-1 0 0,1 0 0,0 0 0,0 0 0,0-4 0,1 7 0,-1-1 0,0 1 0,1 0 0,-1 0 0,1 0 0,0 0 0,-1 0 0,1 0 0,0 0 0,-1 0 0,1 0 0,0 0 0,0 0 0,0 0 0,0 0 0,0 1 0,0-1 0,0 0 0,0 1 0,0-1 0,0 1 0,0-1 0,0 1 0,1-1 0,-1 1 0,0 0 0,0 0 0,1 0 0,1-1 0,4 1 0,0 0 0,0 0 0,0 1 0,0 0 0,0 0 0,0 1 0,0-1 0,0 1 0,0 1 0,6 3 0,-1 0 0,0 0 0,0 1 0,-1 0 0,16 14 0,-22-16 0,1 0 0,-1 0 0,0 1 0,0-1 0,-1 1 0,7 11 0,-10-16 0,0 1 0,-1 0 0,1-1 0,0 1 0,-1 0 0,1 0 0,-1-1 0,1 1 0,-1 0 0,0 0 0,0 0 0,0 0 0,0-1 0,0 1 0,0 0 0,-1 0 0,1 0 0,0 0 0,-1-1 0,0 1 0,1 0 0,-1-1 0,0 1 0,0 0 0,0-1 0,0 1 0,0-1 0,0 1 0,0-1 0,-1 0 0,1 1 0,-2 0 0,0 0 0,0 0 0,1-1 0,-1 1 0,-1-1 0,1 1 0,0-1 0,0 0 0,0-1 0,-1 1 0,1 0 0,-6-1 0,-41 0 0,31-1 0,7 0-455,0 0 0,-24-5 0,23 3-6371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2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91 24575,'-7'10'0,"-1"-1"0,0 1 0,-1-1 0,0 0 0,-13 9 0,17-15 0,-1 1 0,1-1 0,-1 0 0,0-1 0,1 0 0,-1 0 0,0 0 0,0 0 0,0-1 0,-1 0 0,1 0 0,-10-1 0,9 0 0,-1 0 0,1 0 0,-1-1 0,0 0 0,1-1 0,-9-2 0,12 2 0,0 0 0,0 0 0,0 0 0,0-1 0,1 0 0,-1 1 0,1-1 0,-1 0 0,1-1 0,0 1 0,-4-7 0,3 6 0,1-1 0,0-1 0,1 1 0,-1 0 0,1-1 0,0 1 0,1-1 0,-1 0 0,1 1 0,0-1 0,0-11 0,1 15 0,-1 0 0,2-1 0,-1 1 0,0 0 0,0-1 0,1 1 0,0 0 0,-1 0 0,1-1 0,0 1 0,0 0 0,0 0 0,0 0 0,0 0 0,1 0 0,-1 0 0,1 0 0,-1 1 0,1-1 0,-1 0 0,1 1 0,0 0 0,0-1 0,0 1 0,0 0 0,0 0 0,0 0 0,0 0 0,0 0 0,1 0 0,3 0 0,3-1 0,1 2 0,-1-1 0,1 1 0,-1 0 0,1 1 0,-1 0 0,0 1 0,0 0 0,1 0 0,-1 1 0,17 8 0,5 4 0,55 36 0,-81-47 0,65 45 0,12 8 0,-81-56 0,2 1 0,0-1 0,0 1 0,0 0 0,0-1 0,0 0 0,4 1 0,-6-2 0,-1 0 0,1 0 0,0 1 0,-1-1 0,1-1 0,-1 1 0,1 0 0,0 0 0,-1 0 0,1 0 0,0 0 0,-1-1 0,1 1 0,-1 0 0,1 0 0,-1-1 0,1 1 0,0 0 0,-1-1 0,0 1 0,1-1 0,-1 1 0,1-1 0,-1 1 0,1-1 0,-1 1 0,0-1 0,1 1 0,-1-1 0,0 1 0,0-1 0,1 1 0,-1-1 0,0 0 0,0 1 0,0-1 0,0 0 0,0 1 0,0-2 0,1-4 0,-1 0 0,0 0 0,0 0 0,-1 0 0,0-1 0,0 1 0,0 0 0,-1 1 0,0-1 0,0 0 0,-3-6 0,-7-24 0,11 36 0,1 0 0,0 0 0,0-1 0,0 1 0,0 0 0,0 0 0,0 0 0,0 0 0,0 0 0,0-1 0,0 1 0,0 0 0,0 0 0,0 0 0,0 0 0,0-1 0,0 1 0,0 0 0,0 0 0,0 0 0,0 0 0,0 0 0,0-1 0,0 1 0,0 0 0,0 0 0,0 0 0,1 0 0,-1 0 0,0-1 0,0 1 0,0 0 0,0 0 0,0 0 0,0 0 0,0 0 0,1 0 0,-1 0 0,0 0 0,0 0 0,0 0 0,0-1 0,0 1 0,1 0 0,-1 0 0,0 0 0,10 3 0,9 9 0,-19-12 0,21 15 0,0-2 0,1 0 0,26 10 0,-35-18 0,1 0 0,-1-1 0,1 0 0,1-1 0,-1-1 0,28 1 0,-24-2-98,-9-1-155,1 0-1,-1 0 1,1-1-1,14-2 1,-14 0-6573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24575,'-12'1'0,"1"1"0,-1 0 0,0 1 0,1 1 0,-1-1 0,-17 10 0,26-12 0,0 1 0,1 0 0,-1 0 0,1 0 0,-1 0 0,1 0 0,-1 1 0,1-1 0,0 0 0,0 1 0,0 0 0,-2 4 0,3-4 0,0-1 0,1 1 0,-1-1 0,1 1 0,-1 0 0,1-1 0,0 1 0,0 0 0,0-1 0,0 1 0,1 0 0,-1-1 0,1 1 0,-1 0 0,1-1 0,0 1 0,2 3 0,1 2 0,0-1 0,0 1 0,1-1 0,1 0 0,-1 0 0,1-1 0,0 0 0,0 0 0,8 6 0,-4-4 0,1-1 0,-1-1 0,1 0 0,0 0 0,20 7 0,-30-13 0,0 0 0,-1 0 0,1 0 0,-1 1 0,1-1 0,0 0 0,-1 0 0,1 1 0,-1-1 0,1 0 0,-1 1 0,1-1 0,-1 0 0,1 1 0,-1-1 0,1 1 0,-1-1 0,1 1 0,-1-1 0,1 2 0,-1-2 0,0 0 0,0 1 0,-1-1 0,1 0 0,0 1 0,0-1 0,-1 0 0,1 1 0,0-1 0,-1 0 0,1 0 0,0 1 0,0-1 0,-1 0 0,1 0 0,-1 1 0,1-1 0,0 0 0,-1 0 0,1 0 0,0 0 0,-2 0 0,-26 5 0,27-5 0,0 0 0,0 1 0,0-1 0,0-1 0,0 1 0,0 0 0,0 0 0,0 0 0,0 0 0,0-1 0,0 1 0,0-1 0,0 1 0,0 0 0,0-1 0,1 0 0,-2 0 0,3-5 0,9-1 0,123-54 0,-55 27 0,-69 30 0,0 0 0,-1-1 0,15-10 0,-22 14 0,1-1 0,0 1 0,-1 0 0,1-1 0,-1 0 0,1 1 0,-1-1 0,0 0 0,1 1 0,-1-1 0,0 0 0,0 0 0,0 0 0,-1 0 0,1 0 0,0 0 0,-1 0 0,1 0 0,-1 0 0,0-1 0,0 1 0,0 0 0,0-3 0,-1 4 0,1 0 0,-1-1 0,0 1 0,1 0 0,-1 0 0,0-1 0,0 1 0,0 0 0,0 0 0,0 0 0,0 0 0,0 0 0,-1 1 0,1-1 0,0 0 0,-1 0 0,1 1 0,0-1 0,-1 1 0,1-1 0,0 1 0,-1 0 0,1-1 0,-1 1 0,1 0 0,-1 0 0,1 0 0,-3 0 0,-1 0 0,1 0 0,-1 1 0,0-1 0,0 1 0,0 0 0,1 0 0,-8 3 0,9-3 0,0 1 0,-1 0 0,1 0 0,0 0 0,0 0 0,0 0 0,1 1 0,-1-1 0,0 1 0,1 0 0,0 0 0,0-1 0,0 2 0,0-1 0,0 0 0,-1 4 0,2-5 0,0 1 0,1 0 0,-1-1 0,1 1 0,-1-1 0,1 1 0,0 0 0,0-1 0,0 1 0,1 0 0,-1-1 0,1 1 0,-1-1 0,1 1 0,0-1 0,0 1 0,0-1 0,0 0 0,1 1 0,-1-1 0,0 0 0,4 4 0,5 5 0,1 0 0,0-1 0,0 0 0,1-1 0,0 0 0,0-1 0,1 0 0,0-1 0,16 6 0,-12-6 0,1-2 0,0 0 0,0-1 0,0 0 0,1-2 0,35 1 0,1-4-1365,-41 1-5461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3 24575,'20'0'0,"-3"-1"0,0 2 0,26 3 0,-37-3 0,-1 0 0,1 1 0,0 0 0,-1 0 0,0 0 0,1 1 0,-1-1 0,0 1 0,0 1 0,0-1 0,4 5 0,-4-4 0,-1 0 0,0 0 0,0 0 0,-1 1 0,0-1 0,1 1 0,-1 0 0,4 9 0,-7-12 0,1-1 0,-1 1 0,0 0 0,1-1 0,-1 1 0,0 0 0,0-1 0,0 1 0,0 0 0,-1-1 0,1 1 0,0 0 0,-1-1 0,1 1 0,-1-1 0,1 1 0,-1 0 0,0-1 0,0 1 0,1-1 0,-1 0 0,0 1 0,0-1 0,-1 0 0,1 0 0,0 1 0,0-1 0,-1 0 0,1 0 0,0 0 0,-1 0 0,1-1 0,-3 2 0,-2 1 0,-1 0 0,1-1 0,0 0 0,-1-1 0,1 1 0,-1-1 0,1 0 0,-1-1 0,0 1 0,-9-2 0,-5-1 0,0 0 0,-20-7 0,-34-10 0,64 15 0,0 0 0,1-1 0,-1 0 0,-15-10 0,24 14 0,1 0 0,-1 0 0,1 0 0,0 0 0,0 0 0,0 0 0,-1-1 0,1 1 0,0 0 0,0-1 0,1 1 0,-1 0 0,0-1 0,0 1 0,1-1 0,-1 1 0,1-1 0,-1-1 0,1 1 0,0 1 0,0 0 0,0-1 0,1 1 0,-1 0 0,0-1 0,1 1 0,-1 0 0,1-1 0,-1 1 0,1 0 0,-1 0 0,1-1 0,0 1 0,0 0 0,0 0 0,1-1 0,1-1 0,1-1 0,0 1 0,0 0 0,0 0 0,0 1 0,1-1 0,-1 1 0,1 0 0,0 0 0,6-1 0,6 0-72,1 1-1,-1 0 0,1 2 1,21 1-1,-17-1-929,-10 1-5824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4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114 197 24575,'-10'-38'0,"4"7"0,-2 1 0,-20-48 0,28 77 0,-1 0 0,1 0 0,-1 0 0,1-1 0,-1 1 0,1 0 0,-1 0 0,0 0 0,0 0 0,1 0 0,-1 1 0,0-1 0,0 0 0,0 0 0,0 0 0,0 1 0,0-1 0,0 1 0,0-1 0,-2 0 0,3 1 0,-1 0 0,1 0 0,0 0 0,-1 0 0,1 0 0,-1 0 0,1 1 0,0-1 0,-1 0 0,1 0 0,-1 0 0,1 0 0,0 1 0,-1-1 0,1 0 0,0 1 0,0-1 0,-1 0 0,1 0 0,0 1 0,-1 0 0,-5 14 0,2 15 0,1 1 0,1 0 0,4 49 0,-1-49 0,3 40-142,16 89-1,29 66-141,-44-208 284,25 92 0,-24-90 0,1-1 0,2 0 0,14 25 0,-21-39 47,1-1 0,0 0 1,0 1-1,1-1 1,7 6-1,-11-9-40,1-1-1,0 1 0,-1-1 1,1 1-1,0-1 0,0 1 1,-1-1-1,1 0 0,0 1 1,0-1-1,0 0 0,-1 0 1,1 1-1,0-1 0,0 0 1,0 0-1,0 0 0,-1 0 1,1 0-1,0 0 0,0 0 1,0-1-1,0 1 0,0 0 1,-1 0-1,1-1 0,0 1 1,0 0-1,-1-1 0,1 1 1,0-1-1,0 1 0,-1-1 1,1 1-1,0-1 0,-1 1 1,1-1-1,-1 0 0,1 1 1,-1-1-1,1 0 0,-1 0 1,0 1-1,1-2 0,2-4-6,-1 1 0,0-1 0,0 0 0,0 0 0,-1 1 0,0-1 0,0 0 0,0 0 0,-1 0 0,0-7 0,-1-11 0,-6-27 0,7 49 0,-2-12 0,-1 0 0,0 0 0,-1 1 0,0-1 0,-12-21 0,14 31 0,0 0 0,0 0 0,0 0 0,-1 1 0,0-1 0,1 1 0,-1-1 0,-1 1 0,1 0 0,0 1 0,-1-1 0,1 0 0,-1 1 0,0 0 0,0 0 0,0 0 0,0 0 0,0 1 0,-1-1 0,1 1 0,0 0 0,-6 0 0,-5 1-1,0 1 0,0 0 0,-19 4 0,4 0-1360,13-3-5465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6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164 692 24575,'10'-8'0,"-1"0"0,-1 0 0,0-1 0,0 0 0,0 0 0,8-16 0,-12 18 0,-1 1 0,-1-1 0,1 1 0,-1-1 0,0 0 0,0 0 0,-1 0 0,0 0 0,-1 0 0,1 0 0,-1 0 0,-1-9 0,-3-12 0,-1 1 0,-12-39 0,-25-53 0,10 32 0,13 27 0,-18-47 0,37 106 0,0-1 0,-1 1 0,1 0 0,-1 0 0,1 0 0,-1 0 0,1 0 0,-1 0 0,0-1 0,1 1 0,-1 1 0,0-1 0,0 0 0,0 0 0,0 0 0,0 0 0,0 1 0,0-1 0,0 0 0,0 1 0,0-1 0,-1 1 0,1-1 0,0 1 0,0 0 0,0-1 0,-1 1 0,1 0 0,0 0 0,-1 0 0,1 0 0,0 0 0,0 0 0,-1 0 0,1 1 0,0-1 0,0 0 0,0 1 0,-3 0 0,2 0 0,-1 1 0,0-1 0,1 1 0,-1 0 0,1 0 0,-1 0 0,1 0 0,0 0 0,0 1 0,0-1 0,0 1 0,1-1 0,-1 1 0,0-1 0,-1 6 0,-1 2 0,1 1 0,0 0 0,0 0 0,1 0 0,1 0 0,0 0 0,0 1 0,1-1 0,1 0 0,0 0 0,0 0 0,1 1 0,1-1 0,-1-1 0,8 17 0,-9-24 0,5 12 0,1-1 0,0 0 0,1-1 0,0 1 0,1-2 0,18 21 0,0-6 0,2-2 0,1-1 0,54 34 0,-76-53 0,24 14 0,55 24 0,-76-39 0,0 0 0,0 0 0,1-1 0,-1-1 0,1 0 0,0-1 0,-1 0 0,1 0 0,16-2 0,-24 0 0,-1 0 0,1 1 0,0-1 0,-1 0 0,1-1 0,-1 1 0,0-1 0,1 1 0,-1-1 0,0 0 0,0 0 0,0-1 0,0 1 0,5-6 0,-5 4 0,1 0 0,-1-1 0,0 0 0,0 1 0,-1-1 0,0 0 0,1 0 0,-2-1 0,3-8 0,-2 9 0,-1-1 0,0 0 0,-1 1 0,1-1 0,-1 0 0,0 0 0,-1 1 0,1-1 0,-1 0 0,0 1 0,-1-1 0,1 1 0,-1-1 0,0 1 0,0 0 0,-1-1 0,0 1 0,0 0 0,0 1 0,-5-7 0,5 8 0,1 1 0,-1-1 0,0 1 0,0 0 0,0 0 0,0 0 0,0 0 0,-1 1 0,1-1 0,-5 0 0,6 1 0,1 1 0,0 0 0,0 0 0,-1 0 0,1 0 0,0 0 0,0 0 0,-1 0 0,1 1 0,0-1 0,0 0 0,0 1 0,0-1 0,-1 1 0,1-1 0,0 1 0,0-1 0,0 1 0,0 0 0,0-1 0,0 1 0,0 0 0,0 0 0,1 0 0,-1 0 0,0 0 0,0 0 0,1 0 0,-1 0 0,1 0 0,-1 0 0,1 0 0,-1 2 0,-1 1 0,0 1 0,0 0 0,1-1 0,0 1 0,0 0 0,0 0 0,0 0 0,1 0 0,0 0 0,0 7 0,1-8 0,0 0 0,0 0 0,1 0 0,-1 0 0,1 0 0,-1 0 0,1-1 0,1 1 0,-1-1 0,0 1 0,1-1 0,0 0 0,3 3 0,6 6 0,0-1 0,1-1 0,0 0 0,1 0 0,26 12 0,-33-18 0,1-1 0,-1 0 0,0 0 0,1-1 0,0 0 0,0 0 0,-1-1 0,1 0 0,0-1 0,0 0 0,0 0 0,0 0 0,0-1 0,9-2 0,-13 2 0,0-1 0,0 1 0,-1-1 0,1 0 0,-1 0 0,0 0 0,1 0 0,-1-1 0,0 1 0,0-1 0,-1 0 0,1 0 0,0 0 0,3-6 0,-2 2 0,0 0 0,0 0 0,-1-1 0,0 0 0,-1 0 0,3-8 0,-5 15 0,0 0 0,1-1 0,-1 1 0,0 0 0,1 0 0,-1-1 0,1 1 0,0 0 0,-1 0 0,2-2 0,-1 3 0,-1 0 0,0 0 0,0-1 0,1 1 0,-1 0 0,0 0 0,1 0 0,-1-1 0,0 1 0,1 0 0,-1 0 0,1 0 0,-1 0 0,0 0 0,1 0 0,-1 0 0,0 0 0,1 0 0,-1 0 0,1 0 0,-1 0 0,0 0 0,1 0 0,2 1 0,-1 0 0,0 1 0,1-1 0,-1 1 0,0-1 0,0 1 0,0 0 0,3 3 0,7 7 0,1 0 0,27 18 0,-33-25 0,1 0 0,0-1 0,1 0 0,-1 0 0,1-1 0,-1 0 0,12 2 0,-17-5 0,-1 0 0,0 1 0,0-1 0,1 0 0,-1 0 0,0-1 0,0 1 0,1 0 0,-1-1 0,0 1 0,0-1 0,0 0 0,1 0 0,1-1 0,0-1 0,1 0 0,-1 0 0,0-1 0,5-4 0,11-11 0,-19 19 0,1-1 0,-1 0 0,0 1 0,0-1 0,1 1 0,-1 0 0,0-1 0,1 1 0,-1 0 0,0 0 0,1 0 0,-1 0 0,0 0 0,1 0 0,-1 0 0,0 0 0,1 1 0,-1-1 0,3 1 0,27 14 0,-13-6 0,-11-7-341,0 0 0,1 0-1,12 2 1,-7-3-6485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29 24575,'-7'-5'0,"0"1"0,0 0 0,-1 1 0,1 0 0,-1 0 0,-9-2 0,15 5 0,0-1 0,0 1 0,0 0 0,-1 0 0,1 0 0,0 0 0,0 0 0,0 0 0,-1 1 0,1-1 0,0 1 0,0-1 0,0 1 0,0 0 0,0 0 0,0 0 0,0 0 0,0 0 0,0 1 0,1-1 0,-1 1 0,0-1 0,1 1 0,-1-1 0,1 1 0,0 0 0,-2 2 0,0 0 0,1 1 0,0-1 0,0 0 0,0 1 0,0-1 0,1 1 0,0 0 0,0-1 0,0 1 0,0 0 0,1 0 0,0 0 0,0 0 0,1 7 0,-1-8 0,1-1 0,0 0 0,0 1 0,0-1 0,1 0 0,-1 0 0,1 0 0,-1 0 0,1 0 0,0 0 0,0 0 0,0-1 0,1 1 0,-1-1 0,1 1 0,-1-1 0,1 0 0,0 0 0,0 0 0,0-1 0,3 3 0,2-2 0,-1 1 0,1-1 0,0-1 0,0 1 0,0-1 0,0 0 0,0-1 0,12-1 0,-9 1 0,-1 0 0,1 0 0,-1 1 0,13 3 0,-20-3 0,1 1 0,-1-1 0,0 1 0,1 0 0,-1 0 0,0 0 0,0 1 0,-1-1 0,1 1 0,0-1 0,-1 1 0,1 0 0,-1 0 0,0 0 0,0 1 0,0-1 0,-1 0 0,1 1 0,-1-1 0,2 7 0,2 6 0,-1 0 0,-1 0 0,2 22 0,-3-3 0,0 1 0,-5 36 0,3-69 0,0-1 0,0 1 0,-1 0 0,1 0 0,-1-1 0,0 1 0,0 0 0,0-1 0,0 1 0,0-1 0,-1 1 0,1-1 0,-1 0 0,1 1 0,-1-1 0,0 0 0,0 0 0,0 0 0,0-1 0,0 1 0,-1 0 0,1-1 0,0 1 0,-1-1 0,1 0 0,-1 0 0,0 0 0,1 0 0,-1 0 0,0-1 0,1 1 0,-1-1 0,0 1 0,0-1 0,1 0 0,-1 0 0,0-1 0,-5 0 0,-28-6-1365,21 4-5461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7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24575,'0'-6'0,"-1"4"0,1 1 0,0-1 0,0 1 0,0-1 0,0 1 0,0-1 0,1 1 0,-1-1 0,0 1 0,1 0 0,-1-1 0,1-1 0,0 3 0,-1 0 0,0 0 0,1 0 0,-1 0 0,0 0 0,1 0 0,-1 0 0,0 0 0,1 0 0,-1 0 0,0 0 0,1 0 0,-1 0 0,0 1 0,1-1 0,-1 0 0,0 0 0,1 0 0,-1 0 0,0 1 0,0-1 0,1 0 0,-1 0 0,0 1 0,0-1 0,1 0 0,-1 0 0,0 1 0,0-1 0,0 0 0,0 0 0,1 1 0,-1-1 0,0 0 0,0 1 0,0 0 0,8 13 0,5 20 0,0 0 0,7 37 0,-10-32 0,21 51 0,4-15 0,46 71 0,-74-133-1365,-2-2-5461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1 484 24575,'54'5'0,"142"5"0,-192-10 0,1 0 0,-1 0 0,0-1 0,1 0 0,-1 0 0,0 0 0,1 0 0,-1-1 0,0 0 0,0 0 0,0 0 0,0 0 0,-1 0 0,5-4 0,-5 3 0,0 0 0,-1 0 0,0 0 0,0 0 0,0 0 0,0 0 0,0-1 0,-1 1 0,1-1 0,-1 1 0,0-1 0,0 0 0,0 1 0,-1-1 0,1 0 0,-1-7 0,0-6 0,-1-1 0,-1 1 0,-1 0 0,-8-30 0,-28-67 0,33 98 0,-4-9 0,1-1 0,1 0 0,1-1 0,-4-33 0,17 97 0,12 41 0,-14-63 0,-4-13 0,59 206 0,-49-180 0,2 0 0,0-2 0,2 1 0,1-2 0,23 32 0,-37-55 0,1 0 0,0 0 0,-1 0 0,1-1 0,0 1 0,0 0 0,0-1 0,0 1 0,0-1 0,0 0 0,1 0 0,-1 0 0,0 0 0,1 0 0,-1 0 0,1-1 0,3 2 0,-4-2 0,-1-1 0,1 1 0,-1 0 0,1-1 0,-1 1 0,1 0 0,-1-1 0,1 0 0,-1 1 0,1-1 0,-1 0 0,0 0 0,1 0 0,-1 0 0,0 0 0,0 0 0,0 0 0,0 0 0,0 0 0,0 0 0,0-1 0,0 1 0,-1 0 0,1-1 0,0 1 0,-1-1 0,1 1 0,-1-1 0,1-1 0,4-18 0,-4 14 0,1 1 0,0-1 0,0 1 0,0-1 0,5-9 0,-6 15 0,0 0 0,0 0 0,-1 0 0,1 0 0,0 0 0,0 0 0,0 0 0,0 0 0,0 1 0,0-1 0,0 0 0,0 1 0,0-1 0,1 1 0,-1-1 0,0 1 0,0-1 0,0 1 0,1 0 0,-1-1 0,0 1 0,0 0 0,1 0 0,-1 0 0,0 0 0,1 0 0,-1 1 0,0-1 0,0 0 0,1 0 0,-1 1 0,0-1 0,0 1 0,2 1 0,30 14 35,0 2-1,45 34 1,2 1-1504,-67-46-5357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45 162 24575,'0'0'0,"0"-1"0,0 1 0,1-1 0,-1 1 0,0 0 0,0-1 0,0 1 0,1-1 0,-1 1 0,0 0 0,1-1 0,-1 1 0,0 0 0,0 0 0,1-1 0,-1 1 0,1 0 0,-1 0 0,0-1 0,1 1 0,-1 0 0,1 0 0,-1 0 0,0 0 0,1 0 0,-1-1 0,1 1 0,0 1 0,-1-1 0,1 0 0,0 0 0,-1 1 0,1-1 0,-1 0 0,1 1 0,-1-1 0,1 1 0,-1-1 0,1 1 0,-1-1 0,1 1 0,-1-1 0,1 2 0,12 27 0,-11-25 0,20 53 0,90 213 0,-107-260 0,10 16 0,-41-86 0,-53-97 0,55 115 0,2-1 0,-25-67 0,44 103 0,-5-18 0,1 0 0,0 0 0,-2-26 0,10 39 0,5 17 0,5 19 0,-2-4 0,2 0 0,0-1 0,1 0 0,1-1 0,1 0 0,1-1 0,0 0 0,1-2 0,1 0 0,0 0 0,1-2 0,0 0 0,1-1 0,24 11 0,-38-21 0,-1 0 0,1 0 0,-1-1 0,1 0 0,0 1 0,-1-2 0,1 1 0,0 0 0,0-1 0,0 0 0,-1 0 0,8-1 0,-9 0 0,0 0 0,0 0 0,0 0 0,0-1 0,0 1 0,0-1 0,0 1 0,-1-1 0,1 0 0,-1 0 0,1 0 0,-1 0 0,0-1 0,1 1 0,-1-1 0,-1 1 0,1-1 0,0 0 0,1-3 0,3-8 0,-1 0 0,-1 0 0,0 0 0,-1-1 0,0 0 0,-1 1 0,0-25 0,0 14 0,2 8 0,1 14 0,2 9 0,51 92 0,45 37 0,-9-13 0,-93-120-82,1-1 17,-1 1 1,0-1 0,0 0 0,0 1 0,0-1 0,-1 0 0,1 1 0,0-1-1,-1 1 1,1 0 0,-1-1 0,1 1 0,-1-1 0,0 1 0,1 0-1,-1-1 1,0 1 0,0 0 0,-1 2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8:5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24575,'-1'-9'0,"2"-6"0,1 15 0,2 9 0,10 29 0,2-2 0,1 0 0,31 47 0,3-12-1365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00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25 24575,'-15'-5'0,"-7"-2"0,-3 1 0,0 1 0,3 3 0,2 4 0,1-1 0,3 2 0,-2-2 0,0 3 0,-2 0 0,-1 0 0,2-1 0,1-1 0,3-1-8191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01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24575,'0'-21'0,"0"17"0,0 14 0,0 1 0,1 0 0,0 0 0,0 0 0,4 17 0,-2-22 0,-1 1 0,1-1 0,-1 0 0,2 0 0,-1 0 0,1 0 0,0 0 0,7 7 0,18 18-105,-11-12 220,19 24-1,-32-37-279,-1 1-1,0-1 1,0 1-1,-1 0 1,1 0-1,-2 1 1,1-1-1,2 11 1,-4-8-6661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5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0 24575,'-340'0'-1365,"327"0"-5461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6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24575,'7'13'0,"0"1"0,-1 1 0,0-1 0,-2 1 0,7 29 0,-4-13 0,24 92 0,29 110 0,-58-225 0,1 1 0,-1-1 0,-1 1 0,0-1 0,0 1 0,-1-1 0,-1 17 0,-1-22-1365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6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24575,'-7'0'0,"-1"1"0,0 0 0,0 0 0,0 1 0,0-1 0,1 2 0,-1-1 0,1 1 0,-1 0 0,-7 5 0,2 1 0,0 0 0,0 0 0,1 2 0,-12 12 0,23-22 0,-1 0 0,1 0 0,0 1 0,0-1 0,0 0 0,0 0 0,0 1 0,0-1 0,0 1 0,0-1 0,1 1 0,-1 0 0,1-1 0,-1 3 0,1-3 0,0 0 0,0 0 0,1 0 0,-1 0 0,1 0 0,-1 0 0,0 0 0,1-1 0,0 1 0,-1 0 0,1 0 0,0 0 0,-1-1 0,1 1 0,0 0 0,0 0 0,-1-1 0,1 1 0,0-1 0,0 1 0,0-1 0,0 1 0,0-1 0,2 1 0,30 12 0,1-1 0,64 14 0,-56-16 0,10 1 0,104 10 0,-153-20-105,-1-1 15,0 0 0,0 0 0,0 1 0,0-1 0,1 0 0,-1-1 0,0 1 0,0 0 0,0-1 0,0 1 0,0-1 0,0 0 0,3-1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8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990 131 24575,'21'-9'0,"-19"8"0,-13 5 0,-30 6 0,1-2 0,-1-1 0,-48 2 0,-127-6 0,142-4 0,-412 1 0,486 0 0,-1 0 0,1 0 0,-1 0 0,1 1 0,-1-1 0,1 0 0,-1 0 0,0 0 0,1 0 0,-1 0 0,1 0 0,-1-1 0,1 1 0,-1 0 0,1 0 0,-1 0 0,1 0 0,-1-1 0,1 1 0,-1 0 0,1-1 0,-1 1 0,1 0 0,-1-1 0,1 1 0,0 0 0,-1-2 0,1 2 0,0-1 0,1 0 0,-1 1 0,0-1 0,1 0 0,-1 1 0,1-1 0,-1 0 0,1 1 0,0-1 0,-1 1 0,1-1 0,-1 1 0,1-1 0,1 0 0,32-16 0,96-24 0,-85 29 0,61-26 0,-83 26 0,-23 11 0,1 1 0,0-1 0,-1 1 0,1 0 0,0-1 0,-1 1 0,1-1 0,-1 1 0,1-1 0,-1 0 0,1 1 0,-1-1 0,1 1 0,-1-1 0,0 0 0,1 1 0,-1-1 0,0 0 0,1 0 0,-1 1 0,0-1 0,0 0 0,0 0 0,0 1 0,0-1 0,0 0 0,0 0 0,0-1 0,-1 2 0,1-1 0,-1 0 0,0 1 0,0-1 0,0 1 0,1-1 0,-1 1 0,0 0 0,0-1 0,0 1 0,0 0 0,0-1 0,0 1 0,0 0 0,0 0 0,0 0 0,0 0 0,0 0 0,0 0 0,0 0 0,0 0 0,0 1 0,-27 3 0,25-3 0,-14 3 0,1 1 0,-1 1 0,-27 14 0,-45 31 0,40-22 0,44-27 0,-14 10 0,18-11 0,0-1 0,0 1 0,0 0 0,0 0 0,0-1 0,0 1 0,1 0 0,-1 0 0,0 0 0,1 0 0,-1 0 0,1 0 0,-1 0 0,0 2 0,1-2 0,0-1 0,0 1 0,0 0 0,0-1 0,1 1 0,-1-1 0,0 1 0,0 0 0,1-1 0,-1 1 0,0-1 0,1 1 0,-1-1 0,1 1 0,-1-1 0,0 1 0,1-1 0,-1 1 0,1-1 0,-1 0 0,1 1 0,0-1 0,-1 0 0,1 1 0,-1-1 0,1 0 0,0 1 0,20 6 0,-18-7 0,36 11 0,158 48 0,-194-58-97,0-1-1,-1 1 1,1 0-1,0 0 1,-1 1-1,1-1 1,-1 1-1,0-1 1,1 1-1,-1 0 1,0-1-1,0 1 0,3 4 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39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61 873 24575,'23'-15'0,"39"-34"0,-55 42 0,1-1 0,-1 0 0,0 0 0,-1-1 0,0 0 0,-1 0 0,9-19 0,-7 9 0,0 0 0,-2-1 0,0 0 0,3-38 0,-6 16 0,-4-57 0,-2 55 0,-19-72 0,8 43 0,12 60 0,-3-20 0,-12-38 0,15 61 0,-1 0 0,0 1 0,-1-1 0,0 1 0,-1 0 0,1 0 0,-15-16 0,19 25 0,1-1 0,-1 1 0,1-1 0,-1 1 0,0-1 0,1 1 0,-1 0 0,0-1 0,1 1 0,-1 0 0,0 0 0,1-1 0,-1 1 0,0 0 0,0 0 0,1 0 0,-1 0 0,0 0 0,0 0 0,1 0 0,-1 0 0,0 0 0,1 1 0,-1-1 0,0 0 0,0 0 0,1 1 0,-1-1 0,0 0 0,1 1 0,-1-1 0,1 0 0,-1 1 0,0-1 0,1 1 0,-1-1 0,1 1 0,-1 0 0,-4 4 0,1 0 0,0 0 0,-6 8 0,5-5 0,-3 2 0,1 1 0,0 0 0,1 0 0,0 0 0,1 1 0,0 0 0,1 0 0,1 0 0,-1 0 0,2 1 0,0-1 0,0 1 0,1 17 0,1-8 0,1 0 0,1 0 0,2 0 0,0 0 0,1-1 0,12 33 0,-8-27 0,2-1 0,0-1 0,29 46 0,-35-63 0,5 7 0,1 0 0,0 0 0,1-1 0,26 23 0,-31-31-101,1 1 160,0-1-1,1 1 0,11 5 1,-18-11-127,0 0 0,0 0 0,0 0-1,1 0 1,-1-1 0,0 1 0,0 0 0,0-1 0,1 0 0,-1 0 0,0 1 0,0-1 0,0 0 0,1-1 0,-1 1-1,0 0 1,0-1 0,1 1 0,-1-1 0,0 0 0,2-1 0,5-4-6758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0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18 24575,'-6'-14'0,"3"11"0,5 9 0,73 234 0,-15-41 0,-59-198 0,2 9 0,1 1 0,6 11 0,-8-21-1365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1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 24575,'-3'0'0,"0"0"0,1 1 0,-1-1 0,0 1 0,0 0 0,1 0 0,-1 0 0,1 0 0,-1 0 0,1 1 0,-4 2 0,-26 23 0,23-19 0,-2 2 0,0 0 0,1 1 0,-9 13 0,17-22 0,0 1 0,0-1 0,0 1 0,1 0 0,-1 0 0,1-1 0,-1 1 0,1 0 0,0 0 0,1 1 0,-1-1 0,0 0 0,1 0 0,0 0 0,-1 0 0,1 1 0,1-1 0,-1 0 0,0 0 0,2 6 0,-1-7 0,0 0 0,1 0 0,-1 0 0,0-1 0,1 1 0,-1 0 0,1-1 0,0 1 0,-1-1 0,1 1 0,0-1 0,0 0 0,0 0 0,0 0 0,0 0 0,0 0 0,1 0 0,-1 0 0,3 0 0,6 1 0,1 0 0,18 1 0,-18-2 0,296 13-1365,-294-14-5461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2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875 88 24575,'-2'-1'0,"1"-1"0,-1 1 0,0 0 0,0 0 0,0 0 0,0 0 0,0 0 0,0 0 0,0 1 0,0-1 0,0 1 0,0-1 0,0 1 0,-1 0 0,1 0 0,0 0 0,0 0 0,0 0 0,-4 1 0,-5 1 0,1 0 0,-20 8 0,6-2 0,-2-1 0,-2-2 0,-52 3 0,-57-8 0,71-1 0,-71-7 0,-5 0 0,129 8 0,2 0 0,0 0 0,0 0 0,-1 1 0,1 0 0,0 1 0,0 0 0,-18 7 0,10-4 0,19-5 0,1 0 0,-1 0 0,0 0 0,0 0 0,0 0 0,0 0 0,0 0 0,0 0 0,0 0 0,0 0 0,0 0 0,0 0 0,0 0 0,0 0 0,0 0 0,0 0 0,0 0 0,0 0 0,0-1 0,0 1 0,0 0 0,0 0 0,0 0 0,0 0 0,0 0 0,0 0 0,0 0 0,0 0 0,0 0 0,0 0 0,0 0 0,0 0 0,0 0 0,0 0 0,0 0 0,0 0 0,0 0 0,0 0 0,0 0 0,0 0 0,0 0 0,0-1 0,-1 1 0,1 0 0,0 0 0,0 0 0,0 0 0,0 0 0,0 0 0,0 0 0,0 0 0,0 0 0,0 0 0,0 0 0,0 0 0,0 0 0,0 0 0,0 0 0,0 0 0,0 0 0,0 0 0,0 0 0,0 0 0,0 0 0,-1 0 0,11-6 0,6 0 0,0 0 0,0 1 0,22-5 0,6-1 0,-4 1 0,-23 5 0,1 1 0,-1-2 0,1 0 0,27-16 0,-44 22 0,-1 0 0,1-1 0,0 1 0,-1 0 0,1-1 0,-1 1 0,1 0 0,0-1 0,-1 1 0,1-1 0,-1 1 0,1-1 0,-1 0 0,1 1 0,-1-1 0,0 1 0,1-1 0,-1 0 0,0 1 0,1-1 0,-1 0 0,0-1 0,0 2 0,0-1 0,-1 1 0,1-1 0,0 1 0,-1-1 0,1 1 0,0 0 0,-1-1 0,1 1 0,-1-1 0,1 1 0,-1 0 0,1 0 0,-1-1 0,1 1 0,-1 0 0,1 0 0,-1-1 0,1 1 0,-1 0 0,0 0 0,-4-1 0,0 0 0,1 1 0,-1-1 0,0 1 0,-8 1 0,5 1 0,0 0 0,1 1 0,-1-1 0,1 2 0,0-1 0,0 1 0,0 0 0,-8 7 0,4-3 0,1 1 0,0 0 0,1 0 0,-10 14 0,18-22 0,0 0 0,0 0 0,0 0 0,1 0 0,-1 0 0,0 0 0,1 1 0,-1-1 0,1 0 0,-1 0 0,1 0 0,0 0 0,-1 1 0,1-1 0,0 0 0,0 0 0,0 1 0,0-1 0,0 0 0,0 0 0,0 1 0,0-1 0,1 0 0,-1 0 0,0 1 0,1 0 0,1 0 0,-1 0 0,1 0 0,0 0 0,-1-1 0,1 1 0,0 0 0,0-1 0,0 1 0,1-1 0,-1 0 0,0 0 0,4 1 0,10 4 37,1 0-1,22 3 1,-24-6-406,0 1 0,0 0 1,17 8-1,-22-7-6457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6 24575,'-23'0'0,"-10"0"0,-4 0 0,2 0 0,4 0 0,4 0 0,6 0 0,0 0 0,1 0 0,2 0 0,2 0 0,0 0 0,1 0 0,1-2 0,2-1-8191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43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237 657 24575,'-4'-20'0,"1"0"0,1 0 0,2 0 0,-1 0 0,4-25 0,2 3 0,-2-1 0,-5-55 0,0 76 0,-2 0 0,-1 0 0,0 0 0,-2 1 0,0-1 0,-2 2 0,0-1 0,-1 1 0,-19-28 0,22 38 0,0 0 0,0 0 0,0 1 0,-2 0 0,1 1 0,-1 0 0,-13-10 0,21 17 0,0 1 0,0-1 0,0 0 0,0 1 0,0-1 0,0 1 0,0-1 0,0 1 0,0 0 0,-1-1 0,1 1 0,0 0 0,0 0 0,-1 0 0,1 0 0,0 0 0,0 0 0,0 0 0,-1 0 0,1 0 0,0 1 0,0-1 0,0 0 0,-1 1 0,1-1 0,0 1 0,0-1 0,0 1 0,0 0 0,0-1 0,0 1 0,0 0 0,0 0 0,0 0 0,1 0 0,-1 0 0,0 0 0,0 0 0,1 0 0,-1 0 0,1 0 0,-1 0 0,0 1 0,-2 7 0,0 0 0,0 0 0,1 0 0,-2 16 0,2-11 0,-2 6 0,1-1 0,1 1 0,1 0 0,1-1 0,0 1 0,2 0 0,0 0 0,1-1 0,1 1 0,1-1 0,1 0 0,9 23 0,-4-18 0,1 0 0,1-1 0,0 0 0,29 34 0,-36-50 11,1-1 0,-1 0 0,1 0 0,1-1 0,-1 0 0,1 0-1,0-1 1,0 0 0,1 0 0,14 4 0,-6-3-308,0-2 0,1 0 0,-1 0 0,29-1 0,-33-2-6529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3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24575,'0'27'0,"1"0"0,6 37 0,-2-39 0,-3-11 0,0 0 0,10 27 0,-10-37 0,0 1 0,0-1 0,0 0 0,1 0 0,-1 0 0,1 0 0,0 0 0,0-1 0,1 1 0,-1-1 0,1 0 0,-1 0 0,6 3 0,-2-2 0,0 0 0,0-1 0,1 1 0,-1-1 0,1-1 0,0 1 0,0-1 0,0-1 0,0 0 0,0 0 0,0 0 0,1-1 0,12-1 0,-16 0 0,0 0 0,0 0 0,0 0 0,-1-1 0,1 0 0,0 0 0,-1 0 0,1 0 0,-1-1 0,0 1 0,0-1 0,0 0 0,0-1 0,0 1 0,0-1 0,-1 1 0,0-1 0,0 0 0,0 0 0,0-1 0,-1 1 0,1 0 0,1-6 0,0-2 0,0 1 0,-1-1 0,0 0 0,-1 0 0,0 0 0,-1 0 0,0-18 0,-1 55 0,1 0 0,2 0 0,0-1 0,12 40 0,9-2 0,59 103 0,-54-110 0,-1 0 0,26 76 0,-52-125 0,0 1 0,-1-1 0,0 1 0,0-1 0,0 1 0,-1-1 0,0 9 0,0-14 0,0 1 0,0-1 0,0 0 0,-1 1 0,1-1 0,-1 0 0,1 0 0,-1 1 0,1-1 0,-1 0 0,1 0 0,-1 0 0,0 0 0,0 0 0,0 0 0,0 0 0,0 0 0,0 0 0,0 0 0,0 0 0,0 0 0,0-1 0,0 1 0,0 0 0,-1-1 0,1 1 0,0-1 0,0 0 0,-1 1 0,1-1 0,0 0 0,-1 0 0,1 1 0,0-1 0,-1 0 0,1-1 0,0 1 0,-1 0 0,1 0 0,0 0 0,-2-1 0,-4-1 0,0 0 0,0 0 0,0 0 0,0-1 0,1 0 0,-1-1 0,1 1 0,0-1 0,0 0 0,0-1 0,1 1 0,0-1 0,-1 0 0,2-1 0,-6-6 0,2 2 0,1-1 0,1 0 0,0 0 0,0 0 0,1-1 0,0 0 0,-5-22 0,9 30 8,0 0 0,1 0 0,0 1 0,0-1 0,0 0 0,0 0 0,0 0 0,1 0 0,-1 1 0,1-1 0,0 0 0,0 1 0,1-1 0,1-4 0,2 0-305,0 1 0,0-1 0,0 1 0,12-11 0,-9 8-6529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4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88 24575,'-13'-13'0,"0"-1"0,-28-22 0,38 33 0,-1 1 0,0-1 0,0 0 0,-1 1 0,1 0 0,0 0 0,-1 0 0,0 1 0,1 0 0,-1-1 0,0 2 0,-6-2 0,9 2 0,1 0 0,0 0 0,-1 0 0,1 0 0,0 1 0,-1-1 0,1 0 0,0 1 0,-1-1 0,1 0 0,0 1 0,0 0 0,-1-1 0,1 1 0,0 0 0,0-1 0,0 1 0,0 0 0,0 0 0,0 0 0,0 0 0,-1 2 0,1-1 0,0 1 0,0-1 0,0 1 0,0-1 0,0 1 0,1-1 0,0 1 0,-1-1 0,1 1 0,0-1 0,0 4 0,1 5 0,1 0 0,0 0 0,1 0 0,5 15 0,8 25 0,17 93 0,-16-58 0,5 34 0,-21-110 0,0-2 0,0 1 0,1 0 0,0-1 0,6 17 0,-7-23 0,0 0 0,0 0 0,1 0 0,-1 0 0,0 0 0,1 0 0,0 0 0,-1 0 0,1-1 0,0 1 0,0-1 0,0 1 0,0-1 0,0 0 0,0 0 0,0 0 0,0 0 0,0 0 0,1 0 0,-1-1 0,0 1 0,1-1 0,2 1 0,21 0 0,0-1 0,1-1 0,-1-1 0,47-11 0,-71 13-52,0 0-1,0 0 1,0-1-1,0 1 1,0-1-1,0 1 1,0-1-1,0 0 1,0 0-1,-1 0 1,1 0-1,0 0 1,0 0-1,-1-1 1,1 1-1,-1 0 1,1-1-1,-1 0 1,0 1-1,1-1 0,-1 0 1,0 1-1,0-1 1,0 0-1,1-3 1,0-5-6774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4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24575,'-1'3'0,"4"9"0,6 12 0,2-4 0,20 27 0,-26-39 0,1-1 0,1 0 0,0 0 0,0-1 0,0 0 0,9 7 0,-15-13 0,0 1 0,0-1 0,0 1 0,0-1 0,0 1 0,0-1 0,0 1 0,0-1 0,0 0 0,0 1 0,0-1 0,0 0 0,0 0 0,0 0 0,0 0 0,0 0 0,0 0 0,0 0 0,1 0 0,-1 0 0,0-1 0,0 1 0,0 0 0,0-1 0,0 1 0,0-1 0,0 1 0,-1-1 0,1 1 0,0-1 0,0 0 0,0 1 0,0-1 0,-1 0 0,1 0 0,0 0 0,-1 1 0,1-1 0,-1 0 0,2-2 0,1-4 0,1 0 0,-1-1 0,-1 1 0,4-13 0,-3 7 0,1 1 0,0 0 0,0 0 0,2 0 0,-1 1 0,8-12 0,-11 20 0,-1 1 0,1 0 0,-1 0 0,1 0 0,0 0 0,-1 0 0,1 0 0,0 1 0,0-1 0,0 1 0,1-1 0,-1 1 0,0 0 0,0 0 0,1 0 0,-1 0 0,1 0 0,-1 0 0,1 1 0,-1-1 0,1 1 0,-1 0 0,1 0 0,0 0 0,-1 0 0,1 0 0,-1 0 0,1 1 0,-1-1 0,1 1 0,-1 0 0,3 1 0,7 3 17,-1 1 0,1 0 1,-2 1-1,1 1 0,-1-1 0,18 18 0,-14-9-388,1 0-1,-2 1 1,15 24 0,-21-29-6455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24575,'16'-8'0,"0"0"0,0 1 0,1 1 0,0 1 0,21-4 0,-32 8 0,1 0 0,-1 1 0,1 0 0,0 0 0,-1 0 0,1 1 0,-1 0 0,0 0 0,1 1 0,-1 0 0,0 0 0,0 0 0,0 1 0,0 0 0,0 0 0,-1 0 0,9 7 0,-5-3 0,0 1 0,0 0 0,-1 0 0,0 1 0,9 14 0,-13-17 0,-1-1 0,1 1 0,-2 1 0,1-1 0,-1 0 0,0 1 0,0-1 0,-1 1 0,1 0 0,-1 12 0,-2 84 0,1 29 0,2-116 0,0-1 0,1 1 0,1-1 0,1 0 0,0 0 0,8 17 0,50 81 0,-62-111 0,3 5 0,0 0 0,0 0 0,-1 0 0,0 1 0,0-1 0,-1 1 0,3 14 0,-5-20 0,0 1 0,0 0 0,0-1 0,0 1 0,0 0 0,-1-1 0,1 1 0,-1-1 0,1 1 0,-1-1 0,0 1 0,0-1 0,-1 1 0,1-1 0,0 0 0,-1 0 0,1 0 0,-1 0 0,0 0 0,0 0 0,1 0 0,-1 0 0,-1-1 0,1 1 0,0-1 0,0 1 0,-3 0 0,-7 3-119,1-1-1,-1 0 1,-1-1-1,1 0 0,-25 1 1,28-3-529,-4 1-6178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38 24575,'-29'-7'0,"-6"-2"0,0 1 0,-53-5 0,85 13 0,-1-1 0,1 1 0,-1 0 0,1 1 0,-1-1 0,0 1 0,1-1 0,-1 1 0,1 0 0,0 0 0,-1 1 0,1-1 0,0 1 0,0 0 0,0-1 0,0 1 0,0 1 0,-5 3 0,6-4 7,1-1-1,-1 1 0,0-1 0,0 0 1,0 0-1,0 0 0,0 0 1,0 0-1,-1 0 0,1-1 1,0 1-1,0-1 0,-1 1 0,1-1 1,0 0-1,0 0 0,-1 0 1,-3-1-1,0 0-254,0 0 1,0-1-1,0 0 1,1 0-1,-9-5 1,2 2-6579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61 24575,'-28'-10'0,"-13"-3"0,-6 0 0,1 3 0,5 2 0,2 4 0,3 1 0,3 5 0,4 1 0,7 1-8191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39:5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916 16 24575,'220'-15'0,"-366"16"0,77-2 0,18 3 0,-69 13 0,28-3 0,-6 1 0,51-5 0,-77 2 0,48-12 0,-75 3 0,112 7 0,35-7 0,1 0 0,0 0 0,-1 0 0,1 0 0,0 1 0,0-1 0,0 1 0,-5 4 0,8-6 0,-1 0 0,1 0 0,0 1 0,0-1 0,0 0 0,0 0 0,0 0 0,0 0 0,0 1 0,0-1 0,0 0 0,0 0 0,0 0 0,1 0 0,-1 0 0,0 1 0,0-1 0,0 0 0,0 0 0,0 0 0,0 0 0,0 0 0,0 0 0,0 1 0,0-1 0,1 0 0,-1 0 0,0 0 0,0 0 0,0 0 0,0 0 0,0 0 0,0 0 0,1 0 0,-1 1 0,0-1 0,0 0 0,0 0 0,0 0 0,0 0 0,1 0 0,-1 0 0,9 3 0,-8-3 0,149 41 0,-2-1 0,-109-28 0,-20-7 0,0 1 0,-1 1 0,1 0 0,-2 1 0,26 16 0,-41-23 0,0 1 0,0-1 0,0 1 0,0 0 0,0 0 0,-1 0 0,1 0 0,0 0 0,-1 0 0,0 0 0,1 1 0,-1-1 0,0 0 0,0 1 0,0-1 0,-1 1 0,1-1 0,-1 1 0,1 0 0,-1-1 0,0 1 0,0-1 0,0 6 0,-1-3 0,0-1 0,0 1 0,-1-1 0,0 1 0,0-1 0,0 0 0,0 0 0,0 0 0,-1 0 0,0 0 0,0 0 0,-5 4 0,-25 26 0,-63 47 0,57-51 0,-33 23 0,-56 32 0,20-12 0,20-13 0,87-60 0,1 0 0,0 0 0,0 0 0,0 0 0,0 0 0,-1 0 0,1 1 0,0-1 0,0 0 0,0 0 0,0 0 0,-1 0 0,1 0 0,0 0 0,0 0 0,0 0 0,0 1 0,0-1 0,0 0 0,0 0 0,-1 0 0,1 0 0,0 0 0,0 1 0,0-1 0,0 0 0,0 0 0,0 0 0,0 0 0,0 1 0,0-1 0,0 0 0,0 0 0,0 0 0,0 0 0,0 1 0,0-1 0,0 0 0,0 0 0,0 0 0,0 0 0,0 1 0,0-1 0,0 0 0,10 3 0,18-2 0,-26-1 0,300-25 0,-160 10 0,511-21 0,-622 36-1365,-7 0-5461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33 468 24575,'8'-2'0,"0"-1"0,1 0 0,-1 0 0,-1-1 0,1 0 0,-1 0 0,1-1 0,-1 0 0,0 0 0,-1-1 0,0 1 0,1-2 0,5-7 0,-8 7 0,0 0 0,-1-1 0,1 1 0,-2-1 0,1 0 0,-1 0 0,0 0 0,-1 0 0,0 0 0,0 0 0,-1-11 0,0 0 0,-2 0 0,0 0 0,-8-31 0,6 38 0,0 1 0,-1-1 0,-6-12 0,4 11 0,-7-21 0,12 29 0,0 0 0,0 0 0,-1 0 0,1 0 0,-1 1 0,0-1 0,-1 1 0,1-1 0,-1 1 0,1 0 0,-1 1 0,0-1 0,-1 1 0,1-1 0,-1 1 0,1 1 0,-1-1 0,-9-3 0,13 6 0,0-1 0,0 1 0,0 0 0,0 0 0,0 0 0,0 0 0,0 0 0,0 0 0,0 0 0,0 0 0,0 1 0,0-1 0,0 0 0,0 0 0,0 1 0,0-1 0,0 1 0,0-1 0,0 1 0,0-1 0,1 1 0,-1 0 0,0-1 0,0 1 0,1 0 0,-1 0 0,0-1 0,1 1 0,-1 0 0,1 0 0,-1 0 0,1 0 0,-1 0 0,1 0 0,0 0 0,-1 0 0,1 0 0,0 0 0,0 0 0,0 1 0,-1 7 0,0 0 0,0-1 0,2 17 0,0-17 0,0 18 0,3 1 0,0-1 0,1 0 0,10 28 0,41 98 0,-51-141 0,8 21 0,30 71 0,-35-87 0,1 0 0,1-1 0,0 0 0,13 15 0,-18-24 0,2 0 0,-1-1 0,1 1 0,0-2 0,0 1 0,0-1 0,1 1 0,-1-2 0,1 1 0,12 2 0,-1 0 0,0-2 0,0-1 0,29 2 0,-43-4 17,0-1 0,0 0 1,0-1-1,0 1 0,0-1 0,7-2 0,-10 3-95,0-1 0,0 1 0,0-1-1,-1 0 1,1 0 0,0 0 0,-1 0 0,1 0 0,0-1-1,-1 1 1,0 0 0,1-1 0,-1 1 0,0-1 0,1 1-1,-1-1 1,0 0 0,1-3 0,2-5-6748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7 24575,'-22'-2'0,"-11"-1"0,-1 2 0,2 2 0,6 3 0,6 0 0,3 1 0,2-2 0,4 0-8191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18 24575,'-25'-5'0,"-11"-2"0,1 3 0,4 3 0,4 3 0,5 1 0,3 1 0,3 2 0,1 0 0,3-2-8191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3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7 24575,'0'-3'0,"-3"0"0,-3 2 0,-3 2 0,-2 0 0,-3 1 0,0-1 0,-2 0 0,-1-1 0,-2 1 0,0-1 0,2 0 0,0 0 0,1 0 0,3 0-8191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30 127 24575,'2'9'0,"2"20"0,2-1 0,17 54 0,-18-72 0,1 0 0,0 0 0,0-1 0,1 0 0,10 11 0,5 7 0,-21-27 0,-3-7 0,-7-9 0,-9-12 0,1 0 0,1-2 0,2 0 0,1-1 0,-9-33 0,16 47 0,2 7 0,1-1 0,0 1 0,1 0 0,0-1 0,0 1 0,1-1 0,0-12 0,1 22 0,0 0 0,0 0 0,0 0 0,0 0 0,0 0 0,1 0 0,-1 0 0,0 0 0,1 0 0,-1 0 0,0 0 0,1 0 0,-1 0 0,1 0 0,-1 0 0,1 0 0,0 0 0,-1 1 0,1-1 0,0 0 0,1 0 0,-1 0 0,0 1 0,0 0 0,0 0 0,0-1 0,0 1 0,0 0 0,0 0 0,0 0 0,0 0 0,0 1 0,0-1 0,0 0 0,0 0 0,0 0 0,0 1 0,-1-1 0,1 0 0,1 1 0,5 4 0,0-1 0,0 1 0,0 0 0,6 7 0,-8-8 0,16 12 0,1-1 0,0-1 0,1 0 0,0-2 0,30 11 0,-47-21 0,0 0 0,0 0 0,0 0 0,0-1 0,1 0 0,-1 0 0,1-1 0,-1 1 0,11-2 0,-14 0 0,0 1 0,-1-1 0,1 1 0,-1-1 0,1 0 0,-1 0 0,1 0 0,-1 0 0,1-1 0,-1 1 0,0 0 0,0-1 0,0 0 0,0 0 0,0 1 0,0-1 0,0 0 0,0-1 0,-1 1 0,1 0 0,-1 0 0,0-1 0,1 1 0,-1-1 0,1-2 0,-1-2 0,0 1 0,0 0 0,0-1 0,0-6 0,2-19 0,-3 31 0,0 1 0,0 0 0,0 0 0,0 0 0,0 0 0,0 0 0,0 0 0,0 0 0,0 0 0,0-1 0,0 1 0,0 0 0,0 0 0,0 0 0,0 0 0,0 0 0,0 0 0,0 0 0,1 0 0,-1-1 0,0 1 0,0 0 0,0 0 0,0 0 0,0 0 0,0 0 0,0 0 0,0 0 0,0 0 0,0 0 0,1 0 0,-1 0 0,0 0 0,0 0 0,0 0 0,0-1 0,0 1 0,0 0 0,0 0 0,0 0 0,1 0 0,-1 0 0,0 0 0,0 0 0,0 0 0,0 0 0,0 0 0,0 0 0,0 1 0,1-1 0,3 7 0,5 17 0,-7-17 0,9 20 0,2 0 0,0-1 0,2-1 0,0 0 0,2-1 0,1 0 0,36 35 0,-34-41-1365,-11-11-5461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5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90 24575,'8'-11'0,"0"1"0,1 1 0,0-1 0,1 1 0,14-11 0,-21 18 0,1-1 0,0 1 0,-1 0 0,1 0 0,0 0 0,0 1 0,0-1 0,1 1 0,-1 0 0,0 0 0,0 1 0,1-1 0,-1 1 0,0 0 0,1 0 0,-1 0 0,0 1 0,0-1 0,9 3 0,-2 2 0,-1 0 0,1 0 0,-1 1 0,0 0 0,0 1 0,0 0 0,-1 0 0,0 1 0,-1 1 0,15 17 0,-19-20 0,0 1 0,-1 0 0,1-1 0,-1 1 0,0 1 0,-1-1 0,0 0 0,0 0 0,-1 1 0,1-1 0,-2 1 0,1 0 0,-1-1 0,0 1 0,-1 0 0,1-1 0,-4 12 0,3-13 0,-1-1 0,0 0 0,0 1 0,0-1 0,-1 0 0,1 0 0,-1 0 0,0 0 0,-1-1 0,1 1 0,-1-1 0,0 0 0,0 0 0,0 0 0,-1-1 0,1 1 0,-1-1 0,0 0 0,0-1 0,0 1 0,0-1 0,-1 0 0,-9 3 0,7-4 0,-1 0 0,0 0 0,1-1 0,-1 0 0,1 0 0,-1-1 0,0 0 0,1-1 0,-1 0 0,-12-5 0,3 0 0,1 0 0,1-1 0,-31-20 0,41 24 0,1 0 0,0 0 0,0 0 0,0-1 0,1 0 0,-1 0 0,1 0 0,0 0 0,1-1 0,-1 0 0,1 1 0,-2-8 0,3 10 0,1-1 0,0 1 0,1-1 0,-1 0 0,0 0 0,1 1 0,0-1 0,0 0 0,0 0 0,1 0 0,-1 1 0,1-1 0,0 0 0,0 1 0,0-1 0,0 0 0,1 1 0,-1 0 0,1-1 0,0 1 0,0 0 0,3-4 0,-2 3-105,0 0 0,1 0 0,-1 0 0,1 1 0,0-1 0,0 1 0,0 0 0,0 0 0,0 1 0,1-1 0,-1 1 0,9-3 0,-2 3-6721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35 24575,'-2'-12'0,"1"10"0,1 0 0,0 0 0,-1 0 0,1 0 0,-1 0 0,0 0 0,0 0 0,0 1 0,0-1 0,-1-2 0,2 5 0,-1 1 0,1-1 0,0 0 0,-1 0 0,1 1 0,0-1 0,0 0 0,0 0 0,0 1 0,0-1 0,1 0 0,-1 2 0,64 245 0,-54-213 0,63 243 0,-65-245 0,-5-25 0,-4-12 0,-3-22 0,0 6 0,2 7 0,0-1 0,0 0 0,2 0 0,0 0 0,0 0 0,5-26 0,-4 38 0,-1-1 0,1 1 0,0 0 0,0 0 0,0-1 0,0 1 0,1 0 0,-1 0 0,0 0 0,1 0 0,0 0 0,-1 1 0,1-1 0,0 0 0,0 1 0,0-1 0,0 1 0,0 0 0,0 0 0,0 0 0,1 0 0,-1 0 0,0 0 0,0 0 0,1 1 0,-1-1 0,1 1 0,-1 0 0,5-1 0,-1 2 0,0-1 0,1 1 0,-1 0 0,0 1 0,1 0 0,-1-1 0,0 2 0,0-1 0,0 1 0,6 4 0,7 5 0,-1 0 0,-1 1 0,0 1 0,-1 1 0,-1 0 0,0 1 0,-1 1 0,15 22 0,-8-9-1365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0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46 24575,'-23'-8'0,"-4"-1"0,-1 1 0,0 2 0,0 0 0,-46-2 0,72 7 0,0 1 0,0 0 0,0 0 0,1 1 0,-1-1 0,0 0 0,0 1 0,0-1 0,0 1 0,0-1 0,1 1 0,-1 0 0,0 0 0,1 0 0,-1 0 0,0 0 0,1 0 0,-1 0 0,-1 3 0,2-2 0,0-1 0,0 1 0,0 0 0,0 0 0,0 0 0,1 0 0,-1 0 0,1 0 0,-1 0 0,1 0 0,0 0 0,0 0 0,0 0 0,0 1 0,1 1 0,1 7 0,0 1 0,1-1 0,1 0 0,10 21 0,-2 0 0,-1 1 0,12 66 0,-15-61 0,24 70 0,-6-40 0,54 124 0,-30-78 0,-44-100 0,-2-4 0,-1 0 0,2 12 0,-4-14 0,1 1 0,0-1 0,7 15 0,-8-22 0,-1 0 0,0-1 0,1 1 0,0 0 0,-1 0 0,1-1 0,-1 1 0,1 0 0,0-1 0,0 1 0,-1 0 0,1-1 0,0 1 0,0-1 0,0 1 0,0-1 0,0 0 0,-1 1 0,1-1 0,0 0 0,0 0 0,2 0 0,-1 1 0,0-2 0,1 1 0,-1 0 0,1 0 0,-1-1 0,1 0 0,-1 1 0,4-3 0,1 0 0,-1 0 0,0 0 0,0-1 0,-1 0 0,10-8 0,-6 2-1365,-1 1-5461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0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31 24575,'0'-5'0,"2"-1"0,-1-1 0,-3 2 0,-5 2 0,-3 0 0,-2 2 0,-2 1 0,-1 0 0,0 0 0,-1 0 0,1 0 0,0 1 0,-1-1 0,1 0 0,3 2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19 483 24575,'14'1'0,"-4"-1"0,-1 0 0,0-1 0,15-2 0,-21 3 0,0-1 0,0 0 0,-1 0 0,1 0 0,0 0 0,-1-1 0,1 1 0,-1-1 0,1 1 0,-1-1 0,0 0 0,0 0 0,0 0 0,0 0 0,3-5 0,-1 1 0,0-1 0,-1 0 0,0 0 0,0 0 0,-1 0 0,0-1 0,0 1 0,0-1 0,0-13 0,-1-6 0,-4-38 0,3 55 0,-5-22 0,0-1 0,-2 1 0,-1 1 0,-21-51 0,27 76 0,0 1 0,-1 0 0,0-1 0,0 1 0,0 1 0,-7-10 0,9 14 0,0-1 0,1 0 0,-1 0 0,0 1 0,0-1 0,0 0 0,1 1 0,-1-1 0,0 0 0,0 1 0,0-1 0,0 1 0,0 0 0,0-1 0,0 1 0,0 0 0,0 0 0,-1 0 0,1-1 0,0 1 0,0 0 0,0 0 0,0 1 0,0-1 0,0 0 0,0 0 0,0 0 0,0 1 0,0-1 0,0 1 0,0-1 0,0 0 0,0 1 0,0 0 0,0-1 0,0 1 0,0 0 0,1-1 0,-1 1 0,0 0 0,0 0 0,0 1 0,-3 4 0,0-1 0,1 0 0,0 1 0,0 0 0,1 0 0,-1-1 0,1 2 0,1-1 0,-1 0 0,1 0 0,0 0 0,0 1 0,1 10 0,0-7 0,0 0 0,1 0 0,1 1 0,0-1 0,0 0 0,1-1 0,7 19 0,2-3 0,1 0 0,0 0 0,2-1 0,33 40 0,-33-47 0,1-1 0,22 18 0,-29-27 0,0-1 0,0 0 0,1-1 0,-1 1 0,1-2 0,19 7 0,-27-10-151,0-1-1,0 1 0,0-1 0,0 0 1,0 0-1,0 0 0,1 0 1,2 0-1,3-2-6674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24575,'24'-5'0,"0"1"0,39-1 0,-52 5 0,1 0 0,0 1 0,-1 0 0,1 1 0,-1 0 0,1 1 0,16 6 0,-17-5 0,-9-3 0,1 0 0,0 0 0,-1 0 0,1 1 0,-1-1 0,1 1 0,1 1 0,-3-2 0,0 0 0,0 0 0,-1 0 0,1 0 0,0 0 0,-1 0 0,1 0 0,-1 0 0,1 1 0,-1-1 0,0 0 0,1 0 0,-1 0 0,0 0 0,0 1 0,0-1 0,0 0 0,0 0 0,0 1 0,-1 1 0,1 1 0,-2 10 0,0 0 0,1 0 0,1-1 0,0 1 0,5 25 0,4-5 0,2 0 0,2-1 0,1 0 0,21 36 0,-8-14 0,30 81 0,-12 7 0,-41-129 0,-3-10 0,0-1 0,0 0 0,-1 0 0,1 1 0,0-1 0,-1 0 0,0 5 0,0-6 0,-1-1 0,1 0 0,0 0 0,-1 0 0,1 1 0,-1-1 0,1 0 0,-1 0 0,0 0 0,0 0 0,1 0 0,-1 0 0,0 0 0,0 0 0,0-1 0,0 1 0,0 0 0,0 0 0,0-1 0,0 1 0,0-1 0,0 1 0,-1-1 0,-1 1 0,-24 5-1365,14-5-5461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4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24575,'-1'-1'0,"3"3"0,9 7 0,11 9 0,18 11 0,2-2 0,2-2 0,51 23 0,-67-36-116,15 7-508,40 24-1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4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 24575,'0'0'0,"0"0"0,0 0 0,0 0 0,0 0 0,0-1 0,0 1 0,0 0 0,0 0 0,0 0 0,0 0 0,0 0 0,0 0 0,0 0 0,0 0 0,0 0 0,0 0 0,0 0 0,0 0 0,0 0 0,0-1 0,0 1 0,0 0 0,0 0 0,0 0 0,0 0 0,0 0 0,0 0 0,0 0 0,0 0 0,-1 0 0,1 0 0,0 0 0,0 0 0,0 0 0,0 0 0,0 0 0,0 0 0,0 0 0,0 0 0,0 0 0,0 0 0,0 0 0,0 0 0,0 0 0,0 0 0,-1 0 0,1 0 0,0 0 0,0 0 0,0 0 0,0 0 0,0 0 0,0 0 0,0 0 0,0 0 0,0 0 0,0 0 0,0 0 0,0 0 0,0 0 0,-1 0 0,-4 5 0,-5 8 0,-4 13 0,-15 36 0,19-37 0,-1-1 0,-20 31 0,24-45-117,3-2-22,-1-1 0,-1 1 1,1-1-1,-1 0 1,0-1-1,0 0 0,-1 0 1,-8 7-1,4-8-6687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5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67 24575,'-25'-11'0,"-72"-30"0,87 37 0,0 2 0,0-1 0,-1 1 0,1 0 0,-1 1 0,1 1 0,-19 0 0,27 0 0,-1 0 0,1 1 0,-1-1 0,1 1 0,-1-1 0,1 1 0,0 0 0,-1 0 0,1 0 0,0 0 0,0 1 0,0-1 0,0 1 0,0-1 0,0 1 0,0 0 0,0-1 0,0 1 0,1 0 0,-1 0 0,1 0 0,-1 0 0,1 1 0,0-1 0,0 0 0,0 1 0,0-1 0,0 0 0,0 6 0,0-2 0,1 0 0,0 1 0,0-1 0,0 0 0,1 1 0,0-1 0,0 0 0,0 0 0,1 0 0,4 11 0,22 59 0,24 107 0,-39-132 0,1 0 0,-2 1 0,5 67 0,-3-4 0,-14-113 0,0-1 0,1 1 0,-1-1 0,1 1 0,-1-1 0,1 1 0,-1-1 0,1 0 0,0 1 0,0-1 0,0 0 0,0 0 0,0 0 0,0 1 0,0-1 0,0 0 0,0 0 0,0-1 0,0 1 0,1 0 0,-1 0 0,0 0 0,1-1 0,-1 1 0,1-1 0,-1 1 0,0-1 0,1 0 0,2 1 0,5 0 0,-1 0 0,1-1 0,0 0 0,10-2 0,-3 1 0,17 1-18,-22 1-252,0-1 1,-1-1 0,1 1-1,15-4 1,-17 1-6557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6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 24575,'-5'-7'0,"7"16"0,6 16 0,-4-15 0,1 0 0,1-1 0,0 1 0,0-1 0,1-1 0,0 1 0,0-1 0,1 0 0,16 12 0,-23-19 0,-1-1 0,1 1 0,-1-1 0,1 1 0,-1-1 0,1 1 0,-1-1 0,1 0 0,0 0 0,-1 1 0,1-1 0,0 0 0,-1 0 0,1 1 0,-1-1 0,1 0 0,0 0 0,-1 0 0,1 0 0,0 0 0,-1 0 0,1 0 0,0 0 0,-1 0 0,1-1 0,0 1 0,-1 0 0,1 0 0,0-1 0,-1 1 0,1 0 0,-1-1 0,1 1 0,-1 0 0,1-1 0,-1 1 0,1-1 0,-1 1 0,1-1 0,-1 1 0,1-1 0,-1 1 0,0-1 0,1 0 0,1-4 0,1-1 0,-2 1 0,1 0 0,1-10 0,0 2 0,-2 10 0,5-14 0,9-21 0,-13 35 0,0-1 0,0 1 0,0-1 0,0 1 0,0 0 0,1 0 0,-1 0 0,1 0 0,0 0 0,0 0 0,0 1 0,5-4 0,-6 6 0,0-1 0,0 1 0,1-1 0,-1 1 0,0-1 0,0 1 0,1 0 0,-1 0 0,0 0 0,0 1 0,1-1 0,-1 0 0,0 1 0,0-1 0,0 1 0,1 0 0,-1 0 0,0 0 0,0 0 0,0 0 0,0 0 0,2 2 0,6 5 0,0 0 0,16 17 0,-18-17 0,27 26-682,47 35-1,-72-62-6143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7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24575,'1'24'0,"2"1"0,1-1 0,0 0 0,2-1 0,1 0 0,1 1 0,0-2 0,14 24 0,-13-29-118,17 23 0,-17-26-1011,-4-6-5697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13 24575,'-27'-5'0,"-12"1"0,-2 1 0,3 4 0,4 1 0,5 0 0,5 4 0,3-1 0,4-1 0,-1 0 0,3 0 0,4 1-8191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164 656 24575,'38'-106'0,"-34"90"0,-1 0 0,1-16 0,1-5 0,-2 21 0,-1 0 0,-1 0 0,0 0 0,-1 0 0,-3-18 0,1 23 0,0 0 0,0 1 0,-1-1 0,-1 0 0,0 1 0,0 0 0,-1 0 0,-8-11 0,-71-99 0,59 77 0,-7-12 0,31 54 0,1 0 0,-1 1 0,1-1 0,-1 0 0,1 0 0,-1 1 0,1-1 0,-1 0 0,0 1 0,1-1 0,-1 1 0,0-1 0,0 1 0,0-1 0,1 1 0,-1 0 0,0-1 0,0 1 0,0 0 0,0 0 0,0-1 0,0 2 0,0-1 0,0 0 0,1 0 0,-1 1 0,0-1 0,1 0 0,-1 1 0,0-1 0,1 0 0,-1 1 0,1-1 0,-1 1 0,1-1 0,-1 1 0,1-1 0,-1 1 0,1 0 0,-1-1 0,0 2 0,-1 2 0,1 1 0,-1-1 0,0 0 0,1 1 0,0-1 0,-1 9 0,1 22 0,1 0 0,8 58 0,-2-34 0,-4-40 0,8 62 0,-8-71 0,1 0 0,0-1 0,0 1 0,1-1 0,0 0 0,7 11 0,0-2 0,1-1 0,17 19 0,-22-28 0,1-1 0,0 0 0,0 0 0,0-1 0,1 0 0,13 6 0,-22-11-6,72 33 133,-60-30-424,-1 0-1,0 0 1,1-2 0,18 4 0,-17-5-6529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0:1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24575,'15'-13'0,"1"1"0,32-19 0,-44 28 0,0 1 0,1 0 0,-1 0 0,1 0 0,-1 1 0,1-1 0,0 1 0,-1 0 0,1 1 0,0-1 0,0 1 0,0 0 0,0 0 0,-1 0 0,1 1 0,0 0 0,7 2 0,-9-2 0,-1 1 0,0-1 0,1 1 0,-1-1 0,0 1 0,0 0 0,-1 0 0,1 0 0,0 0 0,0 0 0,-1 1 0,0-1 0,1 0 0,-1 1 0,0-1 0,0 1 0,0-1 0,0 1 0,-1 0 0,1 4 0,1 6 0,0 0 0,-1 23 0,-1-35 0,0 19 0,2 0 0,0 0 0,10 36 0,23 57 0,2 4 0,-12-25 0,7 30 0,-25-89 0,2 0 0,2-1 0,1 0 0,25 47 0,-37-78 0,1-1 0,-1 1 0,1-1 0,-1 1 0,0 0 0,1-1 0,-1 1 0,0 0 0,1-1 0,-1 1 0,0 0 0,0-1 0,0 1 0,0 0 0,0 0 0,0-1 0,1 1 0,-2 0 0,1-1 0,0 1 0,0 0 0,0 0 0,0-1 0,0 1 0,-1 0 0,1-1 0,0 1 0,0 0 0,-1-1 0,1 1 0,-1 0 0,1-1 0,0 1 0,-2 0 0,0 0 0,0 0 0,0 0 0,0 0 0,0-1 0,0 1 0,-1-1 0,1 1 0,0-1 0,0 0 0,-4 0 0,-52 6 77,29-2-1519,14-2-5384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2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0 24575,'9'0'0,"1"0"0,-1 1 0,0 0 0,0 0 0,0 1 0,0 0 0,8 3 0,-16-5 0,-1 0 0,0 0 0,0 0 0,0 1 0,1-1 0,-1 0 0,0 0 0,0 0 0,0 0 0,0 0 0,1 0 0,-1 0 0,0 1 0,0-1 0,0 0 0,0 0 0,0 0 0,1 0 0,-1 1 0,0-1 0,0 0 0,0 0 0,0 0 0,0 1 0,0-1 0,0 0 0,0 0 0,0 0 0,0 1 0,0-1 0,0 0 0,0 0 0,0 0 0,0 1 0,-5 5 0,-11 3 0,-3-1 0,0-1 0,0 0 0,0-2 0,0 0 0,-1-2 0,0 0 0,-33 1 0,28-3-107,-28-2 339,48 1-418,0-1 0,0 0-1,0 0 1,0 0 0,0 0 0,0-1-1,-7-3 1,3-1-6640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3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30 545 24575,'5'2'0,"1"0"0,-1-1 0,1 0 0,-1 0 0,1 0 0,-1-1 0,1 1 0,-1-1 0,1-1 0,-1 1 0,1-1 0,0 0 0,-1 0 0,0-1 0,1 0 0,-1 0 0,0 0 0,0 0 0,0-1 0,0 0 0,-1 0 0,1 0 0,-1 0 0,1-1 0,-1 0 0,0 0 0,-1 0 0,1 0 0,-1-1 0,0 1 0,0-1 0,0 0 0,4-9 0,-4 4 0,0 1 0,0-1 0,-1 0 0,-1 1 0,1-1 0,-2 0 0,1 0 0,-2-17 0,-3-4 0,-11-43 0,8 46 0,6 21 0,-19-67 0,16 63 0,0 0 0,-1 1 0,0 0 0,-12-17 0,4 5 0,-12-14 0,23 33 0,0 1 0,0 0 0,0 0 0,0 0 0,-1 0 0,1 0 0,-1 0 0,1 0 0,-1 1 0,0 0 0,-3-2 0,5 3 0,0-1 0,0 1 0,0 0 0,0 0 0,0 0 0,-1 0 0,1 0 0,0 0 0,0 0 0,0 0 0,0 0 0,0 0 0,0 1 0,0-1 0,0 1 0,0-1 0,0 0 0,0 1 0,0 0 0,0-1 0,0 1 0,0-1 0,0 1 0,0 0 0,1 0 0,-1 0 0,0-1 0,1 1 0,-1 0 0,0 0 0,1 0 0,-1 0 0,0 2 0,-2 4 0,1 0 0,0-1 0,0 1 0,-1 9 0,1-5 0,-2 10 0,1 1 0,1 0 0,0 0 0,2 0 0,4 33 0,0-21 0,3 0 0,18 59 0,-21-81 0,1 0 0,0 0 0,0 0 0,2-1 0,-1 0 0,2 0 0,-1 0 0,1-1 0,1 0 0,0-1 0,17 14 0,-13-13 0,2 0 0,0-1 0,0 0 0,0-1 0,1-1 0,32 10 0,-31-11-120,35 10 373,-47-15-403,-1 0 1,1-1-1,0 1 0,0-1 0,-1 0 0,1 0 0,0-1 1,-1 0-1,7-1 0,-2-1-6676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5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867 175 24575,'-724'0'0,"713"0"0,0-1 0,0-1 0,1 0 0,-1 0 0,1-1 0,-11-4 0,20 7 0,1 0 0,-1 0 0,1 0 0,-1-1 0,1 1 0,0 0 0,-1 0 0,1-1 0,-1 1 0,1 0 0,0 0 0,-1-1 0,1 1 0,0 0 0,-1-1 0,1 1 0,0-1 0,0 1 0,-1 0 0,1-1 0,0 1 0,0-1 0,0 1 0,0 0 0,-1-1 0,1 1 0,0-2 0,0 1 0,1 1 0,-1-1 0,0 0 0,1 0 0,-1 1 0,0-1 0,1 0 0,-1 1 0,1-1 0,-1 0 0,1 1 0,-1-1 0,1 1 0,1-2 0,23-13 0,68-16 0,-60 22 0,34-16 0,-62 22 0,0 0 0,0 0 0,0 0 0,6-6 0,-9 8 0,-1 0 0,0 0 0,0 0 0,0 0 0,0-1 0,0 1 0,0 0 0,0-1 0,0-2 0,-1 4 0,1-1 0,-1 1 0,0-1 0,0 0 0,0 1 0,0-1 0,0 1 0,0-1 0,0 0 0,0 1 0,0-1 0,0 1 0,-1-1 0,1 1 0,0-1 0,0 0 0,0 1 0,-1-1 0,1 1 0,0-1 0,-1 1 0,1-1 0,-1 1 0,1-1 0,-1 0 0,0 1 0,-1-1 0,1 0 0,-1 0 0,1 1 0,0-1 0,-1 1 0,1-1 0,-1 1 0,0 0 0,1-1 0,-1 1 0,1 0 0,-1 0 0,1 0 0,-1 0 0,0 1 0,1-1 0,-1 0 0,1 1 0,-1-1 0,-1 1 0,-36 16 0,33-14 0,-41 19 0,3-2 0,-84 53 0,127-73 0,1 1 0,-1-1 0,0 1 0,0-1 0,0 1 0,0 0 0,0 0 0,1 0 0,-1-1 0,0 1 0,1 0 0,-1 0 0,0 0 0,1 0 0,-1 0 0,1 0 0,0 0 0,-1 0 0,1 0 0,-1 2 0,2-2 0,-1 0 0,0 0 0,0 0 0,1 0 0,-1 0 0,0-1 0,1 1 0,-1 0 0,1 0 0,-1 0 0,1-1 0,0 1 0,-1 0 0,1 0 0,0-1 0,-1 1 0,1-1 0,1 2 0,6 2 0,-1 0 0,1-1 0,-1 1 0,12 2 0,-11-4 0,47 15-33,-36-12-233,-1 0-1,0 1 1,0 1-1,31 17 1,-39-17-6560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8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0 129 24575,'63'165'0,"11"26"0,-33-112 0,-58-134 0,-94-265 0,104 301 0,0 1 0,1 0 0,0 0 0,-4-30 0,10 48 0,0-1 0,0 1 0,0-1 0,0 1 0,0-1 0,-1 1 0,1-1 0,0 1 0,0-1 0,1 1 0,-1-1 0,0 1 0,0-1 0,0 1 0,0-1 0,0 1 0,0 0 0,1-1 0,-1 1 0,0-1 0,6 6 0,10 21 0,-13-20 0,-3-6 0,12 21 0,21 27 0,-30-43 0,2 0 0,-1 0 0,1-1 0,-1 1 0,1-1 0,0 0 0,1-1 0,-1 1 0,1-1 0,9 5 0,-13-8 0,0 1 0,0 0 0,0-1 0,0 1 0,1-1 0,-1 0 0,0 1 0,0-1 0,1 0 0,-1 0 0,0-1 0,0 1 0,0 0 0,1-1 0,-1 0 0,0 1 0,0-1 0,3-1 0,-2 0 0,-1 0 0,0 0 0,1 0 0,-1 0 0,0 0 0,0-1 0,0 1 0,0-1 0,-1 1 0,1-1 0,-1 0 0,2-2 0,1-6 0,-1 0 0,0 0 0,0 0 0,-1 0 0,-1 0 0,1-14 0,-3-10 0,1 21 0,1-24 0,-1 38 0,0 1 0,0-1 0,0 0 0,0 0 0,1 0 0,-1 0 0,0 0 0,0 0 0,0 0 0,0 0 0,0 0 0,0 1 0,0-1 0,0 0 0,0 0 0,0 0 0,1 0 0,-1 0 0,0 0 0,0 0 0,0 0 0,0 0 0,0 0 0,0 0 0,0 0 0,1 0 0,-1 0 0,0 0 0,0 0 0,0 0 0,0 0 0,0 0 0,0 0 0,0 0 0,1 0 0,-1 0 0,0 0 0,0 0 0,0 0 0,0 0 0,0 0 0,0 0 0,0 0 0,0 0 0,1-1 0,-1 1 0,0 0 0,0 0 0,0 0 0,0 0 0,0 0 0,0 0 0,0 0 0,0 0 0,0 0 0,0-1 0,0 1 0,0 0 0,0 0 0,0 0 0,0 0 0,6 10 0,-6-9 0,75 146 0,-53-110 0,48 63 0,16 5 0,-85-103-119,-1-2 71,1 1 0,-1-1 0,0 0 1,1 0-1,-1 1 0,0-1 0,1 0 0,-1 1 0,0-1 0,0 1 0,1-1 0,-1 0 0,0 1 0,0-1 0,0 1 0,0-1 0,0 0 0,1 1 0,-1-1 1,0 1-1,0-1 0,0 1 0,0-1 0,0 1 0,-1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9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13 24575,'3'-1'0,"14"-8"0,-15 6 0,-11 4 0,-197 40 0,176-34-1365,18-3-5461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09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24575,'7'17'0,"0"1"0,5 22 0,0-1 0,58 133 0,10 31 0,-76-193 0,-3-8 0,0 0 0,0 0 0,0 1 0,0-1 0,0 0 0,-1 1 0,1-1 0,-1 1 0,0-1 0,0 0 0,1 1 0,-2-1 0,1 1 0,0 2 0,-4-3-1365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0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 24575,'-45'17'0,"37"-15"0,0 1 0,0-1 0,0 2 0,1-1 0,-1 1 0,1 0 0,0 1 0,-9 7 0,14-11 0,1 1 0,0 0 0,-1-1 0,1 1 0,0 0 0,0 0 0,0 0 0,0 0 0,0 0 0,0 0 0,0 0 0,1 0 0,-1 0 0,1 0 0,0 1 0,0-1 0,-1 0 0,1 0 0,1 0 0,-1 1 0,0-1 0,0 0 0,1 0 0,-1 0 0,1 0 0,1 3 0,-1-2 0,1 0 0,-1 0 0,1 0 0,0-1 0,0 1 0,0 0 0,0-1 0,1 0 0,-1 1 0,1-1 0,-1 0 0,1 0 0,0 0 0,-1-1 0,1 1 0,5 1 0,10 2 0,1 0 0,-1-2 0,32 3 0,9 1 0,-30-3-41,-13-2-401,0 1 1,22 6 0,-29-6-6385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5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164 510 24575,'4'-2'0,"0"0"0,0-1 0,0 1 0,-1-1 0,1 0 0,0 0 0,-1-1 0,0 1 0,0-1 0,0 1 0,0-1 0,-1 0 0,1 0 0,-1 0 0,0-1 0,0 1 0,0 0 0,-1-1 0,0 1 0,0-1 0,0 0 0,0 1 0,-1-1 0,1 0 0,-2-6 0,0-10 0,-2 1 0,0 0 0,-2 0 0,-10-29 0,14 44 0,-17-43 0,-2 1 0,-34-60 0,52 104 0,-3-7 0,-1 0 0,-9-12 0,14 21 0,-1-1 0,1 0 0,-1 0 0,1 1 0,-1-1 0,1 1 0,-1 0 0,0-1 0,0 1 0,0 0 0,0 0 0,0 0 0,0 0 0,0 0 0,0 1 0,0-1 0,0 1 0,0-1 0,-3 1 0,3 0 0,1 0 0,0 1 0,-1-1 0,1 1 0,0 0 0,-1-1 0,1 1 0,0 0 0,0 0 0,-1 0 0,1 0 0,0 0 0,0 0 0,0 0 0,0 0 0,1 0 0,-1 1 0,0-1 0,0 0 0,1 0 0,-1 1 0,1-1 0,-2 3 0,0 3 0,0 1 0,0-1 0,-1 10 0,2-4 0,1 1 0,0 0 0,0 0 0,2-1 0,-1 1 0,2 0 0,6 20 0,3 3 0,25 50 0,-16-47 0,1-1 0,34 45 0,-36-57 0,1-1 0,2-1 0,47 43 0,-66-65 0,25 18 0,-28-20 0,0 0 0,0 0 0,1 0 0,-1-1 0,0 1 0,1 0 0,-1-1 0,1 1 0,-1-1 0,1 0 0,-1 1 0,1-1 0,-1 0 0,1 0 0,-1 0 0,1 0 0,-1 0 0,2-1 0,-2 1-64,0-1 0,0 0-1,0 0 1,0 0-1,0-1 1,0 1 0,0 0-1,0 0 1,-1 0 0,1-1-1,-1 1 1,1 0 0,-1-1-1,1 1 1,-1 0 0,0-1-1,0 1 1,1 0-1,-1-1 1,0-1 0,0 3 50,1-12-6812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7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449 101 24575,'9'-2'0,"-8"2"0,-1 0 0,0 0 0,0 0 0,0 0 0,0-1 0,0 1 0,0 0 0,0 0 0,0 0 0,0 0 0,0 0 0,0 0 0,0-1 0,0 1 0,0 0 0,0 0 0,0 0 0,0 0 0,0 0 0,0 0 0,0 0 0,0-1 0,-1 1 0,1 0 0,0 0 0,0 0 0,0 0 0,0 0 0,0 0 0,0 0 0,0 0 0,0-1 0,0 1 0,0 0 0,-1 0 0,1 0 0,0 0 0,0 0 0,0 0 0,-1-1 0,0 1 0,0-1 0,-1 1 0,1-1 0,0 1 0,0-1 0,0 1 0,-1 0 0,1 0 0,0-1 0,0 1 0,-1 0 0,-1 0 0,-6 3 0,0-1 0,0 1 0,1 1 0,0-1 0,-11 7 0,-12 5 0,21-11 0,-1-1 0,0 0 0,0 0 0,0-1 0,-19 1 0,-58-4 0,37-1 0,29 2 0,10-1 0,0 1 0,0 1 0,0-1 0,0 2 0,-23 5 0,109-42 0,-56 27 0,1-1 0,-2 0 0,1-2 0,-1 0 0,25-22 0,-41 32 0,0 1 0,0-1 0,0 0 0,-1 1 0,1-1 0,0 0 0,-1 1 0,1-1 0,-1 0 0,1 0 0,-1 0 0,1 0 0,-1 0 0,1 0 0,-1 0 0,0 0 0,0 0 0,1 0 0,-1 0 0,0 0 0,0 0 0,0 0 0,0 0 0,0 0 0,0 0 0,0 0 0,0 1 0,-1-1 0,1 0 0,0 0 0,-1 0 0,0-1 0,0 1 0,1 0 0,-1 0 0,0 1 0,0-1 0,0 1 0,0-1 0,0 1 0,0-1 0,0 1 0,0 0 0,0-1 0,0 1 0,0 0 0,0 0 0,0 0 0,-1 0 0,1 0 0,0 0 0,0 0 0,0 0 0,0 0 0,0 0 0,0 1 0,0-1 0,0 0 0,0 1 0,0-1 0,0 1 0,-2 0 0,-4 4 0,1 0 0,-1 0 0,1 0 0,0 1 0,0 0 0,0 0 0,1 1 0,0-1 0,-8 15 0,6-10 0,-1 0 0,0-1 0,-9 10 0,4-9 0,-21 14 0,13-10 0,21-15 0,-1 1 0,0-1 0,1 1 0,-1-1 0,0 1 0,1-1 0,-1 1 0,1-1 0,-1 1 0,1-1 0,-1 1 0,1 0 0,-1-1 0,1 1 0,0 0 0,-1 0 0,1-1 0,0 1 0,-1 0 0,1 0 0,0-1 0,0 1 0,0 0 0,0 0 0,0 0 0,0 0 0,0 0 0,1 1 0,0-1 0,-1 0 0,1 0 0,0 0 0,-1 0 0,1 0 0,0-1 0,0 1 0,0 0 0,0 0 0,0-1 0,0 1 0,0 0 0,1 0 0,6 3 0,-1-1 0,1 0 0,0-1 0,8 2 0,97 17 0,-62-13-1365,-37-5-5461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8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28 24575,'-1'-2'0,"-8"-15"0,8 16 0,1 0 0,0 1 0,-1-1 0,1 1 0,0 0 0,0-1 0,-1 1 0,1-1 0,-1 1 0,1-1 0,-1 1 0,1 0 0,0-1 0,-1 1 0,1 0 0,-1-1 0,1 1 0,-1 0 0,0 0 0,1 0 0,-1-1 0,1 1 0,-1 0 0,1 0 0,-2 0 0,2 0 0,-1 1 0,1-1 0,0 1 0,-1-1 0,1 1 0,0-1 0,-1 0 0,1 1 0,0-1 0,0 1 0,-1-1 0,1 1 0,0-1 0,0 1 0,0 0 0,0-1 0,0 1 0,0-1 0,0 1 0,0-1 0,0 1 0,0-1 0,0 1 0,0 0 0,3 17 0,-3-15 0,9 39 0,20 59 0,24 39 0,-26-70 0,-16-42 0,-5-17 0,-1 1 0,-1 0 0,0 0 0,-1 1 0,0-1 0,-1 1 0,1 14 0,-5-94-1365,2 53-5461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8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0 24575,'-12'4'0,"-1"-1"0,1 1 0,0 1 0,0 0 0,-16 10 0,25-13 0,0 0 0,0 0 0,0 0 0,1 0 0,-1 1 0,1-1 0,-1 1 0,1-1 0,0 1 0,0 0 0,0 0 0,0 0 0,0 0 0,1 0 0,-1 0 0,1 1 0,0-1 0,0 0 0,0 1 0,0-1 0,1 1 0,-1-1 0,1 1 0,0-1 0,1 5 0,-1-6 0,1 1 0,0-1 0,0 1 0,0-1 0,0 1 0,1-1 0,-1 0 0,0 1 0,1-1 0,0 0 0,-1 0 0,1 0 0,0 0 0,0-1 0,0 1 0,1 0 0,-1-1 0,0 0 0,0 1 0,1-1 0,-1 0 0,6 1 0,3 2 0,0-1 0,0 0 0,23 2 0,-9-2 0,1-2 0,-1 0 0,47-7 0,-65 5 30,0 0 0,0-1 0,10-4 0,-15 5-52,0 0-1,-1 0 1,1 0 0,0 0-1,-1 0 1,1 0 0,-1-1-1,2-1 1,-2 3-27,-1-1-1,0 1 1,1-1-1,-1 1 1,0-1 0,1 1-1,-1-1 1,0 1 0,0-1-1,0 0 1,1 1-1,-1-1 1,0 1 0,0-1-1,0 0 1,0 1-1,0-1 1,0 1 0,0-1-1,0 0 1,-1 1 0,1-1-1,0 1 1,0-1-1,-1 0 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8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47 24575,'-18'-8'0,"-8"-2"0,-2 1 0,1 1 0,3 2 0,3 3 0,2 1 0,2 1 0,2 4 0,0 1 0,1-1 0,-1 0 0,1-1 0,0 0 0,-1-1 0,3-1-8191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19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42 176 24575,'12'43'0,"-4"-12"0,2-1 0,1 1 0,21 42 0,-30-70 0,0 0 0,0-1 0,0 1 0,0-1 0,0 1 0,1-1 0,-1 0 0,1 0 0,5 4 0,-8-6 0,1 0 0,0 1 0,0-1 0,-1 0 0,1 1 0,0-1 0,0 0 0,-1 0 0,1 0 0,0 1 0,0-1 0,0 0 0,0 0 0,-1 0 0,1 0 0,0-1 0,0 1 0,0 0 0,-1 0 0,1 0 0,0-1 0,0 1 0,-1 0 0,1-1 0,0 1 0,-1 0 0,1-1 0,0 1 0,-1-1 0,1 1 0,0-1 0,-1 0 0,1 1 0,-1-1 0,1 0 0,-1 1 0,0-1 0,1 0 0,-1 1 0,0-1 0,1 0 0,-1 0 0,1-1 0,0-3 0,0-1 0,0 1 0,0-1 0,-1 1 0,0 0 0,0-1 0,0 1 0,0-1 0,-1 1 0,0-1 0,-3-8 0,-3-9 0,-13-28 0,17 44 0,-21-44 0,-50-76 0,41 73 0,24 42 0,12 20 0,10 20 0,-1-11 0,2 0 0,0-1 0,0-1 0,2 0 0,0 0 0,0-2 0,2 0 0,-1-1 0,2-1 0,-1-1 0,2 0 0,33 12 0,-47-20 0,0-1 0,-1 1 0,1-1 0,0 0 0,0 0 0,-1-1 0,1 0 0,11 0 0,-14-1 0,0 1 0,-1-1 0,1 0 0,0 0 0,0 0 0,-1-1 0,1 1 0,0-1 0,-1 1 0,0-1 0,1 0 0,-1 0 0,0 0 0,0 0 0,0 0 0,0 0 0,0-1 0,0 1 0,1-4 0,0-1 0,1 0 0,-1-1 0,-1 1 0,0-1 0,0 1 0,0-1 0,0-8 0,1-2 0,-3 18 0,0 0 0,0 0 0,0 0 0,0 0 0,1 1 0,-1-1 0,0 0 0,0 0 0,0 0 0,0 0 0,0 1 0,0-1 0,0 0 0,1 0 0,-1 0 0,0 0 0,0 0 0,0 0 0,0 0 0,1 0 0,-1 1 0,0-1 0,0 0 0,0 0 0,1 0 0,-1 0 0,0 0 0,0 0 0,0 0 0,0 0 0,1 0 0,-1 0 0,0 0 0,0 0 0,0 0 0,1 0 0,-1 0 0,0-1 0,0 1 0,0 0 0,0 0 0,1 0 0,-1 0 0,0 0 0,0 0 0,0 0 0,0-1 0,0 1 0,1 0 0,-1 0 0,0 0 0,0 0 0,0 0 0,0-1 0,0 1 0,0 0 0,0 0 0,0 0 0,0 0 0,1-1 0,-1 1 0,0 0 0,0 0 0,0-1 0,9 18 0,-8-15 0,15 30 0,14 28 0,45 68 0,-48-88-70,-14-18-254,2-1 1,0-1-1,22 24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3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26 24575,'-20'1'0,"-12"-1"0,0-1 0,-48-7 0,58 4 58,-28 0 0,28 3-799,-31-5 1,40 3-6086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3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12 24575,'-5'-2'0,"0"0"0,0 0 0,0 1 0,0-1 0,0 1 0,0 0 0,0 1 0,-10-1 0,-3 2 0,-22 4 0,-6 0 0,-106-4-107,105-1-1151,28 0-5568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5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893 18 24575,'16'-3'0,"70"-11"0,-73 15 0,-18 3 0,-19 4 0,-17 0 0,-1-2 0,-49 1 0,-86-8 0,71 0 0,60 0 0,-71 3 0,93 0 0,0 0 0,-43 12 0,2-1 0,45-9 0,0 0 0,-30 10 0,49-14 0,0 1 0,0-1 0,1 0 0,-1 0 0,0 1 0,0-1 0,1 1 0,-1-1 0,0 0 0,1 1 0,-1 0 0,0-1 0,1 1 0,-1-1 0,1 1 0,-2 1 0,2-2 0,0 0 0,0 1 0,0-1 0,1 0 0,-1 1 0,0-1 0,0 0 0,0 1 0,0-1 0,0 0 0,0 0 0,1 1 0,-1-1 0,0 0 0,0 0 0,0 1 0,1-1 0,-1 0 0,0 0 0,0 1 0,1-1 0,-1 0 0,0 0 0,0 0 0,1 0 0,-1 0 0,0 1 0,1-1 0,32 9 0,-25-7 0,248 70 0,-233-64 0,1 0 0,-1 2 0,26 16 0,-40-22 0,-1 2 0,0-1 0,0 1 0,-1 0 0,0 1 0,0 0 0,0 0 0,-1 0 0,0 1 0,-1 0 0,7 12 0,-11-18 0,0 1 0,0 0 0,0-1 0,-1 1 0,1-1 0,-1 1 0,1 0 0,-1 0 0,0-1 0,0 1 0,-1 0 0,1-1 0,0 1 0,-1 0 0,0-1 0,1 1 0,-1-1 0,0 1 0,0-1 0,-1 1 0,1-1 0,0 0 0,-1 1 0,0-1 0,-2 3 0,-6 5 0,0 0 0,0-1 0,-23 15 0,15-10 0,-21 12 0,-59 32 0,55-34 0,-46 33 0,67-39 0,1 2 0,-26 30 0,-5 4 0,-23 23 0,67-65 0,10-8 0,6-3 0,37-9 0,41-4 0,249-10 0,-51 4 0,-241 16-32,-18 1-634,47-8-1,-59 6-6159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6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24575,'0'0'0,"0"0"0,0-1 0,-1 1 0,1 0 0,0 0 0,0 0 0,0 0 0,0-1 0,0 1 0,-1 0 0,1 0 0,0 0 0,0 0 0,0 0 0,-1 0 0,1 0 0,0 0 0,0 0 0,0-1 0,-1 1 0,1 0 0,0 0 0,0 0 0,0 0 0,-1 0 0,1 0 0,0 0 0,0 0 0,0 1 0,-1-1 0,1 0 0,0 0 0,0 0 0,0 0 0,-1 0 0,1 0 0,0 0 0,0 0 0,0 0 0,-1 1 0,-3 9 0,2 15 0,3-2 0,1-1 0,2 0 0,0 0 0,8 27 0,37 83 0,-29-84 0,19 76 0,-35-112 0,-3-8 0,0-1 0,0 0 0,-1 0 0,1 1 0,0 4 0,-8-50 0,6 6-1365,1 20-5461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24575,'-16'8'0,"-68"36"0,68-34 0,1-1 0,1 2 0,-18 15 0,31-25 0,0 0 0,0 0 0,0 0 0,0 0 0,0 0 0,1 0 0,-1 0 0,0 1 0,0-1 0,1 0 0,-1 0 0,1 1 0,-1-1 0,1 0 0,0 1 0,-1-1 0,1 1 0,0 1 0,0-2 0,0 0 0,1 0 0,-1 0 0,0 0 0,1 1 0,-1-1 0,1 0 0,-1 0 0,1 0 0,0 0 0,-1 0 0,1 0 0,0 0 0,0-1 0,0 1 0,0 0 0,0 0 0,4 3 0,1-1 0,-1 0 0,0-1 0,1 1 0,-1-1 0,13 3 0,31 5 60,89 9 0,51-14-1545,-172-5-5341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7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35 24575,'-15'-2'0,"-7"-2"0,-3 1 0,0 0 0,3 2 0,-1-1 0,2 2 0,1 0 0,2 0 0,1 0 0,2-3 0,0 0 0,0 0 0,1-2 0,2 0-8191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47 24575,'-30'-8'0,"-13"-2"0,-3 1 0,3 1 0,6 2 0,5 3 0,5 1 0,5 1 0,0 1 0,3 3 0,1 1 0,1 0 0,2-2 0,0 1 0,3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8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77 24575,'-25'-2'0,"-30"1"0,48 1 0,-1 1 0,1 0 0,0 0 0,0 0 0,0 1 0,0 0 0,0 1 0,-11 5 0,16-7 0,0 0 0,0 0 0,0 1 0,0-1 0,0 1 0,0-1 0,1 1 0,-1 0 0,0 0 0,1 0 0,0 0 0,-1 0 0,1 0 0,0 0 0,0 0 0,0 0 0,0 0 0,0 3 0,1-2 0,-1 0 0,1 0 0,0 1 0,0-1 0,1 0 0,-1 0 0,1 0 0,-1 0 0,1 0 0,0 0 0,0 0 0,2 3 0,1 2 0,0 0 0,1-1 0,0 0 0,0 0 0,0 0 0,1-1 0,0 0 0,13 11 0,-8-10 0,0 0 0,0-1 0,1 0 0,0-1 0,23 7 0,-26-9 0,-1-1 0,1 0 0,0-1 0,-1 0 0,1-1 0,0 1 0,0-2 0,-1 1 0,15-3 0,-20 2 0,0 0 0,0 0 0,0 0 0,0 0 0,-1-1 0,1 1 0,0-1 0,-1 0 0,1 0 0,-1 0 0,0 0 0,0 0 0,1 0 0,-1 0 0,2-5 0,-1 3 0,-1 0 0,0-1 0,0 1 0,-1-1 0,1 1 0,-1-1 0,0 0 0,0 0 0,0-6 0,-1 1 0,0 0 0,0 0 0,-1 0 0,0 0 0,-1 1 0,0-1 0,-1 0 0,0 1 0,-5-11 0,5 14 9,-1-1-1,0 1 1,0 1-1,0-1 1,0 0 0,-1 1-1,0 0 1,-1 0-1,1 1 1,-1-1-1,1 1 1,-1 0-1,-8-3 1,3 2-195,1 0 1,-1 2-1,0-1 0,0 1 1,0 1-1,0 0 1,-17-1-1,10 2-6640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2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60 205 24575,'0'-5'0,"1"-5"0,4 19 0,30 101 0,-5-12 0,-46-165 0,-65-141 0,60 158 0,16 39 0,-3-9 0,11 21 0,7 13 0,-4-6 0,0 0 0,1-1 0,0 1 0,0-2 0,1 1 0,0-1 0,16 10 0,-10-8 0,1-1 0,-1 0 0,1-1 0,20 4 0,-30-8 0,0-1 0,1 0 0,-1 0 0,1 0 0,0-1 0,-1 0 0,1 0 0,-1 0 0,1-1 0,-1 0 0,1 0 0,-1 0 0,7-3 0,-9 2 0,0 1 0,1-1 0,-1 0 0,0 0 0,-1 0 0,1-1 0,0 1 0,-1-1 0,1 1 0,-1-1 0,0 0 0,0 0 0,0 0 0,0 0 0,0 0 0,-1-1 0,1 1 0,-1-1 0,0 1 0,0 0 0,0-6 0,1 0 0,-2-1 0,1 0 0,-2-16 0,1-19 0,0 45 0,0 0 0,0 1 0,0-1 0,0 0 0,1 0 0,-1 0 0,0 0 0,0 1 0,0-1 0,0 0 0,0 0 0,0 0 0,1 0 0,-1 0 0,0 0 0,0 0 0,0 0 0,0 0 0,1 1 0,-1-1 0,0 0 0,0 0 0,0 0 0,1 0 0,-1 0 0,0 0 0,0 0 0,0 0 0,1 0 0,-1 0 0,0 0 0,0 0 0,0-1 0,0 1 0,1 0 0,-1 0 0,0 0 0,0 0 0,0 0 0,0 0 0,1 0 0,-1 0 0,0 0 0,0-1 0,0 1 0,0 0 0,0 0 0,0 0 0,1 0 0,-1-1 0,0 1 0,0 0 0,0 0 0,0 0 0,0 0 0,0-1 0,0 1 0,0 0 0,0 0 0,0 0 0,0 0 0,0-1 0,0 1 0,9 14 0,88 160 0,-78-145 0,42 78 0,-55-93-1365,-2-1-5461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24575,'0'-2'0,"0"1"0,-1 0 0,1 0 0,-1-1 0,1 1 0,-1 0 0,1 0 0,-1 0 0,0 0 0,0 0 0,-1-2 0,0 6 0,4 9 0,89 373 0,-34-192 0,-56-192 0,-1 0 0,0 0 0,1 0 0,-1 0 0,0 0 0,1 0 0,-1 0 0,1 0 0,0 0 0,-1 0 0,1 0 0,1 1 0,-2-2 0,0 0 0,0 0 0,0 0 0,0 0 0,1 0 0,-1 0 0,0 0 0,0 0 0,1 0 0,-1 0 0,0 0 0,0 0 0,0 0 0,1 0 0,-1 0 0,0 0 0,0 0 0,0 0 0,1 0 0,-1 0 0,0 0 0,0 0 0,0 0 0,1-1 0,-1 1 0,0 0 0,0 0 0,0 0 0,0 0 0,0 0 0,1 0 0,-1-1 0,0 1 0,0 0 0,0 0 0,1-2 0,1 0 0,-1-1 0,-1 1 0,1 0 0,0 0 0,0 0 0,-1-1 0,1 1 0,-1-3 0,3-31 0,-3 21 0,1 1 0,1-1 0,0 1 0,8-27 0,-9 38 0,0-1 0,1 1 0,0-1 0,0 1 0,0 0 0,0-1 0,0 1 0,0 0 0,1 1 0,0-1 0,-1 0 0,1 1 0,0-1 0,1 1 0,-1 0 0,0 0 0,0 0 0,1 1 0,-1-1 0,1 1 0,0 0 0,-1 0 0,7-1 0,-4 1 0,1 0 0,-1 0 0,0 1 0,0 0 0,1 0 0,-1 1 0,0 0 0,0 0 0,1 0 0,-1 1 0,7 2 0,-5 0 0,1 1 0,-2-1 0,1 1 0,0 1 0,-1-1 0,0 1 0,7 8 0,64 78 0,-28-31 0,-35-45-1365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43 24575,'-12'-7'0,"-1"0"0,-1 1 0,1 1 0,-1 0 0,-23-5 0,32 9 0,0 0 0,0 1 0,0-1 0,0 1 0,0 1 0,0-1 0,0 1 0,-9 2 0,11-2 0,0 0 0,0 0 0,0 1 0,0-1 0,1 1 0,-1 0 0,0-1 0,1 2 0,0-1 0,-1 0 0,1 0 0,0 1 0,0-1 0,0 1 0,-2 2 0,2-1 0,1 0 0,-1 0 0,1 0 0,0 0 0,-1 0 0,2 0 0,-1 0 0,0 0 0,1 5 0,2 42 0,-1-23 0,0-13 0,1 0 0,0 1 0,1-1 0,6 17 0,23 60 0,-15-49 0,-5-10 0,16 42 0,25 110 0,-46-150 0,-1 1 0,-2 0 0,-2 46 0,-2-71 0,-1-5 0,1 0 0,0 1 0,0-1 0,2 7 0,-2-13 0,0 1 0,0 0 0,0 0 0,1 0 0,-1 0 0,0-1 0,0 1 0,1 0 0,-1 0 0,0 0 0,1-1 0,-1 1 0,1 0 0,-1-1 0,1 1 0,0 0 0,-1-1 0,1 1 0,0-1 0,-1 1 0,1-1 0,0 1 0,-1-1 0,1 1 0,0-1 0,0 0 0,0 1 0,-1-1 0,1 0 0,0 0 0,0 0 0,0 0 0,0 0 0,0 0 0,-1 0 0,2 0 0,7-1 0,122-8 0,-120 8-204,-1 0 0,21-4 0,-24 3-549,6 0-6073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7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24575,'1'0'0,"0"0"0,0 1 0,-1-1 0,1 1 0,0-1 0,0 1 0,-1-1 0,1 1 0,0 0 0,0-1 0,-1 1 0,1 0 0,-1-1 0,1 1 0,0 1 0,10 17 0,-8-15 0,14 28 0,-2 1 0,13 38 0,-5-12 0,-16-42 0,5 11 0,-1 1 0,13 55 0,-12-32 0,-9-89 0,-4 14 0,-1 0 0,-1 1 0,-2-1 0,-8-28 0,-37-84 0,-49-75 0,113 237 0,2-1 0,0 0 0,20 23 0,-22-32 0,1 0 0,1-2 0,0 0 0,35 25 0,-48-38 0,1 0 0,0 0 0,-1 0 0,1 0 0,0-1 0,0 1 0,0-1 0,1 0 0,-1 0 0,0-1 0,0 1 0,0-1 0,1 0 0,-1 0 0,8-1 0,-9 0 0,0 0 0,1 0 0,-1 0 0,0 0 0,0-1 0,0 1 0,0-1 0,-1 0 0,1 0 0,0 0 0,-1 0 0,1 0 0,-1 0 0,0-1 0,0 1 0,1-1 0,-2 0 0,1 0 0,0 1 0,1-6 0,6-16 0,-1 0 0,8-38 0,-8 26 0,-8 35 0,0 0 0,1 0 0,-1 0 0,0 0 0,0 0 0,1 0 0,-1 1 0,0-1 0,1 0 0,-1 0 0,1 0 0,-1 1 0,1-1 0,-1 0 0,1 0 0,0 1 0,-1-1 0,1 0 0,0 1 0,1-1 0,-2 0 0,1 2 0,-1-1 0,1 0 0,0 0 0,-1 0 0,1 0 0,0 0 0,-1 0 0,1 1 0,-1-1 0,1 0 0,-1 0 0,1 1 0,0-1 0,-1 0 0,1 1 0,-1-1 0,0 1 0,1-1 0,-1 0 0,1 1 0,0 0 0,4 6 0,0 0 0,-1 1 0,5 10 0,-5-10 0,106 218 0,-87-177 0,-18-40-341,0 0 0,0-1-1,8 11 1,-3-7-6485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8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24575,'-26'9'0,"-5"2"0,1-2 0,-37 7 0,46-13-106,-80 10 345,83-12-613,1-1-1,-1 0 1,-29-5-1,30 2-6451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24575,'2'4'0,"1"0"0,-1 1 0,1-1 0,-1 0 0,0 1 0,-1 0 0,1-1 0,-1 1 0,1 8 0,0-3 0,0-4 0,17 76 0,55 150 0,-61-201 0,51 104 0,-58-126-1365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3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 24575,'0'0'0,"0"0"0,0-1 0,0 1 0,0 0 0,0 0 0,0 0 0,0 0 0,0 0 0,0 0 0,-1 0 0,1 0 0,0-1 0,0 1 0,0 0 0,0 0 0,0 0 0,0 0 0,0 0 0,0 0 0,0 0 0,0 0 0,-1 0 0,1 0 0,0 0 0,0 0 0,0 0 0,0 0 0,0 0 0,0 0 0,0 0 0,-1 0 0,1 0 0,0 0 0,0 0 0,0 0 0,0 0 0,0 0 0,0 0 0,0 0 0,-1 0 0,1 0 0,0 0 0,-9 3 0,-7 6 0,7-4 0,0 1 0,-1 0 0,1 0 0,-11 11 0,18-16 0,0 1 0,1-1 0,0 1 0,-1-1 0,1 1 0,0-1 0,0 1 0,0 0 0,0 0 0,0-1 0,0 1 0,0 0 0,1 0 0,-1 0 0,1 0 0,-1 0 0,1 0 0,0 0 0,0 0 0,-1 0 0,2 0 0,-1 0 0,0 0 0,0 0 0,1 3 0,0-3 0,1 0 0,-1-1 0,0 1 0,0 0 0,1-1 0,-1 1 0,1-1 0,-1 0 0,1 1 0,0-1 0,0 0 0,-1 0 0,1 0 0,0 0 0,0 0 0,0-1 0,0 1 0,3 0 0,5 2 0,1-1 0,11 1 0,102 7 0,-90-6-682,50-2-1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0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24575,'24'-9'0,"44"-14"0,-62 22 0,0-1 0,0 1 0,0 0 0,0 1 0,1 0 0,-1 0 0,0 0 0,11 2 0,-15-1 0,0-1 0,0 1 0,0 0 0,-1 0 0,1 0 0,0 0 0,-1 1 0,1-1 0,-1 0 0,1 1 0,-1-1 0,1 1 0,-1-1 0,0 1 0,0-1 0,0 1 0,0 0 0,0 0 0,0 0 0,0-1 0,-1 1 0,1 0 0,-1 0 0,1 3 0,1 6 0,-1 0 0,0 0 0,-1 14 0,0-17 0,1 27 0,2-1 0,1 0 0,9 37 0,34 99 0,-8-30 0,-31-106 0,-2-10 0,12 37 0,-15-53 0,1 1 0,0-1 0,1-1 0,-1 1 0,2 0 0,-1-1 0,13 13 0,-17-19 0,1 0 0,-1 1 0,1-1 0,-1 1 0,1-1 0,-1 1 0,0 0 0,0-1 0,2 4 0,-3-5 0,0 1 0,0-1 0,0 0 0,0 1 0,0-1 0,0 0 0,0 1 0,0-1 0,0 0 0,0 0 0,0 1 0,0-1 0,0 0 0,0 1 0,0-1 0,-1 0 0,1 1 0,0-1 0,0 0 0,0 0 0,0 1 0,-1-1 0,1 1 0,-13 4 0,-4-2 0,0 0 0,1-2 0,-1 0 0,-29-3 0,4 0 0,24 2-1365,3 0-5461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3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 0 0,0 0 0,0 0 0,0-1 0,0 1 0,0 0 0,0 0 0,0 0 0,0 0 0,0 0 0,0 0 0,1-1 0,-1 1 0,0 0 0,0 0 0,0 0 0,0 0 0,0 0 0,0 0 0,0 0 0,0 0 0,0 0 0,1-1 0,-1 1 0,0 0 0,0 0 0,0 0 0,0 0 0,0 0 0,0 0 0,1 0 0,-1 0 0,0 0 0,0 0 0,0 0 0,0 0 0,0 0 0,1 0 0,-1 0 0,9 3 0,7 5 0,102 62 0,-59-36 0,192 89 0,-223-112 0,-19-9 0,-1 1 0,0 0 0,0 1 0,-1 0 0,1 0 0,8 6 0,-18-9 0,-6-2 0,-9-4 0,3-1-1365,0 0-5461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24575,'-2'-2'0,"1"0"0,-1 0 0,0 0 0,1 0 0,-1 0 0,0 0 0,0 0 0,0 1 0,0-1 0,0 1 0,-1-1 0,1 1 0,-4-2 0,4 3 0,0 0 0,1-1 0,-1 1 0,1 0 0,-1 0 0,0 0 0,1 0 0,-1 1 0,0-1 0,1 0 0,-1 1 0,1-1 0,-1 1 0,1-1 0,-1 1 0,1 0 0,-1-1 0,1 1 0,0 0 0,-1 0 0,1 0 0,0 0 0,-2 2 0,-8 10 0,1 0 0,0 0 0,0 1 0,2 0 0,0 1 0,-9 21 0,9-18 0,-1 0 0,-1 0 0,-22 29 0,26-40-124,1-1 0,-1 0 0,0-1 0,-1 1 0,1-1 0,-1-1-1,0 1 1,0-1 0,-1 0 0,-9 3 0,6-4-6702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37 24575,'-18'-8'0,"-1"1"0,1 1 0,-38-7 0,45 12 0,0 0 0,0 0 0,-1 1 0,1 1 0,0-1 0,0 2 0,0 0 0,-15 4 0,11-2 0,12-3 0,-1-1 0,0 1 0,0 0 0,1 1 0,-1-1 0,1 1 0,-1-1 0,1 1 0,-6 4 0,8-4 0,0 0 0,0 1 0,1-1 0,-1 0 0,1 0 0,-1 1 0,1-1 0,0 0 0,0 1 0,0-1 0,0 0 0,0 0 0,1 1 0,-1-1 0,1 3 0,1 4 0,1 64 0,-2-39 0,1 0 0,10 50 0,48 103 0,-29-100 0,-13-19 0,-14-50 0,-2-7 0,-2-8 0,1 0 0,0 1 0,0-1 0,0 0 0,0 0 0,2 4 0,-2-6 0,-1 0 0,1 0 0,0 0 0,0 0 0,0 0 0,0 0 0,1 0 0,-1 0 0,0 0 0,0-1 0,0 1 0,1 0 0,-1-1 0,0 1 0,1-1 0,-1 1 0,0-1 0,3 1 0,14 1 0,1-1 0,-1-1 0,27-2 0,2 0 0,-34 2-341,0 0 0,1 1-1,21 4 1,-22-2-6485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8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24575,'1'4'0,"0"1"0,0 0 0,0-1 0,1 0 0,0 1 0,0-1 0,0 0 0,4 5 0,1 4 0,2 9 0,-6-16 0,-1 1 0,1-1 0,0-1 0,0 1 0,1 0 0,7 9 0,-10-14 0,-1-1 0,0 0 0,1 1 0,-1-1 0,1 0 0,-1 1 0,1-1 0,-1 0 0,1 1 0,-1-1 0,1 0 0,-1 0 0,1 0 0,-1 0 0,1 1 0,-1-1 0,1 0 0,-1 0 0,1 0 0,-1 0 0,1 0 0,0 0 0,-1 0 0,1 0 0,-1-1 0,1 1 0,0 0 0,1-1 0,-1 0 0,0 0 0,0 1 0,0-1 0,0 0 0,0 0 0,0 0 0,0 0 0,1-2 0,2-2 0,-1-1 0,0 1 0,4-10 0,0-4 0,4-20 0,4-11 0,-15 49 0,1 0 0,-1-1 0,1 1 0,-1-1 0,1 1 0,0 0 0,-1 0 0,1-1 0,0 1 0,0 0 0,0 0 0,0 0 0,0 0 0,0 0 0,0 0 0,1 0 0,-1 0 0,0 0 0,0 1 0,1-1 0,1 0 0,-2 1 0,1 0 0,-1 0 0,1 0 0,0 0 0,-1 0 0,1 0 0,0 0 0,-1 1 0,1-1 0,-1 1 0,1-1 0,-1 1 0,1 0 0,-1-1 0,3 3 0,4 3 0,0 1 0,0 0 0,-1 0 0,11 13 0,-18-19 0,93 100 0,-90-98 0,3 4 0,1 0 0,0-1 0,0 0 0,1 0 0,0-1 0,0 0 0,12 6 0,-20-11-59,1 0 0,0 0-1,-1 1 1,1-1-1,0 0 1,-1 0 0,1 0-1,0 0 1,0 0 0,-1 0-1,1 0 1,0 0 0,0 0-1,-1-1 1,1 1-1,0 0 1,-1 0 0,1-1-1,0 1 1,-1 0 0,1-1-1,0 0 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8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24575,'-2'8'0,"-1"4"0,-1 4 0,4 0 0,2 1 0,0 0 0,2 0 0,1-1 0,2-1 0,0 0 0,1 0 0,1 0 0,0-1 0,1-1 0,-2-2 0,1-2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0 24575,'-28'0'0,"-11"0"0,-2 0 0,1 3 0,5 0 0,6 0 0,5 2 0,2 1 0,2-2 0,2 2 0,2-1 0,-2-1 0,-1 2 0,2-1 0,2-1-8191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24575,'0'0'0,"0"0"0,0-1 0,0 1 0,0 0 0,0 0 0,0 0 0,0 0 0,0 0 0,0 0 0,0 0 0,0 0 0,0-1 0,0 1 0,0 0 0,0 0 0,0 0 0,0 0 0,0 0 0,-1 0 0,1 0 0,0 0 0,0 0 0,0 0 0,0 0 0,0 0 0,0-1 0,0 1 0,0 0 0,-1 0 0,1 0 0,0 0 0,0 0 0,0 0 0,0 0 0,0 0 0,0 0 0,0 0 0,0 0 0,-1 0 0,1 0 0,0 0 0,0 0 0,0 1 0,0-1 0,0 0 0,0 0 0,0 0 0,0 0 0,-1 0 0,1 0 0,0 0 0,0 0 0,0 0 0,0 0 0,0 0 0,0 1 0,1 7 0,6 13 0,29 56 0,-12-30 0,16 52 0,-24-50 0,-2 1 0,13 89 0,-27-137 14,1 0-1,-1 0 0,0 1 0,0-1 1,-1 0-1,1 0 0,0 1 1,-1 1-1,1-4-18,-1 0-1,1 1 1,0-1-1,0 0 1,0 0-1,0 0 1,0 0 0,0 0-1,0 1 1,0-1-1,0 0 1,0 0-1,-1 0 1,1 0-1,0 0 1,0 0 0,0 1-1,0-1 1,0 0-1,0 0 1,-1 0-1,1 0 1,0 0 0,0 0-1,0 0 1,0 0-1,-1 0 1,1 0-1,0 0 1,0 0 0,0 0-1,0 0 1,0 0-1,-1 0 1,1 0-1,0 0 1,-9-10-1279,4 1-5542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49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11 24575,'-7'-2'0,"0"0"0,0 0 0,0 0 0,0 1 0,0 1 0,0-1 0,0 1 0,0 0 0,-8 1 0,10 0 0,0 1 0,1-1 0,-1 0 0,0 1 0,0 0 0,1 0 0,0 1 0,-1-1 0,1 1 0,0 0 0,0 0 0,0 1 0,-5 4 0,6-4 0,-1 0 0,0 1 0,1-1 0,0 1 0,-5 8 0,8-13 0,-1 1 0,1 0 0,0-1 0,0 1 0,0 0 0,-1 0 0,1-1 0,0 1 0,0 0 0,0 0 0,0-1 0,0 1 0,0 0 0,1 0 0,-1-1 0,0 1 0,0 0 0,0 0 0,1 1 0,0-2 0,0 1 0,0 0 0,0 0 0,0 0 0,0-1 0,0 1 0,0 0 0,0-1 0,0 1 0,0-1 0,0 1 0,0-1 0,0 1 0,0-1 0,1 0 0,-1 0 0,1 0 0,170 20 0,-28-4 0,-128-14 0,-7 0 0,0 0 0,0-1 0,-1-1 0,1 1 0,15-3 0,-24 2 3,0 0 0,1 0 0,-1 0 1,0 0-1,1 0 0,-1 0 0,1 0 0,-1 0 0,0 0 0,1 0 0,-1 0 0,0-1 0,1 1 0,-1 0 0,0 0 0,1 0 0,-1-1 0,0 1 1,1 0-1,-1 0 0,0-1 0,0 1 0,1 0 0,-1-1 0,0 1 0,0 0 0,0-1 0,0 1 0,1 0 0,-1-1 0,0 1 0,0 0 0,0-1 1,0 1-1,0 0 0,0-1 0,0 0 0,-6-12-1485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5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21 24575,'-25'-5'0,"-11"-1"0,-2-1 0,6 5 0,6 1 0,4 2 0,4 1 0,5 1 0,2 2 0,-2-1 0,-2-1 0,0 2 0,-3-1 0,-1 0 0,-2-1 0,-2-1 0,-1-2 0,5 1-8191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5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 24575,'9'5'0,"0"2"0,0-1 0,-1 1 0,0 0 0,0 1 0,-1-1 0,0 2 0,0-1 0,9 17 0,14 37 0,22 66 0,-30-71 0,-77-192 0,-27-68 0,79 196 0,1 0 0,0 0 0,0 0 0,1 0 0,0 0 0,0-1 0,0 1 0,1 0 0,1-11 0,-1 17 0,0 1 0,0 0 0,0 0 0,1 0 0,-1-1 0,0 1 0,0 0 0,0 0 0,0 0 0,0 0 0,0-1 0,0 1 0,0 0 0,0 0 0,0 0 0,0 0 0,1 0 0,-1-1 0,0 1 0,0 0 0,0 0 0,0 0 0,0 0 0,1 0 0,-1 0 0,0 0 0,0 0 0,0 0 0,0 0 0,1-1 0,-1 1 0,0 0 0,0 0 0,0 0 0,1 0 0,6 4 0,10 12 0,-14-12 0,12 9 0,0 0 0,1 0 0,27 15 0,57 24 0,-68-35 0,-21-12 0,26 13 0,-35-17 0,1-1 0,-1 1 0,0 0 0,0-1 0,1 1 0,-1-1 0,0 0 0,1 1 0,-1-1 0,1 0 0,-1-1 0,0 1 0,4-1 0,-4 0 0,0 0 0,0-1 0,0 1 0,0 0 0,-1-1 0,1 1 0,0-1 0,-1 0 0,0 0 0,1 1 0,-1-1 0,0 0 0,0 0 0,2-3 0,10-32 0,-11 33 0,21-84 0,-15 55 0,-7 30 0,0 1 0,0-1 0,0 1 0,0-1 0,1 1 0,-1 0 0,0-1 0,1 1 0,3-4 0,-4 6 0,-1 0 0,1 0 0,-1-1 0,1 1 0,-1 0 0,1 0 0,-1 0 0,1 0 0,-1 0 0,1 0 0,-1 0 0,1 0 0,-1 0 0,1 0 0,-1 0 0,1 0 0,0 0 0,-1 0 0,1 0 0,-1 0 0,1 1 0,-1-1 0,0 0 0,1 0 0,-1 1 0,1-1 0,-1 0 0,1 1 0,-1-1 0,0 0 0,1 1 0,-1-1 0,0 1 0,1-1 0,-1 1 0,1 0 0,11 19 0,-10-17 0,41 83 0,20 36 0,-40-81 0,-9-17 0,1 0 0,20 26 0,-34-49-102,-1-1 23,1 1 1,0 0-1,0 0 0,-1-1 0,1 1 0,0 0 0,-1 0 0,1 0 0,-1 0 0,0 0 0,1 0 0,-1 0 0,1 0 0,-1 0 0,0 2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1:5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24575,'39'-4'0,"44"2"0,-66 3 0,0 0 0,-1 1 0,1 1 0,-1 1 0,20 7 0,-19-5 0,-8-3 0,-1 0 0,1 0 0,-1 1 0,8 5 0,-14-8 0,1 1 0,-1 0 0,1 1 0,-1-1 0,0 0 0,0 1 0,0-1 0,0 1 0,0 0 0,0-1 0,-1 1 0,0 0 0,1 0 0,-1 0 0,1 4 0,1 4 0,75 304 0,-60-226 0,43 127 0,-49-190 0,5 15 0,-16-38 0,0-1 0,-1 1 0,1 0 0,-1 0 0,1-1 0,-1 1 0,0 0 0,0 0 0,0-1 0,0 1 0,-1 0 0,0 3 0,0-4 0,0 0 0,0 0 0,0 0 0,-1-1 0,1 1 0,0 0 0,-1-1 0,1 1 0,-1-1 0,1 0 0,-1 0 0,0 1 0,0-1 0,0 0 0,1 0 0,-1 0 0,0-1 0,0 1 0,0 0 0,0-1 0,-3 1 0,-6 1 0,1-1 0,-20 1 0,28-2 0,-64 6 38,38-2-1441,12-2-5423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07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3496 23 24575,'0'-19'0,"0"15"0,0 14 0,0 2 0,0 0 0,-1 0 0,-1-1 0,0 1 0,-5 17 0,6-25 0,-1 0 0,1 1 0,-1-1 0,-1 0 0,1 0 0,0 0 0,-1-1 0,0 1 0,0-1 0,0 1 0,0-1 0,-1 0 0,1 0 0,-1 0 0,0-1 0,0 1 0,-6 2 0,-23 9 0,-63 19 0,13-18 0,3 0 0,-23-1 0,78-10 0,0-1 0,0-2 0,-47-2 0,17-1 0,-284 3 0,316 0 0,1 2 0,0 0 0,0 2 0,-22 7 0,1 2 0,1 3 0,1 1 0,1 1 0,-41 28 0,59-29 0,0-39 0,-36-23 0,48 37 0,-1 0 0,-1 1 0,1 0 0,-1 1 0,0 1 0,-14-4 0,-36-7 0,-68-6 0,85 15 0,25 3 0,-33-2 0,52 5 0,-21-1 0,1 2 0,-1 0 0,-36 7 0,46-5 0,-1-2 0,1 0 0,-18 0 0,19-1 0,-1 0 0,1 1 0,-1 0 0,-11 3 0,9-1 0,0 0 0,-1-2 0,-17 1 0,16-1 0,-32 4 0,-49 9 0,46-7 0,5 0 0,-40 4 0,-3 3 0,29-7 0,40-3 0,-33 0 0,35-3 0,-30 6 0,29-4 0,-28 1 0,-176-4 0,214-1 0,0 0 0,0 0 0,-11-4 0,-21-2 0,16 4 0,1-2 0,0 0 0,-42-17 0,64 21 0,-8-3 0,1 0 0,0-1 0,1-1 0,-1 1 0,1-1 0,0-1 0,1 1 0,-1-1 0,2-1 0,-1 1 0,-10-17 0,15 21 12,0 1 0,1-1 0,-1 1 0,1-1 0,0 0 0,0 0 0,0 0 0,0 0 0,0-4 0,1 6-71,0-1-1,0 1 1,0 0-1,0-1 1,0 1 0,0 0-1,0 0 1,1-1-1,-1 1 1,0 0 0,1 0-1,-1-1 1,1 1-1,0 0 1,-1 0 0,1 0-1,0 0 1,-1 0-1,1 0 1,0 0 0,0 0-1,0 0 1,0 0-1,1 0 1,7-4-6767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0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12 24575,'69'-12'0,"-93"17"0,1-2 0,-44 2 0,-62-5 0,51-1 0,49 1-1365,16 0-5461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1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364 17 24575,'-15'-5'0,"-1"2"0,1 0 0,-1 0 0,-18 0 0,-66 4 0,41 0 0,-32-1-1365,73 0-5461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2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303 232 24575,'-16'-19'0,"-19"-19"0,19 23 0,-25-34 0,31 36 0,1 0 0,-2 1 0,1 1 0,-2 0 0,1 0 0,-2 1 0,-18-12 0,30 21 0,0 0 0,0 0 0,0 1 0,-1-1 0,1 0 0,0 1 0,0-1 0,0 1 0,0-1 0,-1 1 0,1 0 0,0 0 0,0-1 0,-1 1 0,1 0 0,0 0 0,-1 0 0,1 0 0,0 1 0,0-1 0,-1 0 0,1 0 0,0 1 0,0-1 0,0 1 0,-1-1 0,1 1 0,0-1 0,0 1 0,0 0 0,0 0 0,0-1 0,0 1 0,0 0 0,0 0 0,1 0 0,-1 0 0,0 0 0,0 0 0,0 3 0,-3 4 0,1 0 0,0 0 0,0 0 0,1 1 0,-2 9 0,0 2 0,-1-5 0,2-5 0,0 1 0,1-1 0,0 1 0,-1 12 0,3-22 0,0 0 0,0 0 0,1 1 0,-1-1 0,0 0 0,1 0 0,-1 0 0,1 0 0,-1 1 0,1-1 0,-1 0 0,1 0 0,0 0 0,0 0 0,0 0 0,-1-1 0,1 1 0,0 0 0,0 0 0,0 0 0,0-1 0,0 1 0,1-1 0,-1 1 0,0-1 0,0 1 0,0-1 0,0 1 0,1-1 0,-1 0 0,0 0 0,2 0 0,6 2 0,0-2 0,0 1 0,13-2 0,-11 0 0,131 0-1365,-130 1-5461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3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88 24575,'0'-5'0,"0"-11"0,2 15 0,2 10 0,5 22 0,-4-16 0,-1 0 0,2 0 0,13 26 0,-2-16 0,0-1 0,2-1 0,0 0 0,2-1 0,44 36 0,-56-51 0,0-1 0,0 0 0,1-1 0,0 0 0,10 4 0,-16-7 0,1-1 0,-1 0 0,0 1 0,0-1 0,1-1 0,-1 1 0,1-1 0,-1 1 0,1-1 0,-1-1 0,0 1 0,1 0 0,-1-1 0,1 0 0,4-2 0,-7 2 0,0-1 0,0 1 0,-1-1 0,1 1 0,0-1 0,0 0 0,-1 1 0,1-1 0,-1 0 0,0 0 0,0 0 0,1-1 0,-1 1 0,-1 0 0,1 0 0,0 0 0,0-5 0,2-5 0,-1-1 0,1-12 0,-3 21 0,0-13 0,0 0 0,-2-1 0,0 1 0,-1 0 0,-1 1 0,-1-1 0,-12-31 0,7 26 0,6 13 0,10 21 0,0-2 0,0-1 0,1 0 0,-1 0 0,2 0 0,-1-1 0,1 0 0,0-1 0,10 8 0,-1-4 0,-1 0 0,1-1 0,32 13 0,-44-21 0,-1 0 0,1 0 0,0-1 0,0 1 0,1-1 0,-1 0 0,10 0 0,-14-2 0,1 1 0,0 0 0,0 0 0,-1 0 0,1-1 0,0 1 0,-1-1 0,1 0 0,-1 1 0,1-1 0,-1 0 0,1 0 0,-1 0 0,1 0 0,-1 0 0,0 0 0,1 0 0,-1-1 0,0 1 0,0 0 0,0-1 0,0 1 0,0-1 0,0 1 0,-1-1 0,2-3 0,-1 1 0,1-1 0,-1 0 0,-1 0 0,1 0 0,-1 1 0,0-1 0,0 0 0,0 0 0,-1 0 0,0 0 0,1 1 0,-2-1 0,1 0 0,-3-6 0,-4-7 0,0 1 0,-15-21 0,19 30 0,-37-47 54,21 30-1473,11 12-5407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5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248 47 24575,'-11'-7'0,"0"0"0,-1 0 0,0 2 0,-19-8 0,24 11 0,0 0 0,0 1 0,0 0 0,0 0 0,0 0 0,-1 1 0,1 0 0,0 1 0,0-1 0,-9 3 0,-6 1 0,14-3 0,0 1 0,1-1 0,-1 1 0,-9 4 0,16-5 0,0 0 0,0 0 0,0 0 0,0 0 0,0 0 0,0 0 0,0 0 0,0 0 0,0 1 0,1-1 0,-1 0 0,1 0 0,-1 1 0,1-1 0,-1 1 0,1-1 0,0 0 0,-1 1 0,1-1 0,0 1 0,0-1 0,0 0 0,0 1 0,0-1 0,1 1 0,-1 1 0,2 8 0,0-1 0,6 16 0,-5-18 0,62 188 0,-18-68 0,4 14 0,-44-118 0,-1 0 0,-1 0 0,-1 1 0,0 27 0,2 1 0,-4-46 0,0 1 0,-1 0 0,0 0 0,-1 0 0,0 0 0,0 0 0,0 0 0,-1 0 0,0 0 0,-3 9 0,45-41 0,-28 21 0,-1 1 0,1-1 0,0 2 0,0 0 0,0 1 0,0 0 0,13 2 0,12-1 0,-11 0 0,40-2 0,-66 1-50,0 0-1,0 0 1,0 0-1,1 0 0,-1 0 1,0-1-1,0 1 1,0 0-1,0 0 1,0-1-1,0 1 0,0-1 1,-1 1-1,1-1 1,0 1-1,0-1 1,0 0-1,0 0 0,-1 1 1,1-1-1,0 0 1,-1 0-1,1 0 1,0 1-1,-1-1 1,1-1-1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5.6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36 24575,'-1'-8'0,"-7"-19"0,6 28 0,1 6 0,-1 8 0,3 6 0,2 0 0,0 0 0,1-1 0,12 40 0,40 78 0,-16-44 0,-26-59 0,-1 0 0,12 65 0,-24-100 0,-1 1 0,0 0 0,0 0 0,0 0 0,0 0 0,0-1 0,0 1 0,0 0 0,0 0 0,0 0 0,0 0 0,0-1 0,0 1 0,-1 0 0,1 1 0,-1-2 0,1 0 0,0 0 0,0 0 0,-1 0 0,1 0 0,0 0 0,0 0 0,-1 0 0,1 0 0,0 0 0,0 0 0,-1 0 0,1-1 0,0 1 0,0 0 0,-1 0 0,1 0 0,0 0 0,0 0 0,0 0 0,-1-1 0,1 1 0,0 0 0,0 0 0,0 0 0,-1-1 0,1 1 0,0 0 0,0-1 0,-16-21 0,3-8-1365,9 17-5461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6.0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0 24575,'-2'2'0,"-1"-1"0,1 0 0,0 0 0,0 1 0,-1-1 0,1 1 0,0 0 0,1 0 0,-1-1 0,-2 5 0,1-3 0,-7 8 0,0 0 0,1 0 0,-9 18 0,13-22 0,1 0 0,1 1 0,0 0 0,0 0 0,0 0 0,1 0 0,-2 10 0,4-18 0,0 0 0,0 0 0,0 1 0,0-1 0,0 0 0,0 0 0,0 0 0,0 0 0,0 1 0,0-1 0,1 0 0,-1 0 0,0 0 0,0 0 0,0 1 0,0-1 0,0 0 0,0 0 0,0 0 0,0 0 0,0 0 0,1 1 0,-1-1 0,0 0 0,0 0 0,0 0 0,0 0 0,0 0 0,0 0 0,1 0 0,-1 0 0,0 0 0,0 0 0,1 1 0,8-2 0,13-5 0,-16 4 0,20-4 22,0 0 1,1 2-1,32-1 0,83 5-770,-110 0 42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6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24575,'20'-1'0,"12"1"0,0 1 0,48 7 0,-61-5 0,0-1 0,31-1 0,9 0 0,-58-1 0,1 1 0,0-1 0,0 1 0,0-1 0,-1 1 0,1 0 0,0 0 0,-1-1 0,1 1 0,-1 0 0,1 1 0,-1-1 0,1 0 0,-1 0 0,0 1 0,0-1 0,0 1 0,0-1 0,0 1 0,0-1 0,0 1 0,0 0 0,1 2 0,1 5 0,0 1 0,0-1 0,1 13 0,-1-8 0,16 84 0,-9-43 0,26 85 0,-26-111 0,7 25 0,3-2 0,33 62 0,-41-94 0,-2 0 0,13 35 0,-22-54 0,-1 0 0,0 1 0,0-1 0,1 0 0,-1 1 0,0-1 0,0 0 0,0 1 0,-1-1 0,1 0 0,0 1 0,0-1 0,-1 0 0,1 0 0,0 1 0,-1-1 0,0 0 0,1 0 0,-1 0 0,0 0 0,1 1 0,-1-1 0,0 0 0,0 0 0,0-1 0,0 1 0,0 0 0,0 0 0,0 0 0,0-1 0,0 1 0,0 0 0,-1-1 0,1 1 0,0-1 0,-3 1 0,-5 2 0,0-1 0,0 0 0,-1 0 0,-9 0 0,15-2 0,-47 5-1365,38-1-5461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9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21 24575,'-237'0'0,"233"0"-114,0 0 1,-1-1-1,1 1 0,0-1 0,0 0 1,0 0-1,0 0 0,0-1 0,1 1 1,-1-1-1,-5-3 0,0-1-6712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19.4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29 24575,'-28'-5'0,"-11"-1"0,-2-1 0,4 2 0,3 1 0,5 2 0,4 4 0,5 0 0,5 4 0,3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0.5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16 24575,'-6'-14'0,"4"12"0,2 10 0,24 102 0,47 137 0,-35-131 0,-8-2 0,-27-111 0,0-1 0,-1 1 0,1-1 0,0 1 0,0-1 0,2 4 0,-3-6 0,0 0 0,0 0 0,1 1 0,-1-1 0,0 0 0,0 0 0,0 0 0,0 0 0,1 0 0,-1 1 0,0-1 0,0 0 0,0 0 0,1 0 0,-1 0 0,0 0 0,0 0 0,1 0 0,-1 0 0,0 0 0,0 0 0,0 0 0,1 0 0,-1 0 0,0 0 0,0 0 0,1 0 0,-1 0 0,0 0 0,9-10 0,-1-4 0,10-31 0,-13 32 0,0-1 0,1 1 0,1 0 0,13-21 0,-18 31 0,1 1 0,-1-1 0,0 0 0,1 1 0,0 0 0,-1 0 0,1 0 0,0 0 0,0 0 0,0 0 0,1 1 0,-1-1 0,0 1 0,1 0 0,-1 0 0,0 0 0,1 1 0,-1-1 0,1 1 0,-1 0 0,1-1 0,-1 2 0,1-1 0,4 1 0,0 1 0,-1 0 0,1 0 0,0 1 0,-1 0 0,1 0 0,-1 1 0,0 0 0,7 5 0,51 44 0,-50-40 0,-7-6-341,-1-1 0,-1 1-1,11 14 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1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75 24575,'-8'-5'0,"-67"-37"0,64 37 0,-1 0 0,0 0 0,1 1 0,-22-4 0,29 8 0,-1 0 0,1 0 0,0 0 0,0 0 0,0 1 0,0-1 0,0 1 0,0 0 0,0 0 0,0 1 0,0-1 0,0 1 0,0 0 0,1 0 0,-1 0 0,1 1 0,-6 3 0,7-4 0,0 0 0,-1 0 0,1 1 0,0-1 0,1 0 0,-1 1 0,0-1 0,1 1 0,-1 0 0,1-1 0,0 1 0,0 0 0,0 0 0,0 0 0,0 0 0,1 0 0,-1 0 0,1 0 0,0 0 0,0 0 0,0 0 0,0 0 0,1 0 0,0 5 0,3 1 0,1 1 0,0-2 0,0 1 0,0-1 0,1 0 0,12 13 0,5 8 0,2 9 0,-2 0 0,-1 2 0,-2 1 0,19 54 0,42 179 0,-33-125 0,-47-147 0,0 1 0,0 0 0,0-1 0,1 1 0,-1-1 0,1 0 0,-1 1 0,1-1 0,0 0 0,0 0 0,0 0 0,1-1 0,-1 1 0,0 0 0,0-1 0,1 1 0,-1-1 0,4 1 0,-1 0 0,1-1 0,-1 0 0,0 0 0,1-1 0,-1 1 0,1-1 0,-1 0 0,9-2 0,32-5 0,-28 3 0,-1 1 0,22 0 0,-10 0 120,-27 3-213,0-1 0,-1 1 1,1-1-1,-1 0 0,1 1 0,-1-1 0,1 0 0,-1 0 1,0 0-1,1 0 0,-1 0 0,0 0 0,0 0 1,1-1-1,0-1 0,2-5-6733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2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60 150 24575,'-3'14'0,"0"0"0,1 0 0,0 0 0,1 1 0,1-1 0,0 0 0,1 0 0,1 1 0,0-1 0,1 0 0,0 0 0,1-1 0,1 1 0,0-1 0,1 0 0,0 0 0,1 0 0,0-1 0,15 18 0,-22-29 0,1 0 0,0 0 0,-1-1 0,1 1 0,0 0 0,0 0 0,0-1 0,-1 1 0,1-1 0,0 1 0,0-1 0,0 1 0,0-1 0,0 1 0,0-1 0,0 0 0,0 1 0,1-1 0,-1 0 0,0 0 0,-1 0 0,1-1 0,0 1 0,-1 0 0,1 0 0,0-1 0,-1 1 0,1 0 0,0-1 0,-1 1 0,1 0 0,-1-1 0,1 1 0,-1-1 0,1 1 0,-1-1 0,1 1 0,-1-1 0,1 0 0,0-2 0,1 0 0,-1 1 0,0-1 0,0 0 0,0 0 0,0 0 0,-1 1 0,1-1 0,-1 0 0,0 0 0,0-5 0,-2-9 0,-1 0 0,-1 0 0,0 1 0,-1 0 0,-8-18 0,-42-77 0,7 16 0,42 82 0,2 7 0,1-1 0,0 1 0,1-1 0,0 0 0,0 0 0,0 0 0,0-10 0,1 17 0,1 0 0,0 0 0,0 0 0,0 0 0,0-1 0,0 1 0,0 0 0,0 0 0,0 0 0,0 0 0,0-1 0,0 1 0,0 0 0,0 0 0,0 0 0,1 0 0,-1 0 0,0-1 0,0 1 0,0 0 0,0 0 0,0 0 0,0 0 0,0 0 0,0-1 0,0 1 0,0 0 0,1 0 0,-1 0 0,0 0 0,0 0 0,0 0 0,0 0 0,0 0 0,1 0 0,-1 0 0,0-1 0,0 1 0,0 0 0,0 0 0,0 0 0,1 0 0,-1 0 0,0 0 0,0 0 0,0 0 0,0 0 0,1 0 0,-1 0 0,0 0 0,0 1 0,0-1 0,0 0 0,0 0 0,1 0 0,-1 0 0,0 0 0,0 0 0,0 0 0,0 0 0,0 0 0,1 0 0,-1 1 0,0-1 0,0 0 0,0 0 0,0 0 0,0 0 0,11 11 0,-9-8 0,169 146 0,-161-141 0,0 0 0,1-1 0,13 7 0,-21-12 0,0-1 0,0 0 0,0 1 0,1-1 0,-1 0 0,0 0 0,0-1 0,1 1 0,-1-1 0,0 0 0,1 0 0,-1 0 0,1 0 0,-1 0 0,0-1 0,1 1 0,3-3 0,-5 2 0,0 0 0,0 0 0,0 0 0,-1-1 0,1 1 0,0 0 0,-1-1 0,1 0 0,-1 1 0,1-1 0,-1 0 0,0 0 0,0 0 0,0 0 0,0 0 0,0 0 0,1-4 0,1-4 0,-1 0 0,2-17 0,-1 5 0,-2 18 0,0-1 0,0 1 0,0 0 0,1 0 0,-1-1 0,1 1 0,4-5 0,-6 8 0,1 0 0,-1 1 0,1-1 0,0 0 0,0 0 0,-1 1 0,1-1 0,0 1 0,0-1 0,0 1 0,0-1 0,0 1 0,0-1 0,0 1 0,0 0 0,0-1 0,0 1 0,0 0 0,0 0 0,0 0 0,0 0 0,0 0 0,0 0 0,0 0 0,0 0 0,0 0 0,0 1 0,0-1 0,0 0 0,0 1 0,0-1 0,0 0 0,0 1 0,-1-1 0,1 1 0,0 0 0,0-1 0,1 2 0,6 5 0,0 0 0,0 1 0,-1 0 0,0 0 0,0 0 0,-1 1 0,6 11 0,17 22 0,83 104 0,-84-113 0,-27-31-1365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2.4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247 29 24575,'0'-7'0,"-2"-1"0,-4 2 0,-3 1 0,-5 2 0,-3 4 0,-3 2 0,-4 0 0,-2 0 0,-2-1 0,-2-1 0,3 0 0,3 0 0,5-1-8191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2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24575,'3'-16'0,"-3"17"0,0-1 0,0 0 0,0 0 0,0 0 0,0 1 0,0-1 0,0 0 0,0 0 0,0 0 0,0 1 0,0-1 0,0 0 0,1 0 0,-1 0 0,0 0 0,0 1 0,0-1 0,0 0 0,0 0 0,1 0 0,-1 0 0,0 0 0,0 0 0,0 0 0,1 0 0,-1 1 0,0-1 0,0 0 0,0 0 0,1 0 0,-1 0 0,0 0 0,0 0 0,0 0 0,1 0 0,-1 0 0,0 0 0,0 0 0,0 0 0,1 0 0,-1 0 0,0-1 0,0 1 0,0 0 0,0 0 0,1 0 0,-1 0 0,0 0 0,0 0 0,0 0 0,0-1 0,1 1 0,-1 0 0,0 0 0,0 0 0,0 0 0,0-1 0,0 1 0,0 0 0,0 0 0,1 0 0,-1 0 0,0-1 0,0 1 0,0 0 0,0 0 0,4 8 0,-1 1 0,0 0 0,-1 0 0,1 1 0,-2-1 0,2 11 0,1 7 0,3 14 0,6 33 0,3-1 0,28 79 0,-39-141-682,12 22-1,-12-24-6143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0 24575,'-19'18'0,"8"-7"0,-1 0 0,1 1 0,1 0 0,0 1 0,-10 17 0,19-29 0,1 1 0,-1-1 0,0 0 0,1 0 0,-1 1 0,1-1 0,0 1 0,-1-1 0,1 0 0,0 1 0,0-1 0,0 1 0,0-1 0,0 1 0,0-1 0,0 0 0,1 1 0,-1-1 0,0 1 0,1-1 0,-1 0 0,1 1 0,-1-1 0,1 0 0,1 2 0,0-1 0,-1 0 0,1-1 0,0 1 0,0-1 0,0 0 0,0 1 0,0-1 0,0 0 0,0 0 0,0 0 0,0-1 0,1 1 0,-1 0 0,0-1 0,4 1 0,103 7 0,117 0-1365,-211-8-5461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23.8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65 24575,'3'-1'0,"19"-12"0,1 1 0,48-17 0,-64 26 0,1 1 0,-1 1 0,1-1 0,-1 1 0,1 1 0,0-1 0,0 1 0,-1 1 0,1-1 0,0 2 0,-1-1 0,1 1 0,-1 0 0,11 4 0,35 18 0,36 14 0,-86-37 0,0 0 0,-1 0 0,1 0 0,-1 1 0,1-1 0,-1 1 0,1-1 0,-1 1 0,0 0 0,1 0 0,-1 0 0,3 4 0,-3-3 0,-1 0 0,0 0 0,1 0 0,-1 0 0,0 0 0,-1 0 0,1 0 0,-1 0 0,1 0 0,-1 1 0,0 3 0,0-1 0,0 23 0,1-1 0,1 0 0,13 56 0,23 51 0,97 225 0,-121-336 0,-11-20 0,0 1 0,-1-1 0,1 0 0,-1 1 0,0-1 0,0 1 0,0 0 0,-1 0 0,0 0 0,1 6 0,-2-10 0,0 0 0,0-1 0,0 1 0,0 0 0,-1-1 0,1 1 0,0 0 0,-1 0 0,1-1 0,0 1 0,-1 0 0,1-1 0,-1 1 0,1-1 0,-1 1 0,1-1 0,-1 1 0,1-1 0,-1 1 0,0-1 0,1 1 0,-1-1 0,0 0 0,1 1 0,-1-1 0,0 0 0,-1 1 0,-23 3 0,14-3 0,-33 5 66,-17 3-1497,47-5-5395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0 24575,'-207'0'-1365,"194"0"-5461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6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71 24575,'-28'-13'0,"-11"-3"0,-2 0 0,4 3 0,5 4 0,6 6 0,5 3 0,3 4 0,3 5 0,1 0 0,0-2 0,3-1-8191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1103 75 24575,'115'-31'0,"55"-13"0,-211 64 0,24-14 0,-1-1 0,1 0 0,-1-2 0,0 0 0,-1-1 0,-18 0 0,-795-3 0,786 4 0,0 1 0,-57 14 0,91-16 0,-96 16 0,94-16 0,0 1 0,-14 4 0,33-5 0,0 0 0,0 0 0,0 0 0,10 2 0,81 17 0,112 39 0,-4 18 0,-192-73 0,2 1 0,-1 0 0,20 12 0,-31-16 0,1-1 0,-1 1 0,0 0 0,1 0 0,-1 0 0,0 0 0,0 0 0,0 0 0,-1 0 0,1 1 0,0-1 0,-1 1 0,0-1 0,1 1 0,-1-1 0,0 1 0,0 0 0,-1 0 0,2 3 0,-2-3 0,-1-1 0,1 1 0,-1-1 0,1 0 0,-1 1 0,0-1 0,0 0 0,0 1 0,0-1 0,0 0 0,0 0 0,-1 0 0,1 0 0,-1 0 0,1 0 0,-1 0 0,-4 3 0,-2 2 0,-2 0 0,-13 8 0,22-15 0,-32 18 0,-1-2 0,0-1 0,-41 11 0,-38 15 0,94-32 0,1 0 0,1 0 0,0 2 0,-16 12 0,2 5 0,1 1 0,1 1 0,-42 58 0,70-86 0,0-1 0,0 0 0,0 0 0,0 1 0,1-1 0,-1 1 0,0-1 0,1 1 0,-1-1 0,1 1 0,-1-1 0,1 3 0,0-4 0,0 0 0,0 1 0,0-1 0,0 0 0,0 0 0,0 1 0,0-1 0,0 0 0,1 0 0,-1 1 0,0-1 0,0 0 0,0 0 0,0 1 0,1-1 0,-1 0 0,0 0 0,0 0 0,0 1 0,1-1 0,-1 0 0,0 0 0,0 0 0,1 0 0,-1 1 0,14-1 0,16-5 0,39-13 0,4-1 0,89-10-296,2 7 0,1 8 0,304 13 0,-437 2 182,76 6 169,-87-4-374,0 0 0,-1 1 0,21 7 0,-29-6-5353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29 24575,'2'-22'0,"-2"22"0,0 0 0,0-1 0,0 1 0,0 0 0,0-1 0,0 1 0,0 0 0,0 0 0,0-1 0,0 1 0,0 0 0,0-1 0,-1 1 0,1 0 0,0 0 0,0-1 0,0 1 0,-1 0 0,1 0 0,0-1 0,0 1 0,-1 0 0,1 0 0,-1 0 0,1 0 0,-1 0 0,1 0 0,-1 0 0,1 0 0,-1 0 0,1 1 0,-1-1 0,1 0 0,0 0 0,-1 1 0,1-1 0,-1 0 0,1 0 0,0 1 0,-1-1 0,1 0 0,0 1 0,-1-1 0,1 1 0,-3 3 0,1-1 0,0 1 0,0-1 0,0 1 0,0 0 0,1 0 0,0 0 0,-1 0 0,1 0 0,1 0 0,-2 8 0,1 2 0,2 31 0,0-34 0,1 0 0,0 0 0,0 0 0,1-1 0,6 15 0,27 49 0,2 7 0,-33-68 0,13 40 0,-17-49 0,0 0 0,0 0 0,0 0 0,-1 1 0,0-1 0,0 0 0,0 0 0,0 1 0,-1-1 0,-1 5 0,2-9 3,0 0 0,0 1 0,0-1 0,0 0 0,0 1 0,0-1 0,0 0-1,0 0 1,0 1 0,-1-1 0,1 0 0,0 1 0,0-1 0,0 0 0,-1 0 0,1 0 0,0 1 0,0-1-1,0 0 1,-1 0 0,1 0 0,0 1 0,0-1 0,-1 0 0,1 0 0,0 0 0,-1 0 0,1 0 0,0 0-1,-1 0 1,1 0 0,-1 0 0,-7-5-1464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9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15 24575,'-19'-5'0,"-35"-3"0,47 7 0,0 1 0,0 0 0,1 0 0,-1 0 0,0 1 0,1 0 0,-1 1 0,1 0 0,-8 2 0,12-3 0,0 1 0,-1-1 0,1 1 0,0 0 0,0-1 0,0 1 0,0 0 0,0 0 0,0 0 0,1 0 0,-1 1 0,1-1 0,-1 0 0,1 1 0,0-1 0,0 1 0,0 0 0,0-1 0,1 1 0,-1-1 0,1 1 0,-1 0 0,1 5 0,0-1 0,0 0 0,0 0 0,1 0 0,0 0 0,1 0 0,-1 0 0,1-1 0,4 9 0,-6-13 0,1-1 0,0 1 0,0-1 0,0 1 0,0-1 0,1 0 0,-1 1 0,0-1 0,0 0 0,1 0 0,-1 0 0,1 0 0,-1 0 0,1 0 0,0 0 0,-1 0 0,1-1 0,3 2 0,3 0 0,0-1 0,-1 0 0,11 0 0,7 2 0,215 31 0,-183-31-1365,-43-2-5461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4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31 24575,'-30'-5'0,"-13"-1"0,-3-1 0,2 2 0,8 2 0,6 0 0,6 2 0,5 1 0,3 0 0,2 0 0,0 0 0,1 0 0,-1 1 0,3-1-8191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24 24575,'-31'-5'0,"-11"-1"0,-2-1 0,4 2 0,7 4 0,5 5 0,7 1 0,5 3 0,4 2 0,3 0-8191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85 24575,'-25'-2'0,"2"-1"0,0 2 0,0 0 0,0 1 0,-40 6 0,61-6 0,0 1 0,-1-1 0,1 1 0,0 0 0,-1 0 0,1 0 0,0 0 0,0 0 0,0 0 0,0 0 0,0 1 0,0-1 0,0 1 0,0 0 0,0-1 0,1 1 0,-1 0 0,-1 3 0,2-3 0,0 0 0,1 0 0,-1 1 0,1-1 0,-1 0 0,1 0 0,0 0 0,0 1 0,0-1 0,0 0 0,0 0 0,1 0 0,-1 0 0,0 1 0,1-1 0,0 0 0,0 0 0,-1 0 0,1 0 0,2 3 0,1 0 0,-1 0 0,1-1 0,0 1 0,0-1 0,1 0 0,-1 0 0,1 0 0,0-1 0,0 1 0,0-1 0,0 0 0,1-1 0,-1 1 0,11 2 0,9 2 0,0 0 0,27 2 0,-47-8 0,7 0 0,1 1 0,-1-2 0,1 1 0,-1-2 0,21-2 0,-29 2 0,1 0 0,-1 0 0,0 0 0,1 0 0,-1-1 0,0 0 0,0 0 0,0 0 0,0 0 0,0 0 0,-1-1 0,1 0 0,-1 0 0,1 0 0,-1 0 0,0 0 0,0-1 0,4-6 0,-6 7 0,0 0 0,0 1 0,0-1 0,0 0 0,0 1 0,0-1 0,-1 0 0,0 0 0,1 0 0,-1 0 0,0 0 0,0 1 0,-1-1 0,0-4 0,0 3 0,0-1 0,-1 1 0,0-1 0,0 1 0,0 0 0,0 0 0,-1 0 0,-2-4 0,-3-2 0,-1 1 0,0 0 0,0 1 0,-1 0 0,-17-11 0,18 13-91,0 1 0,-1 0 0,1 1 0,-1 0 0,0 0 0,0 1 0,-1 1 0,1 0 0,0 0 0,-1 1 0,1 0 0,-1 1 0,0 0 0,-16 2 0,9 1-6735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2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90 123 24575,'-4'-8'0,"5"12"0,7 14 0,10 10 0,-5-9 0,-2 0 0,0 1 0,15 38 0,-20-37 0,-1 0 0,5 31 0,-9-45 0,0 0 0,0-1 0,1 1 0,3 8 0,-1-39 0,-5 15 0,0 0 0,0 1 0,-1 0 0,0-1 0,0 1 0,-1 0 0,0 0 0,0 0 0,-9-14 0,-4-5 0,-28-32 0,30 41 0,4 5 0,-58-85 0,62 88 0,-11-22 0,16 30 0,1 1 0,-1-1 0,1 0 0,-1 1 0,1-1 0,0 0 0,-1 0 0,1 0 0,0 0 0,0 1 0,0-1 0,0 0 0,1 0 0,-1 0 0,1 1 0,0-3 0,-1 3 0,0 1 0,0 0 0,0-1 0,1 1 0,-1 0 0,0-1 0,0 1 0,1 0 0,-1-1 0,0 1 0,0 0 0,1 0 0,-1-1 0,0 1 0,1 0 0,-1 0 0,0-1 0,1 1 0,-1 0 0,1 0 0,-1 0 0,0 0 0,1 0 0,-1 0 0,1 0 0,-1 0 0,0-1 0,1 1 0,0 1 0,12 5 0,9 15 0,-8-4 0,1 0 0,1-1 0,0 0 0,1-1 0,0-1 0,34 19 0,-6-5 0,-25-15 0,36 16 0,-49-25 0,0-2 0,1 1 0,-1-1 0,1 0 0,0-1 0,-1 0 0,1 0 0,0-1 0,9 0 0,-14 0 0,-1 0 0,0-1 0,0 1 0,0-1 0,0 1 0,0-1 0,0 0 0,0 0 0,0 0 0,0 0 0,-1 0 0,1 0 0,0-1 0,0 1 0,2-3 0,-2 1 0,0 0 0,1 0 0,-1-1 0,0 1 0,-1 0 0,1-1 0,-1 0 0,2-4 0,0-2 0,-1 0 0,-1-1 0,0 0 0,0 1 0,-1-17 0,-1 16 0,0 0 0,-1 0 0,0 1 0,-1-1 0,0 1 0,-6-13 0,4 16 0,3 14 0,5 14 0,5 5 0,1-1 0,1 1 0,21 37 0,-22-47 0,1-1 0,1 0 0,0-1 0,1 0 0,1 0 0,17 14 0,-11-12-85,-7-5-341,1-1-1,22 15 0,-23-19-6399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85 24575,'-12'-17'0,"8"13"0,11 12 0,49 53 0,31 39 0,34 57 0,-120-156 0,0 0 0,0 0 0,0 1 0,-1-1 0,1 0 0,0 0 0,0 0 0,1 0 0,-1-1 0,0 1 0,0 0 0,0 0 0,1-1 0,-1 1 0,0 0 0,0-1 0,1 0 0,-1 1 0,1-1 0,-1 0 0,0 1 0,1-1 0,-1 0 0,1 0 0,-1 0 0,0 0 0,1-1 0,-1 1 0,1 0 0,1-1 0,-1 0 0,0-1 0,0 1 0,-1-1 0,1 1 0,0-1 0,0 0 0,-1 1 0,1-1 0,-1 0 0,0 0 0,1 0 0,-1 0 0,0 0 0,0-1 0,-1 1 0,1 0 0,1-4 0,0-5 0,0 0 0,-1-1 0,0 1 0,-2-21 0,1-11 0,0 42 0,0 0 0,0 0 0,0-1 0,0 1 0,0 0 0,1 0 0,-1 0 0,0-1 0,1 1 0,-1 0 0,1 0 0,-1 0 0,1 0 0,-1 0 0,1 0 0,0 0 0,0 0 0,1-1 0,-2 2 0,1-1 0,0 1 0,-1 0 0,1 0 0,0-1 0,0 1 0,0 0 0,-1 0 0,1 0 0,0 0 0,0 0 0,0 0 0,-1 0 0,1 0 0,0 0 0,0 0 0,0 1 0,-1-1 0,1 0 0,1 1 0,4 2 0,0 1 0,0 0 0,0 0 0,9 9 0,-10-10 0,15 14 0,0-1 0,30 18 0,-43-30 0,0 0 0,1 0 0,0-1 0,-1 0 0,1-1 0,0 1 0,1-2 0,-1 1 0,0-1 0,0 0 0,12-1 0,-19 0 0,1 0 0,-1 0 0,0 0 0,1 0 0,-1 0 0,0-1 0,0 1 0,1-1 0,-1 1 0,0-1 0,0 1 0,0-1 0,0 0 0,1 1 0,-1-1 0,0 0 0,0 0 0,-1 0 0,1 0 0,0 0 0,0 0 0,0-1 0,0 0 0,0-1 0,0 1 0,0 0 0,-1 0 0,1-1 0,-1 1 0,1-1 0,-1 1 0,0 0 0,0-1 0,-1-2 0,0-4 0,-1 0 0,0 1 0,0-1 0,-1 1 0,-6-14 0,-9-8 0,0 0 0,-2 1 0,-2 1 0,0 1 0,-40-36 0,32 37-1365,17 18-5461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5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90 24575,'-5'-2'0,"-30"-17"0,0 2 0,-2 2 0,-68-19 0,99 33 0,0 0 0,0 1 0,-1 0 0,1 0 0,0 0 0,0 1 0,-1 0 0,1 0 0,0 1 0,0 0 0,0 0 0,0 0 0,0 0 0,1 1 0,-1 0 0,1 0 0,0 1 0,-7 5 0,11-8 0,-1 0 0,1 1 0,0-1 0,0 0 0,1 0 0,-1 1 0,0-1 0,0 1 0,1-1 0,-1 0 0,1 1 0,-1-1 0,1 1 0,-1 0 0,1-1 0,0 1 0,0-1 0,0 1 0,0-1 0,0 1 0,0 0 0,1 1 0,1 7 0,0-1 0,6 16 0,-2-3 0,10 47 0,31 114 0,33 52 0,-76-220 0,-3-11 0,0 0 0,0 0 0,0-1 0,1 1 0,2 4 0,-3-6 0,0-1 0,0 0 0,0 0 0,0 0 0,0 0 0,0 0 0,0 0 0,0 0 0,1 0 0,-1 0 0,0-1 0,1 1 0,-1 0 0,0-1 0,1 1 0,-1-1 0,1 0 0,1 1 0,15 1 0,0-1 0,-1-1 0,23-2 0,6 0 0,-32 1-273,1 0 0,0-1 0,0-1 0,23-6 0,-25 4-6553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6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70 24575,'-13'-69'0,"63"254"0,-16-49 0,42 66 0,-68-182 0,-7-18 0,0 2 0,1 0 0,0 0 0,0 0 0,0-1 0,0 1 0,1 0 0,-1-1 0,4 4 0,-6-7-2,1 1 0,-1-1-1,0 0 1,0 0 0,0 1-1,1-1 1,-1 0 0,0 0 0,0 0-1,0 0 1,1 0 0,-1 1-1,0-1 1,0 0 0,1 0 0,-1 0-1,0 0 1,0 0 0,1 0-1,-1 0 1,0 0 0,1 0-1,-1 0 1,0 0 0,0 0 0,1 0-1,-1 0 1,0 0 0,0 0-1,1 0 1,-1 0 0,0 0 0,0 0-1,1-1 1,2-8 202,-6-14-1685,0 13-5341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6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25 24575,'-1'-2'0,"1"0"0,-1 1 0,0 0 0,0-1 0,0 1 0,0-1 0,0 1 0,0 0 0,0 0 0,0 0 0,-1 0 0,1 0 0,0 0 0,-1 0 0,1 0 0,-1 0 0,1 0 0,-1 1 0,1-1 0,-1 1 0,1-1 0,-1 1 0,0 0 0,1-1 0,-1 1 0,0 0 0,1 0 0,-1 0 0,0 0 0,1 1 0,-1-1 0,0 0 0,1 1 0,-3 0 0,0 1 0,-1 0 0,1 0 0,0 0 0,0 1 0,0-1 0,0 1 0,0 0 0,0 0 0,1 1 0,-5 5 0,3-3 0,-25 34 0,27-37 0,1 1 0,0 0 0,0-1 0,0 1 0,0 0 0,1 0 0,0 0 0,-1 0 0,1 5 0,1-8 0,0 0 0,0 0 0,0-1 0,1 1 0,-1 0 0,0 0 0,1 0 0,-1-1 0,0 1 0,1 0 0,-1 0 0,1-1 0,-1 1 0,1 0 0,0-1 0,-1 1 0,1-1 0,0 1 0,-1-1 0,1 1 0,0-1 0,0 1 0,-1-1 0,1 0 0,0 1 0,0-1 0,0 0 0,-1 0 0,1 0 0,0 1 0,0-1 0,0 0 0,1 0 0,36 0 0,-32 0 0,61 2 0,-1 2 0,65 15 0,-29-5 0,-100-13-99,17 0 331,-19-1-263,0 0-1,1 0 1,-1 0 0,0 0 0,1 0 0,-1 0-1,0 0 1,1 0 0,-1 0 0,0 0-1,1 0 1,-1 0 0,0-1 0,1 1 0,-1 0-1,0 0 1,0 0 0,1 0 0,-1 0 0,0-1-1,0 1 1,1 0 0,-1 0 0,0-1 0,0 1-1,0 0 1,1 0 0,-1-1 0,0 1 0,0 0-1,0 0 1,0-1 0,0 1 0,1 0 0,-1-1-1,0 1 1,0 0 0,0-1 0,0 1 0,0 0-1,0 0 1,0-1 0,0 1 0,0 0 0,0-1-1,0 1 1,-1-1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2:57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24575,'16'-14'0,"0"2"0,1 0 0,31-17 0,-39 24 0,0 1 0,0 1 0,0 0 0,1 0 0,-1 1 0,1 0 0,0 1 0,-1 0 0,20 0 0,-21 1 0,-5 0 0,-1 0 0,0 0 0,1 0 0,-1 0 0,0 0 0,1 0 0,-1 1 0,0-1 0,0 1 0,1 0 0,-1 0 0,0 0 0,0 0 0,0 0 0,2 1 0,-4-1 0,0-1 0,1 1 0,-1 0 0,0-1 0,0 1 0,0 0 0,0 0 0,0-1 0,0 1 0,0 0 0,0-1 0,0 1 0,0 0 0,0-1 0,0 1 0,0 0 0,-1 0 0,1-1 0,0 1 0,0-1 0,-1 1 0,0 1 0,-11 16 0,10-15 0,-1 3 0,0-1 0,0 1 0,0 0 0,1 0 0,0 1 0,1-1 0,-1 0 0,1 1 0,0-1 0,0 12 0,1 4 0,6 41 0,0-28 0,1 0 0,24 63 0,39 62 0,-30-85 0,17 33 0,-56-106 0,0 0 0,-1 0 0,1 0 0,-1-1 0,1 1 0,-1 0 0,1 0 0,-1 0 0,0 0 0,0 0 0,0 0 0,0 0 0,0-1 0,-1 1 0,1 0 0,-1 0 0,1 0 0,-1 0 0,1 0 0,-2 2 0,0-3 0,1 1 0,0 0 0,-1-1 0,0 1 0,1-1 0,-1 1 0,0-1 0,0 0 0,1 0 0,-1 0 0,0 0 0,0 0 0,0 0 0,-1 0 0,1-1 0,0 1 0,-4 0 0,-15 1 11,0 0 0,-40-4 0,17 1-1409,31 1-5428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24575,'0'1'0,"1"1"0,0-1 0,0 1 0,0-1 0,0 0 0,0 1 0,0-1 0,0 0 0,1 0 0,-1 0 0,0 0 0,1 0 0,-1 0 0,1 0 0,-1 0 0,3 1 0,3 2 0,42 26 0,89 40 0,-49-27 0,-12-3 0,-87-44-1365,0 0-5461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2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 24575,'-4'-3'0,"0"1"0,0 0 0,-1 0 0,1 0 0,0 0 0,-1 1 0,1 0 0,-7-1 0,9 2 0,1-1 0,0 2 0,0-1 0,0 0 0,-1 0 0,1 0 0,0 0 0,0 1 0,0-1 0,0 1 0,-1-1 0,1 1 0,0-1 0,0 1 0,0 0 0,0-1 0,0 1 0,0 0 0,0 0 0,1 0 0,-1 0 0,0 0 0,0 0 0,1 0 0,-1 0 0,0 0 0,1 0 0,-1 0 0,1 0 0,0 0 0,-1 0 0,1 1 0,0-1 0,0 0 0,-1 0 0,1 2 0,-1 5 0,0 0 0,-1 0 0,0 0 0,0 0 0,-1-1 0,0 1 0,0-1 0,-1 1 0,0-1 0,0 0 0,-1-1 0,-9 12 0,7-10 0,1 1 0,-1 0 0,1 0 0,1 0 0,-9 20 0,8-15 0,-15 24 0,4-20-1365,9-10-5461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5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31 24575,'-17'-7'0,"-2"1"0,1 1 0,-23-4 0,30 8 0,0-1 0,0 2 0,0 0 0,0 0 0,0 1 0,-22 4 0,14-1 0,12-4 0,1 1 0,0 1 0,1-1 0,-1 1 0,0 0 0,-6 3 0,11-4 0,0 0 0,0 0 0,0-1 0,0 1 0,0 0 0,0 0 0,0 0 0,0 0 0,0 1 0,0-1 0,1 0 0,-1 0 0,0 0 0,1 1 0,-1-1 0,1 0 0,0 0 0,-1 1 0,1-1 0,0 0 0,0 1 0,0-1 0,0 1 0,0-1 0,0 0 0,0 1 0,0-1 0,0 0 0,1 1 0,-1-1 0,1 0 0,0 3 0,21 48 0,-15-37 0,-1 0 0,0 1 0,3 17 0,9 64 0,-8-40 0,26 90 0,-12-89 0,2 10 0,-21-55 0,-1 0 0,-1 0 0,0 1 0,-1-1 0,-1 1 0,0-1 0,0 1 0,-1-1 0,-4 28 0,3-39 0,0-1 0,1 1 0,0 0 0,-1 0 0,1 0 0,0 0 0,0 0 0,0 0 0,0 0 0,1 0 0,-1 0 0,0-1 0,1 1 0,-1 0 0,2 3 0,-1-4 0,0 1 0,1-1 0,-1 0 0,0 0 0,0 0 0,1 0 0,-1-1 0,0 1 0,1 0 0,-1-1 0,1 1 0,-1 0 0,1-1 0,-1 0 0,1 1 0,-1-1 0,1 0 0,-1 0 0,1 0 0,1 0 0,134 0 120,-52-2-1605,-70 2-5341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6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24575,'0'0'0,"0"-1"0,-1 1 0,1-1 0,0 1 0,0-1 0,0 1 0,0-1 0,0 1 0,0-1 0,0 1 0,0 0 0,0-1 0,1 1 0,-1-1 0,0 1 0,0-1 0,0 1 0,0 0 0,1-1 0,-1 1 0,0-1 0,0 1 0,1 0 0,-1-1 0,0 1 0,1 0 0,-1-1 0,0 1 0,1 0 0,-1 0 0,0-1 0,1 1 0,0 0 0,-1 0 0,1 0 0,-1 1 0,1-1 0,-1 1 0,1-1 0,-1 0 0,0 1 0,1-1 0,-1 1 0,1-1 0,-1 1 0,0-1 0,1 1 0,-1-1 0,0 1 0,0-1 0,1 1 0,-1 0 0,0-1 0,0 1 0,0-1 0,0 1 0,0 0 0,0 0 0,11 73 0,3-1 0,48 141 0,-19-71 0,-41-129 0,-2-12 0,0 1 0,0-1 0,0 0 0,1 1 0,-1-1 0,1 1 0,0-1 0,-1 0 0,1 0 0,0 1 0,1-1 0,0 2 0,-1-4-26,-1 0-1,0 1 0,0-1 1,0 0-1,1 0 0,-1 0 1,0-1-1,0 1 0,0 0 1,0 0-1,1 0 0,-1 0 1,0 0-1,0 0 0,0 0 1,1 0-1,-1 0 0,0 0 1,0 0-1,0-1 0,0 1 1,1 0-1,-1 0 0,0 0 1,0 0-1,0 0 0,0-1 1,0 1-1,0 0 0,0 0 1,1 0-1,-1 0 0,0-1 1,0 1-1,0 0 0,0 0 1,0 0-1,0-1 0,0 1 1,0 0-1,0 0 0,0 0 1,0-1-1,0 1-165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33 24575,'-3'-3'0,"-1"-1"0,0 1 0,0 0 0,0 0 0,0 0 0,0 0 0,-1 1 0,0 0 0,-7-3 0,11 5 0,-1-1 0,0 1 0,1 0 0,-1 0 0,1 0 0,-1-1 0,0 2 0,1-1 0,-1 0 0,0 0 0,1 0 0,-1 1 0,1-1 0,-1 1 0,0-1 0,1 1 0,-1 0 0,1 0 0,0 0 0,-1-1 0,1 1 0,0 0 0,-1 1 0,1-1 0,0 0 0,0 0 0,0 0 0,0 1 0,0-1 0,0 1 0,0-1 0,0 3 0,-15 32 0,11-23 0,-1 0 0,-10 16 0,16-28 0,-1 0 0,0 0 0,1 0 0,-1 0 0,1 0 0,-1 0 0,1 0 0,0 0 0,-1 0 0,1 0 0,0 0 0,0 1 0,0-1 0,0 0 0,0 0 0,0 0 0,0 0 0,0 0 0,0 0 0,1 0 0,-1 1 0,0-1 0,1 0 0,-1 0 0,1 0 0,-1 0 0,1 0 0,-1 0 0,1 0 0,0-1 0,-1 1 0,1 0 0,0 0 0,0 0 0,0-1 0,0 1 0,-1 0 0,1-1 0,0 1 0,1 0 0,6 3 0,0-1 0,0 1 0,0-1 0,11 2 0,-9-2 0,156 36 0,-147-36 0,-17-2-70,2 0-92,1 0 0,0-1 0,-1 1 1,1-1-1,0 0 0,-1 0 0,7-1 0,-2-2-6664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24575,'0'0'0,"0"0"0,0-1 0,0 1 0,0 0 0,0 0 0,0 0 0,0 0 0,0-1 0,0 1 0,0 0 0,0 0 0,0-1 0,0 1 0,0 0 0,0 0 0,0 0 0,0-1 0,0 1 0,0 0 0,0 0 0,1 0 0,-1 0 0,0-1 0,0 1 0,0 0 0,0 0 0,0 0 0,0 0 0,1-1 0,-1 1 0,0 0 0,0 0 0,0 0 0,1 0 0,4 5 0,3 11 0,13 32 0,42 71 0,-21-44 0,-28-49 0,-5-9 0,13 31 0,-17-27 120,-4-20-182,-1 0 0,0 0 0,0 0 0,0-1 1,0 1-1,0 0 0,0 0 0,-1 0 0,1-1 0,0 1 0,0 0 0,0 0 1,-1 0-1,1-1 0,-1 1 0,1 0 0,0-1 0,-1 1 0,1 0 0,-1-1 1,1 1-1,-1 0 0,-1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0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16 24575,'-22'-3'0,"-14"0"0,-1 0 0,1 0 0,3 1 0,4 1 0,5 0 0,1 4 0,2 0 0,2 0 0,2 0 0,2-1 0,2 2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49 24575,'0'-6'0,"0"0"0,1 0 0,0 0 0,0 0 0,0 0 0,3-7 0,-37 74 0,27-50 0,1 0 0,0 0 0,1 1 0,0 0 0,1-1 0,0 1 0,1 0 0,0 0 0,0 18 0,2 4 0,2 0 0,1 0 0,2-1 0,1 1 0,12 36 0,-5-26 0,28 59 0,-34-87 0,1-1 0,1-1 0,0 1 0,1-1 0,1-1 0,0 0 0,15 13 0,-17-18 0,42 34 0,-46-38 0,1 0 0,-1-1 0,1 0 0,0 0 0,0-1 0,0 1 0,12 2 0,-16-5-80,-1 0 0,0 0-1,0 0 1,0 0 0,0 0-1,1 0 1,-1 0 0,0 0-1,0 0 1,0 0 0,0-1 0,0 1-1,1 0 1,-1-1 0,0 1-1,1-2 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1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45 24575,'0'0'0,"-1"-1"0,0 1 0,0 0 0,0-1 0,0 1 0,1 0 0,-1 0 0,0 0 0,0 0 0,0 0 0,0 0 0,0 0 0,0 0 0,1 0 0,-1 0 0,0 0 0,0 0 0,0 1 0,0-1 0,-1 1 0,2-1 0,0 1 0,-1-1 0,1 1 0,0-1 0,-1 1 0,1-1 0,0 1 0,0 0 0,0-1 0,-1 1 0,1-1 0,0 1 0,0 0 0,0-1 0,0 1 0,0-1 0,0 1 0,0 0 0,0-1 0,0 1 0,1-1 0,-1 1 0,1 4 0,1 0 0,0 0 0,0-1 0,0 1 0,6 7 0,60 76 0,-67-87 0,-1 0 0,1 0 0,0 0 0,0 0 0,0 0 0,0 0 0,0 0 0,0 0 0,0-1 0,2 2 0,-3-2 0,0 0 0,1 0 0,-1 1 0,1-1 0,-1 0 0,1 0 0,-1 0 0,0 0 0,1 0 0,-1 0 0,1 0 0,-1 0 0,1 0 0,-1 0 0,0 0 0,1-1 0,-1 1 0,1 0 0,-1 0 0,1 0 0,0-1 0,0 0 0,0-1 0,0 1 0,1 0 0,-1-1 0,0 1 0,0-1 0,0 0 0,-1 1 0,1-1 0,0 0 0,0 0 0,-1 1 0,1-4 0,8-39 0,-7 29 0,1 1 0,1 0 0,0 0 0,0 0 0,10-17 0,-14 29 0,1 1 0,0 0 0,-1 0 0,1 0 0,0-1 0,0 1 0,0 0 0,0 0 0,0 0 0,0 0 0,0 0 0,0 1 0,0-1 0,0 0 0,0 0 0,1 1 0,-1-1 0,0 1 0,1-1 0,-1 1 0,0-1 0,1 1 0,-1 0 0,0 0 0,1 0 0,-1 0 0,1 0 0,-1 0 0,0 0 0,1 0 0,-1 0 0,1 1 0,-1-1 0,0 0 0,1 1 0,-1-1 0,0 1 0,0 0 0,1-1 0,-1 1 0,0 0 0,0 0 0,1 1 0,5 4 0,0-1 0,-1 1 0,0 1 0,-1-1 0,8 12 0,22 27 0,61 62 0,-89-99 0,-6-7 11,0 0 0,0 0 0,1 0 0,-1 0 0,0 0 0,0-1-1,0 1 1,1 0 0,-1-1 0,2 1 0,3-2-212,-6-9-1083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1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47 24575,'9'-6'0,"1"0"0,-1 0 0,1 1 0,0 0 0,13-4 0,-17 7 0,0 0 0,0 1 0,0-1 0,0 1 0,0 1 0,0-1 0,1 1 0,-1 0 0,0 0 0,10 3 0,-5 1 0,-11-4 0,0 0 0,0 0 0,0 0 0,0 1 0,0-1 0,0 0 0,0 0 0,0 0 0,0 0 0,0 0 0,0 0 0,0 1 0,0-1 0,0 0 0,0 0 0,0 0 0,0 0 0,0 0 0,0 0 0,0 0 0,0 1 0,0-1 0,0 0 0,0 0 0,0 0 0,0 0 0,-1 0 0,1 0 0,0 0 0,0 0 0,0 1 0,0-1 0,0 0 0,0 0 0,0 0 0,0 0 0,0 0 0,-1 0 0,1 0 0,0 0 0,0 0 0,-2 1 0,0 0 0,0 0 0,0-1 0,-1 1 0,1-1 0,0 1 0,-3-1 0,-133 0 0,-10 1 0,141 0-195,0 0 0,0 0 0,0 0 0,0 1 0,0 1 0,-7 2 0,5 0-6631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28 118 24575,'0'-2'0,"1"-11"0,1 11 0,1 8 0,2 7 0,4 23 0,-6-24 0,0-1 0,0 0 0,9 19 0,7 8 0,1 2 0,37 55 0,-50-88 0,-5-11 0,-7-14 0,-30-47 0,-1-1 0,-39-98 0,69 148 0,3 7 0,-1 0 0,1 0 0,-3-18 0,6 27 0,0-1 0,0 1 0,0-1 0,-1 1 0,1 0 0,0-1 0,0 1 0,0-1 0,0 1 0,0-1 0,0 1 0,0 0 0,0-1 0,1 1 0,-1-1 0,0 1 0,0 0 0,0-1 0,0 1 0,1-1 0,-1 1 0,0 0 0,0-1 0,1 1 0,-1 0 0,0-1 0,0 1 0,1 0 0,-1-1 0,1 1 0,0 0 0,-1 0 0,1 0 0,0 0 0,-1 0 0,1 0 0,0 0 0,0 0 0,-1 1 0,1-1 0,0 0 0,-1 1 0,1-1 0,0 0 0,-1 1 0,2 0 0,21 18 0,-9-4 0,66 64 0,-64-65 0,1-1 0,1 0 0,23 12 0,-23-14 0,1-1 0,31 14 0,-45-22 0,-1-1 0,1 1 0,-1-1 0,1 0 0,0 0 0,0 0 0,-1-1 0,1 0 0,0 0 0,0 0 0,0 0 0,9-3 0,-12 2 0,1 0 0,-1 0 0,1 0 0,-1 0 0,0-1 0,1 1 0,-1-1 0,0 0 0,0 0 0,0 0 0,0 0 0,0 0 0,0 0 0,-1 0 0,1 0 0,-1-1 0,0 1 0,1-1 0,-1 1 0,0-1 0,0 1 0,-1-1 0,1 0 0,0-2 0,1-9 0,-1 1 0,-1-1 0,-1-24 0,0-7 0,1 45 0,0 0 0,0-1 0,0 1 0,0 0 0,-1-1 0,1 1 0,1 0 0,-1-1 0,0 1 0,0 0 0,0-1 0,0 1 0,0 0 0,0-1 0,0 1 0,0 0 0,1-1 0,-1 1 0,0 0 0,0 0 0,0-1 0,1 1 0,-1 0 0,0-1 0,0 1 0,1 0 0,-1 0 0,0 0 0,0-1 0,1 1 0,-1 0 0,0 0 0,1 0 0,0 0 0,0 0 0,-1 0 0,1 1 0,0-1 0,-1 1 0,1-1 0,0 0 0,-1 1 0,1-1 0,-1 1 0,1-1 0,-1 1 0,1 0 0,0 0 0,16 26 0,-16-26 0,24 39 0,3-1 0,45 50 0,-26-35 0,-35-39-97,-2-3-325,-1-1-1,13 21 0,-17-22-6403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3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24575,'1'-1'0,"0"-1"0,0 0 0,0 0 0,0 1 0,0-1 0,0 1 0,0-1 0,1 1 0,-1-1 0,1 1 0,-1 0 0,1 0 0,-1 0 0,1 0 0,0 0 0,-1 0 0,1 0 0,0 0 0,0 1 0,2-2 0,-1 2 0,0 0 0,-1 0 0,1 0 0,0 0 0,0 1 0,0-1 0,0 1 0,0-1 0,0 1 0,-1 0 0,1 0 0,3 2 0,5 3 0,0 1 0,0 1 0,-1-1 0,19 19 0,37 41 0,-2 2 0,79 113 0,-129-163 0,-2 0 0,-1 1 0,14 32 0,-22-47 0,-1 1 0,0-1 0,-1 1 0,1 0 0,-1 0 0,0-1 0,-1 1 0,0 0 0,1 0 0,-2 0 0,1 0 0,-1 0 0,0 0 0,0 0 0,0 0 0,-1-1 0,0 1 0,-5 9 0,4-10-46,-1-1 1,0 0-1,0 1 0,-1-2 0,1 1 1,-1 0-1,0-1 0,0 0 0,0 0 0,0 0 1,-8 2-1,3 0-770,-5 2-6010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24575,'20'-10'0,"1"0"0,0 2 0,0 0 0,1 2 0,0 0 0,1 2 0,-1 0 0,1 1 0,28 1 0,-21 2 0,65 3 0,-94-3 0,1 0 0,-1 0 0,0 0 0,1 1 0,-1-1 0,1 1 0,-1-1 0,0 1 0,1 0 0,-1-1 0,0 1 0,0 0 0,0 0 0,1 0 0,-1 0 0,0 0 0,0 0 0,0 0 0,-1 0 0,1 0 0,0 0 0,0 1 0,-1-1 0,1 0 0,0 1 0,-1-1 0,1 0 0,-1 1 0,0-1 0,1 1 0,-1-1 0,0 0 0,0 1 0,0-1 0,0 2 0,-1 7 0,0 0 0,0 0 0,-1 0 0,-3 12 0,1-3 0,2-4 0,0-1 0,2 0 0,0 0 0,0 1 0,4 17 0,18 71 0,-14-71 0,-7-30 0,23 116 0,-9-8 0,-12-84 0,2 0 0,0-1 0,2 0 0,12 31 0,-14-45 0,1 0 0,8 11 0,-7-12 0,10 21 0,-17-30 0,0 0 0,1-1 0,-1 1 0,0 0 0,0-1 0,1 1 0,-1 0 0,0 0 0,0-1 0,0 1 0,0 0 0,0 0 0,0-1 0,0 1 0,0 0 0,0 0 0,0-1 0,-1 1 0,1 0 0,0 0 0,0-1 0,-1 1 0,1 0 0,0-1 0,-1 1 0,1 0 0,-1-1 0,1 1 0,-1-1 0,1 1 0,-1-1 0,1 1 0,-1-1 0,0 1 0,1-1 0,-1 1 0,0-1 0,1 0 0,-1 1 0,0-1 0,1 0 0,-1 0 0,0 0 0,0 1 0,1-1 0,-2 0 0,-5 1 0,0 0 0,0-1 0,0 0 0,-8 0 0,7 0 0,-52-2-1365,43 2-5461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45 24575,'-8'-15'0,"8"15"0,-1-1 0,1 1 0,-1-1 0,1 0 0,0 0 0,0 1 0,-1-1 0,1 0 0,0 1 0,0-1 0,0 0 0,0 0 0,0 1 0,0-1 0,0 0 0,0 0 0,0-1 0,3 3 0,-1 0 0,0-1 0,1 1 0,-1 0 0,0 0 0,1 0 0,-1 0 0,3 3 0,71 44 0,83 50 0,-133-84 0,107 62 0,-107-62 0,-21-13 0,-16-8 0,-100-52 0,19 11 0,-39-35 0,70 43 0,12 7-1365,38 25-5461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18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57 24575,'0'-4'0,"0"0"0,0-1 0,0 1 0,0 0 0,-1 0 0,1-1 0,-1 1 0,0 0 0,0 0 0,0 0 0,-3-6 0,2 11 0,1 1 0,-1-1 0,1 1 0,-1-1 0,1 1 0,0 0 0,0-1 0,0 1 0,0 0 0,-1 2 0,-1 2 0,-37 46 0,26-34 0,-21 33 0,20-22 0,12-21 0,-2 1 0,1-1 0,-1 0 0,-1 0 0,1-1 0,-12 12 0,-14 5 0,25-20 0,0 0 0,0 0 0,1 1 0,0 0 0,0 0 0,-8 9 0,-5 11-1365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4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2264 0 24575,'5'32'0,"-4"-29"0,-1 1 0,1 0 0,0-1 0,-1 1 0,0 0 0,0 0 0,0-1 0,0 1 0,-1 0 0,1 0 0,-1-1 0,-2 6 0,1-5 0,0 1 0,0-1 0,0 0 0,-1 0 0,0-1 0,1 1 0,-2 0 0,1-1 0,0 0 0,-1 0 0,1 0 0,-1 0 0,0 0 0,0-1 0,0 1 0,0-1 0,-1 0 0,1-1 0,-6 3 0,-7 0 0,0-1 0,-1 0 0,-31 1 0,27-3 0,-29 5 0,32-2 0,-24 0 0,33-4 0,-173-1 0,48-17 0,77 9 0,27 4 0,-1 0 0,0 1 0,-1 1 0,-49 3 0,78 0 0,1 1 0,-1-1 0,1 1 0,-1 0 0,1 0 0,-1 0 0,1 0 0,0 1 0,0-1 0,0 1 0,0 0 0,0 0 0,0 0 0,0 1 0,1-1 0,-1 0 0,1 1 0,-1 0 0,-2 3 0,0 4 0,-1 0 0,2 1 0,-1-1 0,-4 19 0,-7 15 0,15-43 0,1 1 0,-1 0 0,0-1 0,0 1 0,0-1 0,0 0 0,-1 1 0,1-1 0,0 0 0,-1 1 0,1-1 0,0 0 0,-1 0 0,1 0 0,-1 0 0,0-1 0,1 1 0,-1 0 0,0-1 0,0 1 0,1-1 0,-1 1 0,0-1 0,0 0 0,1 0 0,-1 0 0,-3 0 0,-4-1 0,0-1 0,1 0 0,-1 0 0,-12-5 0,2 1 0,-18-6 0,-75-12 0,99 23 0,0 0 0,1 0 0,-1 1 0,0 1 0,0 0 0,1 1 0,-1 0 0,1 1 0,0 1 0,-13 4 0,14-3 0,-1 0 0,-1-1 0,1-1 0,0 0 0,-1 0 0,1-2 0,-22 1 0,-53-4 0,0-4 0,0-4 0,1-4 0,-108-32 0,180 42 30,0 1 0,-1 1 0,-27-2 0,35 4-165,0 0 0,0 1 0,0-1 0,0 2 0,0-1 0,1 1 0,-1 0 0,0 0 0,1 1 0,-7 3 0,3-1-6691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5.8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1684 25 24575,'9'-7'0,"-8"6"0,1 0 0,-1 0 0,1 0 0,-1 0 0,1 0 0,-1-1 0,0 1 0,0-1 0,0 1 0,0 0 0,2-4 0,-18 11 0,-100 59 0,44-29 0,-36 18 0,7-11 0,-125 36 0,109-43 0,-239 67 0,264-80 0,-149 61 0,16 30 0,187-93-1365,23-14-5461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27 24575,'-1'-6'0,"1"4"0,-1-1 0,0 1 0,1-1 0,-1 1 0,0-1 0,-2-3 0,0 6 0,3 7 0,0 7 0,15 60 0,4 0 0,32 85 0,-21-92 0,53 88 0,-38-75 0,-39-69 0,-1 0 0,9 23 0,-36-68 0,17 24-195,1-1 0,0 1 0,0 0 0,1-1 0,0 0 0,-2-16 0,4 12-6631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9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54 24575,'-36'27'0,"23"-19"0,1 1 0,0 0 0,1 1 0,-12 13 0,21-22 0,1 1 0,-1 0 0,1 1 0,0-1 0,-1 0 0,1 0 0,0 1 0,0-1 0,1 0 0,-1 1 0,0-1 0,1 1 0,-1-1 0,1 1 0,0-1 0,0 1 0,0-1 0,0 1 0,1-1 0,-1 1 0,0-1 0,1 1 0,0-1 0,0 0 0,-1 1 0,2-1 0,-1 0 0,1 3 0,1-1 0,0 0 0,0 0 0,0 0 0,1-1 0,-1 1 0,1-1 0,0 0 0,0 0 0,0 0 0,0-1 0,0 1 0,1-1 0,5 2 0,7 1 0,0 0 0,0-1 0,0-1 0,0 0 0,1-1 0,-1-1 0,1-1 0,0-1 0,-1 0 0,1-1 0,25-7 0,-40 8 0,0 0 0,0 0 0,0 0 0,0 0 0,-1-1 0,1 1 0,-1-1 0,1 0 0,-1 0 0,1 1 0,-1-2 0,0 1 0,0 0 0,0 0 0,0-1 0,1-2 0,1-3 0,0 1 0,-1-1 0,0 0 0,2-11 0,-3 11 0,0-1 0,1 1 0,0 0 0,0 1 0,5-9 0,-5 13 0,-1 0 0,0-1 0,-1 1 0,1 0 0,-1-1 0,1 1 0,-1-1 0,0 0 0,-1 1 0,2-8 0,-2 10 0,0-1 0,-1 0 0,1 1 0,0-1 0,-1 1 0,1-1 0,-1 0 0,1 1 0,-1-1 0,0 1 0,1-1 0,-1 1 0,0 0 0,0-1 0,0 1 0,0 0 0,0 0 0,-1 0 0,1-1 0,0 1 0,-1 0 0,1 1 0,0-1 0,-1 0 0,1 0 0,-3 0 0,-1-1 0,-1 0 0,1 0 0,-1 1 0,1-1 0,-1 1 0,1 1 0,-1-1 0,0 1 0,1 0 0,-1 0 0,0 1 0,1 0 0,-1 0 0,-5 2 0,8-3 0,1 1 0,-1 0 0,1 0 0,-1 1 0,1-1 0,0 0 0,0 1 0,0-1 0,-1 1 0,2 0 0,-1 0 0,0-1 0,0 1 0,0 1 0,1-1 0,0 0 0,-1 0 0,1 0 0,0 1 0,0-1 0,0 1 0,0-1 0,0 1 0,1-1 0,-1 1 0,1-1 0,0 1 0,-1 0 0,1-1 0,0 1 0,1 5 0,1-3 0,-1 1 0,1-1 0,0 1 0,0-1 0,0 0 0,1 1 0,0-1 0,0 0 0,0-1 0,1 1 0,-1-1 0,1 1 0,0-1 0,0 0 0,1 0 0,-1-1 0,11 6 0,0 0 0,0 0 0,0-1 0,1-2 0,30 10 0,-24-11 0,-1-1 0,1-1 0,0-2 0,1 0 0,-1-1 0,0-1 0,0-1 0,34-8 0,-50 9 0,0-1 0,1 0 0,-1 0 0,-1 0 0,1-1 0,0 0 0,-1 0 0,1-1 0,-1 1 0,0-1 0,0 0 0,7-8 0,-10 10 0,-1 0 0,1-1 0,0 1 0,-1 0 0,1-1 0,-1 0 0,0 1 0,0-1 0,0 0 0,0 0 0,0 0 0,0 1 0,-1-1 0,0 0 0,1 0 0,-1 0 0,0 0 0,-1 0 0,1 0 0,0 0 0,-1 0 0,0 0 0,1 0 0,-1 1 0,0-1 0,0 0 0,-1 1 0,1-1 0,-3-2 0,-10-17 0,-1 1 0,-1 1 0,-26-27 0,41 46-124,-1 0 0,1-1 0,-1 1 0,1 0 0,-1 0 0,1 0-1,-1 0 1,0 1 0,1-1 0,-4-1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29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24575,'17'29'0,"-4"-6"0,0 0 0,2-2 0,1 1 0,24 25 0,-35-43 0,0 0 0,0 0 0,0 0 0,0-1 0,1 0 0,-1 0 0,1 0 0,0-1 0,0 0 0,9 3 0,-13-5 0,0 0 0,0 1 0,-1-1 0,1 0 0,0 0 0,0 0 0,0 0 0,-1 0 0,1-1 0,0 1 0,0-1 0,0 1 0,-1-1 0,1 1 0,0-1 0,-1 0 0,1 0 0,-1 0 0,1 0 0,-1 0 0,1 0 0,-1 0 0,1-1 0,-1 1 0,0 0 0,0-1 0,0 1 0,0-1 0,0 1 0,0-1 0,0 0 0,0 1 0,-1-1 0,1 0 0,-1 0 0,1 1 0,-1-1 0,0 0 0,1-3 0,-1-31 0,0 31 0,-1-1 0,1 1 0,0 0 0,1 0 0,-1-1 0,1 1 0,2-6 0,-3 10 0,0 0 0,1 1 0,-1-1 0,0 1 0,1-1 0,-1 0 0,1 1 0,-1-1 0,0 1 0,1-1 0,0 1 0,-1-1 0,1 1 0,-1 0 0,1-1 0,-1 1 0,1 0 0,0-1 0,-1 1 0,1 0 0,0 0 0,-1 0 0,1-1 0,0 1 0,-1 0 0,1 0 0,0 0 0,-1 0 0,1 0 0,0 0 0,0 1 0,-1-1 0,1 0 0,0 0 0,-1 0 0,1 1 0,1-1 0,2 2 0,1 1 0,-1-1 0,1 1 0,3 3 0,-4-4 0,161 93 0,-162-93-102,-2-2 17,0 0 1,0 1 0,-1-1 0,1 0 0,0 1 0,-1-1-1,1 1 1,0-1 0,-1 1 0,1-1 0,0 1-1,-1-1 1,1 1 0,0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0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148 219 24575,'40'-78'0,"-36"68"0,-1 0 0,0 0 0,0 0 0,-1 0 0,0 0 0,1-15 0,-3 23 0,0 0 0,0 0 0,0 0 0,0 0 0,0-1 0,-1 1 0,1 0 0,-1 0 0,1 0 0,-1 0 0,0 0 0,0 0 0,0 0 0,0 0 0,0 1 0,0-1 0,0 0 0,-1 0 0,1 1 0,-1-1 0,1 1 0,-1-1 0,0 1 0,1 0 0,-1 0 0,0 0 0,0 0 0,0 0 0,0 0 0,0 0 0,0 1 0,0-1 0,0 0 0,-2 1 0,-2-1 0,0 1 0,0-1 0,0 2 0,1-1 0,-1 0 0,0 1 0,0 0 0,1 1 0,-1-1 0,1 1 0,-8 3 0,5-1 0,1 0 0,1 1 0,-1 0 0,1 0 0,0 0 0,0 1 0,0 0 0,1 0 0,-1 0 0,2 1 0,-6 8 0,8-12 0,1 0 0,-1 0 0,1 0 0,0 1 0,0-1 0,0 0 0,0 1 0,1-1 0,-1 1 0,1-1 0,0 1 0,0 4 0,1-5 0,-1-1 0,1 1 0,0 0 0,0-1 0,0 1 0,0-1 0,0 0 0,1 1 0,-1-1 0,1 0 0,-1 0 0,1 0 0,0 0 0,0 0 0,0 0 0,0 0 0,5 2 0,1 2 0,1-1 0,1-1 0,-1 0 0,1 0 0,-1-1 0,1 0 0,16 2 0,2-1 0,42 0 0,-48-4 0,84-1 0,-92 0 0,0-1 0,-1 0 0,0-1 0,0 0 0,23-10 0,-26 8-1365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0.5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137 667 24575,'12'-24'0,"-1"-2"0,-1 1 0,-1-1 0,-1-1 0,5-30 0,-11 40 0,0-1 0,-1 1 0,-1-1 0,-1 1 0,0 0 0,-1-1 0,-1 1 0,-1 0 0,-7-21 0,0 8 0,-2 1 0,-1 1 0,-21-33 0,-60-72 0,95 132 0,-1 1 0,1 0 0,0-1 0,0 1 0,0 0 0,0-1 0,-1 1 0,1 0 0,0-1 0,0 1 0,-1 0 0,1 0 0,0-1 0,0 1 0,-1 0 0,1 0 0,0 0 0,-1-1 0,1 1 0,0 0 0,-1 0 0,1 0 0,0 0 0,-1 0 0,1-1 0,-1 1 0,1 0 0,0 0 0,-1 0 0,1 0 0,0 0 0,-1 0 0,1 0 0,-1 1 0,1-1 0,-1 1 0,1 0 0,-1 0 0,1 0 0,0 0 0,0-1 0,-1 1 0,1 0 0,0 0 0,0 0 0,0 0 0,0 0 0,0 1 0,3 35 0,-2-37 0,9 53 0,2-2 0,2 0 0,37 86 0,-37-106 0,1-1 0,31 48 0,-37-66 0,0 1 0,1-1 0,1-1 0,0 1 0,0-2 0,1 0 0,0 0 0,15 8 0,-20-15-195,-1 1 0,1-2 0,0 1 0,0-1 0,0 0 0,13 2 0,-5-2-6631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1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33 24575,'6'-4'0,"0"1"0,1 0 0,-1 0 0,1 1 0,0 0 0,-1 0 0,1 0 0,0 1 0,0 0 0,0 1 0,0-1 0,1 1 0,-1 0 0,0 1 0,0 0 0,7 2 0,-3 0 0,0 1 0,0 0 0,0 0 0,0 1 0,-1 1 0,0 0 0,0 0 0,-1 1 0,10 9 0,-8-6 0,18 15 0,-27-23 0,0 0 0,0 1 0,0-1 0,-1 0 0,1 1 0,0 0 0,-1-1 0,0 1 0,2 5 0,-3-7 0,0 0 0,1-1 0,-1 1 0,0 0 0,0 0 0,0 0 0,0-1 0,0 1 0,0 0 0,0 0 0,0-1 0,-1 1 0,1 0 0,0 0 0,0-1 0,-1 1 0,1 0 0,0 0 0,-1-1 0,1 1 0,-1-1 0,1 1 0,-2 1 0,1-2 0,0 1 0,0 0 0,-1 0 0,1 0 0,-1-1 0,1 1 0,-1 0 0,1-1 0,-1 1 0,1-1 0,-2 0 0,-3 1 0,-1-1 0,1 1 0,0-2 0,0 1 0,-7-2 0,-25-7 0,1-1 0,-1-2 0,2-2 0,0-1 0,-51-31 0,85 45 0,0 0 0,1 0 0,-1 0 0,0 0 0,1-1 0,-1 1 0,0 0 0,1-1 0,0 0 0,-1 1 0,1-1 0,0 0 0,0 0 0,0 1 0,-2-5 0,3 5 0,0 0 0,0 1 0,0-1 0,0 0 0,0 1 0,0-1 0,0 0 0,0 0 0,0 1 0,0-1 0,1 0 0,-1 0 0,0 1 0,0-1 0,1 0 0,-1 1 0,0-1 0,1 0 0,0-1 0,0 1 0,1 0 0,-1 0 0,0 0 0,0 1 0,0-1 0,1 0 0,-1 0 0,0 1 0,1-1 0,-1 1 0,2-1 0,7-1-110,-1 0 0,0 1 0,0 0-1,1 1 1,13 1 0,-16-1-594,7 0-6122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1.5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 24575,'-2'0'0,"1"1"0,0-1 0,-1 1 0,1-1 0,0 1 0,-1-1 0,1 1 0,0 0 0,0 0 0,0 0 0,0 0 0,0-1 0,0 1 0,0 1 0,0-1 0,0 0 0,0 0 0,0 2 0,0-1 0,0 1 0,0-1 0,0 1 0,0-1 0,1 1 0,0 0 0,-1-1 0,1 1 0,0 3 0,1 5 0,0 0 0,1 0 0,5 17 0,-6-25 0,15 47-107,29 65 0,31 46-222,-38-85 269,-3 4 60,22 40 0,-51-113-1265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1.7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406 4 24575,'-28'-2'0,"-13"1"0,-6 1 0,1 3 0,2 1 0,5 3 0,1-1 0,1 2 0,3-1 0,5-1 0,6-2-8191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2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61 24575,'0'-1'0,"-1"1"0,1 0 0,-1 0 0,1-1 0,-1 1 0,1 0 0,0 0 0,-1-1 0,1 1 0,-1 0 0,1 0 0,-1 0 0,0 0 0,1 0 0,-1 0 0,1 0 0,-1 0 0,1 0 0,-1 0 0,1 0 0,-1 0 0,1 0 0,-1 0 0,1 0 0,-1 1 0,1-1 0,-1 0 0,0 1 0,1 0 0,0-1 0,0 1 0,-1 0 0,1-1 0,0 1 0,0 0 0,0-1 0,0 1 0,0 0 0,0-1 0,0 1 0,0 0 0,0 0 0,1-1 0,-1 1 0,0 0 0,13 30 0,-1-14 0,1 1 0,0-2 0,1 0 0,1 0 0,24 19 0,-26-24 0,1 0 0,0-1 0,26 14 0,-33-20 0,0-1 0,1 0 0,-1 0 0,1-1 0,0 0 0,-1 0 0,1-1 0,0 0 0,0 0 0,10-1 0,-16 0 0,0 0 0,0 0 0,0-1 0,0 1 0,0-1 0,0 1 0,-1-1 0,1 0 0,0 0 0,0 1 0,0-1 0,-1-1 0,1 1 0,-1 0 0,1 0 0,-1 0 0,1-1 0,1-2 0,-1 2 0,0-1 0,-1 0 0,1 0 0,-1 0 0,0 0 0,0 0 0,0 0 0,0 0 0,-1 0 0,1-6 0,-1 1 0,0-1 0,0 0 0,-1 1 0,0-1 0,-1 0 0,1 1 0,-6-14 0,2 10 0,-1 0 0,-10-16 0,22 36 0,0-1 0,1 1 0,0-1 0,1 0 0,-1 0 0,1-1 0,0 0 0,1-1 0,16 9 0,-12-8 0,1 0 0,0-1 0,0 0 0,1-1 0,-1 0 0,22 1 0,-30-4 0,-1-1 0,1 0 0,-1 0 0,1 0 0,-1-1 0,1 0 0,-1 0 0,1 0 0,7-4 0,-11 4 0,0 0 0,0 0 0,0 0 0,-1 0 0,1 0 0,0-1 0,-1 1 0,1-1 0,0 1 0,-1-1 0,0 0 0,1 1 0,-1-1 0,0 0 0,0 0 0,0 0 0,0 0 0,0 0 0,0 0 0,-1 0 0,1 0 0,-1 0 0,0-1 0,1 1 0,-1 0 0,0-3 0,-1-2 7,1 1 0,-1-1 0,-1 1 0,1-1 0,-1 1 1,-1 0-1,1 0 0,-1 0 0,0 0 0,0 0 0,0 0 0,-1 1 0,0 0 0,0-1 0,-1 1 0,-5-4 0,4 3-131,-1 0 0,0 0 1,-1 1-1,1 0 0,-1 1 0,0-1 1,0 2-1,0-1 0,-1 1 0,1 0 1,-13-2-1,4 3-6702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3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163 172 24575,'-2'-8'0,"-22"-69"0,20 65 0,0 1 0,-2-1 0,1 1 0,-10-13 0,14 23 0,1 0 0,-1 0 0,0 0 0,0 0 0,1 0 0,-1 0 0,0 0 0,0 0 0,0 0 0,0 0 0,0 0 0,-1 1 0,1-1 0,0 1 0,0-1 0,0 0 0,-1 1 0,1 0 0,0-1 0,0 1 0,-1 0 0,-1 0 0,2 0 0,-1 0 0,1 1 0,0-1 0,-1 1 0,1 0 0,0 0 0,-1-1 0,1 1 0,0 0 0,0 0 0,0 0 0,0 0 0,-1 0 0,2 1 0,-1-1 0,0 0 0,0 0 0,-1 2 0,-8 13 0,3-6 0,0-1 0,1 1 0,1 1 0,0-1 0,-5 14 0,9-22 0,1 1 0,-1-1 0,1 1 0,-1-1 0,1 0 0,0 1 0,0-1 0,0 1 0,0-1 0,1 1 0,-1-1 0,0 0 0,1 1 0,0-1 0,0 1 0,-1-1 0,1 0 0,1 0 0,-1 0 0,0 0 0,0 1 0,1-2 0,0 1 0,-1 0 0,1 0 0,0 0 0,0-1 0,-1 1 0,1-1 0,4 2 0,27 17 0,67 29 0,-92-46 0,0 0 0,0 0 0,0-1 0,1 0 0,-1-1 0,1 0 0,-1 0 0,17-1 0,-20-1 0,-1 1 0,0-1 0,0 0 0,0 0 0,0 0 0,-1 0 0,1-1 0,0 0 0,0 0 0,-1 0 0,1 0 0,-1 0 0,0-1 0,1 1 0,-1-1 0,-1 0 0,1 0 0,0 0 0,-1-1 0,4-4 0,-1-1 0,-1-1 0,5-13 0,-7 16 0,0 0 0,1 0 0,0 1 0,0-1 0,0 1 0,9-11 0,-11 15 0,0 1 0,0 0 0,0 0 0,1 0 0,-1 0 0,0 0 0,1 0 0,-1 0 0,0 0 0,1 1 0,-1-1 0,1 1 0,0-1 0,-1 1 0,1-1 0,-1 1 0,1 0 0,0 0 0,-1 0 0,1 0 0,0 0 0,-1 0 0,1 0 0,0 0 0,-1 1 0,1-1 0,-1 1 0,1-1 0,-1 1 0,1 0 0,-1-1 0,1 1 0,-1 0 0,2 1 0,6 5 0,-1-1 0,-1 1 0,1 1 0,9 11 0,-5-4 0,51 45 0,-61-58-36,-2-3 125,-4-3-1507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3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29 24575,'0'-10'0,"0"-1"0,0 4 0,0 6 0,0 6 0,0 3 0,0 5 0,0 1 0,0 1 0,0 1 0,0-3-8191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4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69 24575,'0'-5'0,"-1"0"0,1 1 0,-1-1 0,0 0 0,0 1 0,0-1 0,-3-4 0,3 7 0,1 0 0,-1 1 0,0-1 0,0 1 0,0-1 0,0 1 0,0 0 0,0-1 0,0 1 0,0 0 0,0 0 0,-1 0 0,1 0 0,0 0 0,-1 0 0,1 0 0,-1 0 0,1 0 0,-1 1 0,1-1 0,-1 1 0,-3-1 0,5 1 0,-1 0 0,0 0 0,0 0 0,1 0 0,-1 0 0,0 0 0,1 0 0,-1 0 0,0 1 0,0-1 0,1 0 0,-1 0 0,1 1 0,-1-1 0,0 1 0,1-1 0,-1 1 0,1-1 0,-1 1 0,1-1 0,-1 1 0,1-1 0,-1 1 0,1-1 0,-1 1 0,1 0 0,0-1 0,-1 1 0,1 0 0,0-1 0,0 1 0,0 0 0,-1-1 0,1 1 0,0 0 0,0 0 0,0-1 0,0 1 0,0 1 0,0 1 0,1 1 0,-1-1 0,0 1 0,1 0 0,0-1 0,1 6 0,2-2 0,-1 1 0,2-1 0,-1 0 0,1-1 0,0 1 0,0-1 0,1 0 0,-1 0 0,2 0 0,-1-1 0,0 0 0,1 0 0,0-1 0,0 0 0,1 0 0,13 5 0,-18-9 0,-1 1 0,0-1 0,0 0 0,0 0 0,0 0 0,1 0 0,-1-1 0,0 1 0,0 0 0,0-1 0,4-1 0,-6 2 0,1 0 0,-1 0 0,1-1 0,-1 1 0,1 0 0,-1 0 0,1-1 0,-1 1 0,1 0 0,-1-1 0,1 1 0,-1 0 0,0-1 0,1 1 0,-1-1 0,0 1 0,1-1 0,-1 1 0,0 0 0,0-1 0,1 1 0,-1-1 0,0 0 0,0 1 0,0-1 0,0 1 0,0-1 0,1 1 0,-1-1 0,0 1 0,0-1 0,-1 1 0,1-1 0,0 1 0,0-1 0,0 1 0,0-1 0,0 0 0,0 1 0,-1-1 0,1 1 0,0 0 0,-1-1 0,1 1 0,0-1 0,0 1 0,-1-1 0,0 0 0,1 1 0,0 0 0,0 0 0,0-1 0,-1 1 0,1 0 0,0 0 0,0 0 0,0-1 0,-1 1 0,1 0 0,0 0 0,0 0 0,0 0 0,-1-1 0,1 1 0,0 0 0,0 0 0,-1 0 0,1 0 0,0 0 0,-1 0 0,1 0 0,0 0 0,0 0 0,-1 0 0,1 0 0,0 0 0,0 0 0,-1 0 0,1 0 0,0 0 0,-1 0 0,1 0 0,0 0 0,0 0 0,-1 0 0,1 1 0,0-1 0,0 0 0,0 0 0,-1 0 0,1 0 0,0 1 0,0-1 0,0 0 0,-1 0 0,1 0 0,0 1 0,0-1 0,0 0 0,0 0 0,0 1 0,-1-1 0,1 0 0,0 0 0,0 1 0,0-1 0,0 1 0,-5 16 0,4-8 0,1-1 0,0 1 0,0-1 0,0 1 0,1-1 0,1 0 0,-1 1 0,6 12 0,3 9 0,16 27 0,-8-16 0,-6-16 0,0-1 0,2-1 0,1 0 0,0-1 0,22 23 0,-35-43 0,-1 0 0,1 0 0,-1 0 0,1 0 0,-1 0 0,0 0 0,0 0 0,0 0 0,0 1 0,0-1 0,0 4 0,-1-6 0,0 1 0,0-1 0,0 1 0,0-1 0,0 1 0,0 0 0,0-1 0,0 1 0,0-1 0,-1 1 0,1-1 0,0 1 0,0-1 0,-1 1 0,1-1 0,0 1 0,-1-1 0,1 0 0,0 1 0,-1 0 0,0-1 0,-1 1 0,1 0 0,0 0 0,0-1 0,-1 1 0,1-1 0,0 1 0,-1-1 0,1 0 0,-1 0 0,-1 1 0,-12 0 12,1-1 1,-1 0-1,0 0 0,-24-6 0,-59-17-399,59 12-652,23 7-5787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4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24575,'0'-1'0,"0"0"0,1 0 0,-1 1 0,0-1 0,0 0 0,0 0 0,1 0 0,-1 1 0,1-1 0,-1 0 0,0 0 0,1 1 0,-1-1 0,1 0 0,0 1 0,-1-1 0,1 0 0,-1 1 0,1-1 0,0 1 0,0-1 0,-1 1 0,2-1 0,-1 1 0,0 0 0,0 0 0,0 0 0,0 0 0,0 0 0,0 1 0,0-1 0,0 0 0,0 0 0,0 1 0,0-1 0,0 1 0,0-1 0,-1 1 0,1-1 0,0 1 0,1 0 0,4 5 0,0 0 0,0 0 0,8 12 0,-13-16 0,21 32 0,-1 1 0,20 46 0,-21-41 0,35 55 0,-54-92 0,1-1 0,0 1 0,0-1 0,1 0 0,-1 1 0,0-1 0,1 0 0,0 0 0,4 2 0,-6-4 0,0 1 0,0-1 0,-1 0 0,1 1 0,0-1 0,0 0 0,0 0 0,0 0 0,0 0 0,0 0 0,0 0 0,-1 0 0,1 0 0,0 0 0,0 0 0,0 0 0,0-1 0,0 1 0,-1 0 0,1-1 0,0 1 0,0 0 0,0-1 0,-1 1 0,1-1 0,0 1 0,0-1 0,-1 0 0,1 1 0,-1-1 0,1 0 0,-1 1 0,1-1 0,-1 0 0,1 0 0,-1 1 0,1-3 0,3-5 0,-1-1 0,-1 0 0,1 1 0,-1-1 0,-1 0 0,1-13 0,0 8 0,-2 13 0,0 0 0,0 0 0,0 0 0,0 0 0,0 0 0,1 0 0,-1 0 0,0 0 0,1 0 0,-1 0 0,1 0 0,-1 0 0,1 0 0,-1 0 0,1 0 0,0 0 0,-1 1 0,1-1 0,0 0 0,0 0 0,-1 1 0,1-1 0,0 1 0,0-1 0,0 0 0,0 1 0,0 0 0,0-1 0,0 1 0,0 0 0,0-1 0,0 1 0,0 0 0,0 0 0,0 0 0,0 0 0,0 0 0,0 0 0,1 0 0,-1 0 0,0 0 0,0 1 0,0-1 0,1 1 0,5 1 0,0 1 0,0 0 0,-1 0 0,1 0 0,7 7 0,32 25 0,-36-26 0,1-1 0,0 1 0,0-2 0,1 1 0,0-2 0,14 6 0,-26-11 3,1-1-1,0 1 0,0-1 0,-1 0 1,1 1-1,0-1 0,0 0 1,-1 0-1,1 0 0,0 0 1,0 1-1,0-1 0,0 0 0,-1 0 1,1-1-1,0 1 0,0 0 1,0 0-1,0 0 0,-1-1 1,1 1-1,0 0 0,0 0 1,-1-1-1,1 1 0,0-1 0,-1 1 1,1-1-1,0 1 0,-1-1 1,1 1-1,0-1 0,-1 0 1,1 1-1,-1-1 0,0 0 0,1 1 1,-1-1-1,1 0 0,-1 0 1,0 0-1,0 1 0,1-1 1,-1 0-1,0 0 0,0 0 0,0 1 1,0-1-1,0 0 0,0 0 1,0-1-1,0-3-188,-1 0 1,1 0-1,-1 0 0,0 0 1,0 1-1,-1-1 1,-1-5-1,-4-4-6640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5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58 24575,'-41'-53'0,"34"48"0,10 14 0,9 15 0,130 274 0,-119-246 0,-20-45-91,35 91-1183,-34-84-5552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5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410 102 24575,'-30'-15'0,"-15"-5"0,-5-2 0,1 3 0,6 5 0,6 5 0,6 6 0,7 4 0,4 4 0,3 1 0,2 3 0,1-1 0,3 0 0,1 3 0,2 1 0,2-2-8191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5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59 24575,'-19'-11'0,"-1"1"0,0 1 0,0 0 0,-33-8 0,51 16 0,-1 0 0,1 1 0,0 0 0,-1 0 0,1-1 0,-1 1 0,1 1 0,-1-1 0,1 0 0,-1 1 0,1-1 0,0 1 0,-1 0 0,-2 1 0,4-2 0,0 1 0,0 0 0,0 0 0,1-1 0,-1 1 0,0 0 0,0 0 0,1 0 0,-1 0 0,0 0 0,1 0 0,-1 0 0,1 0 0,-1 1 0,1-1 0,-1 0 0,1 0 0,0 0 0,0 0 0,0 1 0,0-1 0,0 0 0,0 0 0,0 0 0,0 1 0,0-1 0,0 0 0,1 0 0,-1 0 0,1 2 0,3 11 0,1 0 0,1 0 0,0 0 0,0-1 0,2 0 0,16 22 0,-6-12 0,1-2 0,34 31 0,-47-46 0,9 7 0,0 1 0,-1 0 0,17 23 0,-30-36 0,-1 0 0,1 0 0,0 0 0,-1 0 0,1 0 0,0 0 0,-1 0 0,0 1 0,1-1 0,-1 0 0,0 0 0,0 1 0,1-1 0,-1 0 0,0 0 0,0 1 0,0-1 0,-1 0 0,1 0 0,0 1 0,0-1 0,-1 2 0,0-1 0,0 0 0,-1-1 0,1 1 0,0-1 0,-1 1 0,1-1 0,-1 1 0,1-1 0,-1 0 0,0 1 0,1-1 0,-4 1 0,-4 2 0,-1 0 0,1-1 0,-1 0 0,-13 3 0,-27 1-1365,27-6-5461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36.2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24575,'0'10'0,"3"6"0,3 3 0,3 0 0,2 2 0,3 1 0,0 0 0,2 0 0,-4-4-8191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58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74 24575,'-8'-27'0,"5"19"0,1 1 0,0 0 0,0-1 0,0-9 0,2 17 0,0 0 0,1 0 0,-1 1 0,1-1 0,-1 0 0,1 0 0,-1 0 0,1 1 0,-1-1 0,0 0 0,1 0 0,-1 1 0,0-1 0,1 0 0,-1 1 0,0-1 0,1 0 0,-1 1 0,0-1 0,1 0 0,-1 1 0,0 0 0,54 77 0,28 37 0,98 72 0,15-15 0,-106-95 0,-81-70 0,-2-3 0,-1 1 0,0 0 0,0 0 0,0 0 0,0 0 0,6 11 0,-11-16 0,0 0 0,0 0 0,0 1 0,0-1 0,0 0 0,0 0 0,0 0 0,0 0 0,1 1 0,-1-1 0,0 0 0,0 0 0,0 0 0,0 1 0,0-1 0,0 0 0,0 0 0,0 0 0,0 1 0,0-1 0,0 0 0,-1 0 0,1 0 0,0 0 0,0 1 0,0-1 0,0 0 0,0 0 0,0 0 0,0 0 0,0 1 0,-1-1 0,1 0 0,0 0 0,-8 1 0,-9-5 0,3-3-149,0 0-1,0-1 1,0-1-1,1 0 1,-16-15-1,23 19-318,-10-8-6358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3:59.2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71 24575,'11'-5'0,"0"1"0,1 0 0,-1 1 0,1 0 0,0 0 0,0 1 0,0 1 0,0 0 0,0 1 0,0 0 0,15 2 0,13 5 0,0 1 0,39 13 0,-12-2 0,-48-14 0,16 4 0,49 6 0,-73-16 0,-11 1 0,0 0 0,0 0 0,0 0 0,0 0 0,0 0 0,0 0 0,0 0 0,0-1 0,0 1 0,1 0 0,-1 0 0,0 0 0,0 0 0,0 0 0,0 0 0,0 0 0,0-1 0,0 1 0,0 0 0,0 0 0,0 0 0,0 0 0,-1 0 0,1 0 0,0-1 0,0 1 0,0 0 0,0 0 0,0 0 0,0 0 0,0 0 0,0 0 0,0 0 0,0 0 0,0-1 0,0 1 0,0 0 0,-1 0 0,1 0 0,0 0 0,0 0 0,-18-12 0,-15-2 0,-1 1 0,-43-10 0,52 16 0,-37-11 0,-1 4 0,-86-9 0,145 22 0,1 1 0,-1 0 0,1 0 0,-1 0 0,1 0 0,-1 1 0,1 0 0,-1-1 0,-5 3 0,7-2 0,1 0 0,0-1 0,0 1 0,0 0 0,0 0 0,1-1 0,-1 1 0,0 0 0,0 0 0,0 0 0,1 0 0,-1 0 0,0 0 0,1 0 0,-1 0 0,1 0 0,-1 1 0,1-1 0,0 0 0,0 0 0,-1 0 0,1 1 0,0-1 0,0 0 0,0 0 0,0 0 0,0 1 0,0-1 0,1 0 0,-1 2 0,4 8 0,-1-1 0,2 0 0,-1 0 0,1 0 0,1-1 0,0 0 0,13 17 0,-2-4 0,-5-5 0,-5-8 0,0 0 0,0 1 0,5 12 0,-11-20 0,0 0 0,0 0 0,0 0 0,0 0 0,-1 0 0,1 0 0,-1 0 0,1 0 0,-1 0 0,0 0 0,0 1 0,0-1 0,0 0 0,0 0 0,0 0 0,-1 0 0,1 0 0,-1 0 0,0 0 0,1 0 0,-1 0 0,0 0 0,-2 3 0,1-3-20,0 0-1,0-1 0,0 1 0,0 0 1,0-1-1,-1 1 0,1-1 0,0 0 1,-4 2-1,-1 0-1137,-2 2-5668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0.0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24575,'0'12'0,"2"8"0,2 1 0,1 1 0,1-1 0,2-2 0,1 1 0,3 0 0,1-1 0,1-2 0,1-1 0,0 0 0,-3-3-8191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0.2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24575,'0'2'0,"0"4"0,0 3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0.6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0 24575,'-10'16'0,"9"-15"0,0 0 0,0 1 0,0-1 0,0 1 0,0-1 0,0 1 0,0 0 0,0-1 0,1 1 0,-1 0 0,1 0 0,-1-1 0,1 1 0,0 0 0,0 0 0,0 0 0,0-1 0,0 1 0,0 0 0,0 0 0,0 0 0,1 0 0,0 1 0,1 3 0,1-1 0,0 1 0,0-1 0,0 0 0,1 0 0,-1 0 0,1-1 0,1 1 0,-1-1 0,0 0 0,1 0 0,0 0 0,0-1 0,0 0 0,0 0 0,6 3 0,-5-4 0,0 1 0,0-1 0,0 0 0,0-1 0,1 1 0,-1-1 0,0-1 0,1 1 0,-1-1 0,0 0 0,1 0 0,-1-1 0,0 0 0,1 0 0,7-2 0,-12 2 0,1 0 0,-1 0 0,0 0 0,0 0 0,1-1 0,-1 1 0,0-1 0,0 1 0,0-1 0,0 0 0,0 0 0,-1 0 0,1 0 0,0 0 0,-1 0 0,0 0 0,1 0 0,-1-1 0,0 1 0,0-1 0,0 1 0,0-5 0,0 2 0,0-1 0,-1 0 0,0 0 0,0 0 0,0 0 0,-1 0 0,0 0 0,-2-9 0,3 15 0,0 0 0,0 0 0,-1 0 0,1 0 0,0-1 0,0 1 0,0 0 0,0 0 0,0 0 0,0-1 0,0 1 0,0 0 0,0 0 0,0 0 0,0-1 0,0 1 0,0 0 0,0 0 0,0 0 0,0-1 0,0 1 0,0 0 0,0 0 0,1 0 0,-1 0 0,0-1 0,0 1 0,0 0 0,0 0 0,0 0 0,0 0 0,1-1 0,5 4 0,7 8 0,-12-11 0,58 60 36,-34-34-737,48 41 1,-63-60-6126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1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 50 24575,'11'45'0,"3"-1"0,1 0 0,2-1 0,3-1 0,27 46 0,-6-31 0,-17-25 0,-73-71 0,27 19 0,0 0 0,2-2 0,-32-43 0,43 52 0,1-1 0,0 0 0,0 0 0,2 0 0,0-1 0,1 0 0,0 0 0,-5-29 0,10 37 0,-1 1 0,1-1 0,0 0 0,0 1 0,1-1 0,0 0 0,0 1 0,3-12 0,-3 16 0,0-1 0,1 0 0,-1 1 0,0-1 0,1 1 0,-1-1 0,1 1 0,0 0 0,0-1 0,0 1 0,0 0 0,0 0 0,1 0 0,-1 1 0,0-1 0,1 1 0,-1-1 0,1 1 0,0 0 0,-1 0 0,7-2 0,0 2 0,1-1 0,-1 1 0,0 1 0,1 0 0,-1 0 0,1 1 0,-1 0 0,0 1 0,10 3 0,-12-4 0,0 2 0,0-1 0,0 1 0,0 0 0,-1 1 0,0-1 0,0 1 0,0 1 0,0-1 0,0 1 0,-1 0 0,6 6 0,-10-9 0,0-1 0,0 0 0,1 1 0,-1-1 0,-1 1 0,1-1 0,0 1 0,0 0 0,-1-1 0,1 1 0,-1 0 0,1-1 0,-1 1 0,0 0 0,1 0 0,-1-1 0,0 1 0,0 0 0,0 0 0,-1 2 0,0-2 0,0 0 0,0 0 0,0 0 0,0 0 0,0 0 0,-1 0 0,1-1 0,-1 1 0,1 0 0,-1-1 0,1 1 0,-1-1 0,0 0 0,-2 2 0,-6 2 0,0 0 0,0-1 0,-1 0 0,1-1 0,-15 3 0,-75 6 111,42-6-1587,34-3-5350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1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 24575,'-1'1'0,"-1"0"0,1 0 0,0 1 0,0-1 0,0 0 0,0 1 0,0-1 0,0 1 0,0-1 0,0 1 0,1 0 0,-1-1 0,1 1 0,-1 0 0,1 0 0,0-1 0,-1 1 0,1 0 0,0 0 0,0 2 0,1-1 0,0-1 0,0 0 0,0 1 0,0-1 0,0 0 0,0 0 0,0 0 0,1 1 0,-1-1 0,1-1 0,-1 1 0,5 3 0,4 3 0,0-1 0,0 0 0,1 0 0,18 7 0,-19-9 0,2-1 0,-1 0 0,0 0 0,1-1 0,0-1 0,0 0 0,-1-1 0,1 0 0,0 0 0,0-2 0,14-1 0,-20 2 0,0-1 0,0-1 0,0 1 0,0-1 0,0 0 0,0-1 0,-1 1 0,1-1 0,-1 0 0,1-1 0,-1 1 0,0-1 0,-1 0 0,1 0 0,-1 0 0,1-1 0,-1 0 0,0 0 0,-1 0 0,0 0 0,1 0 0,3-11 0,-4 6 0,-2 8 0,-1 0 0,1 0 0,0 0 0,0 0 0,0 0 0,0 0 0,0 0 0,0 1 0,0-1 0,3-3 0,-4 5 0,1 0 0,-1 0 0,0 0 0,0 0 0,1 0 0,-1 1 0,0-1 0,0 0 0,1 0 0,-1 0 0,0 0 0,0 0 0,1 0 0,-1 0 0,0 1 0,0-1 0,1 0 0,-1 0 0,0 0 0,0 0 0,0 1 0,1-1 0,-1 0 0,0 0 0,0 1 0,0-1 0,0 0 0,0 0 0,0 1 0,0-1 0,1 0 0,-1 0 0,0 1 0,0-1 0,0 0 0,0 0 0,0 1 0,0-1 0,0 1 0,4 16 0,-4-14 0,21 75-1365,-18-65-5461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2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24575,'7'32'0,"6"19"0,2 8 0,2 2 0,0-3 0,0-3 0,2-3 0,0-4 0,-1-4 0,0-2 0,-1-4 0,-1-5 0,-1-6 0,-3-8-8191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2.3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50 24575,'-30'-12'0,"-12"-5"0,-2 4 0,4 6 0,6 7 0,7 3 0,8 4 0,7 1-8191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4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24575,'48'38'0,"54"53"0,-72-67 0,1 0 0,53 29 0,-26-17 0,-37-21 120,-13-8-321,-7-6-263,-3-2-356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4.5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62 24575,'-12'-12'0,"-17"-13"0,24 22 0,1 0 0,0 0 0,-1 0 0,0 1 0,1 0 0,-1 0 0,0 0 0,-7-1 0,11 2 0,0 1 0,0 0 0,0 0 0,0 0 0,0 0 0,0 0 0,-1 0 0,1 0 0,0 0 0,0 1 0,0-1 0,0 0 0,0 1 0,0-1 0,0 0 0,0 1 0,0 0 0,0-1 0,0 1 0,0-1 0,1 1 0,-1 0 0,0 0 0,0 0 0,1-1 0,-1 1 0,0 0 0,1 0 0,-1 0 0,1 0 0,-1 0 0,1 0 0,-1 0 0,1 0 0,0 0 0,-1 0 0,1 0 0,0 0 0,0 2 0,-1 6 0,0 0 0,1-1 0,0 1 0,2 9 0,-1-7 0,-1-1 0,1 4 0,0 0 0,-4 24 0,3-33 0,-1 0 0,-1 0 0,1-1 0,-1 1 0,0 0 0,0-1 0,0 1 0,0-1 0,-1 1 0,0-1 0,-4 4 0,0 0-170,-1 0-1,0-1 0,-1 0 1,1 0-1,-1-1 0,-1 0 1,-19 8-1,16-8-6655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05.8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79 24575,'-1'-1'0,"-1"0"0,1 0 0,-1 0 0,1 0 0,-1 0 0,0 0 0,1 0 0,-1 1 0,0-1 0,1 1 0,-1-1 0,0 1 0,0 0 0,0 0 0,1 0 0,-3 0 0,-33 4 0,16 0 0,7-4 0,0 0 0,0-1 0,0-1 0,0 0 0,0 0 0,-21-8 0,-77-34 0,98 38 0,-2-2 0,12 6 0,5 4 0,16 14 0,-1 1 0,0 1 0,-1 1 0,-1 0 0,-1 1 0,0 0 0,-2 1 0,0 0 0,-1 1 0,-2 0 0,0 0 0,-1 1 0,5 33 0,20 194 0,-31-216 0,-2-24 0,1-1 0,0 1 0,1 0 0,0-1 0,4 15 0,-4-21 0,-1-1 0,1 0 0,1 0 0,-1 1 0,0-1 0,0 0 0,1 0 0,-1 0 0,1 0 0,0 0 0,-1-1 0,1 1 0,0-1 0,0 1 0,0-1 0,0 1 0,0-1 0,1 0 0,-1 0 0,0 0 0,1 0 0,-1 0 0,0-1 0,1 1 0,-1-1 0,4 1 0,23 0 0,43-2 0,-22 0 0,-45 1-227,1-1-1,-1 1 1,0-1-1,1 0 1,4-2-1,0 0-6598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2.2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21 24575,'-4'-21'0,"4"22"0,1 7 0,10 56 0,24 77 0,-15-68 0,28 71 0,-15-53 0,-19-58-1365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2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121 8 24575,'-4'-2'0,"-1"1"0,0 0 0,0 0 0,1 0 0,-1 0 0,0 1 0,0 0 0,0 0 0,0 0 0,0 1 0,0-1 0,0 1 0,-7 3 0,9-3 0,0 0 0,1 1 0,-1-1 0,0 1 0,1 0 0,0 0 0,-1 0 0,1 0 0,0 0 0,0 0 0,0 0 0,0 1 0,0-1 0,1 1 0,-1 0 0,1-1 0,-1 1 0,1 0 0,0 0 0,0 0 0,0 0 0,0 6 0,0-6 0,1 0 0,-1 0 0,1 1 0,0-1 0,0 0 0,0 0 0,1 1 0,-1-1 0,1 0 0,0 0 0,0 0 0,0 0 0,0 0 0,3 5 0,-2-4 0,1-1 0,0 0 0,0 0 0,0 0 0,0 0 0,0 0 0,0-1 0,1 1 0,-1-1 0,8 4 0,7 2 0,0-1 0,0-1 0,1 0 0,20 3 0,80 8 0,-75-12 0,-36-4 0,9 1 0,1 1 0,18 5 0,-33-8-1365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3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63 24575,'14'-10'0,"2"1"0,-1 0 0,2 1 0,28-10 0,-39 16 0,0 0 0,0 1 0,0 0 0,1 0 0,-1 0 0,0 1 0,1 0 0,-1 0 0,0 1 0,1-1 0,-1 1 0,0 1 0,0-1 0,0 1 0,0 0 0,9 5 0,3 3 0,-2 1 0,0 1 0,0 1 0,17 17 0,-31-27 0,0-1 0,0 1 0,0 0 0,0 0 0,-1-1 0,1 1 0,-1 0 0,0 0 0,1 1 0,-1-1 0,-1 0 0,1 0 0,0 1 0,-1-1 0,0 0 0,0 0 0,0 1 0,0 5 0,-2 5 0,-1-1 0,0 1 0,-7 16 0,3-6 0,1-3 0,1 1 0,-3 28 0,7-40 0,1 0 0,0 0 0,0 0 0,1 0 0,1 0 0,0 0 0,4 14 0,7 10 0,2-1 0,24 39 0,-13-24 0,-24-44 0,0 1 0,0-1 0,0 1 0,-1-1 0,1 1 0,-1 0 0,0 0 0,-1 0 0,1 6 0,-1-9 0,0-1 0,0 1 0,0 0 0,-1 0 0,1 0 0,-1 0 0,1 0 0,-1-1 0,0 1 0,1 0 0,-1-1 0,0 1 0,0 0 0,-1-1 0,1 1 0,0-1 0,0 0 0,-1 1 0,1-1 0,0 0 0,-1 0 0,0 0 0,1 0 0,-1 0 0,0 0 0,-1 1 0,-4 0 6,0 0-1,1 0 0,-1 0 0,0-1 1,0 0-1,-8 0 0,-44-3-180,26 1-1052,19 1-5599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4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312 60 24575,'-19'-6'0,"-96"-30"0,93 31 0,0 0 0,0 2 0,-30-2 0,49 6 0,0-1 0,1 0 0,-1 0 0,0 1 0,0 0 0,0-1 0,0 1 0,0 0 0,1 1 0,-1-1 0,0 0 0,1 1 0,-1-1 0,1 1 0,-1 0 0,-1 2 0,3-3 0,-1 1 0,1-1 0,0 0 0,1 0 0,-1 1 0,0-1 0,0 1 0,1-1 0,-1 0 0,0 1 0,1-1 0,0 1 0,-1 0 0,1-1 0,0 1 0,0-1 0,0 1 0,0-1 0,0 1 0,0 0 0,0-1 0,0 1 0,1-1 0,-1 1 0,1-1 0,-1 1 0,1-1 0,-1 1 0,1-1 0,0 0 0,1 3 0,4 4 0,0 0 0,1-1 0,0 0 0,0 0 0,1 0 0,8 5 0,55 33 0,-26-18 0,1 1 0,51 36 0,-94-62 0,1 1 0,-1 0 0,1 0 0,-1 0 0,0 0 0,4 6 0,-7-9 0,0 1 0,1 0 0,-1 0 0,1-1 0,-1 1 0,0 0 0,0 0 0,1 0 0,-1 0 0,0-1 0,0 1 0,0 0 0,0 0 0,0 0 0,0 0 0,0 0 0,0 0 0,0-1 0,-1 1 0,1 0 0,0 0 0,0 0 0,-1 0 0,1-1 0,-1 1 0,1 0 0,-1 0 0,1-1 0,-1 1 0,1 0 0,-1-1 0,1 1 0,-1-1 0,0 1 0,0-1 0,1 1 0,-1-1 0,-1 2 0,-3 0 0,1 0 0,-1 0 0,0 0 0,1-1 0,-1 1 0,0-1 0,0 0 0,0 0 0,0-1 0,0 0 0,0 1 0,-6-2 0,-10-1 0,-32-8 0,38 7 0,2 1-117,-1 0-133,0-1 1,0-1-1,0 0 1,-23-11-1,27 9-6576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4.7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24575,'14'77'0,"3"-1"0,53 142 0,-59-189 0,1 2 0,19 36 0,-27-58 0,1-1 0,1 0 0,-1 0 0,1 0 0,1-1 0,0 0 0,0 0 0,13 9 0,-17-14 0,-1 0 0,1 0 0,0-1 0,0 1 0,0-1 0,0 0 0,0 0 0,0 0 0,0 0 0,1-1 0,-1 1 0,0-1 0,5 0 0,-6 0 0,0 0 0,-1-1 0,1 1 0,0-1 0,0 1 0,0-1 0,-1 0 0,1 0 0,0 1 0,-1-1 0,1-1 0,-1 1 0,1 0 0,-1 0 0,1 0 0,-1-1 0,0 1 0,1-1 0,-1 1 0,0-1 0,0 1 0,0-1 0,1-3 0,2-8 0,0 1 0,-1-1 0,0 1 0,-1-1 0,1-16 0,-2 16 0,-1 12 0,0 0 0,0 0 0,1 0 0,-1 0 0,0 0 0,0 1 0,0-1 0,1 0 0,-1 0 0,0 0 0,1 0 0,-1 0 0,1 0 0,-1 1 0,1-1 0,-1 0 0,1 0 0,0 1 0,0-2 0,0 2 0,-1 0 0,1 0 0,-1 0 0,1 0 0,-1 0 0,1 0 0,0 0 0,-1 0 0,1 0 0,-1 0 0,1 0 0,-1 0 0,1 0 0,0 0 0,-1 1 0,1-1 0,-1 0 0,1 0 0,-1 1 0,1-1 0,-1 0 0,1 1 0,5 4 0,-1 0 0,0 0 0,0 0 0,4 6 0,-2-3 0,8 9 0,1-1 0,0 0 0,33 22 0,-36-30 0,0 0 0,1 0 0,0-1 0,1-1 0,0 0 0,18 4 0,-23-8 0,0 1 0,1-1 0,-1-1 0,1 0 0,-1 0 0,13-2 0,-20 1 0,-1 0 0,1-1 0,0 1 0,-1-1 0,1 0 0,-1 0 0,1 0 0,-1 0 0,0 0 0,1 0 0,-1-1 0,0 1 0,0-1 0,0 0 0,0 1 0,0-1 0,0 0 0,-1 0 0,1 0 0,-1 0 0,1-1 0,-1 1 0,0 0 0,1-1 0,-1 1 0,-1 0 0,1-1 0,0 0 0,0 1 0,-1-4 0,1-15 0,-4 15 0,-2 16 0,4-8-170,0 1-1,1-1 0,0 0 1,-1 1-1,1-1 0,0 1 1,0 3-1,2 4-6655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4.9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30 24575,'-8'-11'0,"-2"1"0,0 3 0,0 5 0,1 7 0,3 4 0,-1 3 0,1 2 0,2-1-8191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5.4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311 237 24575,'-40'-50'0,"-40"-47"0,67 83 0,0 1 0,-1 1 0,0 1 0,-28-18 0,40 28 0,0-1 0,-1 1 0,1 0 0,-1 0 0,0 0 0,1 0 0,-1 0 0,0 0 0,0 1 0,0 0 0,1-1 0,-1 1 0,-4 0 0,5 1 0,1-1 0,-1 1 0,0-1 0,0 1 0,1 0 0,-1 0 0,1 0 0,-1 0 0,1 0 0,-1 0 0,1 0 0,-1 0 0,1 1 0,0-1 0,0 0 0,0 1 0,0-1 0,0 1 0,0-1 0,0 1 0,-1 3 0,-3 7 0,1 0 0,1 1 0,-1-1 0,2 1 0,0 0 0,1-1 0,0 20 0,2 4 0,8 52 0,-1-44 0,3 1 0,1-2 0,2 1 0,2-2 0,2 0 0,1-1 0,3-1 0,50 71 0,-59-94 0,22 23 0,-30-35 0,1 1 0,0-1 0,0 0 0,1-1 0,-1 0 0,1 0 0,10 4 0,-4-4-1365,-3-5-5461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5.5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58 24575,'-30'-10'0,"-13"-3"0,-4 0 0,4 3 0,7 3 0,6 2 0,6 5 0,5 3 0,3 0 0,2 0 0,0-1 0,1 0 0,-1-1 0,3 0-8191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5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24575,'0'33'0,"0"18"0,3 5 0,3 2 0,3-6 0,2-2 0,3-6 0,0-5 0,2-5 0,-1-4 0,-2-6 0,-1-4 0,-3-3 0,0-2 0,-1-3-8191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6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4 160 24575,'-1'1'0,"0"1"0,1 0 0,-1 0 0,1 0 0,0 0 0,0 0 0,-1 0 0,1-1 0,1 1 0,-1 0 0,0 0 0,0 0 0,1 0 0,-1 0 0,1 0 0,-1-1 0,1 1 0,0 0 0,0 0 0,0-1 0,0 1 0,0 0 0,0-1 0,0 1 0,0-1 0,1 0 0,-1 1 0,1-1 0,-1 0 0,1 0 0,-1 0 0,1 0 0,0 0 0,-1 0 0,1 0 0,0-1 0,0 1 0,-1 0 0,1-1 0,0 0 0,0 1 0,0-1 0,3 0 0,51 2 0,-38-2 0,26 3 0,-7 2 0,0-2 0,0-1 0,48-4 0,-82 2 0,1 0 0,-1-1 0,0 0 0,-1 0 0,1 1 0,0-2 0,0 1 0,0 0 0,0 0 0,-1-1 0,1 0 0,-1 1 0,1-1 0,-1 0 0,3-3 0,-2 1 0,0 0 0,0 0 0,-1 1 0,0-1 0,0-1 0,0 1 0,0 0 0,0 0 0,1-8 0,-2 3 0,1 0 0,-1 0 0,-1 0 0,1-1 0,-2 1 0,1 0 0,-1 0 0,-1 0 0,-4-17 0,5 22 0,-1 0 0,0 0 0,0-1 0,-1 1 0,1 1 0,-1-1 0,0 0 0,0 1 0,0-1 0,-4-2 0,6 5 0,0 0 0,0 0 0,0 0 0,0 1 0,0-1 0,0 0 0,0 1 0,0-1 0,-1 1 0,1-1 0,0 1 0,0-1 0,-1 1 0,1 0 0,0 0 0,0 0 0,-1 0 0,1 0 0,0 0 0,0 0 0,-1 0 0,1 0 0,0 0 0,0 1 0,0-1 0,-1 1 0,1-1 0,0 1 0,0-1 0,0 1 0,0-1 0,0 1 0,0 0 0,0 0 0,0 0 0,0 0 0,0-1 0,0 1 0,0 0 0,0 2 0,-4 4 0,1 0 0,0 0 0,0 1 0,1-1 0,0 1 0,1 0 0,-1 0 0,2 0 0,-3 13 0,5-18 0,-1 1 0,0 0 0,1 0 0,0-1 0,0 1 0,0 0 0,1-1 0,-1 1 0,1-1 0,0 0 0,0 1 0,0-1 0,0 0 0,0 0 0,1 0 0,-1-1 0,1 1 0,5 4 0,5 3 0,0 0 0,28 14 0,65 28 120,-92-46-368,0-1 1,0-1-1,0 0 1,1-1-1,28 2 1,-29-5-6579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7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271 576 24575,'-104'-52'0,"84"44"0,0 0 0,0 2 0,-31-6 0,49 11 0,0 1 0,-1-1 0,1 1 0,-1 0 0,1 0 0,-1 0 0,1 0 0,-1 0 0,1 1 0,0-1 0,-1 1 0,1-1 0,0 1 0,-5 2 0,6-2 0,-1 0 0,1 1 0,0-1 0,0 0 0,0 1 0,0-1 0,0 1 0,0-1 0,0 1 0,0-1 0,1 1 0,-1-1 0,0 1 0,1 0 0,0-1 0,-1 1 0,1 0 0,0 0 0,0-1 0,0 1 0,0 2 0,0 0 0,0 0 0,1 1 0,0-1 0,-1 1 0,1-1 0,1 0 0,-1 0 0,1 0 0,0 1 0,3 5 0,0-3 0,0 0 0,0-1 0,0 0 0,0 0 0,10 7 0,-1-2 0,0-1 0,1 0 0,0-1 0,29 12 0,-34-17 0,0 0 0,0-1 0,1 0 0,-1-1 0,1 0 0,-1-1 0,17 1 0,-23-2 0,-1 0 0,1 0 0,-1-1 0,1 1 0,-1-1 0,0 0 0,1 0 0,-1 0 0,0 0 0,0-1 0,1 1 0,-1-1 0,0 0 0,-1 1 0,1-2 0,0 1 0,0 0 0,-1 0 0,0-1 0,1 0 0,-1 1 0,0-1 0,0 0 0,0 0 0,-1 0 0,3-6 0,-1 0 0,0 0 0,-1-1 0,-1 1 0,0-1 0,0 0 0,0 1 0,-1-1 0,-1 0 0,0 0 0,-2-9 0,-4-16 0,-17-46 0,17 59 0,-32-85 0,-77-147 0,101 224 0,15 29 0,-1 0 0,1 0 0,0 0 0,-1 0 0,1 1 0,-1-1 0,1 0 0,-1 0 0,1 0 0,-1 0 0,0 1 0,1-1 0,-1 0 0,-1 0 0,2 12 0,8 26 0,49 132 0,16-5 0,-34-77 0,-24-53-47,20 48-1271,-29-63-5508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8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1 754 24575,'14'-4'0,"-1"0"0,1 0 0,-1-1 0,0-1 0,14-7 0,-23 10 0,0 0 0,0 1 0,0-2 0,0 1 0,-1 0 0,1-1 0,-1 1 0,0-1 0,0 0 0,0 0 0,-1 0 0,1-1 0,-1 1 0,0-1 0,0 1 0,-1-1 0,1 0 0,0-5 0,1-18 0,-2 0 0,-1 0 0,-1-1 0,-5-33 0,2 30 0,-36-219 0,16 120 0,18 83 0,6 48 0,0 0 0,0 0 0,0 0 0,0 0 0,0 0 0,0 0 0,0 0 0,0 0 0,0 0 0,0 0 0,0 0 0,0 0 0,0-1 0,0 1 0,0 0 0,0 0 0,0 0 0,0 0 0,0 0 0,0 0 0,0 0 0,0 0 0,0 0 0,0 0 0,0 0 0,0 0 0,0 0 0,0 0 0,0 0 0,0 0 0,0-1 0,0 1 0,0 0 0,-1 0 0,1 0 0,0 0 0,0 0 0,0 0 0,0 0 0,0 0 0,0 0 0,0 0 0,0 0 0,0 0 0,0 0 0,0 0 0,0 0 0,0 0 0,-1 0 0,1 0 0,0 0 0,0 0 0,0 0 0,0 0 0,0 0 0,0 0 0,0 0 0,0 1 0,0-1 0,0 0 0,0 0 0,0 0 0,0 0 0,0 0 0,-1 0 0,-2 7 0,-2 10 0,-16 49 0,16-51 0,0 0 0,0 0 0,1 0 0,1 1 0,-2 25 0,5-31 0,0-1 0,1 0 0,0 1 0,0-1 0,1 0 0,0 0 0,1 0 0,0 0 0,1 0 0,-1-1 0,7 11 0,2 1 0,1-1 0,1 0 0,0-1 0,32 31 0,-17-23 0,1-1 0,38 23 0,-26-22 0,2-2 0,0-2 0,57 19 0,-91-37 0,1-1 0,-1 0 0,1 0 0,0-1 0,16 1 0,-25-3 0,1 1 0,-1-1 0,0 0 0,0-1 0,0 1 0,0 0 0,0-1 0,1 1 0,-1-1 0,0 0 0,0 1 0,0-1 0,-1 0 0,1 0 0,0 0 0,0-1 0,0 1 0,-1 0 0,1-1 0,0 1 0,-1-1 0,0 1 0,1-1 0,-1 0 0,0 0 0,0 1 0,0-1 0,0 0 0,0 0 0,0 0 0,-1 0 0,1 0 0,0 0 0,-1-4 0,2-6 0,-2 1 0,0 0 0,0 0 0,-1 0 0,0 0 0,-1 0 0,0 0 0,-1 0 0,0 0 0,-1 1 0,0 0 0,-10-18 0,8 17 0,0 1 0,-1 0 0,0 1 0,0 0 0,-1 0 0,-1 0 0,0 1 0,0 0 0,0 1 0,-1 0 0,-19-11 0,26 17 0,1 0 0,-1 0 0,1 0 0,-1 0 0,0 0 0,0 1 0,1-1 0,-1 1 0,0-1 0,0 1 0,0 0 0,1 0 0,-1 1 0,0-1 0,0 0 0,-5 2 0,6-1 0,0 1 0,0-1 0,0 0 0,0 0 0,0 1 0,0-1 0,0 1 0,0 0 0,1 0 0,-1-1 0,1 1 0,-1 0 0,1 0 0,0 1 0,0-1 0,0 0 0,0 0 0,0 0 0,-1 5 0,0 3 0,0 0 0,1 1 0,0-1 0,1 1 0,0-1 0,0 1 0,1-1 0,1 0 0,0 1 0,0-1 0,1 0 0,0 0 0,1 0 0,0-1 0,0 1 0,7 10 0,0-3 0,0 0 0,1-1 0,1 0 0,0-1 0,1 0 0,1-1 0,23 18 0,-23-22 30,0 0 0,0-2 0,18 9 0,-27-14-154,0 0 0,1-1 1,-1 0-1,1-1 0,-1 1 0,1-1 1,-1 0-1,1-1 0,0 0 0,-1 0 1,10-1-1,-3-2-6702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9.2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272 236 24575,'-60'-69'0,"30"33"0,-1 1 0,-47-40 0,75 72 0,-1 1 0,0-1 0,1 1 0,-1-1 0,0 1 0,-6-2 0,9 3 0,0 1 0,0 0 0,0 0 0,0 0 0,0-1 0,0 1 0,0 0 0,0 0 0,0 0 0,0 1 0,1-1 0,-1 0 0,0 0 0,0 0 0,0 1 0,0-1 0,0 0 0,0 1 0,0-1 0,1 1 0,-1-1 0,0 1 0,0-1 0,1 1 0,-1 0 0,0-1 0,1 1 0,-1 0 0,0 0 0,1-1 0,-1 1 0,1 0 0,-1 0 0,1 0 0,-1 1 0,-1 4 0,0 0 0,0 0 0,1 1 0,-1-1 0,1 1 0,0 12 0,3 44 0,-1-46 0,3 33 0,3 0 0,2 0 0,2 0 0,30 81 0,94 183 0,-135-314 0,61 111 0,-37-69 0,-24-42-31,1 2-117,0 0-1,0-1 1,0 1 0,0-1 0,0 1 0,0-1-1,1 1 1,2 1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9.4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298 46 24575,'-27'-7'0,"-15"-3"0,-2 0 0,3 3 0,7 1 0,6 3 0,6 1 0,4 4 0,2 1 0,2 0 0,2 0-8191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19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24575,'8'29'0,"6"38"0,-2-3 0,63 197 0,-54-200 0,36 71 0,-51-122-1365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0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1 24575,'-30'0'0,"-15"0"0,-5 0 0,-1 0 0,5 0 0,6 0 0,9 0-8191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5.2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26 24575,'-4'-20'0,"3"15"0,2 13 0,59 306 0,-58-305 0,11 53 0,6 69 0,-19-136 0,0-1 0,1 1 0,0-1 0,0 1 0,0-1 0,0 1 0,1 0 0,0-1 0,0 1 0,1 0 0,-1 0 0,1 1 0,0-1 0,0 0 0,1 1 0,-1 0 0,7-5 0,-5 4 0,0 0 0,0 0 0,1 1 0,0 0 0,0 0 0,0 1 0,0 0 0,1 0 0,-1 0 0,1 1 0,0 0 0,0 0 0,0 1 0,11-2 0,-14 3 0,1 1 0,0 0 0,0-1 0,0 2 0,0-1 0,-1 0 0,1 1 0,-1 0 0,1 0 0,-1 0 0,0 1 0,1-1 0,-1 1 0,-1 0 0,1 0 0,0 1 0,-1-1 0,1 1 0,-1 0 0,4 5 0,-6-7 0,1 0 0,-1 0 0,0 1 0,0-1 0,1 0 0,-2 1 0,1-1 0,0 0 0,0 1 0,-1-1 0,1 1 0,-1-1 0,0 1 0,0 0 0,0-1 0,0 1 0,0-1 0,0 1 0,-1-1 0,1 1 0,-1-1 0,0 1 0,1-1 0,-1 0 0,-1 1 0,1-1 0,0 0 0,0 0 0,-1 0 0,1 1 0,-1-2 0,0 1 0,0 0 0,1 0 0,-1 0 0,0-1 0,-1 1 0,1-1 0,-3 2 0,-3 1 0,1-1 0,-1 1 0,0-2 0,0 1 0,-1-1 0,1 0 0,0-1 0,-12 1 0,-70-3 0,53 0 0,25 1-97,6 0-220,-1 0 0,1-1 0,-14-2 0,10 0-6509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6.0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 24575,'2'1'0,"-1"1"0,0-1 0,0 1 0,0-1 0,0 1 0,0 0 0,0-1 0,0 1 0,-1 0 0,1 0 0,-1 0 0,1-1 0,-1 1 0,0 0 0,1 3 0,-5 30 0,3-31 0,1 0 0,-1 1 0,1-1 0,-1 0 0,1 1 0,0-1 0,1 0 0,-1 1 0,1-1 0,1 6 0,1-5 0,0 0 0,0 0 0,1 0 0,-1 0 0,1-1 0,0 0 0,0 1 0,1-2 0,-1 1 0,1 0 0,0-1 0,0 0 0,0 0 0,10 4 0,-3-2 0,0-1 0,0 0 0,0-1 0,1 0 0,23 2 0,-31-5 0,0 0 0,0 0 0,0-1 0,1 1 0,-1-1 0,0 0 0,0-1 0,0 1 0,-1-1 0,1 0 0,0-1 0,-1 1 0,1-1 0,-1 1 0,0-1 0,0-1 0,0 1 0,0 0 0,0-1 0,-1 0 0,0 0 0,0 0 0,0 0 0,0-1 0,3-6 0,-3 4 0,1 0 0,-1 0 0,-1-1 0,0 1 0,0-1 0,0 0 0,-1 0 0,0 1 0,0-1 0,-1 0 0,0 0 0,-1 0 0,1 0 0,-2 0 0,1 1 0,-3-10 0,3 15 0,0 1 0,0-1 0,1 0 0,-1 0 0,0 1 0,-1-1 0,-1-2 0,-3 2 0,1 10 0,3-3 0,2 1 0,-1-1 0,1 1 0,-1-1 0,1 1 0,1-1 0,1 12 0,12 38 0,-12-47 0,87 241 0,-78-221 0,11 30 0,25 65 0,-37-92 0,12 63 0,-22-90 0,2 3 0,-1 1 0,-1-1 0,1 1 0,-2 12 0,1-19 0,0 0 0,0 0 0,0 0 0,-1 0 0,1 1 0,0-1 0,-1 0 0,1 0 0,0 0 0,-1 0 0,1 0 0,-1 0 0,0 0 0,1 0 0,-1-1 0,0 1 0,1 0 0,-1 0 0,0 0 0,0-1 0,0 1 0,0 0 0,0-1 0,0 1 0,0-1 0,0 1 0,0-1 0,0 0 0,0 1 0,0-1 0,0 0 0,0 0 0,0 1 0,0-1 0,0 0 0,-1 0 0,1 0 0,0-1 0,0 1 0,-1 0 0,-9-3 0,1 0 0,-1-1 0,1 0 0,0-1 0,1 0 0,-1 0 0,1-1 0,0 0 0,0-1 0,-9-9 0,10 8 0,0-1 0,1 0 0,0-1 0,0 1 0,1-1 0,1-1 0,0 1 0,0-1 0,1 0 0,0 0 0,-3-16 0,6 21 0,0 0 0,1 0 0,0 0 0,-1-1 0,2 1 0,-1 0 0,1 0 0,0 0 0,0 0 0,3-7 0,-2 8 0,0 1 0,0 0 0,0 0 0,1 0 0,-1 1 0,1-1 0,0 1 0,0-1 0,0 1 0,1 0 0,-1 0 0,1 0 0,-1 0 0,1 1 0,5-3 0,-3 3-136,0 0-1,0 0 1,1 0-1,-1 0 1,1 1-1,-1 0 1,1 1-1,0-1 0,9 2 1,-3-1-6690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7.5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24575,'1'32'0,"1"0"0,10 59 0,-8-74 0,1 0 0,0 0 0,1-1 0,1 0 0,0 0 0,18 28 0,-24-43 0,0 1 0,1-1 0,-1 0 0,0 1 0,0-1 0,1 0 0,-1 0 0,1 0 0,-1 0 0,4 2 0,-5-3 0,1 0 0,-1 0 0,0 1 0,0-1 0,1 0 0,-1 0 0,0 0 0,1 0 0,-1 0 0,0 0 0,1 0 0,-1 0 0,0 0 0,1 0 0,-1-1 0,0 1 0,0 0 0,1 0 0,-1 0 0,0 0 0,0 0 0,1 0 0,-1-1 0,0 1 0,1 0 0,-1-1 0,1 0 0,-1 0 0,1 0 0,-1 1 0,0-1 0,1 0 0,-1 0 0,0 0 0,0 0 0,0 0 0,1 0 0,-1 1 0,0-3 0,-1-11 0,-1-1 0,0 1 0,-1 0 0,0 0 0,-6-16 0,0-1 0,7 24 0,-3-13 0,-4-23 0,9 38 0,-1-1 0,1 1 0,0 0 0,0-1 0,0 1 0,1 0 0,-1-1 0,2 1 0,2-9 0,-4 13 0,0 0 0,1 0 0,-1 1 0,0-1 0,1 0 0,-1 0 0,1 1 0,-1-1 0,1 0 0,0 1 0,-1-1 0,1 0 0,0 1 0,-1-1 0,1 1 0,0-1 0,0 1 0,0-1 0,-1 1 0,1 0 0,0-1 0,0 1 0,0 0 0,1 0 0,0 0 0,0 0 0,0 0 0,-1 0 0,1 0 0,0 1 0,0-1 0,0 1 0,0-1 0,0 1 0,3 2 0,2 1 0,1 1 0,-1 1 0,12 10 0,95 90 0,-97-90-235,0 1 0,23 33 0,-32-40-425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7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218 12 24575,'-3'-3'0,"-3"0"0,-3 0 0,-2 0 0,-3 4 0,0 1 0,-1 1 0,-1-1 0,-2 0 0,0-1 0,-1 0 0,-1-1 0,0 0 0,1 0 0,4 0-8191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28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111 145 24575,'-4'30'0,"-1"53"0,5-74 0,0-1 0,1 1 0,0 0 0,1 0 0,0 0 0,0-1 0,1 1 0,0-1 0,1 0 0,6 13 0,-10-21 0,1 1 0,-1 0 0,0-1 0,1 1 0,-1-1 0,1 1 0,-1 0 0,1-1 0,-1 1 0,1-1 0,-1 1 0,1-1 0,0 1 0,-1-1 0,1 0 0,0 1 0,-1-1 0,1 0 0,0 1 0,-1-1 0,2 0 0,-2 0 0,1 0 0,-1 0 0,1-1 0,-1 1 0,1 0 0,-1 0 0,0-1 0,1 1 0,-1 0 0,1-1 0,-1 1 0,0-1 0,1 1 0,-1 0 0,0-1 0,0 1 0,1-1 0,-1 1 0,0-1 0,0 1 0,0-1 0,1 0 0,0-3 0,0-1 0,0 0 0,0 1 0,-1-1 0,1-6 0,-2-1 0,-1 1 0,0-1 0,0 1 0,-1 0 0,-8-19 0,-28-52 0,-23-22 0,41 71 0,8 8 0,15 24 0,6 6 0,6 6 0,7 8 0,72 61 0,-80-71 0,0 0 0,1-1 0,-1-1 0,2 0 0,27 9 0,-33-13 0,0 0 0,0 0 0,0-1 0,1 0 0,-1-1 0,14 1 0,-21-2 0,0 0 0,0 0 0,0-1 0,0 1 0,1 0 0,-1-1 0,0 0 0,0 1 0,0-1 0,0 0 0,0 0 0,-1 0 0,1 0 0,0-1 0,0 1 0,-1 0 0,1-1 0,-1 1 0,1-1 0,-1 0 0,1 1 0,-1-1 0,0 0 0,0 0 0,0 0 0,0 0 0,0 0 0,-1 0 0,2-3 0,-1-2 0,1-1 0,-1 1 0,-1-1 0,0 1 0,0-1 0,-1-7 0,1-26 0,2 39 0,1 5 0,2 7 0,-4-10 0,26 50 0,2-2 0,59 74 0,-37-54 0,-40-54-682,11 23-1,-16-24-6143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5.3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24575,'0'0'0,"0"0"0,-1 0 0,1 0 0,0 0 0,0 0 0,0 0 0,-1 0 0,1 0 0,0 0 0,0 0 0,0 0 0,-1 0 0,1 0 0,0 0 0,0 0 0,0 1 0,-1-1 0,1 0 0,0 0 0,0 0 0,0 0 0,0 0 0,0 0 0,-1 0 0,1 1 0,0-1 0,0 0 0,0 0 0,0 0 0,0 0 0,0 1 0,0-1 0,-1 0 0,1 0 0,0 0 0,0 1 0,0-1 0,0 0 0,4 9 0,9 9 0,-12-17 0,17 19 0,2-1 0,0-1 0,32 22 0,73 40 0,-103-66 0,-4-3 0,0 0 0,1-1 0,0-1 0,21 6 0,-38-15-1365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5.5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193 0 24575,'-25'15'0,"-8"8"0,-1 2 0,2-1 0,7-1 0,8-3 0,7-2 0,4-1 0,2-2 0,1 0 0,1 0 0,1-4-8191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6.1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234 43 24575,'-16'-6'0,"-73"-23"0,79 27 0,1 0 0,-1 0 0,0 1 0,0 1 0,0-1 0,0 2 0,-12 1 0,20-2 0,0 0 0,1 0 0,-1 1 0,0-1 0,0 1 0,0-1 0,0 1 0,1 0 0,-1 0 0,0 0 0,1 0 0,-1 0 0,1 0 0,-1 0 0,1 1 0,-1-1 0,1 0 0,-2 3 0,2-2 0,0 0 0,1-1 0,-1 1 0,1 0 0,-1 0 0,1-1 0,0 1 0,0 0 0,0 0 0,0 0 0,0-1 0,0 1 0,0 0 0,1 0 0,-1-1 0,1 3 0,2 4 0,0 0 0,1-1 0,0 1 0,0-1 0,1 0 0,10 12 0,0-1 0,0 2 0,-1-1 0,17 34 0,-26-42 0,0 0 0,-1 0 0,0 1 0,0 0 0,-1-1 0,-1 1 0,0 1 0,0 21 0,-3-10 0,-1 21 0,2-42 0,1-1 0,-1 1 0,0-1 0,1 1 0,-1 0 0,1-1 0,0 1 0,0-1 0,0 0 0,0 1 0,1-1 0,-1 0 0,2 3 0,-1-4 0,0 1 0,0-1 0,-1 0 0,1 1 0,0-1 0,0 0 0,1 0 0,-1 0 0,0-1 0,0 1 0,0 0 0,1-1 0,-1 0 0,4 1 0,35-2 0,-26 0 0,-6 1 24,1-1 0,-1 0 0,0-1 0,13-4 0,-17 5-159,-1-1 0,1 0 0,-1 0 0,0 0 0,0 0 0,0-1 0,0 0 0,0 0 0,0 0 0,4-5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6.5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4 24575,'7'-1'0,"1"-1"0,0 2 0,-1-1 0,1 1 0,0 1 0,-1-1 0,1 1 0,13 4 0,-16-4 0,-1 1 0,1 0 0,-1 0 0,0 1 0,1-1 0,-1 1 0,-1 0 0,1 0 0,0 0 0,-1 1 0,1-1 0,-1 1 0,0 0 0,5 8 0,-4-5 0,1 0 0,-2 1 0,1-1 0,-1 1 0,0 0 0,0 0 0,-1 1 0,0-1 0,0 0 0,-1 1 0,0 13 0,-1-20 0,0-1 0,-1 1 0,1-1 0,-1 1 0,1-1 0,-1 0 0,0 1 0,0-1 0,1 0 0,-1 1 0,0-1 0,0 0 0,0 0 0,0 0 0,-1 0 0,1 0 0,0 0 0,0 0 0,0 0 0,-1 0 0,1 0 0,-1-1 0,1 1 0,0-1 0,-1 1 0,1-1 0,-1 1 0,1-1 0,-1 0 0,0 0 0,-1 0 0,-5 1 0,0-1 0,0 0 0,0 0 0,-13-2 0,-5-3 0,0-1 0,-38-14 0,49 15 0,0-2 0,1 0 0,0 0 0,0-2 0,-18-13 0,29 20 0,0-1 0,0 0 0,0 0 0,1 1 0,-1-1 0,1-1 0,0 1 0,-4-7 0,6 9 0,0 0 0,-1 0 0,1-1 0,0 1 0,-1 0 0,1 0 0,0 0 0,0-1 0,0 1 0,0 0 0,0 0 0,0-1 0,0 1 0,1 0 0,-1 0 0,0 0 0,1-1 0,-1 1 0,1 0 0,-1 0 0,1 0 0,-1 0 0,1 0 0,0 0 0,0 0 0,-1 0 0,1 0 0,0 0 0,0 1 0,0-1 0,2-1 0,2-1 0,0 0 0,1 0 0,0 1 0,-1-1 0,1 1 0,0 1 0,0-1 0,0 1 0,0 0 0,0 0 0,11 1 0,-4 0 0,0 1 0,0 0 0,0 1 0,19 5 0,-25-5-341,0 1 0,0-1-1,9 6 1,-4-1-6485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7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24575,'22'-6'0,"57"-11"0,-70 15 0,1 1 0,-1 1 0,0-1 0,1 2 0,-1-1 0,13 4 0,-19-4 0,0 1 0,0 0 0,0 0 0,0 0 0,0 0 0,0 1 0,-1-1 0,1 1 0,0 0 0,-1-1 0,1 1 0,-1 0 0,0 0 0,0 1 0,0-1 0,0 0 0,0 1 0,0 0 0,-1-1 0,1 1 0,-1 0 0,0 0 0,0-1 0,0 1 0,0 0 0,0 0 0,0 0 0,-1 5 0,1 7 0,-1-1 0,0 1 0,-1 0 0,-5 26 0,0-5 0,2 6 0,2 0 0,4 52 0,0-86 0,-1 0 0,1 0 0,1 0 0,0 0 0,0 0 0,0 0 0,1-1 0,5 7 0,8 19 0,-17-31-41,1-1 0,-1 0-1,0 0 1,1 1-1,-1-1 1,0 0 0,0 1-1,0-1 1,0 0 0,0 0-1,0 1 1,-1-1-1,1 0 1,0 1 0,-1-1-1,1 0 1,0 0 0,-1 0-1,0 1 1,1-1-1,-1 0 1,0 0 0,0 0-1,1 0 1,-1 0 0,0 0-1,0 0 1,0 0-1,0-1 1,0 1 0,0 0-1,-3 1 1,-6 4-6785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8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24575,'25'15'0,"14"8"0,4 4 0,-1 1 0,-4-2 0,-6-3 0,-3-3 0,-3-3 0,-3 0 0,-1-2 0,-3-4 0,-1 0 0,-2-2 0,-1-1 0,0-1 0,-3-2-8191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8.8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0 24575,'-18'21'0,"-8"8"0,-2 2 0,4-1 0,3-7 0,5-4 0,6-2 0,1-5 0,3-2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9.4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27 24575,'-18'-5'0,"-49"-13"0,60 17 0,1 0 0,0 0 0,-1 1 0,1 0 0,0 0 0,-1 1 0,1-1 0,-9 3 0,14-3 0,0 1 0,-1-1 0,1 1 0,0-1 0,0 0 0,0 1 0,-1 0 0,1-1 0,0 1 0,0 0 0,0-1 0,0 1 0,0 0 0,0 0 0,0 0 0,1 0 0,-1 0 0,0 0 0,0 0 0,1 0 0,-1 0 0,1 1 0,-1-1 0,1 0 0,-1 0 0,1 1 0,0-1 0,0 0 0,-1 0 0,1 1 0,0-1 0,0 0 0,0 3 0,2 2 0,-1 1 0,1 0 0,0-1 0,1 1 0,4 7 0,1 7 0,50 197 0,-14-44 0,-44-170 0,1-1 0,1 0 0,-1 0 0,0 0 0,1 0 0,-1 0 0,1 0 0,0 0 0,0-1 0,0 1 0,1 0 0,-1-1 0,0 0 0,1 0 0,0 1 0,-1-2 0,1 1 0,4 2 0,-4-3 0,1 0 0,0 0 0,-1 0 0,1 0 0,0-1 0,-1 1 0,1-1 0,0 0 0,0 0 0,-1-1 0,1 1 0,0-1 0,-1 0 0,1 0 0,-1 0 0,5-2 0,-4 2-80,0-1 0,-1 1-1,1-1 1,-1 0 0,1 0-1,-1-1 1,0 1 0,0-1-1,0 1 1,0-1 0,0 0 0,0 0-1,-1 0 1,0 0 0,1-1-1,2-6 1,-1-1-6746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49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52 24575,'3'-1'0,"65"-34"0,-61 32 0,0 0 0,0 1 0,0 0 0,0 0 0,0 1 0,0 0 0,1 0 0,8 0 0,-13 2 0,1 0 0,-1-1 0,0 1 0,1 0 0,-1 1 0,0-1 0,0 1 0,0-1 0,0 1 0,0 0 0,0 0 0,0 0 0,-1 0 0,5 5 0,3 4 0,-1 0 0,9 14 0,-14-19 0,1 0 0,-1 1 0,-1-1 0,1 1 0,-1 0 0,-1 0 0,1 0 0,-1 1 0,0-1 0,0 0 0,0 13 0,-2-17 0,0 0 0,0 0 0,0 0 0,0 0 0,-1-1 0,1 1 0,-1 0 0,0 0 0,1-1 0,-1 1 0,-1 0 0,1-1 0,0 1 0,-1-1 0,1 1 0,-1-1 0,0 0 0,1 0 0,-1 0 0,0 0 0,-1 0 0,1 0 0,0 0 0,0-1 0,-1 1 0,1-1 0,-1 1 0,1-1 0,-1 0 0,0 0 0,-3 0 0,-6 2 0,0-1 0,-1 0 0,1-1 0,0 0 0,-1-1 0,-22-2 0,12-2 0,0 0 0,-38-13 0,50 13 0,0 0 0,0-1 0,-17-10 0,25 13 0,1 1 0,-1-1 0,1 0 0,-1 0 0,1 0 0,-1 0 0,1 0 0,0 0 0,0-1 0,1 1 0,-1-1 0,0 0 0,1 1 0,-1-1 0,1 0 0,0 0 0,0 0 0,0 0 0,0-3 0,1 3 0,0 1 0,0 0 0,1 0 0,-1 0 0,1 0 0,-1 0 0,1 0 0,0 0 0,0 1 0,0-1 0,0 0 0,0 0 0,0 0 0,0 1 0,1-1 0,-1 1 0,3-3 0,4-3 0,0 1 0,11-8 0,-8 7 0,1-1-1365,-1 1-5461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0.2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24575,'5'-1'0,"30"-5"0,65-2 0,-90 7 0,-1 2 0,1-1 0,0 1 0,0 1 0,0 0 0,0 0 0,-1 1 0,1 0 0,-1 1 0,0 0 0,12 7 0,-16-7 0,-1-1 0,1 1 0,-1 0 0,0 0 0,0 0 0,-1 1 0,1-1 0,-1 1 0,0 0 0,-1-1 0,1 2 0,-1-1 0,0 0 0,0 0 0,0 1 0,-1-1 0,2 11 0,-2-2 0,0 1 0,-1-1 0,-1 0 0,0 0 0,-6 27 0,5-33 0,0 1 0,1-1 0,0 1 0,1 0 0,0 0 0,0-1 0,0 1 0,1 0 0,1-1 0,0 1 0,4 14 0,2-2 0,0 0 0,7 43 0,-14-60 0,-1-1 0,1 1 0,-1-1 0,0 1 0,0 0 0,-1-1 0,1 1 0,-1-1 0,0 1 0,0 0 0,0-1 0,0 0 0,0 1 0,-1-1 0,1 0 0,-5 6 0,3-5 0,-1 0 0,0 0 0,1-1 0,-2 1 0,1-1 0,0 0 0,0 0 0,-1 0 0,0-1 0,0 0 0,-5 2 0,-10 3-682,-32 7-1,37-11-6143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0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24575,'15'15'0,"8"10"0,4 4 0,1-2 0,0-2 0,-2-2 0,0-4 0,-2-2 0,-3-1 0,-3-2 0,-1 1 0,-1-3 0,-1-4 0,-3 0 0,-1-2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0.9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137 1 24575,'-20'25'0,"-7"11"0,2 1 0,2-2 0,5-5 0,6-5 0,4-5 0,4-5-8191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1.4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344 62 24575,'-47'-15'0,"0"1"0,-1 3 0,-88-10 0,132 21 0,0 0 0,0 0 0,0 0 0,0 0 0,0 1 0,0-1 0,1 1 0,-1 0 0,-7 3 0,9-4 0,1 1 0,0 0 0,0 0 0,-1 0 0,1 0 0,0 0 0,0 0 0,0 1 0,0-1 0,0 0 0,0 0 0,0 1 0,1-1 0,-1 1 0,0-1 0,1 1 0,-1-1 0,1 1 0,-1-1 0,1 1 0,0-1 0,0 1 0,0 0 0,0-1 0,0 1 0,0 2 0,1 0 0,0 0 0,0 0 0,0 0 0,0-1 0,1 1 0,-1 0 0,1-1 0,0 0 0,0 1 0,0-1 0,1 0 0,-1 0 0,1 0 0,4 4 0,5 3 0,0 0 0,16 10 0,0 0 0,0 1 0,25 26 0,-37-32 0,-2 1 0,0 0 0,0 1 0,15 27 0,-26-38 0,0 0 0,-1 0 0,1 0 0,-1 0 0,0 0 0,-1 0 0,1 1 0,-1-1 0,0 13 0,-2-2 0,0 0 0,-6 23 0,4-20 0,2-17 0,1 0 0,-1 1 0,1-1 0,0 0 0,0 1 0,0-1 0,0 0 0,1 1 0,-1-1 0,1 0 0,1 4 0,-1-6 0,0 0 0,0 1 0,-1-1 0,1 0 0,0 0 0,0 0 0,1 0 0,-1 0 0,0 0 0,0 0 0,0 0 0,1-1 0,-1 1 0,0 0 0,1-1 0,-1 1 0,1-1 0,-1 1 0,1-1 0,-1 0 0,0 0 0,1 1 0,-1-1 0,1 0 0,-1 0 0,4-1 0,-2 1-97,0-1-1,0 1 1,0-1-1,0 1 1,0-1-1,-1 0 1,1-1-1,0 1 1,0 0-1,-1-1 1,1 1-1,-1-1 0,4-2 1,4-6-6729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1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24575,'5'12'0,"4"8"0,0 1 0,2 4 0,-1-1 0,0-2 0,0-2 0,0-2 0,-1-3 0,0-3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2.2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31 24575,'74'-13'0,"1"4"0,119 1 0,-193 8 0,23 3 0,-24-3 0,1 0 0,-1 0 0,1 0 0,-1 1 0,0-1 0,1 0 0,-1 0 0,1 1 0,-1-1 0,0 0 0,1 1 0,-1-1 0,0 0 0,1 1 0,-1-1 0,0 0 0,0 1 0,1-1 0,-1 1 0,0-1 0,0 1 0,0-1 0,1 0 0,-1 1 0,0-1 0,0 1 0,0-1 0,0 1 0,0-1 0,0 1 0,0-1 0,0 1 0,0-1 0,0 1 0,0-1 0,0 1 0,-1-1 0,1 0 0,0 1 0,0-1 0,0 1 0,-1-1 0,1 1 0,0-1 0,-1 1 0,-6 12 0,-2 3 0,1 0 0,-7 22 0,13-32 0,0-1 0,1 1 0,0 0 0,0 0 0,0 0 0,1 0 0,0 0 0,0 0 0,1 0 0,-1 0 0,3 6 0,3 8 0,1-1 0,1 0 0,1-1 0,1 0 0,12 18 0,-10-18 0,0 1 0,-2 1 0,-1 0 0,8 22 0,-16-40 0,0 1 0,0 0 0,-1-1 0,1 1 0,-1 0 0,0 0 0,0-1 0,0 1 0,0 0 0,0 0 0,0-1 0,-1 1 0,1 0 0,-1-1 0,-1 5 0,0-5 0,1-1 0,0 1 0,-1 0 0,1 0 0,-1 0 0,0-1 0,0 1 0,1-1 0,-1 0 0,0 1 0,0-1 0,0 0 0,-1 0 0,1 0 0,0 0 0,0-1 0,0 1 0,-4 0 0,-57 11-1365,45-10-5461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3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24575,'21'15'0,"8"5"0,2 2 0,-1-1 0,-4-1 0,-1-2 0,-2-1 0,-3-3 0,-2-2 0,-2-1 0,0-1 0,-2-1 0,1-1 0,-1-3 0,0-1 0,1-2 0,-3-2-8191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3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1 24575,'-25'17'0,"-8"9"0,-2 2 0,6-1 0,8-2 0,7-4 0,6-2 0,4-2 0,1-2 0,1 0 0,0-3-8191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4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39 24575,'-15'-6'0,"-61"-20"0,68 25 0,0-1 0,0 1 0,0 0 0,0 0 0,0 1 0,0 0 0,-14 2 0,20-2 0,0 1 0,-1 0 0,1-1 0,0 1 0,0 0 0,0 0 0,0 0 0,0 1 0,0-1 0,0 0 0,0 1 0,0-1 0,1 1 0,-1 0 0,-2 3 0,1-1 0,1-1 0,0 1 0,0 0 0,1 0 0,-1 0 0,1 1 0,0-1 0,-1 5 0,0 1 0,1 1 0,1-1 0,0 0 0,0 1 0,1-1 0,4 16 0,4 9 0,2 0 0,23 52 0,44 60 0,-76-145 0,-1 1 0,1 0 0,0-1 0,0 1 0,0-1 0,1 1 0,-1-1 0,0 0 0,1 0 0,-1 0 0,1 0 0,0-1 0,0 1 0,0-1 0,0 0 0,0 0 0,6 2 0,-4-2 0,1-1 0,0 1 0,-1-1 0,1-1 0,0 1 0,-1-1 0,1 0 0,-1 0 0,9-3 0,-7 2-273,0-1 0,0 1 0,0-1 0,7-5 0,-5 1-6553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4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1 24575,'23'0'0,"1"1"0,-1 0 0,1 2 0,22 5 0,-39-6 0,-1 0 0,1 1 0,-1-1 0,0 1 0,0 0 0,0 1 0,0-1 0,5 6 0,-7-6 0,-1 0 0,0 0 0,0 1 0,0 0 0,-1-1 0,1 1 0,-1 0 0,0 0 0,0 0 0,0 0 0,0 1 0,-1-1 0,2 6 0,-3-8 0,1 1 0,-1-1 0,0 0 0,0 0 0,0 1 0,0-1 0,0 0 0,0 0 0,-1 1 0,1-1 0,-1 0 0,1 0 0,-1 0 0,0 0 0,0 0 0,0 0 0,0 0 0,0 0 0,-1 0 0,1 0 0,0 0 0,-1-1 0,0 1 0,1 0 0,-1-1 0,0 0 0,0 1 0,0-1 0,1 0 0,-1 0 0,-1 0 0,1 0 0,0 0 0,-2 0 0,-5 2 0,1-1 0,-1 0 0,0-1 0,0 1 0,0-2 0,0 1 0,-13-2 0,3-1 0,0-1 0,1 0 0,-29-10 0,35 9 0,0 0 0,1-1 0,0-1 0,0 0 0,0 0 0,-14-12 0,24 17 0,-1 0 0,1 0 0,0 0 0,0 0 0,-1-1 0,1 1 0,0 0 0,0-1 0,0 1 0,1 0 0,-1-1 0,0 1 0,0-1 0,1 1 0,-1-1 0,1 0 0,-1 1 0,1-1 0,0 1 0,0-1 0,0 0 0,0 1 0,0-3 0,1 2 0,-1-1 0,1 1 0,0 0 0,1 0 0,-1 0 0,0-1 0,1 1 0,-1 0 0,1 1 0,-1-1 0,1 0 0,0 0 0,0 1 0,4-3 0,6-5-1365,1 2-5461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5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63 24575,'4'-5'0,"0"0"0,1 0 0,0 0 0,0 0 0,1 1 0,-1 0 0,1 0 0,0 0 0,0 1 0,0 0 0,0 0 0,0 1 0,1-1 0,0 1 0,-1 1 0,1-1 0,0 1 0,0 0 0,-1 1 0,1 0 0,0 0 0,0 0 0,0 1 0,0 0 0,0 0 0,12 5 0,-17-6 0,0 1 0,1 0 0,-1 0 0,0 0 0,0 0 0,0 0 0,0 1 0,0-1 0,0 1 0,0-1 0,0 1 0,-1 0 0,1-1 0,0 1 0,-1 0 0,0 0 0,1 0 0,-1 0 0,0 1 0,0-1 0,0 0 0,0 0 0,-1 1 0,1-1 0,-1 0 0,1 1 0,-1-1 0,0 1 0,0-1 0,0 3 0,-1 6 0,-1 0 0,-1-1 0,0 1 0,0-1 0,-8 16 0,-1 4 0,7-15 0,0 0 0,2 1 0,-1 0 0,2-1 0,-1 21 0,3-28 0,0 0 0,1 0 0,0 0 0,1 0 0,-1 0 0,2 0 0,-1 0 0,1 0 0,0-1 0,0 1 0,1-1 0,5 8 0,1-2-120,-6-9 162,-1 1 0,0 0 0,1 0 0,-1 0 0,4 11 0,-7-15-83,0 0-1,1 1 1,-1-1-1,0 0 0,0 0 1,0 0-1,0 0 1,0 0-1,0 1 1,0-1-1,-1 0 0,1 0 1,0 0-1,0 0 1,-1 0-1,1 0 0,-1 0 1,1 0-1,-1 0 1,0 0-1,1 0 0,-1 0 1,0 0-1,0 0 1,1 0-1,-1 0 0,0-1 1,0 1-1,0 0 1,0-1-1,0 1 0,0-1 1,0 1-1,0-1 1,-2 1-1,-8 3-6784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5.9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24575,'15'5'0,"7"2"0,3 1 0,2 3 0,-1 2 0,0 1 0,-2 1 0,-2 0 0,-1 0 0,0 0 0,-2-2 0,-2-2 0,0 1 0,-2-2 0,-3-3-8191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6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0 24575,'-25'18'0,"-9"8"0,0-1 0,5-1 0,5-3 0,7-2 0,6-5-8191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6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65 24575,'-24'-11'0,"4"1"0,0 0 0,-1 2 0,0 1 0,-1 0 0,-26-4 0,45 11 0,-1 0 0,1-1 0,-1 1 0,1 0 0,-1 1 0,1-1 0,-1 1 0,1 0 0,-1-1 0,1 2 0,0-1 0,-1 0 0,1 1 0,0-1 0,0 1 0,0 0 0,0 0 0,0 0 0,1 0 0,-1 1 0,-4 4 0,5-4 0,0 1 0,0-1 0,0 1 0,0-1 0,1 1 0,-1 0 0,1-1 0,0 1 0,0 0 0,0 0 0,1 0 0,-1 0 0,1 0 0,0 0 0,0 0 0,1 0 0,-1 0 0,2 7 0,4 8 0,14 33 0,-12-32 0,8 26 0,-2 6 0,3-1 0,35 78 0,-49-124 0,0 0 0,-1-1 0,2 1 0,-1 0 0,0-1 0,1 0 0,0 0 0,0 0 0,0 0 0,0 0 0,1-1 0,0 0 0,-1 0 0,1 0 0,6 2 0,-10-5 6,1 1 0,0-1-1,-1 0 1,1 0 0,-1 0-1,1 0 1,0 0 0,-1 0 0,1 0-1,0-1 1,-1 1 0,1 0-1,0-1 1,-1 1 0,1-1-1,-1 0 1,1 0 0,-1 1 0,0-1-1,3-2 1,-1 1-171,0-1 0,-1 1 0,1-1 0,-1 0 0,1 1 0,-1-1 0,0 0 0,2-5 0,1-3-6661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6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24575,'3'13'0,"3"8"0,0 5 0,0-1 0,1-2 0,-1-2 0,2-2 0,-2-2 0,2-2 0,-1 0 0,1 0 0,-1-1 0,-2-2-8191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7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24575,'25'-4'0,"0"0"0,38 1 0,-51 3 0,-1 1 0,0 0 0,1 1 0,-1 0 0,0 1 0,0 0 0,20 9 0,-29-11 0,0 0 0,1 0 0,-1 0 0,0 1 0,0-1 0,0 1 0,-1 0 0,1 0 0,0-1 0,-1 1 0,1 0 0,-1 0 0,1 1 0,-1-1 0,0 0 0,0 0 0,0 1 0,0-1 0,-1 0 0,1 1 0,0-1 0,-1 1 0,0-1 0,1 5 0,-2 4 0,0 0 0,0-1 0,-1 1 0,-5 16 0,0 0 0,2-8 0,3-12 0,1 0 0,-1 0 0,1 1 0,1-1 0,-1 1 0,1-1 0,1 12 0,3-1 0,1 0 0,1 0 0,13 28 0,-11-27 0,0-1 0,8 37 0,-14-49 12,-1 0 0,-1 1 0,1-1 0,-1 0 0,0 0 0,0 0 0,-1 0 0,1 0 0,-3 7 0,2-10-105,-1 1 0,1-1 1,-1 1-1,0-1 0,0 1 0,0-1 0,0 0 0,0 0 1,-1 0-1,0 0 0,1-1 0,-1 1 0,0-1 1,0 1-1,-5 1 0,-4 3-6733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8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3 24575,'-2'-1'0,"1"1"0,-1-1 0,1 1 0,-1 0 0,1 0 0,-1 0 0,1 0 0,-1 0 0,1 0 0,-1 0 0,1 0 0,-1 0 0,1 1 0,-1-1 0,1 1 0,-3 0 0,4-1 0,-1 1 0,1-1 0,0 0 0,-1 0 0,1 1 0,0-1 0,-1 0 0,1 1 0,0-1 0,0 0 0,-1 1 0,1-1 0,0 1 0,0-1 0,0 0 0,0 1 0,-1-1 0,1 1 0,0-1 0,0 0 0,0 1 0,0 0 0,0 0 0,0 0 0,1 0 0,-1 0 0,0 0 0,1 0 0,-1 0 0,1 0 0,-1 0 0,1 0 0,-1 0 0,1-1 0,0 1 0,1 1 0,6 7 0,1-2 0,0 1 0,0-1 0,13 7 0,45 21 0,-52-27 0,28 15-68,-26-12-191,1-2-1,0 0 1,0-1-1,36 10 1,-41-16-6567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8.2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219 1 24575,'-30'15'0,"-10"7"0,2 3 0,4 0 0,9-3 0,6-4 0,6-3 0,5-2 0,1 0 0,3-2-8191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9.1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73 24575,'-6'-3'0,"1"-1"0,-1 0 0,1 0 0,0 0 0,0-1 0,0 0 0,1 0 0,-1 0 0,-3-7 0,7 11 0,-1 0 0,0 0 0,0 1 0,1-1 0,-1 0 0,0 1 0,0-1 0,0 1 0,0-1 0,0 1 0,0 0 0,1 0 0,-1-1 0,0 2 0,-3-1 0,-3-1 0,-22-5 0,25 4 0,-1 1 0,0-1 0,1 1 0,-1 1 0,0-1 0,0 1 0,1 0 0,-1 0 0,-9 1 0,15 0 0,-1-1 0,0 0 0,0 1 0,0-1 0,0 0 0,1 1 0,-1-1 0,0 1 0,0-1 0,1 1 0,-1 0 0,0-1 0,1 1 0,-1 0 0,0-1 0,1 1 0,-1 0 0,1 0 0,0 0 0,-1-1 0,1 1 0,-1 1 0,1 0 0,-1 1 0,1-1 0,0 0 0,0 0 0,0 0 0,0 0 0,0 0 0,1 0 0,0 3 0,2 3 0,0 0 0,0 0 0,9 14 0,-8-15 0,13 21 0,0 2 0,15 39 0,-24-45 0,0 1 0,-1 0 0,-1 1 0,-2-1 0,0 1 0,-1 31 0,-3-54 0,0 1 0,0-1 0,0 0 0,1 0 0,-1 1 0,1-1 0,0 0 0,0 0 0,0 0 0,3 5 0,-3-7 0,0 1 0,0-1 0,0 1 0,0-1 0,1 0 0,-1 1 0,1-1 0,-1 0 0,1 0 0,-1 0 0,1 0 0,0-1 0,-1 1 0,1 0 0,0-1 0,0 1 0,0-1 0,-1 0 0,1 1 0,2-1 0,23 2 0,0-2 0,38-4 0,-62 4-91,0 0 0,0-1 0,-1 0 0,1 1 0,0-1 0,-1 0 0,1 0 0,0-1 0,-1 1 0,1 0 0,-1-1 0,0 0 0,0 1 0,4-4 0,2-4-6735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4:59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47 24575,'8'-6'0,"1"0"0,-1 0 0,1 0 0,0 1 0,0 0 0,11-3 0,-18 7 0,1 0 0,-1 0 0,0 1 0,1-1 0,-1 1 0,0 0 0,1 0 0,-1 0 0,1 0 0,-1 0 0,0 0 0,1 0 0,-1 1 0,0-1 0,1 1 0,-1 0 0,0 0 0,0-1 0,0 2 0,1-1 0,-1 0 0,0 0 0,0 1 0,-1-1 0,1 1 0,0-1 0,0 1 0,-1 0 0,1 0 0,-1 0 0,0-1 0,2 4 0,0-1 0,-1 1 0,1 0 0,-1 0 0,0 0 0,0 0 0,-1 0 0,0 0 0,0 0 0,0 0 0,0 1 0,-1-1 0,0 0 0,0 1 0,0-1 0,-1 0 0,-1 9 0,-1-6 0,1-1 0,-1 0 0,0 0 0,-1 0 0,0-1 0,0 1 0,0-1 0,-1 0 0,0 0 0,0-1 0,-7 6 0,11-9 0,-2 1 0,0 0 0,0 0 0,0 0 0,-4 6 0,7-8 0,-1-1 0,1 1 0,0-1 0,-1 1 0,1-1 0,0 1 0,0-1 0,-1 1 0,1-1 0,0 1 0,0 0 0,0-1 0,0 1 0,0-1 0,0 1 0,0 0 0,0-1 0,0 1 0,0-1 0,0 1 0,1 0 0,-1-1 0,0 1 0,0-1 0,0 1 0,1-1 0,-1 1 0,0-1 0,1 1 0,-1-1 0,0 1 0,1-1 0,-1 1 0,1-1 0,-1 1 0,1-1 0,-1 0 0,1 1 0,-1-1 0,1 0 0,0 1 0,7 2 0,0 0 0,0 0 0,1-1 0,-1 1 0,1-2 0,-1 0 0,12 1 0,5-1 0,31-4 0,-49 3-114,-1-1 1,0 1-1,0-1 0,0-1 0,1 1 1,-1-1-1,-1 0 0,1-1 0,0 1 1,0-1-1,8-6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0.0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39 24575,'24'-7'0,"6"-2"0,1 1 0,57-6 0,-85 14 0,1 0 0,-1 0 0,0 0 0,1 0 0,-1 0 0,1 1 0,-1 0 0,1 0 0,-1 0 0,0 0 0,0 0 0,4 2 0,-5-2 0,-1 1 0,1-1 0,-1 0 0,1 1 0,-1-1 0,0 1 0,1 0 0,-1-1 0,0 1 0,0 0 0,0 0 0,0 0 0,-1 0 0,1 0 0,0-1 0,-1 2 0,0-1 0,1 0 0,-1 0 0,0 4 0,0 6 0,-1 0 0,0 1 0,-1-1 0,-3 13 0,2-15 0,1 1 0,0-1 0,1 0 0,0 0 0,1 1 0,1 19 0,1-20 0,1-1 0,0 0 0,0 1 0,1-1 0,0 0 0,6 9 0,35 49 0,-42-63 0,5 6 0,1 0 0,12 10 0,-14-14 0,-1-1 0,0 1 0,0 1 0,-1-1 0,0 1 0,0 0 0,0 0 0,3 8 0,-8-14 0,1 0 0,-1 0 0,0 1 0,1-1 0,-1 0 0,0 0 0,0 0 0,0 1 0,0-1 0,0 0 0,0 0 0,-1 1 0,1-1 0,0 0 0,-1 0 0,1 0 0,0 1 0,-1-1 0,0 0 0,1 0 0,-1 0 0,0 0 0,1 0 0,-1 0 0,0 0 0,0 0 0,0-1 0,0 1 0,0 0 0,0 0 0,0-1 0,-2 2 0,-4 2 0,0-1 0,0 0 0,0 0 0,-9 2 0,5-2 0,-68 21-1365,62-20-5461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3.0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24575,'52'5'0,"0"2"0,0 3 0,-1 2 0,89 33 0,-136-44 0,100 36 0,-103-37 0,1 0 0,-1 1 0,0-1 0,1 1 0,-1-1 0,0 1 0,1-1 0,-1 1 0,0 0 0,0 0 0,0-1 0,0 1 0,0 0 0,1 0 0,-2 0 0,1 0 0,1 2 0,-1-2 0,-1 0 0,0 0 0,0 0 0,1 0 0,-1 0 0,0 0 0,0 0 0,0 0 0,0 0 0,-1 0 0,1 0 0,0 1 0,0-1 0,-1 0 0,1 0 0,0-1 0,-1 1 0,1 0 0,-1 0 0,1 0 0,-1 0 0,1 0 0,-3 1 0,-3 8 0,-1 0 0,1 0 0,1 1 0,-1 0 0,2 0 0,0 0 0,0 0 0,1 1 0,0-1 0,1 1 0,1 0 0,-1 0 0,2 0 0,1 18 0,3 11 0,3 0 0,21 75 0,-6-29 0,20 119-281,26 359 0,-52-304 281,14 313 0,-16-210 0,10-24 356,-6-106-150,-15-171-206,8 85 0,-7-89 0,-4-43 0,1 1 0,0-1 0,2 0 0,5 23 0,0-12-273,-1-1 0,-1 1 0,-2 1 0,2 32 0,-6-42-6553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1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639 65 24575,'-3'-4'0,"1"-1"0,-1 1 0,0 0 0,0 0 0,0 0 0,-1 0 0,0 1 0,1-1 0,-1 1 0,0 0 0,-1 0 0,1 0 0,0 1 0,-1-1 0,0 1 0,1 0 0,-1 0 0,0 1 0,0 0 0,0 0 0,0 0 0,0 0 0,0 1 0,0 0 0,-1 0 0,-6 1 0,-62 8 0,3-1 0,57-7 0,-266 24 0,277-25 0,0 1 0,0-1 0,0 1 0,1 0 0,-1 0 0,0 0 0,1 0 0,-1 0 0,0 1 0,1-1 0,0 1 0,-1-1 0,-2 4 0,4-3 0,-1-1 0,1 1 0,1-1 0,-1 1 0,0 0 0,0-1 0,1 1 0,-1 0 0,1 0 0,-1-1 0,1 1 0,0 0 0,0 0 0,-1 0 0,1 0 0,1-1 0,-1 1 0,0 0 0,0 0 0,1 0 0,-1 0 0,2 1 0,10 33 0,-8-26 0,-1 0 0,0 0 0,0 0 0,-1 0 0,1 12 0,-3 8 0,-2-1 0,-1 1 0,-1-1 0,-15 51 0,-7 50 0,20-56 0,4 0 0,7 89 0,5-86 0,31 125 0,4 22 0,-6 260 0,-33-386 0,-1 12 0,11 142 0,18-3 0,49 135 0,-43-157 0,-30-153 0,0 81 0,-10-48 0,-21 170 0,1-147-1365,17-114-5461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3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757 154 24575,'-35'-10'0,"-19"-3"0,-13-3 0,-5 0-1841,-3 0 1841,-2 0 0,3 0 0,2 3 0,2 1 0,6 3 0,9 0 0,13 2-6350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5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24575,'6'19'0,"1"0"0,2 0 0,-1-1 0,14 20 0,-17-32 0,-1 1 0,1-1 0,0 0 0,0-1 0,1 1 0,-1-1 0,1 0 0,0-1 0,1 1 0,-1-1 0,1 0 0,0-1 0,0 0 0,8 3 0,-14-5 0,1-1 0,-1 1 0,1-1 0,-1 0 0,1 1 0,0-1 0,-1 0 0,1 0 0,-1 0 0,1 0 0,-1 0 0,1-1 0,-1 1 0,1 0 0,-1-1 0,1 1 0,-1-1 0,1 1 0,-1-1 0,1 0 0,-1 0 0,0 0 0,1 1 0,-1-1 0,0-1 0,0 1 0,1-1 0,1-3 0,0 1 0,0-1 0,0-1 0,-1 1 0,0 0 0,2-7 0,-2 2 0,0 1 0,0-1 0,-1 0 0,-1 0 0,1 0 0,-1 1 0,-1-1 0,0 0 0,-5-19 0,1-2 0,5 31 0,0 0 0,0 0 0,0 0 0,0-1 0,0 1 0,0 0 0,0 0 0,0 0 0,0 0 0,0 0 0,0 0 0,0-1 0,0 1 0,0 0 0,0 0 0,0 0 0,0 0 0,0 0 0,0-1 0,0 1 0,0 0 0,0 0 0,0 0 0,0 0 0,0 0 0,0 0 0,0-1 0,0 1 0,0 0 0,0 0 0,0 0 0,1 0 0,-1 0 0,0 0 0,0 0 0,0 0 0,0-1 0,0 1 0,0 0 0,0 0 0,1 0 0,-1 0 0,0 0 0,0 0 0,0 0 0,8 5 0,10 13 0,-15-14 0,12 13 0,39 39 0,-47-50 0,1 1 0,0-1 0,1 0 0,-1-1 0,15 7 0,-22-11 0,1 0 0,0 0 0,0-1 0,0 1 0,0-1 0,0 1 0,0-1 0,0 0 0,0 1 0,0-1 0,0 0 0,0 0 0,0-1 0,0 1 0,0 0 0,0-1 0,-1 1 0,1-1 0,0 1 0,0-1 0,0 0 0,0 0 0,1-1 0,-1 1 0,-1-1 0,0 1 0,1-1 0,-1 0 0,0 1 0,0-1 0,0 0 0,0 0 0,0 0 0,0 1 0,-1-1 0,1 0 0,-1 0 0,1 0 0,-1 0 0,0 0 0,1 0 0,-1 0 0,0-1 0,0 1 0,-1 0 0,0-3 0,-1-6 0,0 1 0,-6-14 0,-2-8 0,10 32 0,-1-1 0,1 1 0,0-1 0,0 0 0,0 1 0,0-1 0,0 0 0,0 1 0,0-1 0,0 0 0,0 1 0,0-1 0,0 1 0,0-1 0,0 0 0,0 1 0,1-1 0,-1 1 0,0-1 0,0 0 0,1 0 0,0 1 0,-1 0 0,0 0 0,1-1 0,-1 1 0,1 0 0,-1 0 0,1 0 0,-1 0 0,1-1 0,-1 1 0,1 0 0,-1 0 0,1 0 0,-1 0 0,1 0 0,-1 0 0,1 0 0,-1 1 0,1-1 0,0 0 0,4 2 0,-1 0 0,1 0 0,8 5 0,-12-6 0,38 23-341,0-2 0,1-2-1,70 25 1,-93-40-6485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5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23 24575,'-14'0'0,"1"0"0,0 1 0,-15 4 0,25-5 0,0 1 0,1-1 0,-1 1 0,1 0 0,-1-1 0,1 1 0,-1 1 0,1-1 0,0 0 0,-1 0 0,1 1 0,0 0 0,0-1 0,0 1 0,0 0 0,0 0 0,1 0 0,-1 0 0,1 0 0,-1 0 0,1 1 0,-2 3 0,2-3 0,1 0 0,0-1 0,0 1 0,0-1 0,0 1 0,1-1 0,-1 1 0,1-1 0,-1 1 0,1-1 0,0 0 0,0 1 0,0-1 0,0 0 0,0 1 0,1-1 0,-1 0 0,1 0 0,-1 0 0,3 2 0,3 3 0,1 0 0,-1 0 0,15 10 0,-10-9 0,1-1 0,0 0 0,0-1 0,1 0 0,-1-1 0,1 0 0,0-1 0,21 3 0,-32-7 0,0 0 0,-1 0 0,1 0 0,0 0 0,0 0 0,0-1 0,-1 1 0,1-1 0,0 0 0,0 1 0,-1-1 0,1-1 0,-1 1 0,1 0 0,-1-1 0,1 1 0,-1-1 0,0 0 0,0 0 0,0 1 0,0-1 0,0-1 0,0 1 0,0 0 0,-1 0 0,1-1 0,-1 1 0,0-1 0,2-4 0,-1 4 0,-1-1 0,0 0 0,0 0 0,0 0 0,-1 0 0,1 0 0,-1 0 0,0 0 0,0 0 0,0 0 0,-1 0 0,0 0 0,1 0 0,-1 0 0,-1 0 0,1 0 0,0 0 0,-1 0 0,0 1 0,-2-5 0,-2 0 0,-1 0 0,0 0 0,0 0 0,0 1 0,-1 0 0,0 0 0,0 1 0,-1 0 0,-11-5 0,20 10 0,-1 1 0,0-1 0,0 1 0,0-1 0,1 1 0,-1 0 0,0-1 0,0 1 0,0 0 0,0 0 0,0 0 0,0-1 0,0 1 0,0 0 0,0 0 0,0 1 0,1-1 0,-1 0 0,0 0 0,0 0 0,0 1 0,0-1 0,0 0 0,-1 1 0,2 0 0,-1 0 0,0 0 0,1 0 0,0 0 0,-1-1 0,1 1 0,-1 0 0,1 0 0,0 0 0,0 0 0,-1 0 0,1 0 0,0 0 0,0 0 0,0 0 0,0 0 0,0 0 0,1 2 0,0 3 0,0 1 0,1-1 0,0 0 0,0 1 0,5 8 0,-2-6 0,2 0 0,-1 0 0,1 0 0,0-1 0,12 11 0,45 32 0,-57-45 30,1-1 0,0 0 0,15 6 0,-21-10-92,0 0 0,0 0 0,0-1 0,0 1 1,0 0-1,0-1 0,0 0 0,0 1 0,0-1 0,0 0 0,0 0 0,0 0 1,0 0-1,0-1 0,0 1 0,0 0 0,0-1 0,0 1 0,0-1 0,-1 0 1,1 0-1,0 0 0,3-2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5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24575,'20'18'0,"9"10"0,2 6 0,1 2 0,-2 3 0,-2-1 0,-3 1 0,0-1 0,-2-2 0,-1-2 0,0-2 0,-3-2 0,-3-2 0,-3-5 0,-1-3 0,-2-2 0,-3-5-8191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6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352 38 24575,'-30'-7'0,"-12"-3"0,-2 0 0,4 2 0,6 5 0,7 3 0,5 4 0,4 1 0,5 3 0,3 2 0,-1-1 0,0 1 0,-1 1 0,0-1 0,-2 0 0,2-1-8191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6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2 224 24575,'37'10'0,"-9"-2"0,44 6 0,-70-14 0,-1 0 0,0 0 0,0 0 0,0 0 0,0 0 0,0 0 0,0 0 0,1 0 0,-1 0 0,0-1 0,2 0 0,-3 1 0,0 0 0,0 0 0,0 0 0,1 0 0,-1-1 0,0 1 0,0 0 0,0 0 0,0 0 0,0 0 0,0-1 0,0 1 0,0 0 0,0 0 0,0 0 0,0-1 0,0 1 0,0 0 0,0 0 0,0 0 0,0-1 0,0 1 0,0 0 0,0 0 0,0 0 0,0-1 0,0 1 0,0 0 0,0 0 0,0 0 0,0 0 0,0-1 0,-1 1 0,1 0 0,0 0 0,0-1 0,-21-18 0,17 16 0,-6-5 0,-8-6 0,1 0 0,0-2 0,1 0 0,-24-30 0,39 43 0,-1 1 0,1-1 0,-1 0 0,1 0 0,0 0 0,0 0 0,1 0 0,-1 0 0,0 0 0,1 0 0,0 0 0,0 0 0,0 0 0,0 0 0,0 0 0,0 0 0,1 0 0,0 0 0,-1 0 0,1 0 0,0 0 0,1 0 0,-1 0 0,0 0 0,1 1 0,0-1 0,-1 1 0,1-1 0,0 1 0,0-1 0,1 1 0,-1 0 0,0 0 0,1 0 0,-1 1 0,1-1 0,0 0 0,-1 1 0,1 0 0,0-1 0,0 1 0,0 0 0,0 1 0,3-2 0,6 2 0,0 0 0,-1 1 0,1 0 0,-1 0 0,1 1 0,-1 1 0,1 0 0,-1 1 0,0 0 0,-1 0 0,1 1 0,-1 1 0,0 0 0,0 0 0,15 13 0,-25-19 0,1 1 0,0 0 0,0 0 0,-1 0 0,1 0 0,0 0 0,-1 0 0,1 0 0,-1 1 0,1-1 0,-1 0 0,0 0 0,0 0 0,1 0 0,-1 1 0,0-1 0,0 0 0,0 0 0,0 0 0,0 1 0,0-1 0,-1 0 0,1 0 0,0 0 0,-1 0 0,1 1 0,0-1 0,-1 0 0,0 0 0,1 0 0,-1 0 0,0 1 0,0-1 0,0 1 0,0-1 0,0 1 0,1-1 0,-1 1 0,0-1 0,1 1 0,0-1 0,-1 1 0,1 0 0,0-1 0,0 1 0,0 0 0,0-1 0,0 1 0,0-1 0,0 1 0,1 0 0,-1-1 0,0 1 0,1-1 0,0 3 0,4 3 0,0-1 0,0 0 0,11 12 0,-12-15 0,0 0 0,0 1 0,-1 0 0,1 0 0,-1 0 0,0 0 0,-1 0 0,1 1 0,-1-1 0,0 1 0,3 8 0,-4-6-1365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6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24575,'5'7'0,"2"6"0,-1 2 0,-1 2 0,-1-2-8191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6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8 24575,'-12'-7'0,"12"7"0,-1 0 0,1 0 0,0 0 0,0 0 0,0 0 0,0 0 0,0 0 0,0 0 0,0 0 0,0 0 0,0 0 0,0 0 0,0 0 0,0 0 0,0 0 0,0 0 0,-1 0 0,1 0 0,0 0 0,0 0 0,0 0 0,0 0 0,0 0 0,0 0 0,0 0 0,0 0 0,0 0 0,0 0 0,0 0 0,0 0 0,0 0 0,0 0 0,0 0 0,0 0 0,-1 0 0,1 0 0,0 0 0,0 0 0,0 0 0,0 0 0,0 1 0,0-1 0,0 0 0,0 0 0,0 0 0,0 0 0,0 0 0,0 0 0,0 0 0,0 0 0,0 0 0,0 0 0,0 0 0,0 0 0,0 0 0,0 0 0,0 1 0,0-1 0,0 0 0,0 0 0,0 0 0,0 0 0,0 0 0,0 0 0,1 0 0,-1 0 0,0 0 0,0 0 0,0 0 0,16 18 0,11 5 0,2-2 0,0-2 0,1 0 0,1-2 0,59 24 0,-87-40-136,0 0-1,1 1 1,-1-1-1,1 0 1,0-1-1,-1 1 1,1-1-1,0 0 0,6 0 1,-1-2-6690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07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299 1 24575,'-30'25'0,"-12"13"0,-5 3 0,4 0 0,4-6 0,6-2 0,6-6 0,5-4 0,7-6-8191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2.0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5 110 24575,'-5'-9'0,"5"7"0,4 6 0,14 25 0,2-1 0,1 0 0,1-2 0,33 30 0,-53-54 0,9 7 0,18 13 0,-27-21 0,0 1 0,0-1 0,0 0 0,0 0 0,1 0 0,-1 0 0,0 0 0,1 0 0,-1 0 0,1-1 0,-1 0 0,1 1 0,-1-1 0,1 0 0,-1 0 0,5-1 0,-6 1 0,0-1 0,0 1 0,0-1 0,0 0 0,0 0 0,0 1 0,0-1 0,0 0 0,0 0 0,0 0 0,0 0 0,-1 0 0,1 0 0,0-1 0,-1 1 0,1 0 0,-1 0 0,1 0 0,-1 0 0,0-1 0,0 1 0,1 0 0,-1-2 0,1-34 0,-1 30 0,-2-24 0,2-40 0,0 70 0,0 0 0,0 0 0,0 0 0,0 0 0,0 1 0,0-1 0,0 0 0,1 0 0,-1 0 0,0 1 0,1-1 0,-1 0 0,0 0 0,1 1 0,-1-1 0,1 0 0,-1 0 0,1 1 0,-1-1 0,1 1 0,0-1 0,1 0 0,-2 0 0,1 1 0,0 0 0,0 0 0,0 0 0,0 0 0,0 0 0,0 0 0,0 0 0,-1 0 0,1 0 0,0 0 0,0 1 0,0-1 0,0 0 0,0 1 0,-1-1 0,2 1 0,4 2 0,0 1 0,-1 0 0,1 1 0,5 4 0,-11-8 0,15 12 0,11 12 0,1-1 0,34 22 0,-53-40 0,1-1 0,0 0 0,0-1 0,0 1 0,1-2 0,0 1 0,-1-2 0,1 1 0,1-1 0,-1 0 0,0-1 0,13 0 0,-21-1 0,0 0 0,-1 0 0,1 0 0,0 0 0,-1-1 0,1 1 0,-1 0 0,1-1 0,0 1 0,-1-1 0,1 1 0,-1-1 0,1 0 0,-1 1 0,0-1 0,1 0 0,-1 0 0,0 0 0,1 0 0,-1-1 0,0 1 0,0 0 0,0 0 0,0-1 0,0 1 0,0 0 0,-1-1 0,1 1 0,0-1 0,-1 1 0,1-1 0,-1 0 0,1 1 0,-1-1 0,0 1 0,0-1 0,0 0 0,1 1 0,-2-1 0,1 0 0,0-2 0,-2-3 0,1-1 0,-1 0 0,0 1 0,-1-1 0,0 1 0,0-1 0,-6-8 0,-7-8-195,0 0 0,-2 2 0,-1-1 0,0 2 0,-2 1 0,-30-24 0,39 34-6631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3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59 24575,'-27'-13'0,"-43"-18"0,62 28 0,-1 0 0,0 1 0,0 0 0,0 0 0,-17 0 0,25 2 0,0 0 0,0-1 0,0 1 0,-1 0 0,1 0 0,0 1 0,0-1 0,0 0 0,0 0 0,0 1 0,-1-1 0,1 0 0,0 1 0,0-1 0,0 1 0,0-1 0,0 1 0,0 0 0,0-1 0,0 1 0,1 0 0,-1 0 0,0 0 0,0 0 0,1 0 0,-1 0 0,0 0 0,1 0 0,-1 0 0,1 0 0,-1 0 0,1 0 0,0 0 0,-1 0 0,1 0 0,0 0 0,0 1 0,0-1 0,0 0 0,0 0 0,0 0 0,0 0 0,0 1 0,1 1 0,0 2 0,0 1 0,1-1 0,0 1 0,0-1 0,0 0 0,1 0 0,6 9 0,18 23 0,-12-18 0,19 33 0,-30-44 0,0 0 0,0 0 0,-1 0 0,-1 1 0,1 0 0,-1-1 0,2 18 0,-2 76 0,-3-68 0,2 0 0,10 65 0,-7-82 0,0 0 0,1-1 0,1 1 0,1-1 0,0 0 0,11 17 0,-15-27 0,1-1 0,0 1 0,0-1 0,0 0 0,0-1 0,1 1 0,0-1 0,0 0 0,0 0 0,0 0 0,1-1 0,0 0 0,-1 0 0,1 0 0,0-1 0,0 0 0,1 0 0,-1 0 0,13 1 0,-17-3-36,0 0 0,0 0 0,0 1 1,0-1-1,0 0 0,0-1 0,0 1 0,0 0 0,0-1 0,0 1 0,0-1 0,0 1 0,0-1 0,0 0 0,0 0 0,0 0 0,0 0 1,0 0-1,-1-1 0,1 1 0,-1 0 0,1-1 0,-1 1 0,1-1 0,-1 0 0,0 1 0,0-1 0,1 0 0,-1 0 0,-1 0 0,1 0 1,0 0-1,0 0 0,-1 0 0,1 0 0,-1 0 0,1-3 0,0-6-6790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3.4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60 24575,'11'-7'0,"1"2"0,0 0 0,1 0 0,-1 1 0,25-5 0,-33 9 0,-1-1 0,1 1 0,0 0 0,-1 0 0,1 1 0,0-1 0,-1 1 0,1-1 0,-1 1 0,1 1 0,-1-1 0,1 0 0,-1 1 0,0-1 0,0 1 0,1 0 0,-1 0 0,0 1 0,-1-1 0,1 0 0,0 1 0,-1 0 0,0-1 0,1 1 0,2 6 0,-1-3 0,0 1 0,-1 0 0,0 0 0,0 1 0,-1-1 0,0 1 0,0-1 0,-1 1 0,1 9 0,-2-14 0,0 0 0,0 0 0,0 0 0,-1 0 0,1-1 0,-1 1 0,1 0 0,-1 0 0,0 0 0,0-1 0,-3 6 0,2-6 0,1-1 0,0 1 0,-1-1 0,1 1 0,-1-1 0,0 1 0,1-1 0,-1 0 0,0 0 0,0 0 0,0 0 0,0 0 0,0 0 0,0 0 0,0-1 0,0 1 0,0-1 0,-2 1 0,-4-1 0,1 0 0,0 0 0,0-1 0,0 0 0,0 0 0,0 0 0,0-1 0,0 0 0,-8-4 0,-9-4 0,-25-15 0,36 17 0,-2 1 0,-24-18 0,36 23 0,1 0 0,-1-1 0,0 1 0,1-1 0,-1 1 0,1-1 0,0 0 0,0 0 0,0 0 0,0 0 0,1 0 0,-1 0 0,1-1 0,-2-3 0,3 5 5,0 0 0,0 0 0,0 0-1,0 0 1,0 0 0,0 0 0,0 0 0,1 0-1,-1 0 1,1 0 0,-1 0 0,1 0 0,0 0-1,0 0 1,0 0 0,0 1 0,0-1-1,0 0 1,1 1 0,-1-1 0,0 1 0,1-1-1,-1 1 1,4-2 0,0-1-217,0 1 0,0 0 0,1 0-1,-1 1 1,1-1 0,11-2 0,-3 2-6614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3.9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24575,'11'-9'0,"1"0"0,1 1 0,-1 1 0,1 0 0,26-10 0,-36 16 0,0 0 0,0 0 0,1 1 0,-1-1 0,0 1 0,1-1 0,-1 1 0,0 0 0,1 0 0,-1 1 0,0-1 0,1 1 0,-1-1 0,0 1 0,0 0 0,1 0 0,-1 1 0,0-1 0,0 1 0,0-1 0,-1 1 0,1 0 0,0 0 0,-1 0 0,1 1 0,-1-1 0,0 0 0,1 1 0,-1 0 0,-1-1 0,4 6 0,9 21 0,0 0 0,-3 0 0,10 36 0,-16-46 0,-2 0 0,-1 0 0,0 1 0,-1-1 0,-1 1 0,-4 29 0,-2-11 0,4-30 0,1 1 0,0-1 0,0 0 0,0 1 0,1-1 0,1 0 0,1 14 0,22 62 0,-9-36 0,-15-47 2,1 0-1,-1-1 1,0 1-1,1 0 1,-1 0-1,0 0 1,0 0-1,0 0 0,0 0 1,0-1-1,0 1 1,0 0-1,0 0 1,0 0-1,0 0 1,0 0-1,-1 0 1,1-1-1,0 1 1,-1 0-1,1 0 0,-1 0 1,1-1-1,0 1 1,-1 0-1,0 0 1,1-1-1,-1 1 1,1-1-1,-1 1 1,0 0-1,0-1 1,1 1-1,-2 0 1,-2 0-44,0 0 0,0 0 0,0 0 0,0-1 0,0 1 0,-6-1 0,-6 1-1081,0 2-5703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4.9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24575,'3'8'0,"12"30"0,21 37 0,-30-64 0,0-1 0,0-1 0,1 1 0,1-1 0,-1 0 0,1-1 0,1 0 0,13 11 0,-17-15 0,0-1 0,1 0 0,-1-1 0,0 1 0,1-1 0,0 0 0,-1-1 0,9 2 0,-12-2 0,0-1 0,1 0 0,-1 0 0,0 0 0,1 0 0,-1 0 0,0 0 0,1-1 0,-1 1 0,0-1 0,0 0 0,1 0 0,-1 1 0,0-1 0,0-1 0,0 1 0,0 0 0,0 0 0,0-1 0,0 1 0,-1-1 0,1 0 0,1-2 0,0 0 0,0 1 0,-1-1 0,1-1 0,-1 1 0,0 0 0,-1-1 0,1 1 0,-1-1 0,1 1 0,-2-1 0,1 1 0,0-7 0,-1-1 0,0-1 0,-2 0 0,-2-13 0,-2-22 0,6 48 0,0-1 0,0 1 0,0 0 0,0-1 0,0 1 0,0-1 0,0 1 0,0-1 0,0 1 0,0-1 0,0 1 0,0-1 0,1 1 0,-1-1 0,0 1 0,0-1 0,0 1 0,1 0 0,-1-1 0,0 1 0,0-1 0,1 1 0,-1 0 0,1-1 0,-1 1 0,1 0 0,-1 0 0,1 0 0,-1 0 0,1 0 0,-1 0 0,1 0 0,-1 0 0,1 0 0,-1 0 0,1 0 0,-1 0 0,0 1 0,1-1 0,-1 0 0,1 0 0,-1 0 0,1 1 0,-1-1 0,22 19 0,-20-17 0,21 22 0,40 37 0,-53-53 0,0-1 0,0 0 0,0-1 0,1 0 0,15 7 0,-19-10 0,0-1 0,1 1 0,-1-1 0,1-1 0,-1 1 0,9 0 0,-14-2 0,0 0 0,-1 0 0,1 0 0,-1-1 0,1 1 0,0 0 0,-1-1 0,1 1 0,-1-1 0,1 1 0,-1-1 0,1 0 0,-1 1 0,1-1 0,-1 0 0,0 0 0,1 0 0,-1 0 0,0 0 0,0-1 0,0 1 0,0 0 0,0 0 0,0-1 0,0 1 0,0-1 0,-1 1 0,1-1 0,0 1 0,-1-1 0,1 1 0,-1-1 0,0 1 0,1-1 0,-1-2 0,0 0 0,0 0 0,0 0 0,-1 0 0,1 0 0,-1 0 0,0 0 0,0 1 0,0-1 0,-1 0 0,1 0 0,-1 1 0,0-1 0,0 1 0,-3-5 0,-5-6 0,-23-23 0,30 34 0,-12-12-1365,2 3-5461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5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154 55 24575,'-10'-6'0,"-45"-26"0,49 29 0,0 0 0,0 1 0,0 0 0,0 0 0,0 1 0,0-1 0,-11 0 0,16 2 0,0 0 0,0 0 0,0 0 0,0 0 0,-1 1 0,1-1 0,0 0 0,0 0 0,0 1 0,0-1 0,0 0 0,0 1 0,0-1 0,0 1 0,0 0 0,0-1 0,0 1 0,0 0 0,1-1 0,-1 1 0,0 0 0,0 0 0,0 1 0,0 0 0,0 0 0,0 0 0,0 0 0,1 0 0,-1 0 0,1 0 0,0 0 0,-1 0 0,1 1 0,0-1 0,0 3 0,1 2 0,0 0 0,1 0 0,-1 0 0,1 0 0,0 0 0,5 9 0,0-4 0,0-2 0,1 1 0,0-1 0,1 0 0,15 13 0,-12-11 0,0 1 0,13 16 0,-23-26 0,0 0 0,-1 0 0,1 0 0,-1 1 0,1-1 0,-1 0 0,0 1 0,0-1 0,-1 1 0,1-1 0,-1 1 0,1-1 0,-1 1 0,0-1 0,-1 1 0,1-1 0,-1 1 0,-1 5 0,-2 4 0,-1 0 0,0-1 0,-12 21 0,10-21 0,1 0 0,-7 20 0,10-24 0,1-1 0,0 1 0,1 0 0,-2 14 0,4-19 0,-1 0 0,0-1 0,1 1 0,-1 0 0,1 0 0,0-1 0,0 1 0,0 0 0,0-1 0,0 1 0,1-1 0,-1 1 0,1-1 0,0 0 0,-1 0 0,1 0 0,3 3 0,1 0 0,1 0 0,0 0 0,0-1 0,1 1 0,-1-2 0,1 1 0,0-1 0,0 0 0,0-1 0,0 0 0,0 0 0,1 0 0,-1-1 0,0-1 0,1 1 0,-1-2 0,1 1 0,-1-1 0,1 0 0,-1-1 0,0 1 0,0-2 0,0 1 0,10-6 0,-15 7-85,0-1 0,-1 0-1,1 0 1,-1 0 0,0 0-1,0-1 1,0 1 0,0 0-1,0-1 1,0 0 0,0 1-1,-1-1 1,1 0 0,-1 0-1,1-3 1,3-6-6741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5.7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24575,'0'12'0,"0"8"0,2 4 0,1 1 0,3 2 0,0-2 0,2-3 0,-1-2 0,1-2 0,1-2 0,0 0 0,1-2 0,-2-2-8191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6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24575,'11'-4'0,"1"-1"0,-1 2 0,1-1 0,-1 2 0,1-1 0,0 2 0,12-1 0,-14 2 0,0 1 0,-1 0 0,1 0 0,-1 1 0,1 0 0,-1 1 0,0 0 0,0 0 0,11 6 0,10 5 0,-20-10 0,1 1 0,-1 0 0,13 9 0,-21-13 0,-1 1 0,1-1 0,-1 1 0,1-1 0,-1 1 0,0 0 0,1-1 0,-1 1 0,0 0 0,0 0 0,0 0 0,-1 0 0,1 0 0,0 0 0,-1 0 0,1 0 0,-1 0 0,0 0 0,0 0 0,0 1 0,0-1 0,0 4 0,-2 3 0,0 0 0,0 0 0,-1 0 0,-4 9 0,-5 19 0,8-15 0,0-9 0,2 0 0,0 0 0,0 0 0,2 0 0,-1 0 0,3 15 0,25 91 0,-21-96 0,-4-18 0,-1 0 0,0 1 0,0-1 0,0 0 0,-1 1 0,0-1 0,0 1 0,-1 5 0,0-7 0,0-1 0,0 0 0,0 0 0,0 0 0,0 0 0,-1-1 0,1 1 0,-1 0 0,0 0 0,0-1 0,0 1 0,0-1 0,0 0 0,-5 4 0,-4 3-1365,2-1-5461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7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5 24575,'-1'0'0,"1"0"0,0 0 0,-1 0 0,1 1 0,0-1 0,-1 0 0,1 0 0,0 0 0,-1 0 0,1 1 0,0-1 0,0 0 0,-1 0 0,1 0 0,0 1 0,0-1 0,-1 0 0,1 1 0,0-1 0,0 0 0,0 1 0,-1-1 0,1 0 0,0 0 0,0 1 0,0-1 0,0 1 0,0-1 0,0 0 0,0 1 0,0-1 0,0 0 0,0 1 0,0-1 0,0 0 0,0 1 0,0-1 0,0 0 0,0 1 0,0 0 0,5 16 0,-5-17 0,7 18 0,1-1 0,14 22 0,-2-3 0,-13-23 0,32 56 0,-34-61 0,0 0 0,1-1 0,0 0 0,0 0 0,1-1 0,11 9 0,-18-14 0,1 0 0,0-1 0,0 1 0,0 0 0,0-1 0,0 1 0,1-1 0,-1 1 0,0-1 0,0 1 0,0-1 0,0 0 0,0 0 0,1 1 0,-1-1 0,0 0 0,0 0 0,0 0 0,1 0 0,-1 0 0,0-1 0,0 1 0,0 0 0,0 0 0,1-1 0,-1 1 0,0-1 0,0 1 0,1-2 0,0 1 0,-1-1 0,1 0 0,-1 0 0,1 0 0,-1 0 0,0 0 0,0 0 0,0 0 0,0 0 0,0 0 0,0 0 0,0-1 0,-1 1 0,1-3 0,0-11 0,0 1 0,-1-1 0,0 1 0,-1-1 0,-1 1 0,-1 0 0,-4-16 0,0-3 0,6 33 0,1 0 0,0 0 0,0 0 0,0 0 0,0 0 0,-1 0 0,1 0 0,0 0 0,1 0 0,-1 0 0,0 0 0,0 0 0,0 0 0,1 1 0,-1-1 0,0 0 0,1-1 0,-1 2 0,1-1 0,-1 1 0,1 0 0,-1 0 0,0-1 0,1 1 0,-1 0 0,1 0 0,-1 0 0,0 0 0,1 0 0,-1-1 0,1 1 0,-1 0 0,1 0 0,-1 0 0,1 0 0,-1 0 0,0 1 0,1-1 0,-1 0 0,1 0 0,-1 0 0,1 0 0,0 1 0,4 1 0,0 1 0,0-1 0,0 2 0,6 4 0,-9-6 0,24 18 0,28 20 0,-49-37 0,0 1 0,1-1 0,0-1 0,0 1 0,0-1 0,0 0 0,11 2 0,-15-4 0,-1 1 0,0-1 0,1 0 0,-1 0 0,0 0 0,1 0 0,-1 0 0,0 0 0,1 0 0,-1 0 0,0 0 0,0-1 0,1 1 0,-1-1 0,0 1 0,0-1 0,1 1 0,-1-1 0,0 0 0,0 1 0,0-1 0,0 0 0,0 0 0,0 0 0,0 0 0,0 0 0,0 0 0,-1 0 0,1 0 0,0 0 0,-1 0 0,1-1 0,0 1 0,-1 0 0,0 0 0,1-1 0,-1 1 0,1-2 0,-1-1 0,0 0 0,0 0 0,0 1 0,-1-1 0,1 0 0,-1 0 0,0 0 0,0 1 0,0-1 0,0 0 0,-1 1 0,-2-5 0,-3-5-273,-1 1 0,-1 0 0,0 0 0,-14-13 0,10 12-6553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8.2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81 24575,'-13'-7'0,"-12"-7"0,0 0 0,0 2 0,-2 1 0,-31-8 0,54 18 0,1 0 0,0 0 0,-1 1 0,1 0 0,-1 0 0,1 0 0,-1 0 0,1 0 0,-7 2 0,8-1 0,1-1 0,-1 1 0,1 0 0,-1-1 0,1 1 0,0 0 0,0 0 0,-1 0 0,1 0 0,0 0 0,0 0 0,0 0 0,0 0 0,0 1 0,0-1 0,1 0 0,-1 1 0,0-1 0,0 1 0,1-1 0,-1 0 0,1 1 0,0-1 0,-1 3 0,-1 11 0,1-1 0,1 0 0,0 1 0,1-1 0,1 0 0,0 0 0,1 0 0,0 0 0,1 0 0,1 0 0,0-1 0,10 18 0,68 112 0,-27-53 0,-41-54 0,-12-29 0,-1-1 0,1 0 0,0 0 0,6 10 0,-7-14 0,0 1 0,0-1 0,0-1 0,0 1 0,0 0 0,1 0 0,-1-1 0,0 0 0,1 1 0,-1-1 0,1 0 0,-1 0 0,1 0 0,0 0 0,4 0 0,12 3-101,-14-2-14,1-1 0,-1 0 0,0 0 0,1 0 0,-1-1 1,1 1-1,0-2 0,-1 1 0,1 0 0,9-3 0,-2-3-6711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8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85 24575,'13'-8'0,"63"-40"0,-67 43 0,0 1 0,1 0 0,0 0 0,-1 1 0,2 0 0,12-2 0,-21 5 0,0 0 0,-1-1 0,1 1 0,0 0 0,0 0 0,-1 1 0,1-1 0,0 0 0,0 1 0,-1-1 0,1 1 0,0-1 0,-1 1 0,1 0 0,0 0 0,-1-1 0,1 1 0,-1 1 0,3 0 0,-3 1 0,1-1 0,0 0 0,-1 0 0,1 1 0,-1-1 0,0 1 0,1-1 0,-1 1 0,-1 0 0,1-1 0,1 5 0,-1 5 0,0 0 0,0 0 0,-1 0 0,-3 19 0,2-23 0,-1 1 0,0-1 0,-1 0 0,1 0 0,-2 0 0,1 0 0,-9 13 0,-38 49 0,50-70 0,-2 4 0,0-3 0,0 1 0,1 0 0,0 0 0,-1 0 0,1 0 0,0 0 0,0 0 0,-1 3 0,2-5 0,0 1 0,0-1 0,0 0 0,0 1 0,0-1 0,0 0 0,0 1 0,0-1 0,1 0 0,-1 0 0,0 1 0,0-1 0,0 0 0,0 1 0,0-1 0,0 0 0,1 1 0,-1-1 0,0 0 0,0 0 0,1 0 0,-1 1 0,0-1 0,1 0 0,13 5 0,-2-6 0,0 1 0,0-2 0,0 0 0,0 0 0,-1-1 0,22-8 0,-21 7 0,-7 3-151,0-1-1,0 0 0,0 0 0,0 0 1,-1-1-1,1 0 0,-1 0 1,8-6-1,-5 1-6674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19.0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24575,'16'-6'0,"1"1"0,0 1 0,0 0 0,0 1 0,29-1 0,-42 4 0,1 0 0,-1 0 0,0 1 0,1-1 0,-1 1 0,0 0 0,1 0 0,-1 1 0,0-1 0,0 1 0,0 0 0,0 0 0,0 0 0,-1 1 0,1-1 0,-1 1 0,1 0 0,-1 0 0,0 0 0,0 0 0,0 1 0,-1-1 0,1 1 0,-1-1 0,0 1 0,0 0 0,3 7 0,-2-4 0,0 1 0,-1-1 0,0 1 0,0-1 0,0 1 0,-1 0 0,0 0 0,-1-1 0,0 1 0,0 0 0,0 0 0,-1 0 0,0-1 0,-1 1 0,-4 12 0,-1 2 0,0 0 0,2 1 0,0-1 0,2 1 0,1 0 0,0 35 0,2 60-1365,0-106-5461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0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24575,'64'99'0,"-23"-34"0,-38-60 0,1 0 0,0-1 0,0 1 0,1-1 0,-1 0 0,1 0 0,0 0 0,0-1 0,0 0 0,0 0 0,0 0 0,1-1 0,7 3 0,-11-4 0,0 0 0,0-1 0,1 0 0,-1 1 0,0-1 0,1 0 0,-1 0 0,0 0 0,0 0 0,1 0 0,-1-1 0,0 1 0,0-1 0,0 0 0,1 1 0,-1-1 0,0 0 0,0 0 0,0 0 0,0 0 0,0-1 0,-1 1 0,1-1 0,0 1 0,-1-1 0,1 1 0,-1-1 0,1 0 0,-1 0 0,0 0 0,1 0 0,-1 0 0,0 0 0,0 0 0,-1 0 0,1 0 0,0-4 0,1 1 0,-1-1 0,-1 1 0,1-12 0,-1 14 0,0-1 0,0 1 0,0 0 0,0-1 0,1 1 0,-1 0 0,1-1 0,0 1 0,0 0 0,0 0 0,1 0 0,2-5 0,-4 7 0,1 1 0,0-1 0,0 1 0,-1-1 0,1 1 0,0 0 0,0-1 0,0 1 0,-1 0 0,1 0 0,0-1 0,0 1 0,0 0 0,0 0 0,0 0 0,-1 0 0,1 0 0,0 0 0,0 1 0,0-1 0,0 0 0,0 0 0,-1 1 0,1-1 0,0 0 0,1 1 0,21 13 0,-20-12 0,-2-2 0,12 9 0,1 0 0,0-1 0,1-1 0,15 6 0,-26-12 0,0 0 0,0 0 0,0 0 0,-1 0 0,1-1 0,1 0 0,-1 0 0,0 0 0,6-1 0,-7 0 0,-1 1 0,0-1 0,0 0 0,0 0 0,1 0 0,-1 0 0,0 0 0,0 0 0,-1-1 0,1 1 0,0-1 0,0 1 0,-1-1 0,1 0 0,-1 1 0,1-1 0,-1 0 0,1-3 0,0 3 5,-1-1 1,0 0-1,-1 1 0,1-1 0,0 0 0,-1 0 1,0 0-1,0 0 0,0 1 0,0-1 1,0 0-1,0 0 0,-1 0 0,1 0 0,-1 0 1,0 1-1,0-1 0,0 0 0,0 1 0,0-1 1,-1 1-1,-1-4 0,-2-2-253,-1 0 1,0 1-1,0-1 1,0 1-1,-11-8 1,1 2-6579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0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39 24575,'-13'-7'0,"-2"1"0,1 0 0,-1 0 0,0 2 0,-22-5 0,33 9 0,0-1 0,-1 1 0,1 0 0,-1 0 0,1 1 0,-1-1 0,1 1 0,0 0 0,-1 0 0,-4 2 0,6-1 0,0-1 0,0 1 0,1 0 0,-1-1 0,1 1 0,-1 1 0,1-1 0,0 0 0,0 0 0,0 1 0,0-1 0,0 1 0,1 0 0,-1-1 0,1 1 0,-2 4 0,0 3 0,0 1 0,1 0 0,0 0 0,1 0 0,0 0 0,1 0 0,0 0 0,0 0 0,1 0 0,1 0 0,0 0 0,4 12 0,1-7 0,1 0 0,0 0 0,1-1 0,19 25 0,19 16 0,7 9 0,-47-54 0,-1 1 0,0 0 0,-1-1 0,5 15 0,4 11 0,-12-33 0,1 1 0,-1-1 0,1 0 0,0 0 0,0-1 0,0 1 0,1-1 0,-1 1 0,1-1 0,0 0 0,0 0 0,0-1 0,0 1 0,1-1 0,-1 0 0,1 0 0,-1 0 0,1-1 0,8 2 0,-8-2 0,0 0 0,0 0 0,0-1 0,1 0 0,-1 0 0,0 0 0,0-1 0,1 1 0,-1-1 0,0 0 0,0-1 0,0 1 0,0-1 0,0 0 0,-1 0 0,1-1 0,-1 0 0,6-3 0,-8 4-136,0 1-1,-1-1 1,1 0-1,-1 0 1,0 1-1,1-1 1,-1 0-1,0 0 0,1-3 1,2-6-6690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1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5 114 24575,'-2'12'0,"1"1"0,0 0 0,1 0 0,0-1 0,1 1 0,3 16 0,-2-21 0,0-1 0,0 1 0,0-1 0,1 0 0,0 0 0,1 0 0,-1 0 0,1 0 0,1-1 0,-1 0 0,10 10 0,-13-15 0,0 0 0,0 0 0,0 0 0,1 0 0,-1 0 0,0 0 0,0 0 0,1 0 0,-1-1 0,1 1 0,-1 0 0,1-1 0,-1 1 0,1-1 0,-1 0 0,1 0 0,-1 1 0,1-1 0,-1 0 0,1 0 0,0 0 0,1-1 0,-2 1 0,0-1 0,1 0 0,-1 1 0,0-1 0,0 0 0,0 0 0,1 0 0,-1 0 0,0 0 0,0 0 0,0 0 0,-1 0 0,1 0 0,0-1 0,0 1 0,-1 0 0,1 0 0,0-1 0,-1 1 0,0-1 0,1 1 0,-1 0 0,0-1 0,1-1 0,0-8 0,-1 0 0,1 0 0,-2 0 0,1 0 0,-2 0 0,1 0 0,-7-20 0,-31-74 0,26 73 0,-11-18 0,29 59 0,0-1 0,1 0 0,0 0 0,8 7 0,37 38 0,-38-40 0,-8-8 0,0 0 0,0 0 0,1-1 0,0 0 0,0 0 0,0 0 0,0-1 0,12 5 0,-15-7 0,0 0 0,0-1 0,0 1 0,0-1 0,0 1 0,0-1 0,0 0 0,0 0 0,1-1 0,-1 1 0,0 0 0,0-1 0,0 0 0,0 0 0,0 0 0,0 0 0,0 0 0,0-1 0,-1 1 0,1-1 0,0 0 0,2-2 0,0-1 0,0-1 0,1 0 0,-2 0 0,1-1 0,-1 1 0,0-1 0,0 0 0,-1 0 0,5-14 0,4-6 0,-12 26 0,0 1 0,0 0 0,0-1 0,0 1 0,0-1 0,0 1 0,0 0 0,1-1 0,-1 1 0,0 0 0,0-1 0,0 1 0,1 0 0,-1-1 0,0 1 0,1 0 0,-1-1 0,0 1 0,0 0 0,1 0 0,-1-1 0,0 1 0,1 0 0,-1 0 0,1 0 0,-1-1 0,0 1 0,1 0 0,-1 0 0,1 0 0,-1 0 0,0 0 0,1 0 0,-1 0 0,1 0 0,-1 0 0,0 0 0,1 0 0,-1 0 0,1 0 0,-1 0 0,0 1 0,1-1 0,-1 0 0,0 0 0,1 0 0,-1 0 0,1 1 0,-1-1 0,0 0 0,0 0 0,1 1 0,-1-1 0,0 0 0,1 1 0,-1-1 0,0 1 0,15 24 0,-14-21 0,101 227-1365,-97-219-5461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2.1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60 24575,'52'-17'0,"0"2"0,61-10 0,-110 24 0,1 0 0,0 1 0,-1 0 0,1 0 0,0 0 0,0 0 0,-1 1 0,1-1 0,-1 1 0,7 2 0,-8-2 0,-1-1 0,0 1 0,1 0 0,-1 1 0,1-1 0,-1 0 0,0 0 0,0 0 0,0 1 0,0-1 0,0 1 0,0-1 0,0 1 0,0-1 0,0 1 0,-1-1 0,1 1 0,-1 0 0,1-1 0,-1 1 0,1 0 0,-1 0 0,0-1 0,0 3 0,1 15 0,14 133 0,-10-120 0,1-1 0,18 55 0,-14-62 0,-4-11 0,-1 1 0,-1-1 0,6 26 0,-10-36 0,1 0 0,-1 1 0,0-1 0,0 0 0,0 0 0,0 0 0,-1 0 0,1 1 0,-1-1 0,0 0 0,0 0 0,0 0 0,0 0 0,0 0 0,-1 0 0,1-1 0,-1 1 0,0 0 0,0-1 0,0 1 0,0-1 0,-3 3 0,2-3-114,1-1 1,-1 1-1,1-1 0,-1 1 0,0-1 1,1 0-1,-1 0 0,0-1 0,0 1 1,0-1-1,-3 1 0,-6 0-6712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2.5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2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5.0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 24575,'26'-5'0,"1"2"0,34-1 0,-52 4 0,0 0 0,0 1 0,0 0 0,-1 1 0,1-1 0,0 2 0,-1-1 0,1 1 0,-1 0 0,14 8 0,-16-6 0,0 0 0,0 0 0,-1 1 0,0-1 0,0 1 0,0 0 0,0 1 0,-1-1 0,0 1 0,3 8 0,5 12 0,11 36 0,-17-45 0,35 139 0,-14-49 0,-2-18 0,45 172 0,-54-186 0,10 116 0,-22-137 0,44 430 0,-16-279 0,42 331 0,-61-283 0,-5-48 0,69 355 0,-65-491 0,-3 1 0,0 100 0,-6-92 0,4 0 0,21 97 0,-21-138 0,2-1 0,1 0 0,2-1 0,1 0 0,19 33 0,-27-60 0,-1 0 0,0 0 0,-1 0 0,4 13 0,-6-19 0,-1-1 0,1 1 0,-1-1 0,0 1 0,0-1 0,0 1 0,0-1 0,0 1 0,-1-1 0,1 1 0,-1-1 0,0 1 0,0-1 0,0 0 0,0 1 0,0-1 0,0 0 0,0 0 0,-1 0 0,1 0 0,-1 0 0,-2 3 0,0-2-124,0 0 0,0 0 0,-1 0 0,1 0 0,-1-1 0,1 1-1,-1-1 1,0 0 0,0-1 0,-9 3 0,-2-1-6702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3.8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238 14 24575,'-31'-4'0,"5"0"0,-30-1 0,49 5 0,0 0 0,1 0 0,-1 1 0,1 0 0,-1 0 0,1 0 0,0 1 0,0 0 0,-12 6 0,15-6 0,-1 1 0,1-1 0,0 1 0,0 0 0,1 0 0,-1 0 0,0 0 0,1 1 0,0-1 0,0 1 0,0-1 0,0 1 0,1 0 0,-1 0 0,1 0 0,-1 5 0,-1 5 0,1-1 0,0 1 0,1 20 0,3 2 0,2 0 0,1 0 0,20 65 0,-12-49 0,0 6 0,-2 1 0,-3 0 0,1 76 0,-9 418 0,-1-248 0,16-65 0,16-1 0,-12-103 0,7 58 0,81 589 0,-90-680 0,19 185 0,-35-103 0,-2-95 0,0-76 0,0 1 0,-4 17 0,2-17 0,-2 26 0,5-34 0,-1-1 0,1 1 0,0 0 0,1-1 0,1 12 0,-1-16 0,0 0 0,-1 0 0,1 0 0,0 0 0,0 0 0,0 0 0,1-1 0,-1 1 0,0 0 0,0-1 0,1 1 0,0 0 0,-1-1 0,1 0 0,0 1 0,-1-1 0,1 0 0,3 1 0,2 2-341,1-1 0,0 0-1,11 3 1,-5-3-6485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25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47 24575,'-18'-8'0,"13"6"0,0 0 0,0 0 0,0-1 0,-8-5 0,44 16 0,-24-5 0,25 7 0,-31-10 0,1 1 0,0-1 0,-1 0 0,1 0 0,0 0 0,-1 1 0,1-2 0,0 1 0,-1 0 0,1 0 0,0 0 0,-1-1 0,1 1 0,0-1 0,2 0 0,-4 0 0,0 0 0,1 1 0,-1-1 0,0 1 0,1-1 0,-1 0 0,0 1 0,0-1 0,0 0 0,1 0 0,-1 1 0,0-1 0,0 0 0,0 1 0,0-1 0,0 0 0,0 0 0,-1 1 0,1-1 0,0 0 0,0 1 0,0-1 0,-1 0 0,1 1 0,0-1 0,-1 0 0,1 1 0,0-1 0,-1 1 0,0-2 0,0 1 0,0-1 0,0 0 0,-1 0 0,1 0 0,0 1 0,-1-1 0,0 1 0,1-1 0,-3 0 0,4 1 0,0 1 0,0 0 0,-1 0 0,1 0 0,0 0 0,0 0 0,-1 0 0,1 0 0,0 0 0,0 0 0,-1 0 0,1 0 0,0 0 0,0 0 0,-1 0 0,1 0 0,0 0 0,0 0 0,-1 0 0,1 0 0,0 0 0,0 0 0,-1 1 0,1-1 0,0 0 0,0 0 0,0 0 0,-1 0 0,1 1 0,0-1 0,0 0 0,0 0 0,0 0 0,-1 1 0,1-1 0,0 0 0,0 0 0,0 0 0,0 1 0,0-1 0,0 0 0,0 0 0,0 1 0,0-1 0,0 0 0,0 0 0,0 1 0,0-1 0,0 0 0,0 0 0,0 1 0,1 16 0,-1-14 0,4 27-1365,-3-17-5461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5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25 24575,'0'-1'0,"0"0"0,0 0 0,0 0 0,0 0 0,0 0 0,0 0 0,-1 0 0,1 0 0,0 0 0,-1 0 0,1 0 0,0 0 0,-1 1 0,1-1 0,-1 0 0,1 0 0,-1 0 0,0 1 0,1-1 0,-1 0 0,0 1 0,1-1 0,-1 1 0,0-1 0,0 1 0,0-1 0,0 1 0,1-1 0,-1 1 0,0 0 0,0-1 0,0 1 0,0 0 0,0 0 0,0 0 0,0 0 0,0 0 0,0 0 0,0 0 0,0 0 0,0 0 0,0 0 0,-1 1 0,-4 0 0,1 0 0,0 1 0,0-1 0,-1 1 0,1 0 0,-6 4 0,0 1 0,0 0 0,1 1 0,0 0 0,1 0 0,-16 18 0,22-22 0,0-1 0,0 1 0,0 0 0,1 0 0,-1 0 0,1 0 0,0 0 0,1 0 0,-1 1 0,1-1 0,0 0 0,0 1 0,0-1 0,0 1 0,1 0 0,0-1 0,0 1 0,0 0 0,1 6 0,0-8 0,1 0 0,-1 1 0,1-1 0,0 0 0,0 0 0,0 0 0,0-1 0,0 1 0,0 0 0,1-1 0,0 1 0,-1-1 0,1 0 0,0 0 0,0 0 0,0 0 0,0-1 0,0 1 0,1-1 0,-1 0 0,5 1 0,8 3 0,1-1 0,34 3 0,-48-6 0,52 3 0,96-4 0,-107-6-1365,-28 3-5461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5.7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348 31 24575,'2'2'0,"0"0"0,0 0 0,-1 0 0,1 1 0,0-1 0,-1 0 0,1 1 0,-1 0 0,0-1 0,2 6 0,-2-6 0,-1 0 0,1-1 0,-1 1 0,1 0 0,-1 0 0,0 0 0,0 0 0,0 0 0,0 0 0,0 0 0,-1 3 0,1-4 0,0 0 0,-1 0 0,1 0 0,-1 0 0,1 0 0,-1 0 0,0 0 0,1 0 0,-1-1 0,0 1 0,0 0 0,1 0 0,-1-1 0,0 1 0,0 0 0,0-1 0,0 1 0,0-1 0,0 1 0,0-1 0,0 0 0,0 1 0,0-1 0,-2 0 0,-9 2 0,0-1 0,0 0 0,0-1 0,0 0 0,-22-3 0,-60-18 0,64 14 0,13 3 0,0 0 0,1-1 0,-1-1 0,1 0 0,-22-13 0,37 19 0,1 0 0,-1 0 0,1-1 0,-1 1 0,1 0 0,0 0 0,-1-1 0,1 1 0,-1 0 0,1-1 0,0 1 0,-1 0 0,1-1 0,0 1 0,-1-1 0,1 1 0,0-1 0,0 1 0,-1-1 0,1 1 0,0-1 0,0 1 0,0-1 0,0 1 0,0-1 0,-1 1 0,1-1 0,0 1 0,0-1 0,0 1 0,1-1 0,-1 0 0,1 0 0,-1 0 0,1 1 0,0-1 0,0 0 0,-1 1 0,1-1 0,0 0 0,0 1 0,0-1 0,0 1 0,0 0 0,0-1 0,1 0 0,6-1 0,-1 0 0,16-1 0,13 0-227,0 2-1,0 2 1,0 1-1,-1 1 1,45 11-1,-60-9-6598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6.2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24575,'12'1'0,"-1"0"0,1 0 0,-1 1 0,1 1 0,-1 0 0,0 0 0,0 1 0,13 7 0,9 6 0,38 28 0,-32-20 0,-37-24 0,0 1 0,1-1 0,-1 0 0,1 0 0,-1 0 0,1 0 0,-1 0 0,1 0 0,0-1 0,3 1 0,-5-1 0,0 0 0,0 0 0,0 0 0,0 0 0,0-1 0,0 1 0,0 0 0,0-1 0,0 1 0,-1-1 0,1 1 0,0-1 0,0 1 0,0-1 0,-1 1 0,1-1 0,0 0 0,-1 0 0,1 1 0,-1-1 0,1 0 0,-1 0 0,1 1 0,-1-1 0,1 0 0,-1 0 0,0 0 0,1 0 0,-1 0 0,0 0 0,0 0 0,0-2 0,1-5 0,0 1 0,-1-1 0,-1-15 0,0 17 0,0 0 0,1 0 0,0 0 0,0 0 0,1-1 0,0 1 0,1-7 0,-1 12 0,-1 0 0,1 0 0,-1 0 0,1 0 0,-1 0 0,1 0 0,0 0 0,0 0 0,-1 0 0,1 1 0,0-1 0,0 0 0,0 0 0,0 1 0,0-1 0,0 1 0,0-1 0,2 0 0,-1 0 0,1 0 0,0 1 0,0-1 0,-1 1 0,1 0 0,0 0 0,4 0 0,3 1 0,-1 1 0,1 0 0,12 4 0,-3 0 0,-1 1 0,-1 1 0,0 1 0,0 0 0,0 1 0,-1 1 0,16 14 0,-28-22-273,-1 1 0,1 0 0,0 1 0,2 4 0,1 3-6553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6.6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1 124 24575,'5'0'0,"-1"1"0,1-1 0,0 1 0,0 0 0,-1 0 0,1 1 0,-1 0 0,1-1 0,5 5 0,5 2 0,17 16 0,-4-5 0,-16-11 0,0-1 0,1 0 0,0-2 0,0 1 0,1-1 0,-1-1 0,1-1 0,0 0 0,0 0 0,0-1 0,0-1 0,1-1 0,24-2 0,-37 2 0,0 0 0,0 0 0,0 0 0,-1-1 0,1 1 0,0-1 0,0 1 0,0-1 0,-1 0 0,1 0 0,0 0 0,-1 0 0,1 0 0,-1 0 0,1 0 0,-1 0 0,1-1 0,-1 1 0,0-1 0,0 1 0,0-1 0,0 1 0,0-1 0,1-2 0,-1 1 0,0 0 0,0-1 0,-1 1 0,1-1 0,-1 1 0,0-1 0,0 0 0,0 1 0,-1-1 0,1 1 0,-1-1 0,-1-3 0,-3-5 0,0 0 0,0 0 0,-1 0 0,-1 1 0,0 0 0,-15-18 0,-14-21 0,35 47-170,0 1-1,0 0 0,-1 0 1,1 1-1,-1-1 0,1 0 1,-3-1-1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6.9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75 120 24575,'1'-9'0,"0"0"0,-1 0 0,0 0 0,0 0 0,-3-15 0,3 21 0,-1 1 0,1-1 0,-1 1 0,0-1 0,1 1 0,-1 0 0,0-1 0,-1 1 0,1 0 0,0 0 0,-1 0 0,1 0 0,-1 0 0,1 0 0,-1 0 0,0 1 0,0-1 0,0 0 0,0 1 0,0 0 0,0-1 0,0 1 0,-1 0 0,1 0 0,-3-1 0,4 2 0,0 0 0,0 0 0,0-1 0,0 1 0,0 0 0,0 0 0,0 0 0,0 0 0,0 0 0,0 0 0,0 0 0,0 1 0,0-1 0,0 0 0,0 1 0,0-1 0,0 0 0,0 1 0,1-1 0,-1 1 0,0-1 0,-1 2 0,1-1 0,0 1 0,0-1 0,0 0 0,0 1 0,0-1 0,1 1 0,-1-1 0,1 1 0,-1-1 0,1 1 0,-1 0 0,1 2 0,0 2 0,-1 0 0,2 0 0,-1 0 0,1-1 0,0 1 0,3 10 0,-1-7 0,1 0 0,0 0 0,1-1 0,0 0 0,0 0 0,1 0 0,0 0 0,0-1 0,11 9 0,-7-7 0,0-1 0,1 0 0,0 0 0,1-2 0,-1 1 0,17 5 0,-19-8 0,0-2 0,0 1 0,1-1 0,-1 0 0,13 0 0,-18-2 0,1 0 0,0 0 0,-1 0 0,1 0 0,0-1 0,-1 0 0,1 0 0,-1 0 0,1-1 0,-1 1 0,1-1 0,6-4 0,-9 4 0,0 1 0,-1-1 0,1 0 0,0 0 0,-1 0 0,0 0 0,1 0 0,-1-1 0,0 1 0,0 0 0,0-1 0,0 1 0,0 0 0,-1-1 0,1 1 0,-1-1 0,0 1 0,1-1 0,-1 1 0,0-1 0,-1 0 0,0-3 0,0-1 0,0 0 0,0 1 0,-1-1 0,0 1 0,-1 0 0,1 0 0,-6-9 0,1 6-105,0-1 0,-1 1 0,0 1 0,0 0 0,-1 0 0,0 0 0,0 1 0,-1 1 0,0 0 0,0 0 0,-1 1 0,-16-7 0,8 6-6721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7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149 690 24575,'17'-4'0,"9"-3"0,41-17 0,-60 22 0,-1-1 0,0-1 0,1 1 0,-2-1 0,1 0 0,0 0 0,-1-1 0,0 1 0,0-1 0,0 0 0,6-9 0,-8 8 0,0 1 0,-1-1 0,0 1 0,0-1 0,-1 0 0,1 0 0,-1 1 0,0-1 0,-1 0 0,0 0 0,1 0 0,-2 0 0,1 0 0,-1 0 0,-2-7 0,-1-4 0,0 0 0,-2 1 0,0 0 0,-8-16 0,-16-24 0,-2 1 0,-2 1 0,-3 2 0,-81-88 0,111 132 0,-14-14 0,19 21 0,1-1 0,0 1 0,-1 0 0,1 0 0,-1 0 0,1 0 0,-1 0 0,0 1 0,1-1 0,-1 0 0,-3 0 0,4 1 0,1 0 0,-1 0 0,1 0 0,0 0 0,-1 0 0,1 1 0,-1-1 0,1 0 0,-1 0 0,1 0 0,0 1 0,-1-1 0,1 0 0,0 0 0,-1 1 0,1-1 0,0 0 0,-1 1 0,1-1 0,0 0 0,0 1 0,-1-1 0,1 1 0,0-1 0,0 1 0,0-1 0,-1 0 0,1 1 0,0-1 0,0 1 0,0-1 0,0 1 0,0-1 0,0 1 0,0-1 0,0 0 0,0 1 0,0-1 0,0 1 0,4 22 0,-4-21 0,7 22 0,0-1 0,1 1 0,18 32 0,41 65 0,-53-97 0,7 12 0,2-2 0,48 57 0,-60-79 0,1 0 0,0 0 0,1-2 0,0 1 0,0-1 0,2-1 0,-1-1 0,1 0 0,26 10 0,-35-16 0,0 0 0,1 0 0,-1-1 0,1 0 0,-1 0 0,1-1 0,-1 0 0,10-1 0,-13 1 0,0-1 0,-1 1 0,1-1 0,0 0 0,-1 0 0,1 0 0,-1 0 0,0 0 0,1 0 0,-1-1 0,0 1 0,0-1 0,0 0 0,0 0 0,0 0 0,0 0 0,0 0 0,0 0 0,-1 0 0,1 0 0,-1 0 0,2-5 0,0-1 0,-1 0 0,0-1 0,-1 1 0,0-1 0,0 0 0,0 1 0,-1-1 0,-1 1 0,0-10 0,-1 8 0,1-1 0,-1 0 0,-1 1 0,0 0 0,-4-11 0,15 35 0,2-2 0,-1 1 0,2-1 0,0-1 0,23 20 0,-30-27 0,5 3 0,0 1 0,1-2 0,0 1 0,0-1 0,1-1 0,13 6 0,-17-9 0,0 1 0,0-1 0,0-1 0,0 1 0,0-1 0,1 0 0,-1-1 0,0 0 0,0 0 0,1 0 0,8-3 0,-13 2 0,1 0 0,0 0 0,-1-1 0,1 0 0,-1 1 0,0-1 0,0-1 0,0 1 0,0 0 0,0-1 0,0 1 0,0-1 0,-1 0 0,1 0 0,-1 0 0,3-5 0,3-3 0,-7 9 0,0 1 0,0 0 0,0 0 0,0 0 0,0 0 0,0 0 0,1 0 0,-1 0 0,0 0 0,1 0 0,-1 0 0,0 1 0,1-1 0,-1 1 0,1-1 0,-1 1 0,1-1 0,-1 1 0,1 0 0,-1 0 0,1 0 0,-1 0 0,1 0 0,2 0 0,2 2 0,-1-1 0,1 1 0,-1 1 0,0-1 0,8 5 0,-10-4 0,1-1 0,-1 0 0,1 0 0,-1-1 0,1 1 0,-1-1 0,1 1 0,0-1 0,0-1 0,0 1 0,0 0 0,5-1 0,0-3-1365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8.3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24575,'44'26'0,"-2"3"0,-1 1 0,-2 2 0,63 65 0,-76-69 0,-2 2 0,-1 1 0,-1 0 0,-1 2 0,-2 0 0,28 69 0,-46-97 0,1-1 0,-1 1 0,0 0 0,0 0 0,0 8 0,-1-12 0,0 0 0,0 0 0,0-1 0,0 1 0,0 0 0,0-1 0,0 1 0,0 0 0,-1-1 0,1 1 0,0 0 0,-1-1 0,1 1 0,0 0 0,-1-1 0,1 1 0,-1-1 0,1 1 0,-1 0 0,0-1 0,0 1 0,0-1 0,1 0 0,-1 0 0,0 0 0,0 1 0,0-1 0,0 0 0,1 0 0,-1 0 0,0 0 0,0 0 0,0-1 0,0 1 0,0 0 0,1 0 0,-1 0 0,0-1 0,0 1 0,-1-1 0,-5-3 0,0 1 0,0-1 0,1-1 0,-1 1 0,1-1 0,0-1 0,0 1 0,0-1 0,-6-8 0,8 9 0,1 0 0,-1 0 0,1-1 0,0 1 0,1 0 0,-1-1 0,1 0 0,0 0 0,0 1 0,1-1 0,0 0 0,-1-11 0,2 14 0,0 1 0,0 0 0,0-1 0,0 1 0,0 0 0,1 0 0,-1-1 0,1 1 0,0 0 0,0 0 0,0 0 0,0 0 0,0 0 0,0 0 0,0 0 0,1 0 0,-1 0 0,1 0 0,-1 1 0,1-1 0,0 1 0,-1-1 0,4-1 0,-1 1 0,1 0 0,-1 0 0,1 1 0,0 0 0,-1 0 0,1 0 0,0 0 0,0 1 0,0 0 0,5 0 0,24 0 0,63 9 0,-85-7 0,-1 1 0,0 0 0,0 0 0,-1 1 0,1 1 0,-1 0 0,0 0 0,0 1 0,14 10 0,-7-2 0,-1 1 0,-1 0 0,17 20 0,-26-27 0,0 0 0,0 1 0,-1-1 0,0 1 0,-1 0 0,0 1 0,0-1 0,4 20 0,-7-28 0,-1 0 0,0 0 0,0 0 0,1-1 0,-1 1 0,0 0 0,0 0 0,0 0 0,0 0 0,0 0 0,-1 0 0,1 0 0,0 0 0,0 0 0,0 0 0,-1 0 0,1-1 0,-1 1 0,0 2 0,0-3 0,1 0 0,-1 1 0,1-1 0,-1 0 0,1 1 0,-1-1 0,0 0 0,1 0 0,-1 0 0,0 0 0,1 1 0,-1-1 0,0 0 0,1 0 0,-1 0 0,1 0 0,-1-1 0,0 1 0,1 0 0,-1 0 0,0 0 0,-3-2 0,0 1 0,0-1 0,1 0 0,-1 0 0,1 0 0,-1 0 0,-4-5 0,-39-43-1365,34 37-5461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8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24575,'7'5'0,"3"7"0,0 3 0,0 3 0,-1 0 0,-2-1 0,-3-3-8191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39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159 63 24575,'1'12'0,"-1"3"0,-1 1 0,-3 28 0,3-41 0,0 1 0,1-1 0,-1 1 0,0-1 0,-1 0 0,1 0 0,-1 1 0,1-1 0,-1 0 0,0 0 0,0-1 0,0 1 0,-1 0 0,1-1 0,-1 1 0,1-1 0,-1 0 0,-4 3 0,5-4 0,-1 0 0,1 0 0,0 0 0,0-1 0,-1 1 0,1 0 0,-1-1 0,1 0 0,0 0 0,-1 0 0,1 0 0,-1 0 0,1 0 0,0-1 0,-1 1 0,1-1 0,0 1 0,-1-1 0,1 0 0,0 0 0,0 0 0,-1 0 0,1 0 0,0-1 0,0 1 0,1-1 0,-4-2 0,0-1 0,1 1 0,0-1 0,0 0 0,1 0 0,-1 0 0,1 0 0,0 0 0,1-1 0,-1 0 0,-1-5 0,1 1 0,1 0 0,0 1 0,0-1 0,1 0 0,0 0 0,0-13 0,1 21 0,1 0 0,-1 0 0,0-1 0,1 1 0,-1 0 0,1 0 0,0 0 0,0 0 0,0 0 0,0 0 0,0 0 0,0 0 0,0 0 0,1 0 0,-1 1 0,1-1 0,-1 0 0,1 1 0,0-1 0,-1 1 0,1 0 0,0 0 0,0 0 0,0 0 0,0 0 0,0 0 0,0 0 0,0 0 0,1 1 0,-1-1 0,0 1 0,0 0 0,0-1 0,4 1 0,7 1 0,-1 0 0,1 1 0,-1 0 0,1 1 0,-1 1 0,0-1 0,16 9 0,7 1 0,50 15 0,106 21 0,-172-44 0,-15-4 0,1 0 0,-1 1 0,0-2 0,0 1 0,1 0 0,-1-1 0,0 0 0,6 0 0,-10 0 0,1 0 0,-1-1 0,1 1 0,-1 0 0,1 0 0,0 0 0,-1 0 0,0-1 0,1 1 0,-1 0 0,1 0 0,-1-1 0,1 1 0,-1 0 0,1-1 0,-1 1 0,0-1 0,1 1 0,-1 0 0,0-1 0,1 1 0,-1-1 0,0 1 0,0-1 0,0 1 0,1-2 0,-1 1 0,0 0 0,0-1 0,0 1 0,0 0 0,0-1 0,0 1 0,-1 0 0,1 0 0,0-1 0,-1 1 0,0-1 0,-2-5 0,-1 0 0,0 1 0,-5-7 0,8 11 0,-6-7 0,3 5 0,1-1 0,-1 1 0,1-1 0,1 1 0,-1-1 0,0 0 0,1 0 0,0 0 0,-2-8 0,4 13 0,0 0 0,0-1 0,0 1 0,0 0 0,0-1 0,0 1 0,1 0 0,-1 0 0,0-1 0,0 1 0,0 0 0,0 0 0,0-1 0,0 1 0,1 0 0,-1 0 0,0-1 0,0 1 0,0 0 0,1 0 0,-1 0 0,0-1 0,0 1 0,0 0 0,1 0 0,-1 0 0,0 0 0,0 0 0,1-1 0,-1 1 0,0 0 0,1 0 0,-1 0 0,0 0 0,0 0 0,1 0 0,-1 0 0,0 0 0,1 0 0,-1 0 0,0 0 0,0 0 0,1 0 0,-1 0 0,0 1 0,1-1 0,-1 0 0,0 0 0,0 0 0,1 0 0,-1 0 0,0 1 0,0-1 0,20 9 0,-16-6 0,94 58 0,-66-39 0,44 22 0,-62-36 0,1-2 0,0 0 0,0 0 0,20 3 0,-33-8-195,0-1 0,1 0 0,-1 0 0,1 0 0,-1 0 0,6-2 0,0 0-6631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0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4 24575,'-1'0'0,"-18"-2"0,-30 1 0,43 1 0,1 0 0,0 1 0,0 0 0,1 0 0,-1 0 0,0 0 0,0 1 0,0 0 0,1 0 0,-1 0 0,-5 4 0,9-5 0,-1 1 0,1-1 0,0 1 0,-1-1 0,1 1 0,0-1 0,0 1 0,0 0 0,0 0 0,0-1 0,1 1 0,-1 0 0,0 0 0,1 0 0,-1 0 0,1 0 0,0 0 0,0 0 0,0 0 0,0 0 0,0 0 0,0 0 0,0 0 0,1 0 0,-1 0 0,2 3 0,1 6 0,1-1 0,1 0 0,8 16 0,-8-17 0,0 1 0,1 0 0,0-1 0,1 1 0,9 10 0,-12-16 0,0 0 0,1 0 0,-1-1 0,1 0 0,0 0 0,0 0 0,0 0 0,1-1 0,-1 0 0,9 3 0,20 2 0,0 0 0,1-3 0,-1-1 0,45-1 0,-73-2-341,0 0 0,0-1-1,9-1 1,-5-1-6485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1.5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13 24575,'-43'-4'0,"17"0"0,0 2 0,-52 2 0,77 0 0,-1 0 0,0 1 0,0-1 0,0 0 0,0 1 0,1-1 0,-1 1 0,0 0 0,1 0 0,-1 0 0,0-1 0,1 1 0,-1 1 0,1-1 0,-1 0 0,1 0 0,0 1 0,-2 1 0,2-2 0,1 0 0,0 0 0,-1 0 0,1 0 0,0 0 0,0 0 0,0 0 0,-1 1 0,1-1 0,0 0 0,1 0 0,-1 0 0,0 0 0,0 0 0,0 0 0,1 0 0,-1 1 0,0-1 0,1 0 0,-1 0 0,1 0 0,-1 0 0,1 0 0,0 0 0,-1-1 0,1 1 0,0 0 0,0 0 0,0 0 0,1 1 0,7 5 0,0 1 0,1-2 0,0 1 0,0-1 0,0-1 0,15 6 0,-9-4 0,0-1 0,1-1 0,28 4 0,-36-8 0,0 0 0,0 0 0,1-1 0,-1-1 0,0 0 0,0 0 0,16-4 0,-23 4 0,0 1 0,1-1 0,-1 0 0,0 0 0,0 0 0,1 0 0,-1 0 0,0 0 0,0-1 0,0 1 0,0-1 0,-1 0 0,1 1 0,0-1 0,-1 0 0,1 0 0,-1 0 0,0 0 0,1 0 0,-1 0 0,0 0 0,0-1 0,-1 1 0,1 0 0,0-1 0,-1 1 0,1 0 0,-1-1 0,0 1 0,0-1 0,0 1 0,0 0 0,0-1 0,-1-2 0,0 1 0,0 1 0,0-1 0,0 0 0,0 1 0,-1-1 0,0 1 0,1-1 0,-2 1 0,1 0 0,0 0 0,0 0 0,-1 0 0,0 0 0,1 0 0,-5-2 0,-1 2 0,6 8 0,9 13 0,1-8 0,0 1 0,1-1 0,0-1 0,0 0 0,1 0 0,1-1 0,-1 0 0,1-1 0,21 11 0,-9-8 0,1 0 0,-1-1 0,2-2 0,28 6 0,-49-12 0,0-1 0,0 1 0,0-1 0,0 0 0,0 0 0,0 0 0,0 0 0,-1-1 0,1 1 0,0-1 0,0 0 0,0 0 0,5-3 0,-6 2 0,0 1 0,-1-1 0,1 0 0,0 0 0,-1-1 0,1 1 0,-1 0 0,0-1 0,0 0 0,0 1 0,0-1 0,0 0 0,-1 0 0,1 0 0,-1 0 0,2-5 0,-2 2 0,0 1 0,0-1 0,-1 0 0,1 0 0,-1 0 0,-1 0 0,1 1 0,-1-1 0,0 0 0,0 0 0,0 1 0,-4-8 0,0-8 0,4 21 0,1 0 0,0 0 0,0-1 0,0 1 0,0 0 0,0 0 0,0 0 0,0 0 0,0 0 0,0-1 0,0 1 0,0 0 0,0 0 0,0 0 0,0 0 0,0 0 0,0-1 0,0 1 0,0 0 0,0 0 0,0 0 0,0 0 0,0 0 0,0-1 0,0 1 0,0 0 0,1 0 0,-1 0 0,0 0 0,0 0 0,0 0 0,0 0 0,0-1 0,0 1 0,0 0 0,1 0 0,-1 0 0,0 0 0,0 0 0,0 0 0,0 0 0,0 0 0,0 0 0,1 0 0,-1 0 0,0 0 0,0 0 0,11 3 0,15 13 0,-21-12 0,4 1 0,0 0 0,1 0 0,0-1 0,-1-1 0,2 1 0,17 3 0,-8-4 0,0-1 0,33-1 0,-48-1-136,0 0-1,0 1 1,0-1-1,0 1 1,1 0-1,-1 0 1,-1 1-1,1-1 0,9 6 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2.6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24575,'36'31'0,"-1"1"0,-1 1 0,32 44 0,-46-52 0,-2 1 0,-2 1 0,0 0 0,-2 2 0,19 50 0,-31-76 0,-1 0 0,0 0 0,0 1 0,0-1 0,-1 1 0,1-1 0,-1 1 0,0-1 0,0 1 0,0 6 0,0-10 0,0 0 0,0 1 0,0-1 0,0 0 0,0 0 0,0 1 0,0-1 0,0 0 0,-1 0 0,1 0 0,0 1 0,0-1 0,0 0 0,0 0 0,0 1 0,0-1 0,-1 0 0,1 0 0,0 0 0,0 0 0,0 1 0,-1-1 0,1 0 0,0 0 0,0 0 0,0 0 0,-1 0 0,1 1 0,0-1 0,0 0 0,-1 0 0,1 0 0,0 0 0,0 0 0,-1 0 0,1 0 0,0 0 0,0 0 0,-1 0 0,1 0 0,0 0 0,0 0 0,-1 0 0,1 0 0,0-1 0,0 1 0,0 0 0,-1 0 0,1 0 0,0 0 0,0 0 0,-1 0 0,1-1 0,0 1 0,0 0 0,0 0 0,0 0 0,-1 0 0,1-1 0,0 1 0,0 0 0,0 0 0,0-1 0,-10-14 0,7 8 0,1-1 0,0 1 0,1 0 0,-1-1 0,2 0 0,-1 1 0,1-1 0,0 1 0,0-1 0,1 0 0,0 1 0,0-1 0,4-10 0,-4 16 0,0 0 0,1 1 0,-1-1 0,0 1 0,0-1 0,1 1 0,-1 0 0,1-1 0,-1 1 0,1 0 0,0 0 0,0 0 0,-1 0 0,1 1 0,0-1 0,0 0 0,0 1 0,0-1 0,0 1 0,0-1 0,0 1 0,-1 0 0,1 0 0,0 0 0,4 1 0,1-1 0,0 1 0,0 0 0,0 1 0,0-1 0,13 6 0,1 4 0,-1 1 0,0 0 0,-1 2 0,23 20 0,-31-25 0,-5-4 0,1 1 0,-1 0 0,0 1 0,-1-1 0,1 1 0,7 14 0,-12-19 0,0 0 0,0 0 0,0-1 0,-1 1 0,1 0 0,-1 0 0,1 0 0,-1 0 0,0 0 0,0 0 0,0 0 0,0 0 0,0 0 0,0 0 0,-1 2 0,1-2 0,-1-1 0,0 1 0,0-1 0,0 0 0,0 1 0,0-1 0,0 0 0,0 1 0,0-1 0,-1 0 0,1 0 0,0 0 0,-1 0 0,1 0 0,-1 0 0,1-1 0,-1 1 0,0 0 0,1-1 0,-4 1 0,-2 1 0,-1 0 0,0-1 0,0 0 0,0 0 0,0-1 0,1 0 0,-1 0 0,0-1 0,-11-2 0,8 0 0,-1 0 0,1-1 0,0 0 0,0 0 0,-16-10 0,27 14 0,-1 0 0,1 0 0,0-1 0,-1 1 0,1 0 0,0 0 0,0 0 0,-1 0 0,1 0 0,0-1 0,0 1 0,-1 0 0,1 0 0,0 0 0,0-1 0,0 1 0,-1 0 0,1 0 0,0-1 0,0 1 0,0 0 0,0-1 0,0 1 0,0 0 0,0 0 0,-1-1 0,1 1 0,0-1 0,8-2 0,19 1 0,-20 2 0,232-33 0,-213 28 0,0-1 0,0-1 0,-1-1 0,34-16 0,-57 23 0,0-1 0,0 1 0,0 0 0,0-1 0,0 1 0,0-1 0,-1 1 0,1-1 0,0 0 0,-1 0 0,0 0 0,1 0 0,1-3 0,-3 4 0,0 1 0,0-1 0,0 1 0,1-1 0,-1 0 0,0 1 0,0-1 0,0 1 0,0-1 0,0 1 0,0-1 0,0 0 0,0 1 0,-1-1 0,1 1 0,0-1 0,0 1 0,0-1 0,-1 1 0,1-1 0,0 1 0,-1-1 0,0 0 0,0 0 0,0 0 0,0 0 0,0 1 0,0-1 0,0 0 0,0 1 0,0-1 0,-1 1 0,1-1 0,0 1 0,0 0 0,-1-1 0,0 1 0,-2-1 0,-1 1 0,1 0 0,0 0 0,0 0 0,0 1 0,0 0 0,0-1 0,0 1 0,0 0 0,0 1 0,0-1 0,1 1 0,-1 0 0,0 0 0,1 0 0,-1 0 0,1 1 0,0-1 0,0 1 0,0 0 0,0 0 0,0 0 0,1 0 0,-1 0 0,1 1 0,0-1 0,0 1 0,0-1 0,0 1 0,1 0 0,0 0 0,-1 0 0,1 0 0,1 0 0,-2 6 0,2-5 0,0-1 0,1 1 0,-1-1 0,1 0 0,0 1 0,0-1 0,1 0 0,-1 0 0,1 0 0,-1 0 0,1 0 0,1 0 0,-1 0 0,1-1 0,-1 1 0,1-1 0,0 0 0,0 1 0,6 3 0,2 3 0,2-1 0,0 0 0,0-1 0,17 9 0,-5-6-151,0-1-1,0-2 0,1 0 0,0-1 1,1-2-1,0-1 0,-1 0 1,47-2-1,-59-2-6674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3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24575,'15'28'0,"7"11"0,3 2 0,0-4 0,-3-7 0,-4-8 0,-3-6 0,-2-7 0,-2-4-8191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3.5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24575,'0'5'0,"0"5"0,0 2 0,0 0-8191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4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24575,'1'3'0,"-1"0"0,1 0 0,0 0 0,-1 0 0,2 0 0,-1 0 0,0 0 0,1 0 0,-1-1 0,1 1 0,0 0 0,-1-1 0,1 1 0,1-1 0,-1 0 0,0 0 0,1 0 0,2 2 0,1 1 0,1 0 0,0-1 0,1 0 0,-1 0 0,14 5 0,31 4 0,-46-12 0,-1 0 0,1 0 0,0-1 0,-1 0 0,1 0 0,0 0 0,7-2 0,-12 1 0,1 1 0,-1-1 0,0 1 0,1-1 0,-1 1 0,0-1 0,1 0 0,-1 0 0,0 0 0,0 1 0,1-1 0,-1 0 0,0-1 0,0 1 0,0 0 0,0 0 0,-1 0 0,1-1 0,0 1 0,0 0 0,-1-1 0,1 1 0,-1 0 0,1-1 0,-1 1 0,0-1 0,1 1 0,-1-1 0,0 1 0,0-1 0,0-2 0,0 1 0,-1 0 0,1 0 0,-1 0 0,0 0 0,0 0 0,0 0 0,0 1 0,0-1 0,0 0 0,-1 1 0,1-1 0,-1 1 0,0-1 0,0 1 0,-2-3 0,-4 1 0,8 8 0,9 12 0,-1-9 0,0-1 0,0 0 0,1 0 0,0-1 0,0 0 0,0-1 0,0 0 0,1 0 0,0-1 0,0 0 0,0-1 0,0 0 0,0 0 0,0-1 0,0-1 0,1 0 0,-1 0 0,0-1 0,0 0 0,1 0 0,-1-2 0,0 1 0,9-4 0,-13 3-105,-1 0 0,1 0 0,-1-1 0,0 0 0,0 0 0,-1 0 0,1 0 0,-1 0 0,0-1 0,0 0 0,0 0 0,3-7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4.5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106 237 24575,'77'89'0,"33"41"0,-97-114 0,-1 2 0,-1-1 0,10 21 0,-21-38 0,0 0 0,1 0 0,-1 0 0,0 0 0,0 0 0,0 0 0,0 0 0,0 0 0,0 1 0,0-1 0,0 0 0,0 0 0,0 0 0,0 0 0,0 0 0,0 0 0,0 0 0,1 0 0,-1 0 0,0 0 0,0 0 0,0 1 0,0-1 0,0 0 0,0 0 0,0 0 0,0 0 0,0 0 0,0 0 0,0 0 0,0 0 0,0 1 0,0-1 0,0 0 0,0 0 0,0 0 0,0 0 0,-1 0 0,1 0 0,0 0 0,0 0 0,0 0 0,0 0 0,0 1 0,0-1 0,0 0 0,0 0 0,0 0 0,0 0 0,0 0 0,0 0 0,0 0 0,-1 0 0,1 0 0,0 0 0,0 0 0,0 0 0,0 0 0,-7-4 0,-9-9 0,-46-44 0,-48-48 0,92 86 0,1-1 0,2-1 0,-26-43 0,26 36 0,-12-33 0,22 49 0,1-1 0,1 1 0,0-1 0,0 0 0,0-21 0,3 32 0,-1 0 0,1 0 0,0-1 0,0 1 0,1 0 0,-1 0 0,0 0 0,1-1 0,-1 1 0,1 0 0,0 0 0,0 0 0,0 0 0,0 0 0,0 0 0,0 0 0,0 0 0,1 0 0,-1 1 0,1-1 0,-1 0 0,1 1 0,0-1 0,-1 1 0,1 0 0,0-1 0,0 1 0,0 0 0,0 0 0,0 0 0,0 1 0,0-1 0,1 0 0,-1 1 0,0 0 0,3-1 0,1 1 0,1 0 0,0 0 0,-1 0 0,1 1 0,0 0 0,-1 1 0,1-1 0,-1 1 0,0 1 0,13 5 0,-13-5 14,1 1-1,0 0 0,-1 1 0,0 0 1,0 0-1,0 0 0,-1 0 1,9 11-1,-12-13-75,-1-1 0,1 1 0,0 0 0,-1 0 1,0 0-1,0 0 0,1 0 0,-2 0 0,1 0 0,0 0 0,-1 0 0,1 1 1,-1-1-1,0 0 0,0 0 0,0 1 0,-1-1 0,1 0 0,-1 0 0,0 0 1,0 0-1,0 0 0,-2 4 0,-3 6-6764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6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44 662 24575,'28'-31'0,"-2"0"0,29-45 0,-47 64 0,-1 0 0,-1-1 0,0 1 0,0-1 0,-1-1 0,-1 1 0,0-1 0,-1 1 0,-1-1 0,2-19 0,-5 21 0,0 0 0,-1 1 0,0-1 0,0 1 0,-1 0 0,-1-1 0,0 1 0,-5-11 0,-50-81 0,58 101 0,-3-3 0,-33-51 0,32 49 0,-1 1 0,1-1 0,-1 1 0,-1 0 0,-9-7 0,15 12 0,0 1 0,1-1 0,-1 1 0,1 0 0,-1 0 0,0-1 0,1 1 0,-1 0 0,1 0 0,-1 0 0,0 0 0,1-1 0,-1 1 0,0 0 0,1 0 0,-1 0 0,0 1 0,1-1 0,-1 0 0,0 0 0,1 0 0,-1 0 0,0 1 0,1-1 0,-1 0 0,1 0 0,-1 1 0,0-1 0,1 1 0,-1-1 0,1 0 0,-1 1 0,1-1 0,-1 1 0,1-1 0,0 1 0,-1-1 0,1 1 0,0 0 0,-1-1 0,1 1 0,0-1 0,0 1 0,-1 0 0,1 1 0,-2 3 0,1 0 0,-1 0 0,1 1 0,-1 6 0,1 3 0,1-1 0,0 1 0,1 0 0,1-1 0,0 1 0,1-1 0,1 1 0,6 18 0,5 4 0,36 65 0,-42-87 0,0-1 0,0 0 0,2-1 0,-1 0 0,2-1 0,0 0 0,0-1 0,1 0 0,0-1 0,1 0 0,0-1 0,1-1 0,22 10 0,-25-14 0,0 1 0,0-2 0,1 1 0,-1-2 0,1 0 0,0 0 0,0-1 0,0-1 0,0 0 0,-1-1 0,1 0 0,0-1 0,0-1 0,-1 0 0,1 0 0,-1-1 0,0-1 0,12-6 0,-15 6 0,0 0 0,-1-1 0,0 0 0,0 0 0,0-1 0,-1 0 0,0 0 0,0-1 0,-1 0 0,9-14 0,-12 18 0,-1-1 0,1 1 0,-1-1 0,0 0 0,-1 1 0,1-1 0,-1 0 0,0 0 0,0 0 0,0 0 0,-1 0 0,0-1 0,0 1 0,0 0 0,0 0 0,-1 0 0,0 0 0,0 0 0,-1 0 0,1 0 0,-1 0 0,-4-7 0,4 8 0,-1 1 0,1 0 0,-1-1 0,0 1 0,0 0 0,0 1 0,-1-1 0,1 0 0,-1 1 0,1 0 0,-1 0 0,0 0 0,0 0 0,0 1 0,0-1 0,0 1 0,0 0 0,-7-1 0,8 2 0,0-1 0,0 1 0,0 0 0,0 0 0,-1 0 0,1 1 0,0-1 0,0 1 0,0-1 0,0 1 0,0 0 0,0 0 0,0 0 0,0 1 0,0-1 0,1 1 0,-1 0 0,1-1 0,-1 1 0,1 0 0,-1 1 0,1-1 0,0 0 0,0 1 0,-2 2 0,0 1 0,1 1 0,0-1 0,1 0 0,-1 1 0,1-1 0,1 1 0,-1 0 0,1 0 0,0 0 0,0-1 0,1 1 0,0 0 0,1 0 0,-1 0 0,1 0 0,0 0 0,1-1 0,0 1 0,0 0 0,0-1 0,1 0 0,0 1 0,0-1 0,0 0 0,8 9 0,-6-8 0,1 0 0,1 0 0,-1-1 0,1 1 0,0-1 0,0-1 0,1 1 0,0-1 0,0-1 0,0 1 0,0-1 0,1-1 0,0 0 0,0 0 0,-1-1 0,2 0 0,-1 0 0,16 0 0,-16-1 0,0-2 0,0 1 0,0-1 0,0-1 0,0 0 0,0 0 0,10-4 0,-16 5 0,0 0 0,0-1 0,0 1 0,0-1 0,-1 1 0,1-1 0,-1 0 0,1 0 0,-1 0 0,0-1 0,1 1 0,-1 0 0,0-1 0,-1 1 0,1-1 0,0 0 0,-1 0 0,0 0 0,1 1 0,-1-1 0,0 0 0,-1-1 0,1 1 0,0-4 0,-2-33 0,0 31 0,1 0 0,1-16 0,-1 25 0,0 0 0,0 0 0,0 0 0,0 0 0,0-1 0,0 1 0,0 0 0,0 0 0,0 0 0,0 0 0,0 0 0,0 0 0,1-1 0,-1 1 0,0 0 0,0 0 0,0 0 0,0 0 0,0 0 0,0 0 0,0 0 0,1 0 0,-1 0 0,0-1 0,0 1 0,0 0 0,0 0 0,0 0 0,1 0 0,-1 0 0,0 0 0,0 0 0,0 0 0,0 0 0,1 0 0,-1 0 0,0 0 0,0 0 0,0 0 0,0 0 0,0 0 0,1 1 0,-1-1 0,0 0 0,0 0 0,0 0 0,0 0 0,0 0 0,0 0 0,1 0 0,-1 0 0,0 0 0,0 1 0,0-1 0,9 7 0,-7-5 0,80 64 0,-71-58 0,1 0 0,1-1 0,0 0 0,0-1 0,18 7 0,-29-13 0,1 1 0,-1 0 0,1-1 0,0 1 0,-1-1 0,1 0 0,0 1 0,-1-1 0,1-1 0,0 1 0,-1 0 0,1-1 0,-1 1 0,1-1 0,2-1 0,-3 1 0,0 0 0,0-1 0,0 1 0,-1 0 0,1-1 0,0 0 0,-1 1 0,0-1 0,1 0 0,-1 0 0,0 0 0,0 0 0,0 0 0,0 0 0,0 0 0,0 0 0,-1 0 0,1-3 0,1-3 0,-2 5 0,1 1 0,0-1 0,-1 0 0,1 0 0,0 1 0,3-5 0,-4 7 0,0-1 0,1 1 0,-1-1 0,0 1 0,1 0 0,-1-1 0,1 1 0,-1 0 0,1-1 0,-1 1 0,1 0 0,-1 0 0,1-1 0,-1 1 0,1 0 0,-1 0 0,1 0 0,0 0 0,-1 0 0,1 0 0,-1 0 0,1 0 0,-1 0 0,1 0 0,-1 0 0,1 0 0,0 0 0,-1 0 0,1 1 0,-1-1 0,1 0 0,-1 0 0,1 1 0,-1-1 0,1 0 0,-1 1 0,0-1 0,1 0 0,0 1 0,9 7 0,1 0 0,0-1 0,0-1 0,1 0 0,0-1 0,0 0 0,0 0 0,25 4 0,3-3 0,0-2 0,1-1 0,-1-3 0,1-1 0,61-10 0,-41 1 0,-30 7 0,-1-3 0,0 0 0,50-18 0,-77 23 0,0 0 0,0-1 0,0 0 0,0 1 0,0-1 0,-1 0 0,1 0 0,-1-1 0,1 1 0,-1 0 0,0-1 0,0 1 0,0-1 0,0 0 0,0 0 0,2-5 0,-3 6 0,-1 0 0,1-1 0,-1 1 0,1-1 0,-1 1 0,0-1 0,0 1 0,0-1 0,0 1 0,0-1 0,-1 1 0,1-1 0,-1 1 0,1-1 0,-1 1 0,0 0 0,0-1 0,0 1 0,-1 0 0,1 0 0,0 0 0,-4-4 0,-1-1 0,-1 1 0,0-1 0,0 1 0,0 0 0,-1 0 0,0 1 0,0 0 0,-1 1 0,1 0 0,-1 0 0,0 1 0,0 0 0,0 0 0,-1 1 0,1 0 0,-1 1 0,1 0 0,-16 0 0,23 2 0,-1-1 0,1 0 0,0 1 0,0-1 0,-1 1 0,1-1 0,0 1 0,0 0 0,0 0 0,0 0 0,0 0 0,0 0 0,0 1 0,0-1 0,-3 4 0,3-3 0,0 1 0,-1 0 0,1 0 0,1 1 0,-1-1 0,0 0 0,1 0 0,-1 1 0,0 4 0,0 3 0,0 1 0,0 0 0,1 0 0,1 0 0,1 14 0,0-13 0,0 0 0,2 1 0,0-1 0,0 0 0,1-1 0,1 1 0,0 0 0,1-1 0,0 0 0,0-1 0,2 1 0,-1-1 0,15 15 0,-18-21 0,1-1 0,-1 0 0,1 0 0,0 0 0,1 0 0,-1-1 0,1 1 0,-1-2 0,7 4 0,-9-6 0,0 1 0,-1 0 0,1-1 0,0 1 0,-1-1 0,1 0 0,0 0 0,0 0 0,-1 0 0,1 0 0,0 0 0,0-1 0,-1 0 0,1 1 0,0-1 0,-1 0 0,1 0 0,-1-1 0,1 1 0,-1 0 0,0-1 0,0 0 0,3-1 0,11-13 0,0-1 0,-1 0 0,-1-1 0,20-32 0,-33 48 0,0 0 0,0 1 0,0-1 0,1 0 0,-1 1 0,0-1 0,1 1 0,-1 0 0,1 0 0,-1-1 0,1 1 0,0 0 0,3-1 0,-4 1 0,0 1 0,1 0 0,-1 0 0,0 0 0,1 0 0,-1 0 0,0 0 0,0 0 0,1 0 0,-1 1 0,0-1 0,0 0 0,1 1 0,-1-1 0,0 1 0,0-1 0,0 1 0,0 0 0,0 0 0,0-1 0,0 1 0,0 0 0,1 1 0,35 37 0,-26-26 0,1-1 0,16 13 0,-23-21 0,0-1 0,0 1 0,0-1 0,0-1 0,0 1 0,1-1 0,0 0 0,-1 0 0,1 0 0,8 0 0,-8-1 0,0 0 0,1-1 0,-1 0 0,1 0 0,-1 0 0,1-1 0,-1 0 0,1 0 0,-1-1 0,0 0 0,0 0 0,0 0 0,0-1 0,0 0 0,0 0 0,-1-1 0,1 1 0,-1-1 0,0 0 0,0-1 0,0 1 0,-1-1 0,0 0 0,8-11 0,-10 13 0,0-1 0,-1 0 0,1 0 0,-1 1 0,0-1 0,0-1 0,0 1 0,0 0 0,-1 0 0,0 0 0,1 0 0,-2 0 0,1 0 0,-1-6 0,-2-7 0,-1 0 0,-7-20 0,3 12 0,-37-144 0,38 133 0,2-1 0,-3-63 0,9 26 0,0 88 0,0 0 0,1 0 0,5 22 0,17 52 0,-17-62 0,27 80-455,5-2 0,63 124 0,-92-209-6371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6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1 148 24575,'75'33'0,"40"15"0,-88-38 0,1-1 0,37 6 0,-60-14 0,0 0 0,0 0 0,0-1 0,1 0 0,-1 0 0,0-1 0,0 0 0,0 1 0,0-2 0,0 1 0,0 0 0,0-1 0,0 0 0,-1 0 0,1-1 0,-1 1 0,1-1 0,-1 0 0,7-6 0,-7 5 0,0-1 0,0 0 0,0 0 0,0 0 0,-1 0 0,0-1 0,0 1 0,-1-1 0,1 0 0,-1 0 0,0 0 0,-1 0 0,1 0 0,-1 0 0,0-12 0,-1 10 0,0 0 0,-1 0 0,0 0 0,-1 0 0,0 0 0,0 0 0,0 0 0,-4-7 0,4 11 0,1 1 0,-1-1 0,0 1 0,0 0 0,0 0 0,0 0 0,0 0 0,-1 0 0,0 0 0,1 1 0,-1-1 0,0 1 0,0 0 0,0-1 0,-1 2 0,1-1 0,0 0 0,-1 1 0,-3-2 0,6 3 0,0-1 0,-1 1 0,1 0 0,0 0 0,-1 0 0,1-1 0,0 1 0,0 1 0,-1-1 0,1 0 0,0 0 0,-1 0 0,1 1 0,0-1 0,0 1 0,0-1 0,-1 1 0,1-1 0,0 1 0,0 0 0,0-1 0,0 1 0,0 0 0,0 0 0,0 0 0,0 0 0,0 0 0,1 0 0,-1 0 0,0 0 0,1 0 0,-1 0 0,1 1 0,-1-1 0,1 0 0,-1 0 0,1 0 0,0 1 0,-1 1 0,0 3 0,1-1 0,0 0 0,-1 0 0,2 1 0,-1-1 0,1 0 0,-1 0 0,3 8 0,2 1 0,1-1 0,-1 0 0,2 0 0,0 0 0,1-1 0,16 21 0,-6-12 0,2-1 0,32 28 0,-49-45-59,1-1 0,-1 1-1,1 0 1,-1-1-1,1 0 1,0 0 0,0 0-1,0 0 1,0 0 0,0-1-1,0 0 1,0 0 0,0 0-1,0 0 1,1-1-1,-1 0 1,0 0 0,1 0-1,-1 0 1,0-1 0,1 1-1,6-3 1,-1-1-6767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7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92 299 24575,'-12'25'0,"2"-5"0,0 1 0,2 0 0,0 1 0,-8 42 0,16-60 0,0 0 0,-1 0 0,2-1 0,-1 1 0,0 0 0,1 0 0,0 0 0,0-1 0,0 1 0,0-1 0,1 1 0,-1 0 0,1-1 0,0 0 0,0 0 0,0 1 0,1-1 0,-1 0 0,1-1 0,3 4 0,-2-2 0,0-1 0,0 0 0,1 0 0,-1 0 0,1-1 0,0 1 0,-1-1 0,1 0 0,0-1 0,0 1 0,1-1 0,-1 0 0,0 0 0,7 0 0,-10-1 0,0 0 0,1 0 0,-1-1 0,1 1 0,-1 0 0,0-1 0,1 0 0,-1 1 0,0-1 0,0 0 0,1 0 0,-1 0 0,0-1 0,0 1 0,0 0 0,0-1 0,0 1 0,-1-1 0,1 0 0,0 0 0,-1 1 0,1-1 0,-1 0 0,0 0 0,0-1 0,0 1 0,0 0 0,0 0 0,0 0 0,0-1 0,-1 1 0,1-4 0,2-8 0,-2 1 0,0 0 0,-1 0 0,-1-22 0,0 33 0,-1-27 0,-3 0 0,0 1 0,-2-1 0,-18-51 0,6 35 0,-2 1 0,-29-47 0,48 89 0,-2-6 0,-1 0 0,0 1 0,0-1 0,-1 1 0,0 1 0,-12-12 0,18 17 0,-1 1 0,1 0 0,0 0 0,0 0 0,-1 0 0,1 0 0,0 0 0,0 0 0,-1 0 0,1 0 0,0 0 0,0 0 0,-1 0 0,1 0 0,0 0 0,0 0 0,-1 0 0,1 0 0,0 0 0,0 0 0,-1 0 0,1 0 0,0 0 0,0 0 0,-1 0 0,1 1 0,0-1 0,0 0 0,0 0 0,-1 0 0,1 0 0,0 1 0,0-1 0,0 0 0,0 0 0,-1 0 0,1 1 0,0-1 0,0 0 0,0 0 0,0 1 0,0-1 0,0 0 0,0 0 0,0 1 0,0-1 0,0 0 0,0 0 0,0 1 0,0-1 0,0 0 0,0 1 0,-1 15 0,2-5 0,0 0 0,1 1 0,0-1 0,1 0 0,0-1 0,9 20 0,36 61 0,-28-56 0,37 61-27,-31-54-419,-1 1 0,37 89 0,-56-113-6380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7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329 76 24575,'-7'-2'0,"-53"-19"0,-1 3 0,-88-15 0,144 33 0,1-1 0,0 1 0,0 0 0,0 0 0,0 0 0,-7 2 0,10-2 0,0 0 0,0 1 0,0-1 0,1 0 0,-1 1 0,0-1 0,0 0 0,1 1 0,-1-1 0,0 1 0,1-1 0,-1 1 0,1 0 0,-1-1 0,0 1 0,1 0 0,-1-1 0,1 1 0,0 0 0,-1-1 0,1 1 0,0 0 0,-1 0 0,1 0 0,0-1 0,0 1 0,-1 0 0,1 0 0,0 0 0,0 0 0,0-1 0,0 1 0,0 0 0,0 0 0,1 0 0,-1 0 0,0-1 0,0 1 0,1 1 0,1 2 0,-1 1 0,2-1 0,-1 0 0,0 0 0,1 0 0,0 0 0,0 0 0,0 0 0,0-1 0,5 4 0,6 6 0,18 11 0,-9-7 0,2-1 0,0-1 0,1-1 0,0-2 0,48 16 0,-65-25 0,0-1 0,1 0 0,-1-1 0,1 0 0,-1 0 0,1-1 0,13-2 0,-20 2 0,0 0 0,-1-1 0,1 0 0,-1 1 0,1-1 0,-1 0 0,1 0 0,-1 0 0,1 0 0,-1-1 0,0 1 0,0-1 0,1 1 0,-1-1 0,0 0 0,-1 0 0,1 0 0,0 0 0,0 0 0,-1 0 0,1 0 0,-1-1 0,0 1 0,0 0 0,0-1 0,0 1 0,0-1 0,0 1 0,-1-1 0,1 0 0,-1-3 0,0 1 0,0 0 0,0 0 0,-1 0 0,0 0 0,0 0 0,0 0 0,0 1 0,-1-1 0,0 0 0,0 1 0,-4-7 0,1 2 0,0 1 0,-1 0 0,0 1 0,0 0 0,-8-8 0,12 14 0,1-1 0,-1 1 0,1 0 0,-1 0 0,0 0 0,1 0 0,-1 0 0,0 0 0,0 0 0,0 0 0,0 1 0,0-1 0,0 1 0,0-1 0,-3 1 0,4 0 0,0 0 0,-1 1 0,1-1 0,0 0 0,0 1 0,0-1 0,1 1 0,-1-1 0,0 1 0,0-1 0,0 1 0,0 0 0,0-1 0,1 1 0,-1 0 0,0 0 0,1 0 0,-1-1 0,0 1 0,1 0 0,-1 0 0,1 0 0,-1 0 0,1 0 0,0 0 0,0 0 0,-1 0 0,1 0 0,0 0 0,0 2 0,-1 2-50,1 1-1,-1-1 1,1 0-1,0 1 0,1-1 1,-1 0-1,1 0 1,0 1-1,1-1 1,-1 0-1,1 0 0,0 0 1,0-1-1,0 1 1,1 0-1,0-1 1,0 1-1,0-1 0,0 0 1,1 0-1,-1 0 1,1-1-1,0 1 1,0-1-1,1 0 1,5 4-1,1-2-6775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8.0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28 24575,'-3'-2'0,"-29"-17"0,30 18 0,-1 0 0,1 0 0,-1 0 0,1 0 0,-1 1 0,0-1 0,1 1 0,-1-1 0,0 1 0,-5 0 0,8 0 0,-1 0 0,1 0 0,0 0 0,-1 0 0,1 1 0,-1-1 0,1 0 0,-1 0 0,1 0 0,0 0 0,-1 1 0,1-1 0,0 0 0,-1 0 0,1 1 0,0-1 0,-1 0 0,1 1 0,0-1 0,-1 0 0,1 1 0,0-1 0,0 0 0,-1 1 0,1-1 0,0 1 0,1 13 0,12 14 0,-12-26 0,16 23 0,1 0 0,38 41 0,-25-32 0,30 27 0,-38-41 0,-23-20 0,1 1 0,-1-1 0,1 0 0,0 1 0,-1-1 0,1 1 0,-1 0 0,1-1 0,-1 1 0,1-1 0,-1 1 0,1 0 0,-1-1 0,0 1 0,1 0 0,-1 0 0,0-1 0,0 1 0,0 0 0,1 0 0,-1-1 0,0 1 0,0 0 0,0 0 0,0-1 0,0 1 0,0 0 0,0 0 0,-1 1 0,0-1 0,0 0 0,0 0 0,0 0 0,-1 0 0,1 0 0,0 0 0,-1 0 0,1 0 0,0-1 0,-1 1 0,1 0 0,-1-1 0,1 1 0,-3-1 0,-48 12-341,-71 6 0,105-15-342,-8 0-6143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9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24575,'13'16'0,"0"0"0,2-1 0,-1-1 0,2-1 0,0 0 0,26 16 0,-20-16 0,1-1 0,1-1 0,0-1 0,42 12 0,-61-20 0,0-1 0,0 0 0,0-1 0,0 1 0,0-1 0,0 0 0,0 0 0,1-1 0,-1 1 0,9-3 0,-12 2 0,-1 0 0,1 1 0,0-1 0,-1 0 0,1 0 0,0 0 0,-1 0 0,1 0 0,-1-1 0,1 1 0,-1 0 0,0-1 0,0 1 0,0-1 0,0 1 0,0-1 0,0 1 0,0-1 0,0 0 0,0 0 0,-1 1 0,1-1 0,-1 0 0,1 0 0,-1 0 0,0 0 0,0 1 0,0-1 0,0 0 0,0 0 0,0 0 0,-1-3 0,0-1 0,0-1 0,-1 1 0,0-1 0,0 1 0,0 0 0,-1 0 0,0 0 0,0 0 0,-1 1 0,-4-8 0,-2 2 0,-1-1 0,1 1 0,-17-12 0,19 19 0,10 11 0,10 12 0,-3-9 0,0 0 0,1-1 0,1 0 0,14 9 0,-20-14 0,2-1 0,-1 0 0,0 0 0,1 0 0,-1-1 0,1 0 0,0 0 0,-1-1 0,1 0 0,9 0 0,-10-1 0,0 0 0,0 0 0,0-1 0,0 0 0,0 0 0,0 0 0,-1-1 0,7-2 0,-10 3 0,0 0 0,0 1 0,-1-1 0,1 0 0,-1 0 0,1 0 0,-1-1 0,1 1 0,-1 0 0,0-1 0,1 1 0,-1 0 0,0-1 0,0 1 0,0-1 0,0 0 0,0 1 0,0-1 0,-1 0 0,1 0 0,-1 1 0,1-1 0,-1 0 0,1 0 0,-1 0 0,0 0 0,0 1 0,0-1 0,-1-3 0,0 0 0,1-6 0,0 11 0,0 0 0,0 0 0,0 0 0,0-1 0,1 1 0,-1 0 0,0 0 0,0 0 0,0 0 0,0 0 0,1 0 0,-1-1 0,0 1 0,0 0 0,1 0 0,-1 0 0,0 0 0,0 0 0,0 0 0,1 0 0,-1 0 0,0 0 0,0 0 0,1 0 0,-1 0 0,0 0 0,0 0 0,1 0 0,-1 0 0,0 0 0,0 0 0,1 0 0,-1 1 0,0-1 0,0 0 0,0 0 0,1 0 0,-1 0 0,0 0 0,0 1 0,1-1 0,16 8 0,1-1 0,0 0 0,1-2 0,-1 0 0,1-1 0,0-1 0,1 0 0,-1-2 0,21 0 0,-22-2-1365,-2 1-5461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9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 15 24575,'-119'-14'0,"106"13"0,1 1 0,-1 1 0,1 0 0,0 0 0,-1 2 0,1-1 0,-17 7 0,27-8 0,0-1 0,1 1 0,-1 0 0,1-1 0,-1 1 0,1 0 0,-1 0 0,1 0 0,0 0 0,-1 0 0,1 1 0,0-1 0,0 0 0,0 1 0,0-1 0,0 0 0,0 1 0,0-1 0,0 1 0,1 0 0,-1-1 0,1 1 0,-1 1 0,1-1 0,0 0 0,0 0 0,0 0 0,1 0 0,-1 0 0,1 0 0,-1 0 0,1-1 0,0 1 0,-1 0 0,1 0 0,0-1 0,0 1 0,0 0 0,1-1 0,-1 1 0,0-1 0,1 0 0,-1 1 0,3 1 0,4 3 0,0-1 0,1 0 0,0 0 0,-1 0 0,2-1 0,13 4 0,2-1 0,33 6 0,-38-10 0,0 0 0,36-2 0,-49-1 0,0 0 0,1-1 0,-1 0 0,0 0 0,1-1 0,-1 0 0,0 0 0,0-1 0,0 0 0,10-6 0,-17 9-1,1 0-1,-1 0 1,0 0-1,0-1 1,0 1-1,0 0 1,0 0-1,0 0 0,1 0 1,-1 0-1,0 0 1,0 0-1,0 0 1,0 0-1,0 0 1,0 0-1,0-1 1,0 1-1,0 0 1,0 0-1,1 0 1,-1 0-1,0 0 0,0 0 1,0-1-1,0 1 1,0 0-1,0 0 1,0 0-1,0 0 1,0 0-1,0 0 1,0-1-1,0 1 1,0 0-1,0 0 1,0 0-1,0 0 0,0 0 1,0 0-1,-1-1 1,-5-1 155,-10 0-1481,16 2 1199,-12 0-6698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49.9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24575,'117'227'0,"19"-12"0,-125-198-108,15 18 342,-25-33-334,1 0 1,-1-1 0,1 1-1,0-1 1,0 1-1,0-1 1,-1 0 0,2 1-1,-1-1 1,0 0 0,0-1-1,0 1 1,0 0-1,5 0 1,1-1-6727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0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292 32 24575,'-28'-8'0,"-11"-2"0,-2 3 0,4 3 0,3 2 0,4 3 0,6 3 0,4-1 0,5 3 0,3 0 0,1-2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0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24575,'90'23'0,"116"37"0,-260-111 0,50 46 0,-1 0 0,1-1 0,0 1 0,0-1 0,1 0 0,-1 0 0,-3-10 0,6 13 0,0 0 0,0 1 0,1-1 0,-1 0 0,1 0 0,-1 0 0,1 1 0,0-1 0,0 0 0,0 0 0,1 0 0,-1 1 0,0-1 0,1 0 0,0 0 0,0 1 0,0-1 0,0 0 0,0 1 0,1-1 0,1-2 0,-1 3 0,0 0 0,0 0 0,0 1 0,0-1 0,0 1 0,0-1 0,0 1 0,1 0 0,-1 0 0,0 0 0,1 0 0,-1 0 0,1 1 0,-1-1 0,1 1 0,0-1 0,-1 1 0,1 0 0,-1 0 0,1 0 0,-1 1 0,6 0 0,4 1 0,1 1 0,-1 1 0,14 5 0,36 15 0,74 30 0,-127-50 0,0 1 0,0 0 0,0 0 0,9 8 0,-15-11 0,-1 0 0,1 1 0,-1-1 0,0 1 0,1-1 0,-1 1 0,0 0 0,-1 0 0,1 0 0,0 0 0,-1 0 0,0 0 0,1 0 0,-1 1 0,-1-1 0,2 4 0,-2-6-57,0-1 0,0 1 1,0 0-1,0-1 0,0 1 0,0 0 0,0-1 0,0 1 0,0 0 0,0-1 0,-1 1 1,1 0-1,0-1 0,0 1 0,-1 0 0,1-1 0,0 1 0,-1-1 0,1 1 1,-1 0-1,1-1 0,-1 1 0,0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0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0 24575,'-2'3'0,"-2"3"0,1 5 0,3 4 0,2-1-8191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0.9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24575,'297'144'0,"-264"-127"0,62 31 0,-92-47-29,-4-3 100,-5-2-1478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1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0 24575,'-7'13'0,"-4"6"0,-1 3 0,-1 2 0,1 0 0,0-1 0,0-3 0,-1-2 0,-2 1 0,-3-3 0,1-1 0,2-4-8191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1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31 24575,'-28'-5'0,"-11"-2"0,-2 1 0,4 1 0,5 1 0,6 2 0,7 0-8191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2.2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24575,'8'23'0,"2"0"0,26 43 0,-30-57 0,0 0 0,1 0 0,0 0 0,1-1 0,-1-1 0,2 1 0,-1-1 0,1-1 0,13 9 0,-19-14 0,0 1 0,1 0 0,0-1 0,-1 0 0,1 0 0,0 0 0,-1 0 0,1-1 0,0 1 0,0-1 0,0 0 0,0 0 0,0 0 0,-1-1 0,1 1 0,0-1 0,0 0 0,-1 0 0,1-1 0,0 1 0,-1-1 0,1 1 0,-1-1 0,0 0 0,0 0 0,1-1 0,-2 1 0,1-1 0,0 1 0,0-1 0,-1 0 0,1 0 0,-1 0 0,0 0 0,0-1 0,0 1 0,0-1 0,1-5 0,0 0 0,-1 0 0,0 0 0,0 0 0,-1-1 0,0 1 0,-1 0 0,0 0 0,0-1 0,-1 1 0,0 0 0,-3-11 0,-5-15 0,-21-51 0,21 62 0,8 21-170,0 1-1,0-1 0,0 1 1,0 0-1,0 0 0,-1 0 1,-2-4-1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2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135 151 24575,'-5'-22'0,"0"-1"0,-2-24 0,7 45 0,-1-1 0,1 0 0,-1 1 0,1-1 0,-1 1 0,0-1 0,0 1 0,0-1 0,0 1 0,0 0 0,-1-1 0,1 1 0,-1 0 0,1 0 0,-1 0 0,0 0 0,0 0 0,0 0 0,-4-2 0,2 2 0,1 1 0,-1-1 0,0 1 0,0 0 0,1 0 0,-1 0 0,0 0 0,0 1 0,0 0 0,0-1 0,0 1 0,-6 1 0,8-1 0,1 1 0,-1-1 0,1 0 0,-1 0 0,1 1 0,-1-1 0,1 1 0,0-1 0,-1 1 0,1 0 0,0-1 0,-1 1 0,1 0 0,0 0 0,0 0 0,0 0 0,0 0 0,0 0 0,-2 3 0,2-2 0,0-1 0,0 1 0,1 1 0,-1-1 0,1 0 0,-1 0 0,1 0 0,0 0 0,-1 0 0,1 0 0,0 1 0,1 2 0,0 2 0,0 0 0,1 1 0,0-1 0,0 0 0,1 0 0,7 12 0,-4-8 0,1-1 0,1 0 0,0 0 0,0-1 0,1 0 0,1-1 0,-1 0 0,21 13 0,-13-10 0,1-1 0,1 0 0,0-2 0,32 10 0,-49-17 7,1 0 0,0-1 0,0 1 0,0-1 0,0 1 1,0-1-1,0 0 0,0 0 0,0-1 0,0 1 0,0-1 0,0 1 0,0-1 0,0 0 0,0 0 0,4-2 0,-4 0-142,1 1 0,0-1 0,-1 0 0,1 0 0,-1 0 0,0-1 0,0 1 0,0-1 0,0 1 0,2-6 0,0 0-6691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3.1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1 24575,'-25'20'0,"-6"9"0,5 2 0,9-1 0,11-1 0,8-3 0,9-4 0,5-2 0,5-3 0,1-4 0,0-1 0,-2-4 0,-1-2 0,-2-3 0,-3-1-8191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3.4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24575,'10'30'0,"6"15"0,3 5 0,2-1 0,2-4 0,0-2 0,0-3 0,1-4 0,-2-2 0,1-3 0,-1-3 0,-1-5 0,-5-3 0,-3-3 0,-3-4-8191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3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27 24575,'-23'-8'0,"-12"1"0,-3 1 0,3 1 0,2 5 0,4 1 0,2 2 0,3-1 0,1 0 0,1 2 0,3 1 0,1-2 0,2 0 0,3-1-8191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4.3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150 418 24575,'-9'-4'0,"-43"-15"0,46 17 0,0 1 0,0 0 0,0 0 0,0 1 0,0-1 0,0 1 0,-6 1 0,11-1 0,-1 0 0,1 0 0,-1 1 0,1-1 0,-1 0 0,1 1 0,-1-1 0,1 1 0,-1 0 0,1-1 0,0 1 0,-1 0 0,1 0 0,0 0 0,0 0 0,0 0 0,-1 0 0,1 0 0,0 0 0,0 1 0,1-1 0,-1 0 0,0 1 0,0-1 0,1 0 0,-1 1 0,0-1 0,1 1 0,0-1 0,-1 1 0,1-1 0,0 1 0,0 0 0,0-1 0,0 1 0,0-1 0,0 1 0,0-1 0,0 1 0,1-1 0,0 3 0,0 2 0,1 0 0,0 0 0,0-1 0,1 1 0,-1-1 0,1 1 0,1-1 0,-1 0 0,7 7 0,-7-8 0,0-1 0,0 0 0,1 0 0,-1-1 0,1 1 0,-1-1 0,1 0 0,0 0 0,0 0 0,0 0 0,0-1 0,1 1 0,-1-1 0,0 0 0,0 0 0,7 0 0,-7-2 0,-1 1 0,0 0 0,0-1 0,1 1 0,-1-1 0,0 0 0,0 0 0,0-1 0,0 1 0,0 0 0,0-1 0,0 0 0,-1 0 0,1 0 0,0 0 0,-1 0 0,0 0 0,1-1 0,-1 1 0,0-1 0,0 1 0,2-6 0,-1 4 0,-1 0 0,0 0 0,0 0 0,0 0 0,-1-1 0,0 1 0,1 0 0,-1-1 0,-1 1 0,1-1 0,-1 1 0,0-1 0,0 0 0,-1-6 0,0 6 0,0 0 0,-1 0 0,1 1 0,-1-1 0,-1 0 0,1 0 0,-1 1 0,1 0 0,-1-1 0,0 1 0,-1 0 0,-5-5 0,9 9 0,-12-12 0,-17-12 0,27 22 0,-1 0 0,0 0 0,0 0 0,0 0 0,0 1 0,-1-1 0,1 1 0,0 0 0,0 0 0,-1 0 0,1 0 0,-7 0 0,10 1 0,1 0 0,-1 1 0,0-1 0,0 0 0,0 0 0,1 0 0,-1 0 0,0 1 0,0-1 0,0 0 0,0 0 0,1 0 0,-1 1 0,0-1 0,0 0 0,0 0 0,0 1 0,0-1 0,0 0 0,0 0 0,0 1 0,0-1 0,0 0 0,0 0 0,0 1 0,0-1 0,0 0 0,0 1 0,0-1 0,0 0 0,0 0 0,0 1 0,0-1 0,0 0 0,0 0 0,0 1 0,0-1 0,-1 0 0,1 0 0,0 0 0,0 1 0,0-1 0,0 0 0,-1 0 0,1 0 0,0 0 0,0 1 0,0-1 0,-1 0 0,1 0 0,0 0 0,0 0 0,-1 0 0,1 0 0,0 0 0,0 1 0,-1-1 0,1 0 0,0 0 0,-1 0 0,1 0 0,0 0 0,0 0 0,-1 0 0,1 0 0,0-1 0,-1 1 0,17 13 0,12-1 0,-1-1 0,2-1 0,56 12 0,-17-4 0,97 24 0,-163-41 0,0-1 0,-1 0 0,1 1 0,-1-1 0,1 0 0,-1 0 0,1 0 0,-1 0 0,1 0 0,0 0 0,-1 0 0,1 0 0,-1-1 0,1 1 0,-1-1 0,1 1 0,-1-1 0,1 0 0,2-1 0,-3 1 0,-1 0 0,1-1 0,0 1 0,0 0 0,-1-1 0,1 1 0,-1 0 0,1-1 0,-1 1 0,1-1 0,-1 1 0,0-1 0,0 1 0,0-1 0,0 1 0,0-1 0,0 1 0,0-1 0,0 1 0,-1-1 0,0-1 0,-1-5 0,0-1 0,-1 1 0,0 0 0,0-1 0,-8-11 0,-27-37 0,16 25 0,8 12 0,-3-5 0,-23-46 0,36 63 0,1 0 0,0 0 0,0-1 0,1 1 0,0-1 0,0 1 0,1-1 0,0 0 0,1 0 0,0-12 0,0 19 3,1 1 0,-1-1 0,0 1 1,1 0-1,-1-1 0,0 1 0,1 0 0,0-1 0,-1 1 0,1 0 0,0 0 0,-1-1 0,1 1 0,0 0 0,0 0 0,0 0 0,0 0 1,0 0-1,0 0 0,0 1 0,1-1 0,-1 0 0,0 0 0,0 1 0,1-1 0,-1 1 0,0-1 0,1 1 0,-1 0 0,1-1 0,-1 1 1,0 0-1,1 0 0,-1 0 0,1 0 0,-1 0 0,0 0 0,2 1 0,4 0-189,-1 0 1,0 0-1,0 1 0,0 0 1,0 0-1,0 1 1,6 3-1,5 3-6640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5.2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99 24575,'98'83'0,"-94"-81"0,4 5 0,1-1 0,0 0 0,0 0 0,19 8 0,-26-13 0,0 0 0,0-1 0,0 1 0,1-1 0,-1 1 0,0-1 0,0 0 0,0 1 0,0-1 0,0 0 0,0-1 0,1 1 0,-1 0 0,0 0 0,0-1 0,0 0 0,0 1 0,0-1 0,0 0 0,0 0 0,0 0 0,0 0 0,-1 0 0,1 0 0,0-1 0,-1 1 0,1-1 0,0 1 0,-1-1 0,0 1 0,2-4 0,0 0 0,0 0 0,-1 0 0,0 0 0,0-1 0,0 1 0,0-1 0,-1 1 0,0-1 0,0 0 0,-1 1 0,0-1 0,0 0 0,0 0 0,0 1 0,-1-1 0,-2-9 0,-1 0 0,-1 0 0,0 1 0,-1 0 0,0 0 0,-10-15 0,26 43 0,1-1 0,0 0 0,0-1 0,2 0 0,-1-1 0,1 0 0,1-1 0,0-1 0,1 0 0,-1-1 0,24 9 0,-29-13 0,1-1 0,-1-1 0,1 0 0,-1 0 0,17 1 0,-23-3 0,0-1 0,-1 1 0,1 0 0,0-1 0,0 1 0,-1-1 0,1 0 0,-1 0 0,1 0 0,-1 0 0,1-1 0,-1 1 0,1-1 0,-1 1 0,0-1 0,0 0 0,0 0 0,0 0 0,0 0 0,-1 0 0,1 0 0,0 0 0,-1-1 0,3-4 0,-3 3 0,1 0 0,-1 0 0,0 0 0,0 0 0,0-1 0,0 1 0,-1 0 0,0-1 0,0 1 0,0 0 0,0 0 0,-1-1 0,0 1 0,0 0 0,0-1 0,-2-5 0,-4-15 0,7 25 0,0 0 0,0-1 0,0 1 0,0 0 0,0 0 0,0 0 0,0-1 0,0 1 0,0 0 0,0 0 0,0-1 0,0 1 0,0 0 0,0 0 0,0-1 0,0 1 0,0 0 0,0 0 0,0-1 0,1 1 0,-1 0 0,0 0 0,0 0 0,0-1 0,0 1 0,0 0 0,1 0 0,-1 0 0,0 0 0,0-1 0,0 1 0,0 0 0,1 0 0,-1 0 0,0 0 0,0 0 0,1 0 0,-1 0 0,0 0 0,0-1 0,0 1 0,1 0 0,-1 0 0,0 0 0,0 0 0,1 0 0,-1 0 0,0 0 0,0 0 0,1 0 0,-1 1 0,0-1 0,0 0 0,1 0 0,-1 0 0,0 0 0,0 0 0,0 0 0,1 0 0,-1 1 0,0-1 0,0 0 0,0 0 0,17 9 0,-17-9 0,20 14 0,-4-3 0,1 0 0,0-1 0,22 8 0,-16-8-227,1-1-1,0-1 1,0-1-1,0-1 1,44 4-1,-53-10-6598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6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7 598 24575,'-6'-14'0,"5"12"0,4 4 0,3 6 0,0-2 0,-1-1 0,1 0 0,0 0 0,0-1 0,1 0 0,-1 0 0,1 0 0,0-1 0,8 3 0,-10-4 0,-1-1 0,1 1 0,0-1 0,0 0 0,-1-1 0,1 1 0,0-1 0,0 0 0,0-1 0,-1 1 0,1-1 0,0 1 0,0-2 0,-1 1 0,8-3 0,-9 2 0,0 1 0,-1-1 0,0 0 0,1 0 0,-1 0 0,0-1 0,0 1 0,0 0 0,0-1 0,0 1 0,-1-1 0,1 0 0,-1 1 0,0-1 0,0 0 0,0 0 0,1-5 0,11-20 0,-13 27 0,0 1 0,1 0 0,-1 0 0,1 0 0,-1-1 0,0 1 0,1 0 0,-1 0 0,1 0 0,-1 0 0,1 0 0,-1-1 0,0 1 0,1 0 0,-1 0 0,1 0 0,-1 0 0,1 0 0,-1 1 0,1-1 0,-1 0 0,0 0 0,1 0 0,-1 0 0,1 0 0,-1 1 0,1-1 0,-1 0 0,0 0 0,1 0 0,-1 1 0,0-1 0,1 0 0,-1 1 0,0-1 0,1 0 0,-1 1 0,17 16 0,-13-13 0,7 8 0,1-2 0,0 1 0,0-2 0,20 12 0,-26-17 0,1-1 0,0 1 0,0-1 0,0-1 0,1 1 0,-1-1 0,0-1 0,1 1 0,0-1 0,-1-1 0,10 1 0,-14-1 0,-1-1 0,1 1 0,-1 0 0,1-1 0,-1 1 0,1-1 0,-1 0 0,1 0 0,-1 0 0,0 0 0,0 0 0,1-1 0,-1 1 0,0 0 0,0-1 0,0 0 0,2-2 0,-2 1 0,-1 1 0,1-1 0,0 0 0,0-1 0,-1 1 0,0 0 0,0 0 0,0-1 0,0 1 0,0 0 0,0-5 0,-1-7 0,0-1 0,-1 1 0,0 0 0,-6-24 0,6 31 0,-12-58 0,-4 0 0,-31-84 0,27 96 0,-18-78 0,38 128 17,0 1 0,0 0 1,0 0-1,0 0 0,-1 0 0,-1-4 0,2 7-57,1-1 0,0 1 0,-1-1-1,1 0 1,-1 1 0,1-1 0,-1 1 0,1-1 0,-1 1 0,1-1 0,-1 1-1,1 0 1,-1-1 0,1 1 0,-1 0 0,0-1 0,1 1 0,-1 0-1,0 0 1,1 0 0,-1 0 0,0-1 0,1 1 0,-1 0 0,0 0-1,1 0 1,-1 0 0,0 0 0,1 1 0,-1-1 0,0 0 0,1 0 0,-1 0-1,0 1 1,1-1 0,-2 1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6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24575,'0'2'0,"0"28"0,1 0 0,7 38 0,2-32 0,1 0 0,24 54 0,-24-70 0,0 0 0,1-1 0,1 0 0,0-1 0,2 0 0,0-2 0,1 1 0,1-2 0,0 0 0,1-1 0,0-1 0,1-1 0,1 0 0,25 10 0,-25-13 60,39 12 0,-52-19-195,-1 0 0,1-1 0,-1 0 0,1 0 0,0-1 0,0 0 0,-1 0 0,1 0 0,0-1 0,9-2 0,-7 0-6691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6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24575,'13'30'0,"6"17"0,3 9 0,2 2 0,0-4 0,-2-3 0,1-6 0,-2-5 0,-1-5 0,-4-2 0,-3-3 0,0-4 0,-4-3 0,-2-4 0,0-2 0,-1-4-8191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6.8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325 100 24575,'-26'-17'0,"-12"-7"0,-6 2 0,3 4 0,3 5 0,3 8 0,2 4 0,5 3 0,4 3 0,7 1-8191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5:57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6:48.6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57 121 24575,'0'-5'0,"0"1"0,-1 1 0,1-1 0,0 0 0,0 1 0,1-1 0,-1 1 0,1-1 0,0 0 0,0 1 0,0 0 0,0-1 0,1 1 0,-1 0 0,1-1 0,0 1 0,3-4 0,-1 2 0,1 1 0,0-1 0,0 1 0,0 0 0,0 1 0,1-1 0,-1 1 0,1 0 0,0 0 0,9-2 0,-5 2 0,-1 1 0,1 0 0,-1 1 0,1 0 0,-1 1 0,16 1 0,-9 0 0,1 2 0,-1 0 0,0 1 0,0 1 0,-1 0 0,1 1 0,-1 1 0,16 9 0,-21-10 0,0 1 0,-1 1 0,1-1 0,-2 2 0,1-1 0,-1 1 0,0 0 0,-1 1 0,0 0 0,0 0 0,-1 0 0,-1 1 0,1 0 0,-2 0 0,0 1 0,0-1 0,3 22 0,-6-28 0,-1 0 0,0 0 0,-1 1 0,1-1 0,-1 0 0,0 0 0,0 0 0,-1 0 0,0 0 0,0 0 0,0-1 0,0 1 0,0 0 0,-1-1 0,0 0 0,0 0 0,0 0 0,-1 0 0,0 0 0,1 0 0,-1-1 0,-5 3 0,-1 2 0,-1 0 0,-1-1 0,1-1 0,-1 0 0,-1-1 0,1 0 0,-21 5 0,21-8 0,0 0 0,0-1 0,0 0 0,0-1 0,0-1 0,0 0 0,-1-1 0,2 0 0,-1 0 0,0-1 0,0-1 0,1 0 0,0-1 0,0 0 0,-13-8 0,12 6 0,1 0 0,0-1 0,0 0 0,1 0 0,0-1 0,1-1 0,0 0 0,0 0 0,1 0 0,0-1 0,1-1 0,1 1 0,-10-23 0,14 29 8,1 0 0,0 0 0,0-1 0,0 1 0,1-1 0,-1 1 0,1-1 0,1 1 0,-1 0 0,1-1 0,0 1 0,0-1 0,0 1 0,4-7 0,-3 7-91,0 1 1,0 0-1,0 0 1,0 0-1,1 0 1,0 0-1,0 1 1,0-1-1,0 1 1,1 0-1,-1 0 1,1 0-1,0 0 1,-1 1-1,1-1 1,1 1-1,4-2 1,3 0-6744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6:49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44 24575,'8'-6'0,"1"1"0,0 0 0,0 0 0,1 1 0,-1 0 0,1 1 0,0 0 0,0 0 0,0 1 0,0 1 0,0 0 0,0 0 0,0 1 0,1 0 0,-1 0 0,0 1 0,13 4 0,-5-1 0,0 1 0,0 0 0,0 2 0,-1 0 0,0 1 0,-1 0 0,0 2 0,25 18 0,-26-16 0,-1 0 0,0 1 0,21 25 0,-31-34 0,-1 0 0,0 1 0,0-1 0,-1 1 0,1 0 0,-1-1 0,0 1 0,0 0 0,-1 0 0,1 0 0,-1 1 0,0-1 0,0 0 0,-1 0 0,0 1 0,0-1 0,0 0 0,-1 7 0,0-8 0,-1 1 0,0-1 0,0 0 0,0 0 0,0 0 0,0 0 0,-1 0 0,0 0 0,1-1 0,-2 0 0,1 1 0,0-1 0,0 0 0,-1 0 0,0-1 0,0 1 0,0-1 0,0 0 0,0 0 0,-8 3 0,-1-1 0,0 0 0,0-1 0,0 0 0,0-1 0,-26 1 0,14-4 0,0-1 0,0-1 0,1-1 0,-1-1 0,1-1 0,0-1 0,1-2 0,0 0 0,-38-21 0,51 24 0,-1 0 0,1-1 0,1 0 0,-1-1 0,1 0 0,0 0 0,-8-12 0,14 17 0,1 0 0,0 0 0,0-1 0,0 1 0,0-1 0,1 1 0,-1-1 0,1 1 0,0-1 0,0 0 0,0 0 0,1 0 0,-1 1 0,1-1 0,0 0 0,0 0 0,0 0 0,1 0 0,-1 1 0,1-1 0,0 0 0,0 0 0,1 1 0,-1-1 0,1 1 0,2-5 0,0 0 0,2 1 0,-1 0 0,1 0 0,0 1 0,0 0 0,1 0 0,9-7 0,-5 5 0,0 1 0,1 0 0,0 0 0,13-4 0,-20 10-105,-1-1 0,1 1 0,-1 0 0,1 1 0,0-1 0,-1 1 0,1 0 0,-1 0 0,1 1 0,0-1 0,-1 1 0,6 2 0,2 0-6721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46:50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283 18 24575,'27'-5'0,"0"1"0,0 2 0,0 0 0,43 3 0,-61 0 0,0 0 0,0 1 0,0 0 0,0 0 0,-1 1 0,1 0 0,-1 1 0,1-1 0,-1 2 0,0-1 0,-1 1 0,1 0 0,-1 1 0,0 0 0,0 0 0,-1 0 0,9 11 0,-11-10 0,1-1 0,-1 1 0,0-1 0,-1 1 0,0 0 0,0 1 0,0-1 0,2 11 0,-5-14 0,1 0 0,-1 0 0,0 0 0,0 0 0,0 1 0,0-1 0,-1 0 0,0 0 0,1 0 0,-2 0 0,1 0 0,0 0 0,-1 0 0,0-1 0,0 1 0,0 0 0,-3 3 0,-2 1 0,0 0 0,0-1 0,0 0 0,-1-1 0,-1 1 0,1-2 0,-1 1 0,0-1 0,0 0 0,0-1 0,-17 6 0,2-3 0,0-1 0,0-1 0,-44 4 0,47-8 0,0-1 0,0-1 0,-1 0 0,1-2 0,1-1 0,-1 0 0,0-2 0,1 0 0,0-1 0,0-1 0,1-1 0,-28-17 0,40 21 0,0 0 0,0-1 0,1 1 0,0-1 0,0-1 0,0 1 0,1-1 0,0 0 0,0 0 0,-6-12 0,10 15 0,-1 1 0,1-1 0,0 1 0,0-1 0,0 0 0,1 0 0,-1 1 0,1-1 0,0 0 0,0 0 0,0 1 0,0-1 0,1 0 0,0 0 0,0 1 0,0-1 0,0 0 0,0 1 0,1-1 0,-1 1 0,1 0 0,0-1 0,0 1 0,0 0 0,5-5 0,1 0 0,0 0 0,1 1 0,0 0 0,0 1 0,1 0 0,0 0 0,0 1 0,0 0 0,0 1 0,1 0 0,13-3 0,-4 2 0,1 1 0,-1 1 0,1 1 0,0 1 0,25 2 0,-20 2-1365,-5 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22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image" Target="../media/image80.png"/><Relationship Id="rId170" Type="http://schemas.openxmlformats.org/officeDocument/2006/relationships/customXml" Target="../ink/ink85.xml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26" Type="http://schemas.openxmlformats.org/officeDocument/2006/relationships/customXml" Target="../ink/ink113.xml"/><Relationship Id="rId247" Type="http://schemas.openxmlformats.org/officeDocument/2006/relationships/image" Target="../media/image124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customXml" Target="../ink/ink80.xml"/><Relationship Id="rId181" Type="http://schemas.openxmlformats.org/officeDocument/2006/relationships/image" Target="../media/image91.png"/><Relationship Id="rId216" Type="http://schemas.openxmlformats.org/officeDocument/2006/relationships/customXml" Target="../ink/ink108.xml"/><Relationship Id="rId237" Type="http://schemas.openxmlformats.org/officeDocument/2006/relationships/image" Target="../media/image119.png"/><Relationship Id="rId258" Type="http://schemas.openxmlformats.org/officeDocument/2006/relationships/customXml" Target="../ink/ink129.xml"/><Relationship Id="rId22" Type="http://schemas.openxmlformats.org/officeDocument/2006/relationships/image" Target="../media/image12.png"/><Relationship Id="rId43" Type="http://schemas.openxmlformats.org/officeDocument/2006/relationships/customXml" Target="../ink/ink21.xml"/><Relationship Id="rId64" Type="http://schemas.openxmlformats.org/officeDocument/2006/relationships/image" Target="../media/image33.png"/><Relationship Id="rId118" Type="http://schemas.openxmlformats.org/officeDocument/2006/relationships/customXml" Target="../ink/ink59.xml"/><Relationship Id="rId139" Type="http://schemas.openxmlformats.org/officeDocument/2006/relationships/image" Target="../media/image70.png"/><Relationship Id="rId85" Type="http://schemas.openxmlformats.org/officeDocument/2006/relationships/customXml" Target="../ink/ink42.xml"/><Relationship Id="rId150" Type="http://schemas.openxmlformats.org/officeDocument/2006/relationships/customXml" Target="../ink/ink75.xml"/><Relationship Id="rId171" Type="http://schemas.openxmlformats.org/officeDocument/2006/relationships/image" Target="../media/image86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4.png"/><Relationship Id="rId248" Type="http://schemas.openxmlformats.org/officeDocument/2006/relationships/customXml" Target="../ink/ink124.xml"/><Relationship Id="rId12" Type="http://schemas.openxmlformats.org/officeDocument/2006/relationships/image" Target="../media/image7.png"/><Relationship Id="rId33" Type="http://schemas.openxmlformats.org/officeDocument/2006/relationships/customXml" Target="../ink/ink16.xml"/><Relationship Id="rId108" Type="http://schemas.openxmlformats.org/officeDocument/2006/relationships/image" Target="../media/image55.png"/><Relationship Id="rId129" Type="http://schemas.openxmlformats.org/officeDocument/2006/relationships/image" Target="../media/image65.png"/><Relationship Id="rId54" Type="http://schemas.openxmlformats.org/officeDocument/2006/relationships/image" Target="../media/image28.png"/><Relationship Id="rId75" Type="http://schemas.openxmlformats.org/officeDocument/2006/relationships/customXml" Target="../ink/ink37.xml"/><Relationship Id="rId96" Type="http://schemas.openxmlformats.org/officeDocument/2006/relationships/image" Target="../media/image49.png"/><Relationship Id="rId140" Type="http://schemas.openxmlformats.org/officeDocument/2006/relationships/customXml" Target="../ink/ink70.xml"/><Relationship Id="rId161" Type="http://schemas.openxmlformats.org/officeDocument/2006/relationships/image" Target="../media/image81.png"/><Relationship Id="rId182" Type="http://schemas.openxmlformats.org/officeDocument/2006/relationships/customXml" Target="../ink/ink91.xml"/><Relationship Id="rId217" Type="http://schemas.openxmlformats.org/officeDocument/2006/relationships/image" Target="../media/image109.png"/><Relationship Id="rId6" Type="http://schemas.openxmlformats.org/officeDocument/2006/relationships/image" Target="../media/image4.png"/><Relationship Id="rId238" Type="http://schemas.openxmlformats.org/officeDocument/2006/relationships/customXml" Target="../ink/ink119.xml"/><Relationship Id="rId259" Type="http://schemas.openxmlformats.org/officeDocument/2006/relationships/image" Target="../media/image130.png"/><Relationship Id="rId23" Type="http://schemas.openxmlformats.org/officeDocument/2006/relationships/customXml" Target="../ink/ink11.xml"/><Relationship Id="rId119" Type="http://schemas.openxmlformats.org/officeDocument/2006/relationships/image" Target="../media/image60.png"/><Relationship Id="rId44" Type="http://schemas.openxmlformats.org/officeDocument/2006/relationships/image" Target="../media/image23.png"/><Relationship Id="rId65" Type="http://schemas.openxmlformats.org/officeDocument/2006/relationships/customXml" Target="../ink/ink32.xml"/><Relationship Id="rId86" Type="http://schemas.openxmlformats.org/officeDocument/2006/relationships/image" Target="../media/image44.png"/><Relationship Id="rId130" Type="http://schemas.openxmlformats.org/officeDocument/2006/relationships/customXml" Target="../ink/ink65.xml"/><Relationship Id="rId151" Type="http://schemas.openxmlformats.org/officeDocument/2006/relationships/image" Target="../media/image76.png"/><Relationship Id="rId172" Type="http://schemas.openxmlformats.org/officeDocument/2006/relationships/customXml" Target="../ink/ink86.xml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28" Type="http://schemas.openxmlformats.org/officeDocument/2006/relationships/customXml" Target="../ink/ink114.xml"/><Relationship Id="rId249" Type="http://schemas.openxmlformats.org/officeDocument/2006/relationships/image" Target="../media/image125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customXml" Target="../ink/ink130.xml"/><Relationship Id="rId34" Type="http://schemas.openxmlformats.org/officeDocument/2006/relationships/image" Target="../media/image18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20" Type="http://schemas.openxmlformats.org/officeDocument/2006/relationships/customXml" Target="../ink/ink60.xml"/><Relationship Id="rId141" Type="http://schemas.openxmlformats.org/officeDocument/2006/relationships/image" Target="../media/image71.png"/><Relationship Id="rId7" Type="http://schemas.openxmlformats.org/officeDocument/2006/relationships/customXml" Target="../ink/ink3.xml"/><Relationship Id="rId162" Type="http://schemas.openxmlformats.org/officeDocument/2006/relationships/customXml" Target="../ink/ink81.xml"/><Relationship Id="rId183" Type="http://schemas.openxmlformats.org/officeDocument/2006/relationships/image" Target="../media/image92.png"/><Relationship Id="rId218" Type="http://schemas.openxmlformats.org/officeDocument/2006/relationships/customXml" Target="../ink/ink109.xml"/><Relationship Id="rId239" Type="http://schemas.openxmlformats.org/officeDocument/2006/relationships/image" Target="../media/image120.png"/><Relationship Id="rId250" Type="http://schemas.openxmlformats.org/officeDocument/2006/relationships/customXml" Target="../ink/ink125.xml"/><Relationship Id="rId24" Type="http://schemas.openxmlformats.org/officeDocument/2006/relationships/image" Target="../media/image13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31" Type="http://schemas.openxmlformats.org/officeDocument/2006/relationships/image" Target="../media/image66.png"/><Relationship Id="rId152" Type="http://schemas.openxmlformats.org/officeDocument/2006/relationships/customXml" Target="../ink/ink76.xml"/><Relationship Id="rId173" Type="http://schemas.openxmlformats.org/officeDocument/2006/relationships/image" Target="../media/image87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5.png"/><Relationship Id="rId240" Type="http://schemas.openxmlformats.org/officeDocument/2006/relationships/customXml" Target="../ink/ink120.xml"/><Relationship Id="rId261" Type="http://schemas.openxmlformats.org/officeDocument/2006/relationships/image" Target="../media/image131.png"/><Relationship Id="rId14" Type="http://schemas.openxmlformats.org/officeDocument/2006/relationships/image" Target="../media/image8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8" Type="http://schemas.openxmlformats.org/officeDocument/2006/relationships/image" Target="../media/image5.png"/><Relationship Id="rId98" Type="http://schemas.openxmlformats.org/officeDocument/2006/relationships/image" Target="../media/image50.png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163" Type="http://schemas.openxmlformats.org/officeDocument/2006/relationships/image" Target="../media/image82.png"/><Relationship Id="rId184" Type="http://schemas.openxmlformats.org/officeDocument/2006/relationships/customXml" Target="../ink/ink92.xml"/><Relationship Id="rId219" Type="http://schemas.openxmlformats.org/officeDocument/2006/relationships/image" Target="../media/image110.png"/><Relationship Id="rId230" Type="http://schemas.openxmlformats.org/officeDocument/2006/relationships/customXml" Target="../ink/ink115.xml"/><Relationship Id="rId251" Type="http://schemas.openxmlformats.org/officeDocument/2006/relationships/image" Target="../media/image126.png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220" Type="http://schemas.openxmlformats.org/officeDocument/2006/relationships/customXml" Target="../ink/ink110.xml"/><Relationship Id="rId241" Type="http://schemas.openxmlformats.org/officeDocument/2006/relationships/image" Target="../media/image121.png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78" Type="http://schemas.openxmlformats.org/officeDocument/2006/relationships/image" Target="../media/image40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64" Type="http://schemas.openxmlformats.org/officeDocument/2006/relationships/customXml" Target="../ink/ink82.xml"/><Relationship Id="rId185" Type="http://schemas.openxmlformats.org/officeDocument/2006/relationships/image" Target="../media/image93.png"/><Relationship Id="rId9" Type="http://schemas.openxmlformats.org/officeDocument/2006/relationships/customXml" Target="../ink/ink4.xml"/><Relationship Id="rId210" Type="http://schemas.openxmlformats.org/officeDocument/2006/relationships/customXml" Target="../ink/ink105.xml"/><Relationship Id="rId26" Type="http://schemas.openxmlformats.org/officeDocument/2006/relationships/image" Target="../media/image14.png"/><Relationship Id="rId231" Type="http://schemas.openxmlformats.org/officeDocument/2006/relationships/image" Target="../media/image116.png"/><Relationship Id="rId252" Type="http://schemas.openxmlformats.org/officeDocument/2006/relationships/customXml" Target="../ink/ink126.xml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image" Target="../media/image9.png"/><Relationship Id="rId221" Type="http://schemas.openxmlformats.org/officeDocument/2006/relationships/image" Target="../media/image111.png"/><Relationship Id="rId242" Type="http://schemas.openxmlformats.org/officeDocument/2006/relationships/customXml" Target="../ink/ink121.xml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image" Target="../media/image46.png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211" Type="http://schemas.openxmlformats.org/officeDocument/2006/relationships/image" Target="../media/image106.png"/><Relationship Id="rId232" Type="http://schemas.openxmlformats.org/officeDocument/2006/relationships/customXml" Target="../ink/ink116.xml"/><Relationship Id="rId253" Type="http://schemas.openxmlformats.org/officeDocument/2006/relationships/image" Target="../media/image127.png"/><Relationship Id="rId27" Type="http://schemas.openxmlformats.org/officeDocument/2006/relationships/customXml" Target="../ink/ink13.xml"/><Relationship Id="rId48" Type="http://schemas.openxmlformats.org/officeDocument/2006/relationships/image" Target="../media/image25.png"/><Relationship Id="rId69" Type="http://schemas.openxmlformats.org/officeDocument/2006/relationships/customXml" Target="../ink/ink34.xml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image" Target="../media/image41.png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image" Target="../media/image99.png"/><Relationship Id="rId201" Type="http://schemas.openxmlformats.org/officeDocument/2006/relationships/image" Target="../media/image101.png"/><Relationship Id="rId222" Type="http://schemas.openxmlformats.org/officeDocument/2006/relationships/customXml" Target="../ink/ink111.xml"/><Relationship Id="rId243" Type="http://schemas.openxmlformats.org/officeDocument/2006/relationships/image" Target="../media/image122.png"/><Relationship Id="rId17" Type="http://schemas.openxmlformats.org/officeDocument/2006/relationships/customXml" Target="../ink/ink8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customXml" Target="../ink/ink62.xml"/><Relationship Id="rId70" Type="http://schemas.openxmlformats.org/officeDocument/2006/relationships/image" Target="../media/image36.png"/><Relationship Id="rId91" Type="http://schemas.openxmlformats.org/officeDocument/2006/relationships/customXml" Target="../ink/ink45.xml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7.png"/><Relationship Id="rId254" Type="http://schemas.openxmlformats.org/officeDocument/2006/relationships/customXml" Target="../ink/ink127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customXml" Target="../ink/ink57.xml"/><Relationship Id="rId60" Type="http://schemas.openxmlformats.org/officeDocument/2006/relationships/image" Target="../media/image31.png"/><Relationship Id="rId81" Type="http://schemas.openxmlformats.org/officeDocument/2006/relationships/customXml" Target="../ink/ink40.xml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2.png"/><Relationship Id="rId244" Type="http://schemas.openxmlformats.org/officeDocument/2006/relationships/customXml" Target="../ink/ink122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50" Type="http://schemas.openxmlformats.org/officeDocument/2006/relationships/image" Target="../media/image26.png"/><Relationship Id="rId104" Type="http://schemas.openxmlformats.org/officeDocument/2006/relationships/image" Target="../media/image53.png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13" Type="http://schemas.openxmlformats.org/officeDocument/2006/relationships/image" Target="../media/image107.png"/><Relationship Id="rId234" Type="http://schemas.openxmlformats.org/officeDocument/2006/relationships/customXml" Target="../ink/ink117.xml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55" Type="http://schemas.openxmlformats.org/officeDocument/2006/relationships/image" Target="../media/image128.png"/><Relationship Id="rId40" Type="http://schemas.openxmlformats.org/officeDocument/2006/relationships/image" Target="../media/image21.png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9" Type="http://schemas.openxmlformats.org/officeDocument/2006/relationships/image" Target="../media/image100.png"/><Relationship Id="rId203" Type="http://schemas.openxmlformats.org/officeDocument/2006/relationships/image" Target="../media/image102.png"/><Relationship Id="rId19" Type="http://schemas.openxmlformats.org/officeDocument/2006/relationships/customXml" Target="../ink/ink9.xml"/><Relationship Id="rId224" Type="http://schemas.openxmlformats.org/officeDocument/2006/relationships/customXml" Target="../ink/ink112.xml"/><Relationship Id="rId245" Type="http://schemas.openxmlformats.org/officeDocument/2006/relationships/image" Target="../media/image123.png"/><Relationship Id="rId30" Type="http://schemas.openxmlformats.org/officeDocument/2006/relationships/image" Target="../media/image16.png"/><Relationship Id="rId105" Type="http://schemas.openxmlformats.org/officeDocument/2006/relationships/customXml" Target="../ink/ink52.xml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189" Type="http://schemas.openxmlformats.org/officeDocument/2006/relationships/image" Target="../media/image95.png"/><Relationship Id="rId3" Type="http://schemas.openxmlformats.org/officeDocument/2006/relationships/customXml" Target="../ink/ink1.xml"/><Relationship Id="rId214" Type="http://schemas.openxmlformats.org/officeDocument/2006/relationships/customXml" Target="../ink/ink107.xml"/><Relationship Id="rId235" Type="http://schemas.openxmlformats.org/officeDocument/2006/relationships/image" Target="../media/image118.png"/><Relationship Id="rId256" Type="http://schemas.openxmlformats.org/officeDocument/2006/relationships/customXml" Target="../ink/ink128.xml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179" Type="http://schemas.openxmlformats.org/officeDocument/2006/relationships/image" Target="../media/image90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3.png"/><Relationship Id="rId246" Type="http://schemas.openxmlformats.org/officeDocument/2006/relationships/customXml" Target="../ink/ink123.xml"/><Relationship Id="rId106" Type="http://schemas.openxmlformats.org/officeDocument/2006/relationships/image" Target="../media/image54.png"/><Relationship Id="rId127" Type="http://schemas.openxmlformats.org/officeDocument/2006/relationships/image" Target="../media/image64.png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94" Type="http://schemas.openxmlformats.org/officeDocument/2006/relationships/image" Target="../media/image48.png"/><Relationship Id="rId148" Type="http://schemas.openxmlformats.org/officeDocument/2006/relationships/customXml" Target="../ink/ink74.xml"/><Relationship Id="rId169" Type="http://schemas.openxmlformats.org/officeDocument/2006/relationships/image" Target="../media/image85.png"/><Relationship Id="rId4" Type="http://schemas.openxmlformats.org/officeDocument/2006/relationships/image" Target="../media/image3.png"/><Relationship Id="rId180" Type="http://schemas.openxmlformats.org/officeDocument/2006/relationships/customXml" Target="../ink/ink90.xml"/><Relationship Id="rId215" Type="http://schemas.openxmlformats.org/officeDocument/2006/relationships/image" Target="../media/image108.png"/><Relationship Id="rId236" Type="http://schemas.openxmlformats.org/officeDocument/2006/relationships/customXml" Target="../ink/ink118.xml"/><Relationship Id="rId257" Type="http://schemas.openxmlformats.org/officeDocument/2006/relationships/image" Target="../media/image129.png"/><Relationship Id="rId42" Type="http://schemas.openxmlformats.org/officeDocument/2006/relationships/image" Target="../media/image22.png"/><Relationship Id="rId84" Type="http://schemas.openxmlformats.org/officeDocument/2006/relationships/image" Target="../media/image43.png"/><Relationship Id="rId138" Type="http://schemas.openxmlformats.org/officeDocument/2006/relationships/customXml" Target="../ink/ink6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7.png"/><Relationship Id="rId21" Type="http://schemas.openxmlformats.org/officeDocument/2006/relationships/image" Target="../media/image141.png"/><Relationship Id="rId324" Type="http://schemas.openxmlformats.org/officeDocument/2006/relationships/image" Target="../media/image290.png"/><Relationship Id="rId531" Type="http://schemas.openxmlformats.org/officeDocument/2006/relationships/image" Target="../media/image392.png"/><Relationship Id="rId170" Type="http://schemas.openxmlformats.org/officeDocument/2006/relationships/image" Target="../media/image213.png"/><Relationship Id="rId268" Type="http://schemas.openxmlformats.org/officeDocument/2006/relationships/image" Target="../media/image262.png"/><Relationship Id="rId475" Type="http://schemas.openxmlformats.org/officeDocument/2006/relationships/customXml" Target="../ink/ink370.xml"/><Relationship Id="rId32" Type="http://schemas.openxmlformats.org/officeDocument/2006/relationships/customXml" Target="../ink/ink146.xml"/><Relationship Id="rId128" Type="http://schemas.openxmlformats.org/officeDocument/2006/relationships/customXml" Target="../ink/ink195.xml"/><Relationship Id="rId335" Type="http://schemas.openxmlformats.org/officeDocument/2006/relationships/customXml" Target="../ink/ink299.xml"/><Relationship Id="rId542" Type="http://schemas.openxmlformats.org/officeDocument/2006/relationships/customXml" Target="../ink/ink404.xml"/><Relationship Id="rId181" Type="http://schemas.openxmlformats.org/officeDocument/2006/relationships/customXml" Target="../ink/ink222.xml"/><Relationship Id="rId402" Type="http://schemas.openxmlformats.org/officeDocument/2006/relationships/customXml" Target="../ink/ink333.xml"/><Relationship Id="rId279" Type="http://schemas.openxmlformats.org/officeDocument/2006/relationships/customXml" Target="../ink/ink271.xml"/><Relationship Id="rId486" Type="http://schemas.openxmlformats.org/officeDocument/2006/relationships/image" Target="../media/image370.png"/><Relationship Id="rId43" Type="http://schemas.openxmlformats.org/officeDocument/2006/relationships/image" Target="../media/image152.png"/><Relationship Id="rId139" Type="http://schemas.openxmlformats.org/officeDocument/2006/relationships/image" Target="../media/image198.png"/><Relationship Id="rId346" Type="http://schemas.openxmlformats.org/officeDocument/2006/relationships/image" Target="../media/image301.png"/><Relationship Id="rId553" Type="http://schemas.openxmlformats.org/officeDocument/2006/relationships/image" Target="../media/image403.png"/><Relationship Id="rId192" Type="http://schemas.openxmlformats.org/officeDocument/2006/relationships/image" Target="../media/image224.png"/><Relationship Id="rId206" Type="http://schemas.openxmlformats.org/officeDocument/2006/relationships/image" Target="../media/image231.png"/><Relationship Id="rId413" Type="http://schemas.openxmlformats.org/officeDocument/2006/relationships/image" Target="../media/image334.png"/><Relationship Id="rId497" Type="http://schemas.openxmlformats.org/officeDocument/2006/relationships/image" Target="../media/image375.png"/><Relationship Id="rId357" Type="http://schemas.openxmlformats.org/officeDocument/2006/relationships/customXml" Target="../ink/ink310.xml"/><Relationship Id="rId54" Type="http://schemas.openxmlformats.org/officeDocument/2006/relationships/customXml" Target="../ink/ink157.xml"/><Relationship Id="rId217" Type="http://schemas.openxmlformats.org/officeDocument/2006/relationships/customXml" Target="../ink/ink240.xml"/><Relationship Id="rId564" Type="http://schemas.openxmlformats.org/officeDocument/2006/relationships/customXml" Target="../ink/ink415.xml"/><Relationship Id="rId424" Type="http://schemas.openxmlformats.org/officeDocument/2006/relationships/customXml" Target="../ink/ink344.xml"/><Relationship Id="rId270" Type="http://schemas.openxmlformats.org/officeDocument/2006/relationships/image" Target="../media/image263.png"/><Relationship Id="rId65" Type="http://schemas.openxmlformats.org/officeDocument/2006/relationships/image" Target="../media/image162.png"/><Relationship Id="rId130" Type="http://schemas.openxmlformats.org/officeDocument/2006/relationships/customXml" Target="../ink/ink196.xml"/><Relationship Id="rId368" Type="http://schemas.openxmlformats.org/officeDocument/2006/relationships/image" Target="../media/image312.png"/><Relationship Id="rId575" Type="http://schemas.openxmlformats.org/officeDocument/2006/relationships/image" Target="../media/image414.png"/><Relationship Id="rId228" Type="http://schemas.openxmlformats.org/officeDocument/2006/relationships/image" Target="../media/image242.png"/><Relationship Id="rId435" Type="http://schemas.openxmlformats.org/officeDocument/2006/relationships/image" Target="../media/image345.png"/><Relationship Id="rId281" Type="http://schemas.openxmlformats.org/officeDocument/2006/relationships/customXml" Target="../ink/ink272.xml"/><Relationship Id="rId502" Type="http://schemas.openxmlformats.org/officeDocument/2006/relationships/customXml" Target="../ink/ink384.xml"/><Relationship Id="rId34" Type="http://schemas.openxmlformats.org/officeDocument/2006/relationships/customXml" Target="../ink/ink147.xml"/><Relationship Id="rId76" Type="http://schemas.openxmlformats.org/officeDocument/2006/relationships/customXml" Target="../ink/ink168.xml"/><Relationship Id="rId141" Type="http://schemas.openxmlformats.org/officeDocument/2006/relationships/image" Target="../media/image199.png"/><Relationship Id="rId379" Type="http://schemas.openxmlformats.org/officeDocument/2006/relationships/customXml" Target="../ink/ink321.xml"/><Relationship Id="rId544" Type="http://schemas.openxmlformats.org/officeDocument/2006/relationships/customXml" Target="../ink/ink405.xml"/><Relationship Id="rId7" Type="http://schemas.openxmlformats.org/officeDocument/2006/relationships/image" Target="../media/image134.png"/><Relationship Id="rId183" Type="http://schemas.openxmlformats.org/officeDocument/2006/relationships/customXml" Target="../ink/ink223.xml"/><Relationship Id="rId239" Type="http://schemas.openxmlformats.org/officeDocument/2006/relationships/customXml" Target="../ink/ink251.xml"/><Relationship Id="rId390" Type="http://schemas.openxmlformats.org/officeDocument/2006/relationships/customXml" Target="../ink/ink327.xml"/><Relationship Id="rId404" Type="http://schemas.openxmlformats.org/officeDocument/2006/relationships/customXml" Target="../ink/ink334.xml"/><Relationship Id="rId446" Type="http://schemas.openxmlformats.org/officeDocument/2006/relationships/customXml" Target="../ink/ink355.xml"/><Relationship Id="rId250" Type="http://schemas.openxmlformats.org/officeDocument/2006/relationships/image" Target="../media/image253.png"/><Relationship Id="rId292" Type="http://schemas.openxmlformats.org/officeDocument/2006/relationships/image" Target="../media/image274.png"/><Relationship Id="rId306" Type="http://schemas.openxmlformats.org/officeDocument/2006/relationships/image" Target="../media/image281.png"/><Relationship Id="rId488" Type="http://schemas.openxmlformats.org/officeDocument/2006/relationships/image" Target="../media/image371.png"/><Relationship Id="rId45" Type="http://schemas.openxmlformats.org/officeDocument/2006/relationships/image" Target="../media/image153.png"/><Relationship Id="rId87" Type="http://schemas.openxmlformats.org/officeDocument/2006/relationships/image" Target="../media/image172.png"/><Relationship Id="rId110" Type="http://schemas.openxmlformats.org/officeDocument/2006/relationships/customXml" Target="../ink/ink186.xml"/><Relationship Id="rId348" Type="http://schemas.openxmlformats.org/officeDocument/2006/relationships/image" Target="../media/image302.png"/><Relationship Id="rId513" Type="http://schemas.openxmlformats.org/officeDocument/2006/relationships/image" Target="../media/image383.png"/><Relationship Id="rId555" Type="http://schemas.openxmlformats.org/officeDocument/2006/relationships/image" Target="../media/image404.png"/><Relationship Id="rId152" Type="http://schemas.openxmlformats.org/officeDocument/2006/relationships/image" Target="../media/image204.png"/><Relationship Id="rId194" Type="http://schemas.openxmlformats.org/officeDocument/2006/relationships/image" Target="../media/image225.png"/><Relationship Id="rId208" Type="http://schemas.openxmlformats.org/officeDocument/2006/relationships/image" Target="../media/image232.png"/><Relationship Id="rId415" Type="http://schemas.openxmlformats.org/officeDocument/2006/relationships/image" Target="../media/image335.png"/><Relationship Id="rId457" Type="http://schemas.openxmlformats.org/officeDocument/2006/relationships/image" Target="../media/image356.png"/><Relationship Id="rId261" Type="http://schemas.openxmlformats.org/officeDocument/2006/relationships/customXml" Target="../ink/ink262.xml"/><Relationship Id="rId499" Type="http://schemas.openxmlformats.org/officeDocument/2006/relationships/image" Target="../media/image376.png"/><Relationship Id="rId14" Type="http://schemas.openxmlformats.org/officeDocument/2006/relationships/customXml" Target="../ink/ink137.xml"/><Relationship Id="rId56" Type="http://schemas.openxmlformats.org/officeDocument/2006/relationships/customXml" Target="../ink/ink158.xml"/><Relationship Id="rId317" Type="http://schemas.openxmlformats.org/officeDocument/2006/relationships/customXml" Target="../ink/ink290.xml"/><Relationship Id="rId359" Type="http://schemas.openxmlformats.org/officeDocument/2006/relationships/customXml" Target="../ink/ink311.xml"/><Relationship Id="rId524" Type="http://schemas.openxmlformats.org/officeDocument/2006/relationships/customXml" Target="../ink/ink395.xml"/><Relationship Id="rId566" Type="http://schemas.openxmlformats.org/officeDocument/2006/relationships/customXml" Target="../ink/ink416.xml"/><Relationship Id="rId98" Type="http://schemas.openxmlformats.org/officeDocument/2006/relationships/customXml" Target="../ink/ink180.xml"/><Relationship Id="rId121" Type="http://schemas.openxmlformats.org/officeDocument/2006/relationships/image" Target="../media/image189.png"/><Relationship Id="rId163" Type="http://schemas.openxmlformats.org/officeDocument/2006/relationships/customXml" Target="../ink/ink213.xml"/><Relationship Id="rId219" Type="http://schemas.openxmlformats.org/officeDocument/2006/relationships/customXml" Target="../ink/ink241.xml"/><Relationship Id="rId370" Type="http://schemas.openxmlformats.org/officeDocument/2006/relationships/image" Target="../media/image313.png"/><Relationship Id="rId426" Type="http://schemas.openxmlformats.org/officeDocument/2006/relationships/customXml" Target="../ink/ink345.xml"/><Relationship Id="rId230" Type="http://schemas.openxmlformats.org/officeDocument/2006/relationships/image" Target="../media/image243.png"/><Relationship Id="rId468" Type="http://schemas.openxmlformats.org/officeDocument/2006/relationships/customXml" Target="../ink/ink366.xml"/><Relationship Id="rId25" Type="http://schemas.openxmlformats.org/officeDocument/2006/relationships/image" Target="../media/image143.png"/><Relationship Id="rId67" Type="http://schemas.openxmlformats.org/officeDocument/2006/relationships/image" Target="../media/image163.png"/><Relationship Id="rId272" Type="http://schemas.openxmlformats.org/officeDocument/2006/relationships/image" Target="../media/image264.png"/><Relationship Id="rId328" Type="http://schemas.openxmlformats.org/officeDocument/2006/relationships/image" Target="../media/image292.png"/><Relationship Id="rId535" Type="http://schemas.openxmlformats.org/officeDocument/2006/relationships/image" Target="../media/image394.png"/><Relationship Id="rId577" Type="http://schemas.openxmlformats.org/officeDocument/2006/relationships/image" Target="../media/image415.png"/><Relationship Id="rId132" Type="http://schemas.openxmlformats.org/officeDocument/2006/relationships/customXml" Target="../ink/ink197.xml"/><Relationship Id="rId174" Type="http://schemas.openxmlformats.org/officeDocument/2006/relationships/image" Target="../media/image215.png"/><Relationship Id="rId381" Type="http://schemas.openxmlformats.org/officeDocument/2006/relationships/image" Target="../media/image318.png"/><Relationship Id="rId241" Type="http://schemas.openxmlformats.org/officeDocument/2006/relationships/customXml" Target="../ink/ink252.xml"/><Relationship Id="rId437" Type="http://schemas.openxmlformats.org/officeDocument/2006/relationships/image" Target="../media/image346.png"/><Relationship Id="rId479" Type="http://schemas.openxmlformats.org/officeDocument/2006/relationships/customXml" Target="../ink/ink372.xml"/><Relationship Id="rId36" Type="http://schemas.openxmlformats.org/officeDocument/2006/relationships/customXml" Target="../ink/ink148.xml"/><Relationship Id="rId283" Type="http://schemas.openxmlformats.org/officeDocument/2006/relationships/customXml" Target="../ink/ink273.xml"/><Relationship Id="rId339" Type="http://schemas.openxmlformats.org/officeDocument/2006/relationships/customXml" Target="../ink/ink301.xml"/><Relationship Id="rId490" Type="http://schemas.openxmlformats.org/officeDocument/2006/relationships/customXml" Target="../ink/ink378.xml"/><Relationship Id="rId504" Type="http://schemas.openxmlformats.org/officeDocument/2006/relationships/customXml" Target="../ink/ink385.xml"/><Relationship Id="rId546" Type="http://schemas.openxmlformats.org/officeDocument/2006/relationships/customXml" Target="../ink/ink406.xml"/><Relationship Id="rId78" Type="http://schemas.openxmlformats.org/officeDocument/2006/relationships/image" Target="../media/image168.png"/><Relationship Id="rId101" Type="http://schemas.openxmlformats.org/officeDocument/2006/relationships/image" Target="../media/image179.png"/><Relationship Id="rId143" Type="http://schemas.openxmlformats.org/officeDocument/2006/relationships/image" Target="../media/image200.png"/><Relationship Id="rId185" Type="http://schemas.openxmlformats.org/officeDocument/2006/relationships/customXml" Target="../ink/ink224.xml"/><Relationship Id="rId350" Type="http://schemas.openxmlformats.org/officeDocument/2006/relationships/image" Target="../media/image303.png"/><Relationship Id="rId406" Type="http://schemas.openxmlformats.org/officeDocument/2006/relationships/customXml" Target="../ink/ink335.xml"/><Relationship Id="rId9" Type="http://schemas.openxmlformats.org/officeDocument/2006/relationships/image" Target="../media/image135.png"/><Relationship Id="rId210" Type="http://schemas.openxmlformats.org/officeDocument/2006/relationships/image" Target="../media/image233.png"/><Relationship Id="rId392" Type="http://schemas.openxmlformats.org/officeDocument/2006/relationships/customXml" Target="../ink/ink328.xml"/><Relationship Id="rId448" Type="http://schemas.openxmlformats.org/officeDocument/2006/relationships/customXml" Target="../ink/ink356.xml"/><Relationship Id="rId252" Type="http://schemas.openxmlformats.org/officeDocument/2006/relationships/image" Target="../media/image254.png"/><Relationship Id="rId294" Type="http://schemas.openxmlformats.org/officeDocument/2006/relationships/image" Target="../media/image275.png"/><Relationship Id="rId308" Type="http://schemas.openxmlformats.org/officeDocument/2006/relationships/image" Target="../media/image282.png"/><Relationship Id="rId515" Type="http://schemas.openxmlformats.org/officeDocument/2006/relationships/image" Target="../media/image384.png"/><Relationship Id="rId47" Type="http://schemas.openxmlformats.org/officeDocument/2006/relationships/image" Target="../media/image154.png"/><Relationship Id="rId89" Type="http://schemas.openxmlformats.org/officeDocument/2006/relationships/image" Target="../media/image173.png"/><Relationship Id="rId112" Type="http://schemas.openxmlformats.org/officeDocument/2006/relationships/customXml" Target="../ink/ink187.xml"/><Relationship Id="rId154" Type="http://schemas.openxmlformats.org/officeDocument/2006/relationships/image" Target="../media/image205.png"/><Relationship Id="rId361" Type="http://schemas.openxmlformats.org/officeDocument/2006/relationships/customXml" Target="../ink/ink312.xml"/><Relationship Id="rId557" Type="http://schemas.openxmlformats.org/officeDocument/2006/relationships/image" Target="../media/image405.png"/><Relationship Id="rId196" Type="http://schemas.openxmlformats.org/officeDocument/2006/relationships/image" Target="../media/image226.png"/><Relationship Id="rId417" Type="http://schemas.openxmlformats.org/officeDocument/2006/relationships/image" Target="../media/image336.png"/><Relationship Id="rId459" Type="http://schemas.openxmlformats.org/officeDocument/2006/relationships/image" Target="../media/image357.png"/><Relationship Id="rId16" Type="http://schemas.openxmlformats.org/officeDocument/2006/relationships/customXml" Target="../ink/ink138.xml"/><Relationship Id="rId221" Type="http://schemas.openxmlformats.org/officeDocument/2006/relationships/customXml" Target="../ink/ink242.xml"/><Relationship Id="rId263" Type="http://schemas.openxmlformats.org/officeDocument/2006/relationships/customXml" Target="../ink/ink263.xml"/><Relationship Id="rId319" Type="http://schemas.openxmlformats.org/officeDocument/2006/relationships/customXml" Target="../ink/ink291.xml"/><Relationship Id="rId470" Type="http://schemas.openxmlformats.org/officeDocument/2006/relationships/customXml" Target="../ink/ink367.xml"/><Relationship Id="rId526" Type="http://schemas.openxmlformats.org/officeDocument/2006/relationships/customXml" Target="../ink/ink396.xml"/><Relationship Id="rId58" Type="http://schemas.openxmlformats.org/officeDocument/2006/relationships/customXml" Target="../ink/ink159.xml"/><Relationship Id="rId123" Type="http://schemas.openxmlformats.org/officeDocument/2006/relationships/image" Target="../media/image190.png"/><Relationship Id="rId330" Type="http://schemas.openxmlformats.org/officeDocument/2006/relationships/image" Target="../media/image293.png"/><Relationship Id="rId568" Type="http://schemas.openxmlformats.org/officeDocument/2006/relationships/customXml" Target="../ink/ink417.xml"/><Relationship Id="rId165" Type="http://schemas.openxmlformats.org/officeDocument/2006/relationships/customXml" Target="../ink/ink214.xml"/><Relationship Id="rId372" Type="http://schemas.openxmlformats.org/officeDocument/2006/relationships/image" Target="../media/image314.png"/><Relationship Id="rId428" Type="http://schemas.openxmlformats.org/officeDocument/2006/relationships/customXml" Target="../ink/ink346.xml"/><Relationship Id="rId232" Type="http://schemas.openxmlformats.org/officeDocument/2006/relationships/image" Target="../media/image244.png"/><Relationship Id="rId274" Type="http://schemas.openxmlformats.org/officeDocument/2006/relationships/image" Target="../media/image265.png"/><Relationship Id="rId481" Type="http://schemas.openxmlformats.org/officeDocument/2006/relationships/customXml" Target="../ink/ink373.xml"/><Relationship Id="rId27" Type="http://schemas.openxmlformats.org/officeDocument/2006/relationships/image" Target="../media/image144.png"/><Relationship Id="rId69" Type="http://schemas.openxmlformats.org/officeDocument/2006/relationships/image" Target="../media/image164.png"/><Relationship Id="rId134" Type="http://schemas.openxmlformats.org/officeDocument/2006/relationships/customXml" Target="../ink/ink198.xml"/><Relationship Id="rId537" Type="http://schemas.openxmlformats.org/officeDocument/2006/relationships/image" Target="../media/image395.png"/><Relationship Id="rId579" Type="http://schemas.openxmlformats.org/officeDocument/2006/relationships/image" Target="../media/image416.png"/><Relationship Id="rId80" Type="http://schemas.openxmlformats.org/officeDocument/2006/relationships/image" Target="../media/image169.png"/><Relationship Id="rId176" Type="http://schemas.openxmlformats.org/officeDocument/2006/relationships/image" Target="../media/image216.png"/><Relationship Id="rId341" Type="http://schemas.openxmlformats.org/officeDocument/2006/relationships/customXml" Target="../ink/ink302.xml"/><Relationship Id="rId383" Type="http://schemas.openxmlformats.org/officeDocument/2006/relationships/image" Target="../media/image319.png"/><Relationship Id="rId439" Type="http://schemas.openxmlformats.org/officeDocument/2006/relationships/image" Target="../media/image347.png"/><Relationship Id="rId201" Type="http://schemas.openxmlformats.org/officeDocument/2006/relationships/customXml" Target="../ink/ink232.xml"/><Relationship Id="rId243" Type="http://schemas.openxmlformats.org/officeDocument/2006/relationships/customXml" Target="../ink/ink253.xml"/><Relationship Id="rId285" Type="http://schemas.openxmlformats.org/officeDocument/2006/relationships/customXml" Target="../ink/ink274.xml"/><Relationship Id="rId450" Type="http://schemas.openxmlformats.org/officeDocument/2006/relationships/customXml" Target="../ink/ink357.xml"/><Relationship Id="rId506" Type="http://schemas.openxmlformats.org/officeDocument/2006/relationships/customXml" Target="../ink/ink386.xml"/><Relationship Id="rId38" Type="http://schemas.openxmlformats.org/officeDocument/2006/relationships/customXml" Target="../ink/ink149.xml"/><Relationship Id="rId103" Type="http://schemas.openxmlformats.org/officeDocument/2006/relationships/image" Target="../media/image180.png"/><Relationship Id="rId310" Type="http://schemas.openxmlformats.org/officeDocument/2006/relationships/image" Target="../media/image283.png"/><Relationship Id="rId492" Type="http://schemas.openxmlformats.org/officeDocument/2006/relationships/customXml" Target="../ink/ink379.xml"/><Relationship Id="rId548" Type="http://schemas.openxmlformats.org/officeDocument/2006/relationships/customXml" Target="../ink/ink407.xml"/><Relationship Id="rId91" Type="http://schemas.openxmlformats.org/officeDocument/2006/relationships/image" Target="../media/image174.png"/><Relationship Id="rId145" Type="http://schemas.openxmlformats.org/officeDocument/2006/relationships/image" Target="../media/image201.png"/><Relationship Id="rId187" Type="http://schemas.openxmlformats.org/officeDocument/2006/relationships/customXml" Target="../ink/ink225.xml"/><Relationship Id="rId352" Type="http://schemas.openxmlformats.org/officeDocument/2006/relationships/image" Target="../media/image304.png"/><Relationship Id="rId394" Type="http://schemas.openxmlformats.org/officeDocument/2006/relationships/customXml" Target="../ink/ink329.xml"/><Relationship Id="rId408" Type="http://schemas.openxmlformats.org/officeDocument/2006/relationships/customXml" Target="../ink/ink336.xml"/><Relationship Id="rId212" Type="http://schemas.openxmlformats.org/officeDocument/2006/relationships/image" Target="../media/image234.png"/><Relationship Id="rId254" Type="http://schemas.openxmlformats.org/officeDocument/2006/relationships/image" Target="../media/image255.png"/><Relationship Id="rId49" Type="http://schemas.openxmlformats.org/officeDocument/2006/relationships/image" Target="../media/image14.png"/><Relationship Id="rId114" Type="http://schemas.openxmlformats.org/officeDocument/2006/relationships/customXml" Target="../ink/ink188.xml"/><Relationship Id="rId296" Type="http://schemas.openxmlformats.org/officeDocument/2006/relationships/image" Target="../media/image276.png"/><Relationship Id="rId461" Type="http://schemas.openxmlformats.org/officeDocument/2006/relationships/image" Target="../media/image358.png"/><Relationship Id="rId517" Type="http://schemas.openxmlformats.org/officeDocument/2006/relationships/image" Target="../media/image385.png"/><Relationship Id="rId559" Type="http://schemas.openxmlformats.org/officeDocument/2006/relationships/image" Target="../media/image406.png"/><Relationship Id="rId60" Type="http://schemas.openxmlformats.org/officeDocument/2006/relationships/customXml" Target="../ink/ink160.xml"/><Relationship Id="rId156" Type="http://schemas.openxmlformats.org/officeDocument/2006/relationships/image" Target="../media/image206.png"/><Relationship Id="rId198" Type="http://schemas.openxmlformats.org/officeDocument/2006/relationships/image" Target="../media/image227.png"/><Relationship Id="rId321" Type="http://schemas.openxmlformats.org/officeDocument/2006/relationships/customXml" Target="../ink/ink292.xml"/><Relationship Id="rId363" Type="http://schemas.openxmlformats.org/officeDocument/2006/relationships/customXml" Target="../ink/ink313.xml"/><Relationship Id="rId419" Type="http://schemas.openxmlformats.org/officeDocument/2006/relationships/image" Target="../media/image337.png"/><Relationship Id="rId570" Type="http://schemas.openxmlformats.org/officeDocument/2006/relationships/customXml" Target="../ink/ink418.xml"/><Relationship Id="rId223" Type="http://schemas.openxmlformats.org/officeDocument/2006/relationships/customXml" Target="../ink/ink243.xml"/><Relationship Id="rId430" Type="http://schemas.openxmlformats.org/officeDocument/2006/relationships/customXml" Target="../ink/ink347.xml"/><Relationship Id="rId18" Type="http://schemas.openxmlformats.org/officeDocument/2006/relationships/customXml" Target="../ink/ink139.xml"/><Relationship Id="rId265" Type="http://schemas.openxmlformats.org/officeDocument/2006/relationships/customXml" Target="../ink/ink264.xml"/><Relationship Id="rId472" Type="http://schemas.openxmlformats.org/officeDocument/2006/relationships/customXml" Target="../ink/ink368.xml"/><Relationship Id="rId528" Type="http://schemas.openxmlformats.org/officeDocument/2006/relationships/customXml" Target="../ink/ink397.xml"/><Relationship Id="rId125" Type="http://schemas.openxmlformats.org/officeDocument/2006/relationships/image" Target="../media/image191.png"/><Relationship Id="rId167" Type="http://schemas.openxmlformats.org/officeDocument/2006/relationships/customXml" Target="../ink/ink215.xml"/><Relationship Id="rId332" Type="http://schemas.openxmlformats.org/officeDocument/2006/relationships/image" Target="../media/image294.png"/><Relationship Id="rId374" Type="http://schemas.openxmlformats.org/officeDocument/2006/relationships/image" Target="../media/image315.png"/><Relationship Id="rId71" Type="http://schemas.openxmlformats.org/officeDocument/2006/relationships/image" Target="../media/image165.png"/><Relationship Id="rId234" Type="http://schemas.openxmlformats.org/officeDocument/2006/relationships/image" Target="../media/image245.png"/><Relationship Id="rId2" Type="http://schemas.openxmlformats.org/officeDocument/2006/relationships/customXml" Target="../ink/ink131.xml"/><Relationship Id="rId29" Type="http://schemas.openxmlformats.org/officeDocument/2006/relationships/image" Target="../media/image145.png"/><Relationship Id="rId276" Type="http://schemas.openxmlformats.org/officeDocument/2006/relationships/image" Target="../media/image266.png"/><Relationship Id="rId441" Type="http://schemas.openxmlformats.org/officeDocument/2006/relationships/image" Target="../media/image348.png"/><Relationship Id="rId483" Type="http://schemas.openxmlformats.org/officeDocument/2006/relationships/customXml" Target="../ink/ink374.xml"/><Relationship Id="rId539" Type="http://schemas.openxmlformats.org/officeDocument/2006/relationships/image" Target="../media/image396.png"/><Relationship Id="rId40" Type="http://schemas.openxmlformats.org/officeDocument/2006/relationships/customXml" Target="../ink/ink150.xml"/><Relationship Id="rId136" Type="http://schemas.openxmlformats.org/officeDocument/2006/relationships/customXml" Target="../ink/ink199.xml"/><Relationship Id="rId178" Type="http://schemas.openxmlformats.org/officeDocument/2006/relationships/image" Target="../media/image217.png"/><Relationship Id="rId301" Type="http://schemas.openxmlformats.org/officeDocument/2006/relationships/customXml" Target="../ink/ink282.xml"/><Relationship Id="rId343" Type="http://schemas.openxmlformats.org/officeDocument/2006/relationships/customXml" Target="../ink/ink303.xml"/><Relationship Id="rId550" Type="http://schemas.openxmlformats.org/officeDocument/2006/relationships/customXml" Target="../ink/ink408.xml"/><Relationship Id="rId82" Type="http://schemas.openxmlformats.org/officeDocument/2006/relationships/customXml" Target="../ink/ink172.xml"/><Relationship Id="rId203" Type="http://schemas.openxmlformats.org/officeDocument/2006/relationships/customXml" Target="../ink/ink233.xml"/><Relationship Id="rId385" Type="http://schemas.openxmlformats.org/officeDocument/2006/relationships/image" Target="../media/image320.png"/><Relationship Id="rId245" Type="http://schemas.openxmlformats.org/officeDocument/2006/relationships/customXml" Target="../ink/ink254.xml"/><Relationship Id="rId287" Type="http://schemas.openxmlformats.org/officeDocument/2006/relationships/customXml" Target="../ink/ink275.xml"/><Relationship Id="rId410" Type="http://schemas.openxmlformats.org/officeDocument/2006/relationships/customXml" Target="../ink/ink337.xml"/><Relationship Id="rId452" Type="http://schemas.openxmlformats.org/officeDocument/2006/relationships/customXml" Target="../ink/ink358.xml"/><Relationship Id="rId494" Type="http://schemas.openxmlformats.org/officeDocument/2006/relationships/customXml" Target="../ink/ink380.xml"/><Relationship Id="rId508" Type="http://schemas.openxmlformats.org/officeDocument/2006/relationships/customXml" Target="../ink/ink387.xml"/><Relationship Id="rId105" Type="http://schemas.openxmlformats.org/officeDocument/2006/relationships/image" Target="../media/image181.png"/><Relationship Id="rId147" Type="http://schemas.openxmlformats.org/officeDocument/2006/relationships/image" Target="../media/image202.png"/><Relationship Id="rId312" Type="http://schemas.openxmlformats.org/officeDocument/2006/relationships/image" Target="../media/image284.png"/><Relationship Id="rId354" Type="http://schemas.openxmlformats.org/officeDocument/2006/relationships/image" Target="../media/image305.png"/><Relationship Id="rId51" Type="http://schemas.openxmlformats.org/officeDocument/2006/relationships/image" Target="../media/image155.png"/><Relationship Id="rId93" Type="http://schemas.openxmlformats.org/officeDocument/2006/relationships/image" Target="../media/image175.png"/><Relationship Id="rId189" Type="http://schemas.openxmlformats.org/officeDocument/2006/relationships/customXml" Target="../ink/ink226.xml"/><Relationship Id="rId396" Type="http://schemas.openxmlformats.org/officeDocument/2006/relationships/customXml" Target="../ink/ink330.xml"/><Relationship Id="rId561" Type="http://schemas.openxmlformats.org/officeDocument/2006/relationships/image" Target="../media/image407.png"/><Relationship Id="rId214" Type="http://schemas.openxmlformats.org/officeDocument/2006/relationships/image" Target="../media/image235.png"/><Relationship Id="rId256" Type="http://schemas.openxmlformats.org/officeDocument/2006/relationships/image" Target="../media/image256.png"/><Relationship Id="rId298" Type="http://schemas.openxmlformats.org/officeDocument/2006/relationships/image" Target="../media/image277.png"/><Relationship Id="rId421" Type="http://schemas.openxmlformats.org/officeDocument/2006/relationships/image" Target="../media/image338.png"/><Relationship Id="rId463" Type="http://schemas.openxmlformats.org/officeDocument/2006/relationships/image" Target="../media/image359.png"/><Relationship Id="rId519" Type="http://schemas.openxmlformats.org/officeDocument/2006/relationships/image" Target="../media/image386.png"/><Relationship Id="rId116" Type="http://schemas.openxmlformats.org/officeDocument/2006/relationships/customXml" Target="../ink/ink189.xml"/><Relationship Id="rId158" Type="http://schemas.openxmlformats.org/officeDocument/2006/relationships/image" Target="../media/image207.png"/><Relationship Id="rId323" Type="http://schemas.openxmlformats.org/officeDocument/2006/relationships/customXml" Target="../ink/ink293.xml"/><Relationship Id="rId530" Type="http://schemas.openxmlformats.org/officeDocument/2006/relationships/customXml" Target="../ink/ink398.xml"/><Relationship Id="rId20" Type="http://schemas.openxmlformats.org/officeDocument/2006/relationships/customXml" Target="../ink/ink140.xml"/><Relationship Id="rId62" Type="http://schemas.openxmlformats.org/officeDocument/2006/relationships/customXml" Target="../ink/ink161.xml"/><Relationship Id="rId365" Type="http://schemas.openxmlformats.org/officeDocument/2006/relationships/customXml" Target="../ink/ink314.xml"/><Relationship Id="rId572" Type="http://schemas.openxmlformats.org/officeDocument/2006/relationships/customXml" Target="../ink/ink419.xml"/><Relationship Id="rId225" Type="http://schemas.openxmlformats.org/officeDocument/2006/relationships/customXml" Target="../ink/ink244.xml"/><Relationship Id="rId267" Type="http://schemas.openxmlformats.org/officeDocument/2006/relationships/customXml" Target="../ink/ink265.xml"/><Relationship Id="rId432" Type="http://schemas.openxmlformats.org/officeDocument/2006/relationships/customXml" Target="../ink/ink348.xml"/><Relationship Id="rId474" Type="http://schemas.openxmlformats.org/officeDocument/2006/relationships/customXml" Target="../ink/ink369.xml"/><Relationship Id="rId127" Type="http://schemas.openxmlformats.org/officeDocument/2006/relationships/image" Target="../media/image192.png"/><Relationship Id="rId31" Type="http://schemas.openxmlformats.org/officeDocument/2006/relationships/image" Target="../media/image146.png"/><Relationship Id="rId73" Type="http://schemas.openxmlformats.org/officeDocument/2006/relationships/image" Target="../media/image166.png"/><Relationship Id="rId169" Type="http://schemas.openxmlformats.org/officeDocument/2006/relationships/customXml" Target="../ink/ink216.xml"/><Relationship Id="rId334" Type="http://schemas.openxmlformats.org/officeDocument/2006/relationships/image" Target="../media/image295.png"/><Relationship Id="rId376" Type="http://schemas.openxmlformats.org/officeDocument/2006/relationships/image" Target="../media/image316.png"/><Relationship Id="rId541" Type="http://schemas.openxmlformats.org/officeDocument/2006/relationships/image" Target="../media/image397.png"/><Relationship Id="rId4" Type="http://schemas.openxmlformats.org/officeDocument/2006/relationships/customXml" Target="../ink/ink132.xml"/><Relationship Id="rId180" Type="http://schemas.openxmlformats.org/officeDocument/2006/relationships/image" Target="../media/image218.png"/><Relationship Id="rId236" Type="http://schemas.openxmlformats.org/officeDocument/2006/relationships/image" Target="../media/image246.png"/><Relationship Id="rId278" Type="http://schemas.openxmlformats.org/officeDocument/2006/relationships/image" Target="../media/image267.png"/><Relationship Id="rId401" Type="http://schemas.openxmlformats.org/officeDocument/2006/relationships/image" Target="../media/image328.png"/><Relationship Id="rId443" Type="http://schemas.openxmlformats.org/officeDocument/2006/relationships/image" Target="../media/image349.png"/><Relationship Id="rId303" Type="http://schemas.openxmlformats.org/officeDocument/2006/relationships/customXml" Target="../ink/ink283.xml"/><Relationship Id="rId485" Type="http://schemas.openxmlformats.org/officeDocument/2006/relationships/customXml" Target="../ink/ink375.xml"/><Relationship Id="rId42" Type="http://schemas.openxmlformats.org/officeDocument/2006/relationships/customXml" Target="../ink/ink151.xml"/><Relationship Id="rId84" Type="http://schemas.openxmlformats.org/officeDocument/2006/relationships/customXml" Target="../ink/ink173.xml"/><Relationship Id="rId138" Type="http://schemas.openxmlformats.org/officeDocument/2006/relationships/customXml" Target="../ink/ink200.xml"/><Relationship Id="rId345" Type="http://schemas.openxmlformats.org/officeDocument/2006/relationships/customXml" Target="../ink/ink304.xml"/><Relationship Id="rId387" Type="http://schemas.openxmlformats.org/officeDocument/2006/relationships/image" Target="../media/image321.png"/><Relationship Id="rId510" Type="http://schemas.openxmlformats.org/officeDocument/2006/relationships/customXml" Target="../ink/ink388.xml"/><Relationship Id="rId552" Type="http://schemas.openxmlformats.org/officeDocument/2006/relationships/customXml" Target="../ink/ink409.xml"/><Relationship Id="rId191" Type="http://schemas.openxmlformats.org/officeDocument/2006/relationships/customXml" Target="../ink/ink227.xml"/><Relationship Id="rId205" Type="http://schemas.openxmlformats.org/officeDocument/2006/relationships/customXml" Target="../ink/ink234.xml"/><Relationship Id="rId247" Type="http://schemas.openxmlformats.org/officeDocument/2006/relationships/customXml" Target="../ink/ink255.xml"/><Relationship Id="rId412" Type="http://schemas.openxmlformats.org/officeDocument/2006/relationships/customXml" Target="../ink/ink338.xml"/><Relationship Id="rId107" Type="http://schemas.openxmlformats.org/officeDocument/2006/relationships/image" Target="../media/image182.png"/><Relationship Id="rId289" Type="http://schemas.openxmlformats.org/officeDocument/2006/relationships/customXml" Target="../ink/ink276.xml"/><Relationship Id="rId454" Type="http://schemas.openxmlformats.org/officeDocument/2006/relationships/customXml" Target="../ink/ink359.xml"/><Relationship Id="rId496" Type="http://schemas.openxmlformats.org/officeDocument/2006/relationships/customXml" Target="../ink/ink381.xml"/><Relationship Id="rId11" Type="http://schemas.openxmlformats.org/officeDocument/2006/relationships/image" Target="../media/image136.png"/><Relationship Id="rId53" Type="http://schemas.openxmlformats.org/officeDocument/2006/relationships/image" Target="../media/image156.png"/><Relationship Id="rId149" Type="http://schemas.openxmlformats.org/officeDocument/2006/relationships/customXml" Target="../ink/ink206.xml"/><Relationship Id="rId314" Type="http://schemas.openxmlformats.org/officeDocument/2006/relationships/image" Target="../media/image285.png"/><Relationship Id="rId356" Type="http://schemas.openxmlformats.org/officeDocument/2006/relationships/image" Target="../media/image306.png"/><Relationship Id="rId398" Type="http://schemas.openxmlformats.org/officeDocument/2006/relationships/customXml" Target="../ink/ink331.xml"/><Relationship Id="rId521" Type="http://schemas.openxmlformats.org/officeDocument/2006/relationships/image" Target="../media/image387.png"/><Relationship Id="rId563" Type="http://schemas.openxmlformats.org/officeDocument/2006/relationships/image" Target="../media/image408.png"/><Relationship Id="rId95" Type="http://schemas.openxmlformats.org/officeDocument/2006/relationships/image" Target="../media/image176.png"/><Relationship Id="rId160" Type="http://schemas.openxmlformats.org/officeDocument/2006/relationships/image" Target="../media/image208.png"/><Relationship Id="rId216" Type="http://schemas.openxmlformats.org/officeDocument/2006/relationships/image" Target="../media/image236.png"/><Relationship Id="rId423" Type="http://schemas.openxmlformats.org/officeDocument/2006/relationships/image" Target="../media/image339.png"/><Relationship Id="rId258" Type="http://schemas.openxmlformats.org/officeDocument/2006/relationships/image" Target="../media/image257.png"/><Relationship Id="rId465" Type="http://schemas.openxmlformats.org/officeDocument/2006/relationships/image" Target="../media/image360.png"/><Relationship Id="rId22" Type="http://schemas.openxmlformats.org/officeDocument/2006/relationships/customXml" Target="../ink/ink141.xml"/><Relationship Id="rId64" Type="http://schemas.openxmlformats.org/officeDocument/2006/relationships/customXml" Target="../ink/ink162.xml"/><Relationship Id="rId118" Type="http://schemas.openxmlformats.org/officeDocument/2006/relationships/customXml" Target="../ink/ink190.xml"/><Relationship Id="rId325" Type="http://schemas.openxmlformats.org/officeDocument/2006/relationships/customXml" Target="../ink/ink294.xml"/><Relationship Id="rId367" Type="http://schemas.openxmlformats.org/officeDocument/2006/relationships/customXml" Target="../ink/ink315.xml"/><Relationship Id="rId532" Type="http://schemas.openxmlformats.org/officeDocument/2006/relationships/customXml" Target="../ink/ink399.xml"/><Relationship Id="rId574" Type="http://schemas.openxmlformats.org/officeDocument/2006/relationships/customXml" Target="../ink/ink420.xml"/><Relationship Id="rId171" Type="http://schemas.openxmlformats.org/officeDocument/2006/relationships/customXml" Target="../ink/ink217.xml"/><Relationship Id="rId227" Type="http://schemas.openxmlformats.org/officeDocument/2006/relationships/customXml" Target="../ink/ink245.xml"/><Relationship Id="rId269" Type="http://schemas.openxmlformats.org/officeDocument/2006/relationships/customXml" Target="../ink/ink266.xml"/><Relationship Id="rId434" Type="http://schemas.openxmlformats.org/officeDocument/2006/relationships/customXml" Target="../ink/ink349.xml"/><Relationship Id="rId476" Type="http://schemas.openxmlformats.org/officeDocument/2006/relationships/image" Target="../media/image365.png"/><Relationship Id="rId33" Type="http://schemas.openxmlformats.org/officeDocument/2006/relationships/image" Target="../media/image147.png"/><Relationship Id="rId129" Type="http://schemas.openxmlformats.org/officeDocument/2006/relationships/image" Target="../media/image193.png"/><Relationship Id="rId280" Type="http://schemas.openxmlformats.org/officeDocument/2006/relationships/image" Target="../media/image268.png"/><Relationship Id="rId336" Type="http://schemas.openxmlformats.org/officeDocument/2006/relationships/image" Target="../media/image296.png"/><Relationship Id="rId501" Type="http://schemas.openxmlformats.org/officeDocument/2006/relationships/image" Target="../media/image377.png"/><Relationship Id="rId543" Type="http://schemas.openxmlformats.org/officeDocument/2006/relationships/image" Target="../media/image398.png"/><Relationship Id="rId75" Type="http://schemas.openxmlformats.org/officeDocument/2006/relationships/image" Target="../media/image167.png"/><Relationship Id="rId140" Type="http://schemas.openxmlformats.org/officeDocument/2006/relationships/customXml" Target="../ink/ink201.xml"/><Relationship Id="rId182" Type="http://schemas.openxmlformats.org/officeDocument/2006/relationships/image" Target="../media/image219.png"/><Relationship Id="rId378" Type="http://schemas.openxmlformats.org/officeDocument/2006/relationships/image" Target="../media/image317.png"/><Relationship Id="rId403" Type="http://schemas.openxmlformats.org/officeDocument/2006/relationships/image" Target="../media/image329.png"/><Relationship Id="rId6" Type="http://schemas.openxmlformats.org/officeDocument/2006/relationships/customXml" Target="../ink/ink133.xml"/><Relationship Id="rId238" Type="http://schemas.openxmlformats.org/officeDocument/2006/relationships/image" Target="../media/image247.png"/><Relationship Id="rId445" Type="http://schemas.openxmlformats.org/officeDocument/2006/relationships/image" Target="../media/image350.png"/><Relationship Id="rId487" Type="http://schemas.openxmlformats.org/officeDocument/2006/relationships/customXml" Target="../ink/ink376.xml"/><Relationship Id="rId291" Type="http://schemas.openxmlformats.org/officeDocument/2006/relationships/customXml" Target="../ink/ink277.xml"/><Relationship Id="rId305" Type="http://schemas.openxmlformats.org/officeDocument/2006/relationships/customXml" Target="../ink/ink284.xml"/><Relationship Id="rId347" Type="http://schemas.openxmlformats.org/officeDocument/2006/relationships/customXml" Target="../ink/ink305.xml"/><Relationship Id="rId512" Type="http://schemas.openxmlformats.org/officeDocument/2006/relationships/customXml" Target="../ink/ink389.xml"/><Relationship Id="rId44" Type="http://schemas.openxmlformats.org/officeDocument/2006/relationships/customXml" Target="../ink/ink152.xml"/><Relationship Id="rId86" Type="http://schemas.openxmlformats.org/officeDocument/2006/relationships/customXml" Target="../ink/ink174.xml"/><Relationship Id="rId151" Type="http://schemas.openxmlformats.org/officeDocument/2006/relationships/customXml" Target="../ink/ink207.xml"/><Relationship Id="rId389" Type="http://schemas.openxmlformats.org/officeDocument/2006/relationships/image" Target="../media/image322.png"/><Relationship Id="rId554" Type="http://schemas.openxmlformats.org/officeDocument/2006/relationships/customXml" Target="../ink/ink410.xml"/><Relationship Id="rId193" Type="http://schemas.openxmlformats.org/officeDocument/2006/relationships/customXml" Target="../ink/ink228.xml"/><Relationship Id="rId207" Type="http://schemas.openxmlformats.org/officeDocument/2006/relationships/customXml" Target="../ink/ink235.xml"/><Relationship Id="rId249" Type="http://schemas.openxmlformats.org/officeDocument/2006/relationships/customXml" Target="../ink/ink256.xml"/><Relationship Id="rId414" Type="http://schemas.openxmlformats.org/officeDocument/2006/relationships/customXml" Target="../ink/ink339.xml"/><Relationship Id="rId456" Type="http://schemas.openxmlformats.org/officeDocument/2006/relationships/customXml" Target="../ink/ink360.xml"/><Relationship Id="rId498" Type="http://schemas.openxmlformats.org/officeDocument/2006/relationships/customXml" Target="../ink/ink382.xml"/><Relationship Id="rId13" Type="http://schemas.openxmlformats.org/officeDocument/2006/relationships/image" Target="../media/image137.png"/><Relationship Id="rId109" Type="http://schemas.openxmlformats.org/officeDocument/2006/relationships/image" Target="../media/image183.png"/><Relationship Id="rId260" Type="http://schemas.openxmlformats.org/officeDocument/2006/relationships/image" Target="../media/image258.png"/><Relationship Id="rId316" Type="http://schemas.openxmlformats.org/officeDocument/2006/relationships/image" Target="../media/image286.png"/><Relationship Id="rId523" Type="http://schemas.openxmlformats.org/officeDocument/2006/relationships/image" Target="../media/image388.png"/><Relationship Id="rId55" Type="http://schemas.openxmlformats.org/officeDocument/2006/relationships/image" Target="../media/image157.png"/><Relationship Id="rId97" Type="http://schemas.openxmlformats.org/officeDocument/2006/relationships/image" Target="../media/image177.png"/><Relationship Id="rId120" Type="http://schemas.openxmlformats.org/officeDocument/2006/relationships/customXml" Target="../ink/ink191.xml"/><Relationship Id="rId358" Type="http://schemas.openxmlformats.org/officeDocument/2006/relationships/image" Target="../media/image307.png"/><Relationship Id="rId565" Type="http://schemas.openxmlformats.org/officeDocument/2006/relationships/image" Target="../media/image409.png"/><Relationship Id="rId162" Type="http://schemas.openxmlformats.org/officeDocument/2006/relationships/image" Target="../media/image209.png"/><Relationship Id="rId218" Type="http://schemas.openxmlformats.org/officeDocument/2006/relationships/image" Target="../media/image237.png"/><Relationship Id="rId425" Type="http://schemas.openxmlformats.org/officeDocument/2006/relationships/image" Target="../media/image340.png"/><Relationship Id="rId467" Type="http://schemas.openxmlformats.org/officeDocument/2006/relationships/image" Target="../media/image361.png"/><Relationship Id="rId271" Type="http://schemas.openxmlformats.org/officeDocument/2006/relationships/customXml" Target="../ink/ink267.xml"/><Relationship Id="rId24" Type="http://schemas.openxmlformats.org/officeDocument/2006/relationships/customXml" Target="../ink/ink142.xml"/><Relationship Id="rId66" Type="http://schemas.openxmlformats.org/officeDocument/2006/relationships/customXml" Target="../ink/ink163.xml"/><Relationship Id="rId131" Type="http://schemas.openxmlformats.org/officeDocument/2006/relationships/image" Target="../media/image194.png"/><Relationship Id="rId327" Type="http://schemas.openxmlformats.org/officeDocument/2006/relationships/customXml" Target="../ink/ink295.xml"/><Relationship Id="rId369" Type="http://schemas.openxmlformats.org/officeDocument/2006/relationships/customXml" Target="../ink/ink316.xml"/><Relationship Id="rId534" Type="http://schemas.openxmlformats.org/officeDocument/2006/relationships/customXml" Target="../ink/ink400.xml"/><Relationship Id="rId576" Type="http://schemas.openxmlformats.org/officeDocument/2006/relationships/customXml" Target="../ink/ink421.xml"/><Relationship Id="rId173" Type="http://schemas.openxmlformats.org/officeDocument/2006/relationships/customXml" Target="../ink/ink218.xml"/><Relationship Id="rId229" Type="http://schemas.openxmlformats.org/officeDocument/2006/relationships/customXml" Target="../ink/ink246.xml"/><Relationship Id="rId380" Type="http://schemas.openxmlformats.org/officeDocument/2006/relationships/customXml" Target="../ink/ink322.xml"/><Relationship Id="rId436" Type="http://schemas.openxmlformats.org/officeDocument/2006/relationships/customXml" Target="../ink/ink350.xml"/><Relationship Id="rId240" Type="http://schemas.openxmlformats.org/officeDocument/2006/relationships/image" Target="../media/image248.png"/><Relationship Id="rId478" Type="http://schemas.openxmlformats.org/officeDocument/2006/relationships/image" Target="../media/image366.png"/><Relationship Id="rId35" Type="http://schemas.openxmlformats.org/officeDocument/2006/relationships/image" Target="../media/image148.png"/><Relationship Id="rId77" Type="http://schemas.openxmlformats.org/officeDocument/2006/relationships/customXml" Target="../ink/ink169.xml"/><Relationship Id="rId100" Type="http://schemas.openxmlformats.org/officeDocument/2006/relationships/customXml" Target="../ink/ink181.xml"/><Relationship Id="rId282" Type="http://schemas.openxmlformats.org/officeDocument/2006/relationships/image" Target="../media/image269.png"/><Relationship Id="rId338" Type="http://schemas.openxmlformats.org/officeDocument/2006/relationships/image" Target="../media/image297.png"/><Relationship Id="rId503" Type="http://schemas.openxmlformats.org/officeDocument/2006/relationships/image" Target="../media/image378.png"/><Relationship Id="rId545" Type="http://schemas.openxmlformats.org/officeDocument/2006/relationships/image" Target="../media/image399.png"/><Relationship Id="rId8" Type="http://schemas.openxmlformats.org/officeDocument/2006/relationships/customXml" Target="../ink/ink134.xml"/><Relationship Id="rId142" Type="http://schemas.openxmlformats.org/officeDocument/2006/relationships/customXml" Target="../ink/ink202.xml"/><Relationship Id="rId184" Type="http://schemas.openxmlformats.org/officeDocument/2006/relationships/image" Target="../media/image220.png"/><Relationship Id="rId391" Type="http://schemas.openxmlformats.org/officeDocument/2006/relationships/image" Target="../media/image323.png"/><Relationship Id="rId405" Type="http://schemas.openxmlformats.org/officeDocument/2006/relationships/image" Target="../media/image330.png"/><Relationship Id="rId447" Type="http://schemas.openxmlformats.org/officeDocument/2006/relationships/image" Target="../media/image351.png"/><Relationship Id="rId251" Type="http://schemas.openxmlformats.org/officeDocument/2006/relationships/customXml" Target="../ink/ink257.xml"/><Relationship Id="rId489" Type="http://schemas.openxmlformats.org/officeDocument/2006/relationships/customXml" Target="../ink/ink377.xml"/><Relationship Id="rId46" Type="http://schemas.openxmlformats.org/officeDocument/2006/relationships/customXml" Target="../ink/ink153.xml"/><Relationship Id="rId293" Type="http://schemas.openxmlformats.org/officeDocument/2006/relationships/customXml" Target="../ink/ink278.xml"/><Relationship Id="rId307" Type="http://schemas.openxmlformats.org/officeDocument/2006/relationships/customXml" Target="../ink/ink285.xml"/><Relationship Id="rId349" Type="http://schemas.openxmlformats.org/officeDocument/2006/relationships/customXml" Target="../ink/ink306.xml"/><Relationship Id="rId514" Type="http://schemas.openxmlformats.org/officeDocument/2006/relationships/customXml" Target="../ink/ink390.xml"/><Relationship Id="rId556" Type="http://schemas.openxmlformats.org/officeDocument/2006/relationships/customXml" Target="../ink/ink411.xml"/><Relationship Id="rId88" Type="http://schemas.openxmlformats.org/officeDocument/2006/relationships/customXml" Target="../ink/ink175.xml"/><Relationship Id="rId111" Type="http://schemas.openxmlformats.org/officeDocument/2006/relationships/image" Target="../media/image184.png"/><Relationship Id="rId153" Type="http://schemas.openxmlformats.org/officeDocument/2006/relationships/customXml" Target="../ink/ink208.xml"/><Relationship Id="rId195" Type="http://schemas.openxmlformats.org/officeDocument/2006/relationships/customXml" Target="../ink/ink229.xml"/><Relationship Id="rId209" Type="http://schemas.openxmlformats.org/officeDocument/2006/relationships/customXml" Target="../ink/ink236.xml"/><Relationship Id="rId360" Type="http://schemas.openxmlformats.org/officeDocument/2006/relationships/image" Target="../media/image308.png"/><Relationship Id="rId416" Type="http://schemas.openxmlformats.org/officeDocument/2006/relationships/customXml" Target="../ink/ink340.xml"/><Relationship Id="rId220" Type="http://schemas.openxmlformats.org/officeDocument/2006/relationships/image" Target="../media/image238.png"/><Relationship Id="rId458" Type="http://schemas.openxmlformats.org/officeDocument/2006/relationships/customXml" Target="../ink/ink361.xml"/><Relationship Id="rId15" Type="http://schemas.openxmlformats.org/officeDocument/2006/relationships/image" Target="../media/image138.png"/><Relationship Id="rId57" Type="http://schemas.openxmlformats.org/officeDocument/2006/relationships/image" Target="../media/image158.png"/><Relationship Id="rId262" Type="http://schemas.openxmlformats.org/officeDocument/2006/relationships/image" Target="../media/image259.png"/><Relationship Id="rId318" Type="http://schemas.openxmlformats.org/officeDocument/2006/relationships/image" Target="../media/image287.png"/><Relationship Id="rId525" Type="http://schemas.openxmlformats.org/officeDocument/2006/relationships/image" Target="../media/image389.png"/><Relationship Id="rId567" Type="http://schemas.openxmlformats.org/officeDocument/2006/relationships/image" Target="../media/image410.png"/><Relationship Id="rId99" Type="http://schemas.openxmlformats.org/officeDocument/2006/relationships/image" Target="../media/image178.png"/><Relationship Id="rId122" Type="http://schemas.openxmlformats.org/officeDocument/2006/relationships/customXml" Target="../ink/ink192.xml"/><Relationship Id="rId164" Type="http://schemas.openxmlformats.org/officeDocument/2006/relationships/image" Target="../media/image210.png"/><Relationship Id="rId371" Type="http://schemas.openxmlformats.org/officeDocument/2006/relationships/customXml" Target="../ink/ink317.xml"/><Relationship Id="rId427" Type="http://schemas.openxmlformats.org/officeDocument/2006/relationships/image" Target="../media/image341.png"/><Relationship Id="rId469" Type="http://schemas.openxmlformats.org/officeDocument/2006/relationships/image" Target="../media/image362.png"/><Relationship Id="rId26" Type="http://schemas.openxmlformats.org/officeDocument/2006/relationships/customXml" Target="../ink/ink143.xml"/><Relationship Id="rId231" Type="http://schemas.openxmlformats.org/officeDocument/2006/relationships/customXml" Target="../ink/ink247.xml"/><Relationship Id="rId273" Type="http://schemas.openxmlformats.org/officeDocument/2006/relationships/customXml" Target="../ink/ink268.xml"/><Relationship Id="rId329" Type="http://schemas.openxmlformats.org/officeDocument/2006/relationships/customXml" Target="../ink/ink296.xml"/><Relationship Id="rId480" Type="http://schemas.openxmlformats.org/officeDocument/2006/relationships/image" Target="../media/image367.png"/><Relationship Id="rId536" Type="http://schemas.openxmlformats.org/officeDocument/2006/relationships/customXml" Target="../ink/ink401.xml"/><Relationship Id="rId68" Type="http://schemas.openxmlformats.org/officeDocument/2006/relationships/customXml" Target="../ink/ink164.xml"/><Relationship Id="rId133" Type="http://schemas.openxmlformats.org/officeDocument/2006/relationships/image" Target="../media/image195.png"/><Relationship Id="rId175" Type="http://schemas.openxmlformats.org/officeDocument/2006/relationships/customXml" Target="../ink/ink219.xml"/><Relationship Id="rId340" Type="http://schemas.openxmlformats.org/officeDocument/2006/relationships/image" Target="../media/image298.png"/><Relationship Id="rId578" Type="http://schemas.openxmlformats.org/officeDocument/2006/relationships/customXml" Target="../ink/ink422.xml"/><Relationship Id="rId200" Type="http://schemas.openxmlformats.org/officeDocument/2006/relationships/image" Target="../media/image228.png"/><Relationship Id="rId382" Type="http://schemas.openxmlformats.org/officeDocument/2006/relationships/customXml" Target="../ink/ink323.xml"/><Relationship Id="rId438" Type="http://schemas.openxmlformats.org/officeDocument/2006/relationships/customXml" Target="../ink/ink351.xml"/><Relationship Id="rId242" Type="http://schemas.openxmlformats.org/officeDocument/2006/relationships/image" Target="../media/image249.png"/><Relationship Id="rId284" Type="http://schemas.openxmlformats.org/officeDocument/2006/relationships/image" Target="../media/image270.png"/><Relationship Id="rId491" Type="http://schemas.openxmlformats.org/officeDocument/2006/relationships/image" Target="../media/image372.png"/><Relationship Id="rId505" Type="http://schemas.openxmlformats.org/officeDocument/2006/relationships/image" Target="../media/image379.png"/><Relationship Id="rId37" Type="http://schemas.openxmlformats.org/officeDocument/2006/relationships/image" Target="../media/image149.png"/><Relationship Id="rId79" Type="http://schemas.openxmlformats.org/officeDocument/2006/relationships/customXml" Target="../ink/ink170.xml"/><Relationship Id="rId102" Type="http://schemas.openxmlformats.org/officeDocument/2006/relationships/customXml" Target="../ink/ink182.xml"/><Relationship Id="rId144" Type="http://schemas.openxmlformats.org/officeDocument/2006/relationships/customXml" Target="../ink/ink203.xml"/><Relationship Id="rId547" Type="http://schemas.openxmlformats.org/officeDocument/2006/relationships/image" Target="../media/image400.png"/><Relationship Id="rId90" Type="http://schemas.openxmlformats.org/officeDocument/2006/relationships/customXml" Target="../ink/ink176.xml"/><Relationship Id="rId186" Type="http://schemas.openxmlformats.org/officeDocument/2006/relationships/image" Target="../media/image221.png"/><Relationship Id="rId351" Type="http://schemas.openxmlformats.org/officeDocument/2006/relationships/customXml" Target="../ink/ink307.xml"/><Relationship Id="rId393" Type="http://schemas.openxmlformats.org/officeDocument/2006/relationships/image" Target="../media/image324.png"/><Relationship Id="rId407" Type="http://schemas.openxmlformats.org/officeDocument/2006/relationships/image" Target="../media/image331.png"/><Relationship Id="rId449" Type="http://schemas.openxmlformats.org/officeDocument/2006/relationships/image" Target="../media/image352.png"/><Relationship Id="rId211" Type="http://schemas.openxmlformats.org/officeDocument/2006/relationships/customXml" Target="../ink/ink237.xml"/><Relationship Id="rId253" Type="http://schemas.openxmlformats.org/officeDocument/2006/relationships/customXml" Target="../ink/ink258.xml"/><Relationship Id="rId295" Type="http://schemas.openxmlformats.org/officeDocument/2006/relationships/customXml" Target="../ink/ink279.xml"/><Relationship Id="rId309" Type="http://schemas.openxmlformats.org/officeDocument/2006/relationships/customXml" Target="../ink/ink286.xml"/><Relationship Id="rId460" Type="http://schemas.openxmlformats.org/officeDocument/2006/relationships/customXml" Target="../ink/ink362.xml"/><Relationship Id="rId516" Type="http://schemas.openxmlformats.org/officeDocument/2006/relationships/customXml" Target="../ink/ink391.xml"/><Relationship Id="rId48" Type="http://schemas.openxmlformats.org/officeDocument/2006/relationships/customXml" Target="../ink/ink154.xml"/><Relationship Id="rId113" Type="http://schemas.openxmlformats.org/officeDocument/2006/relationships/image" Target="../media/image185.png"/><Relationship Id="rId320" Type="http://schemas.openxmlformats.org/officeDocument/2006/relationships/image" Target="../media/image288.png"/><Relationship Id="rId558" Type="http://schemas.openxmlformats.org/officeDocument/2006/relationships/customXml" Target="../ink/ink412.xml"/><Relationship Id="rId155" Type="http://schemas.openxmlformats.org/officeDocument/2006/relationships/customXml" Target="../ink/ink209.xml"/><Relationship Id="rId197" Type="http://schemas.openxmlformats.org/officeDocument/2006/relationships/customXml" Target="../ink/ink230.xml"/><Relationship Id="rId362" Type="http://schemas.openxmlformats.org/officeDocument/2006/relationships/image" Target="../media/image309.png"/><Relationship Id="rId418" Type="http://schemas.openxmlformats.org/officeDocument/2006/relationships/customXml" Target="../ink/ink341.xml"/><Relationship Id="rId222" Type="http://schemas.openxmlformats.org/officeDocument/2006/relationships/image" Target="../media/image239.png"/><Relationship Id="rId264" Type="http://schemas.openxmlformats.org/officeDocument/2006/relationships/image" Target="../media/image260.png"/><Relationship Id="rId471" Type="http://schemas.openxmlformats.org/officeDocument/2006/relationships/image" Target="../media/image363.png"/><Relationship Id="rId17" Type="http://schemas.openxmlformats.org/officeDocument/2006/relationships/image" Target="../media/image139.png"/><Relationship Id="rId59" Type="http://schemas.openxmlformats.org/officeDocument/2006/relationships/image" Target="../media/image159.png"/><Relationship Id="rId124" Type="http://schemas.openxmlformats.org/officeDocument/2006/relationships/customXml" Target="../ink/ink193.xml"/><Relationship Id="rId527" Type="http://schemas.openxmlformats.org/officeDocument/2006/relationships/image" Target="../media/image390.png"/><Relationship Id="rId569" Type="http://schemas.openxmlformats.org/officeDocument/2006/relationships/image" Target="../media/image411.png"/><Relationship Id="rId70" Type="http://schemas.openxmlformats.org/officeDocument/2006/relationships/customXml" Target="../ink/ink165.xml"/><Relationship Id="rId166" Type="http://schemas.openxmlformats.org/officeDocument/2006/relationships/image" Target="../media/image211.png"/><Relationship Id="rId331" Type="http://schemas.openxmlformats.org/officeDocument/2006/relationships/customXml" Target="../ink/ink297.xml"/><Relationship Id="rId373" Type="http://schemas.openxmlformats.org/officeDocument/2006/relationships/customXml" Target="../ink/ink318.xml"/><Relationship Id="rId429" Type="http://schemas.openxmlformats.org/officeDocument/2006/relationships/image" Target="../media/image342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248.xml"/><Relationship Id="rId440" Type="http://schemas.openxmlformats.org/officeDocument/2006/relationships/customXml" Target="../ink/ink352.xml"/><Relationship Id="rId28" Type="http://schemas.openxmlformats.org/officeDocument/2006/relationships/customXml" Target="../ink/ink144.xml"/><Relationship Id="rId275" Type="http://schemas.openxmlformats.org/officeDocument/2006/relationships/customXml" Target="../ink/ink269.xml"/><Relationship Id="rId300" Type="http://schemas.openxmlformats.org/officeDocument/2006/relationships/image" Target="../media/image278.png"/><Relationship Id="rId482" Type="http://schemas.openxmlformats.org/officeDocument/2006/relationships/image" Target="../media/image368.png"/><Relationship Id="rId538" Type="http://schemas.openxmlformats.org/officeDocument/2006/relationships/customXml" Target="../ink/ink402.xml"/><Relationship Id="rId81" Type="http://schemas.openxmlformats.org/officeDocument/2006/relationships/customXml" Target="../ink/ink171.xml"/><Relationship Id="rId135" Type="http://schemas.openxmlformats.org/officeDocument/2006/relationships/image" Target="../media/image196.png"/><Relationship Id="rId177" Type="http://schemas.openxmlformats.org/officeDocument/2006/relationships/customXml" Target="../ink/ink220.xml"/><Relationship Id="rId342" Type="http://schemas.openxmlformats.org/officeDocument/2006/relationships/image" Target="../media/image299.png"/><Relationship Id="rId384" Type="http://schemas.openxmlformats.org/officeDocument/2006/relationships/customXml" Target="../ink/ink324.xml"/><Relationship Id="rId202" Type="http://schemas.openxmlformats.org/officeDocument/2006/relationships/image" Target="../media/image229.png"/><Relationship Id="rId244" Type="http://schemas.openxmlformats.org/officeDocument/2006/relationships/image" Target="../media/image250.png"/><Relationship Id="rId39" Type="http://schemas.openxmlformats.org/officeDocument/2006/relationships/image" Target="../media/image150.png"/><Relationship Id="rId286" Type="http://schemas.openxmlformats.org/officeDocument/2006/relationships/image" Target="../media/image271.png"/><Relationship Id="rId451" Type="http://schemas.openxmlformats.org/officeDocument/2006/relationships/image" Target="../media/image353.png"/><Relationship Id="rId493" Type="http://schemas.openxmlformats.org/officeDocument/2006/relationships/image" Target="../media/image373.png"/><Relationship Id="rId507" Type="http://schemas.openxmlformats.org/officeDocument/2006/relationships/image" Target="../media/image380.png"/><Relationship Id="rId549" Type="http://schemas.openxmlformats.org/officeDocument/2006/relationships/image" Target="../media/image401.png"/><Relationship Id="rId50" Type="http://schemas.openxmlformats.org/officeDocument/2006/relationships/customXml" Target="../ink/ink155.xml"/><Relationship Id="rId104" Type="http://schemas.openxmlformats.org/officeDocument/2006/relationships/customXml" Target="../ink/ink183.xml"/><Relationship Id="rId146" Type="http://schemas.openxmlformats.org/officeDocument/2006/relationships/customXml" Target="../ink/ink204.xml"/><Relationship Id="rId188" Type="http://schemas.openxmlformats.org/officeDocument/2006/relationships/image" Target="../media/image222.png"/><Relationship Id="rId311" Type="http://schemas.openxmlformats.org/officeDocument/2006/relationships/customXml" Target="../ink/ink287.xml"/><Relationship Id="rId353" Type="http://schemas.openxmlformats.org/officeDocument/2006/relationships/customXml" Target="../ink/ink308.xml"/><Relationship Id="rId395" Type="http://schemas.openxmlformats.org/officeDocument/2006/relationships/image" Target="../media/image325.png"/><Relationship Id="rId409" Type="http://schemas.openxmlformats.org/officeDocument/2006/relationships/image" Target="../media/image332.png"/><Relationship Id="rId560" Type="http://schemas.openxmlformats.org/officeDocument/2006/relationships/customXml" Target="../ink/ink413.xml"/><Relationship Id="rId92" Type="http://schemas.openxmlformats.org/officeDocument/2006/relationships/customXml" Target="../ink/ink177.xml"/><Relationship Id="rId213" Type="http://schemas.openxmlformats.org/officeDocument/2006/relationships/customXml" Target="../ink/ink238.xml"/><Relationship Id="rId420" Type="http://schemas.openxmlformats.org/officeDocument/2006/relationships/customXml" Target="../ink/ink342.xml"/><Relationship Id="rId255" Type="http://schemas.openxmlformats.org/officeDocument/2006/relationships/customXml" Target="../ink/ink259.xml"/><Relationship Id="rId297" Type="http://schemas.openxmlformats.org/officeDocument/2006/relationships/customXml" Target="../ink/ink280.xml"/><Relationship Id="rId462" Type="http://schemas.openxmlformats.org/officeDocument/2006/relationships/customXml" Target="../ink/ink363.xml"/><Relationship Id="rId518" Type="http://schemas.openxmlformats.org/officeDocument/2006/relationships/customXml" Target="../ink/ink392.xml"/><Relationship Id="rId115" Type="http://schemas.openxmlformats.org/officeDocument/2006/relationships/image" Target="../media/image186.png"/><Relationship Id="rId157" Type="http://schemas.openxmlformats.org/officeDocument/2006/relationships/customXml" Target="../ink/ink210.xml"/><Relationship Id="rId322" Type="http://schemas.openxmlformats.org/officeDocument/2006/relationships/image" Target="../media/image289.png"/><Relationship Id="rId364" Type="http://schemas.openxmlformats.org/officeDocument/2006/relationships/image" Target="../media/image310.png"/><Relationship Id="rId61" Type="http://schemas.openxmlformats.org/officeDocument/2006/relationships/image" Target="../media/image160.png"/><Relationship Id="rId199" Type="http://schemas.openxmlformats.org/officeDocument/2006/relationships/customXml" Target="../ink/ink231.xml"/><Relationship Id="rId571" Type="http://schemas.openxmlformats.org/officeDocument/2006/relationships/image" Target="../media/image412.png"/><Relationship Id="rId19" Type="http://schemas.openxmlformats.org/officeDocument/2006/relationships/image" Target="../media/image140.png"/><Relationship Id="rId224" Type="http://schemas.openxmlformats.org/officeDocument/2006/relationships/image" Target="../media/image240.png"/><Relationship Id="rId266" Type="http://schemas.openxmlformats.org/officeDocument/2006/relationships/image" Target="../media/image261.png"/><Relationship Id="rId431" Type="http://schemas.openxmlformats.org/officeDocument/2006/relationships/image" Target="../media/image343.png"/><Relationship Id="rId473" Type="http://schemas.openxmlformats.org/officeDocument/2006/relationships/image" Target="../media/image364.png"/><Relationship Id="rId529" Type="http://schemas.openxmlformats.org/officeDocument/2006/relationships/image" Target="../media/image391.png"/><Relationship Id="rId30" Type="http://schemas.openxmlformats.org/officeDocument/2006/relationships/customXml" Target="../ink/ink145.xml"/><Relationship Id="rId126" Type="http://schemas.openxmlformats.org/officeDocument/2006/relationships/customXml" Target="../ink/ink194.xml"/><Relationship Id="rId168" Type="http://schemas.openxmlformats.org/officeDocument/2006/relationships/image" Target="../media/image212.png"/><Relationship Id="rId333" Type="http://schemas.openxmlformats.org/officeDocument/2006/relationships/customXml" Target="../ink/ink298.xml"/><Relationship Id="rId540" Type="http://schemas.openxmlformats.org/officeDocument/2006/relationships/customXml" Target="../ink/ink403.xml"/><Relationship Id="rId72" Type="http://schemas.openxmlformats.org/officeDocument/2006/relationships/customXml" Target="../ink/ink166.xml"/><Relationship Id="rId375" Type="http://schemas.openxmlformats.org/officeDocument/2006/relationships/customXml" Target="../ink/ink319.xml"/><Relationship Id="rId3" Type="http://schemas.openxmlformats.org/officeDocument/2006/relationships/image" Target="../media/image132.png"/><Relationship Id="rId235" Type="http://schemas.openxmlformats.org/officeDocument/2006/relationships/customXml" Target="../ink/ink249.xml"/><Relationship Id="rId277" Type="http://schemas.openxmlformats.org/officeDocument/2006/relationships/customXml" Target="../ink/ink270.xml"/><Relationship Id="rId400" Type="http://schemas.openxmlformats.org/officeDocument/2006/relationships/customXml" Target="../ink/ink332.xml"/><Relationship Id="rId442" Type="http://schemas.openxmlformats.org/officeDocument/2006/relationships/customXml" Target="../ink/ink353.xml"/><Relationship Id="rId484" Type="http://schemas.openxmlformats.org/officeDocument/2006/relationships/image" Target="../media/image369.png"/><Relationship Id="rId137" Type="http://schemas.openxmlformats.org/officeDocument/2006/relationships/image" Target="../media/image197.png"/><Relationship Id="rId302" Type="http://schemas.openxmlformats.org/officeDocument/2006/relationships/image" Target="../media/image279.png"/><Relationship Id="rId344" Type="http://schemas.openxmlformats.org/officeDocument/2006/relationships/image" Target="../media/image300.png"/><Relationship Id="rId41" Type="http://schemas.openxmlformats.org/officeDocument/2006/relationships/image" Target="../media/image151.png"/><Relationship Id="rId83" Type="http://schemas.openxmlformats.org/officeDocument/2006/relationships/image" Target="../media/image170.png"/><Relationship Id="rId179" Type="http://schemas.openxmlformats.org/officeDocument/2006/relationships/customXml" Target="../ink/ink221.xml"/><Relationship Id="rId386" Type="http://schemas.openxmlformats.org/officeDocument/2006/relationships/customXml" Target="../ink/ink325.xml"/><Relationship Id="rId551" Type="http://schemas.openxmlformats.org/officeDocument/2006/relationships/image" Target="../media/image402.png"/><Relationship Id="rId190" Type="http://schemas.openxmlformats.org/officeDocument/2006/relationships/image" Target="../media/image223.png"/><Relationship Id="rId204" Type="http://schemas.openxmlformats.org/officeDocument/2006/relationships/image" Target="../media/image230.png"/><Relationship Id="rId246" Type="http://schemas.openxmlformats.org/officeDocument/2006/relationships/image" Target="../media/image251.png"/><Relationship Id="rId288" Type="http://schemas.openxmlformats.org/officeDocument/2006/relationships/image" Target="../media/image272.png"/><Relationship Id="rId411" Type="http://schemas.openxmlformats.org/officeDocument/2006/relationships/image" Target="../media/image333.png"/><Relationship Id="rId453" Type="http://schemas.openxmlformats.org/officeDocument/2006/relationships/image" Target="../media/image354.png"/><Relationship Id="rId509" Type="http://schemas.openxmlformats.org/officeDocument/2006/relationships/image" Target="../media/image381.png"/><Relationship Id="rId106" Type="http://schemas.openxmlformats.org/officeDocument/2006/relationships/customXml" Target="../ink/ink184.xml"/><Relationship Id="rId313" Type="http://schemas.openxmlformats.org/officeDocument/2006/relationships/customXml" Target="../ink/ink288.xml"/><Relationship Id="rId495" Type="http://schemas.openxmlformats.org/officeDocument/2006/relationships/image" Target="../media/image374.png"/><Relationship Id="rId10" Type="http://schemas.openxmlformats.org/officeDocument/2006/relationships/customXml" Target="../ink/ink135.xml"/><Relationship Id="rId52" Type="http://schemas.openxmlformats.org/officeDocument/2006/relationships/customXml" Target="../ink/ink156.xml"/><Relationship Id="rId94" Type="http://schemas.openxmlformats.org/officeDocument/2006/relationships/customXml" Target="../ink/ink178.xml"/><Relationship Id="rId148" Type="http://schemas.openxmlformats.org/officeDocument/2006/relationships/customXml" Target="../ink/ink205.xml"/><Relationship Id="rId355" Type="http://schemas.openxmlformats.org/officeDocument/2006/relationships/customXml" Target="../ink/ink309.xml"/><Relationship Id="rId397" Type="http://schemas.openxmlformats.org/officeDocument/2006/relationships/image" Target="../media/image326.png"/><Relationship Id="rId520" Type="http://schemas.openxmlformats.org/officeDocument/2006/relationships/customXml" Target="../ink/ink393.xml"/><Relationship Id="rId562" Type="http://schemas.openxmlformats.org/officeDocument/2006/relationships/customXml" Target="../ink/ink414.xml"/><Relationship Id="rId215" Type="http://schemas.openxmlformats.org/officeDocument/2006/relationships/customXml" Target="../ink/ink239.xml"/><Relationship Id="rId257" Type="http://schemas.openxmlformats.org/officeDocument/2006/relationships/customXml" Target="../ink/ink260.xml"/><Relationship Id="rId422" Type="http://schemas.openxmlformats.org/officeDocument/2006/relationships/customXml" Target="../ink/ink343.xml"/><Relationship Id="rId464" Type="http://schemas.openxmlformats.org/officeDocument/2006/relationships/customXml" Target="../ink/ink364.xml"/><Relationship Id="rId299" Type="http://schemas.openxmlformats.org/officeDocument/2006/relationships/customXml" Target="../ink/ink281.xml"/><Relationship Id="rId63" Type="http://schemas.openxmlformats.org/officeDocument/2006/relationships/image" Target="../media/image161.png"/><Relationship Id="rId159" Type="http://schemas.openxmlformats.org/officeDocument/2006/relationships/customXml" Target="../ink/ink211.xml"/><Relationship Id="rId366" Type="http://schemas.openxmlformats.org/officeDocument/2006/relationships/image" Target="../media/image311.png"/><Relationship Id="rId573" Type="http://schemas.openxmlformats.org/officeDocument/2006/relationships/image" Target="../media/image413.png"/><Relationship Id="rId226" Type="http://schemas.openxmlformats.org/officeDocument/2006/relationships/image" Target="../media/image241.png"/><Relationship Id="rId433" Type="http://schemas.openxmlformats.org/officeDocument/2006/relationships/image" Target="../media/image344.png"/><Relationship Id="rId74" Type="http://schemas.openxmlformats.org/officeDocument/2006/relationships/customXml" Target="../ink/ink167.xml"/><Relationship Id="rId377" Type="http://schemas.openxmlformats.org/officeDocument/2006/relationships/customXml" Target="../ink/ink320.xml"/><Relationship Id="rId500" Type="http://schemas.openxmlformats.org/officeDocument/2006/relationships/customXml" Target="../ink/ink383.xml"/><Relationship Id="rId5" Type="http://schemas.openxmlformats.org/officeDocument/2006/relationships/image" Target="../media/image133.png"/><Relationship Id="rId237" Type="http://schemas.openxmlformats.org/officeDocument/2006/relationships/customXml" Target="../ink/ink250.xml"/><Relationship Id="rId444" Type="http://schemas.openxmlformats.org/officeDocument/2006/relationships/customXml" Target="../ink/ink354.xml"/><Relationship Id="rId290" Type="http://schemas.openxmlformats.org/officeDocument/2006/relationships/image" Target="../media/image273.png"/><Relationship Id="rId304" Type="http://schemas.openxmlformats.org/officeDocument/2006/relationships/image" Target="../media/image280.png"/><Relationship Id="rId388" Type="http://schemas.openxmlformats.org/officeDocument/2006/relationships/customXml" Target="../ink/ink326.xml"/><Relationship Id="rId511" Type="http://schemas.openxmlformats.org/officeDocument/2006/relationships/image" Target="../media/image382.png"/><Relationship Id="rId85" Type="http://schemas.openxmlformats.org/officeDocument/2006/relationships/image" Target="../media/image171.png"/><Relationship Id="rId150" Type="http://schemas.openxmlformats.org/officeDocument/2006/relationships/image" Target="../media/image203.png"/><Relationship Id="rId248" Type="http://schemas.openxmlformats.org/officeDocument/2006/relationships/image" Target="../media/image252.png"/><Relationship Id="rId455" Type="http://schemas.openxmlformats.org/officeDocument/2006/relationships/image" Target="../media/image355.png"/><Relationship Id="rId12" Type="http://schemas.openxmlformats.org/officeDocument/2006/relationships/customXml" Target="../ink/ink136.xml"/><Relationship Id="rId108" Type="http://schemas.openxmlformats.org/officeDocument/2006/relationships/customXml" Target="../ink/ink185.xml"/><Relationship Id="rId315" Type="http://schemas.openxmlformats.org/officeDocument/2006/relationships/customXml" Target="../ink/ink289.xml"/><Relationship Id="rId522" Type="http://schemas.openxmlformats.org/officeDocument/2006/relationships/customXml" Target="../ink/ink394.xml"/><Relationship Id="rId96" Type="http://schemas.openxmlformats.org/officeDocument/2006/relationships/customXml" Target="../ink/ink179.xml"/><Relationship Id="rId161" Type="http://schemas.openxmlformats.org/officeDocument/2006/relationships/customXml" Target="../ink/ink212.xml"/><Relationship Id="rId399" Type="http://schemas.openxmlformats.org/officeDocument/2006/relationships/image" Target="../media/image327.png"/><Relationship Id="rId259" Type="http://schemas.openxmlformats.org/officeDocument/2006/relationships/customXml" Target="../ink/ink261.xml"/><Relationship Id="rId466" Type="http://schemas.openxmlformats.org/officeDocument/2006/relationships/customXml" Target="../ink/ink365.xml"/><Relationship Id="rId23" Type="http://schemas.openxmlformats.org/officeDocument/2006/relationships/image" Target="../media/image142.png"/><Relationship Id="rId119" Type="http://schemas.openxmlformats.org/officeDocument/2006/relationships/image" Target="../media/image188.png"/><Relationship Id="rId326" Type="http://schemas.openxmlformats.org/officeDocument/2006/relationships/image" Target="../media/image291.png"/><Relationship Id="rId533" Type="http://schemas.openxmlformats.org/officeDocument/2006/relationships/image" Target="../media/image393.png"/><Relationship Id="rId172" Type="http://schemas.openxmlformats.org/officeDocument/2006/relationships/image" Target="../media/image214.png"/><Relationship Id="rId477" Type="http://schemas.openxmlformats.org/officeDocument/2006/relationships/customXml" Target="../ink/ink371.xml"/><Relationship Id="rId337" Type="http://schemas.openxmlformats.org/officeDocument/2006/relationships/customXml" Target="../ink/ink300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79.xml"/><Relationship Id="rId21" Type="http://schemas.openxmlformats.org/officeDocument/2006/relationships/customXml" Target="../ink/ink431.xml"/><Relationship Id="rId324" Type="http://schemas.openxmlformats.org/officeDocument/2006/relationships/customXml" Target="../ink/ink585.xml"/><Relationship Id="rId531" Type="http://schemas.openxmlformats.org/officeDocument/2006/relationships/image" Target="../media/image678.png"/><Relationship Id="rId170" Type="http://schemas.openxmlformats.org/officeDocument/2006/relationships/image" Target="../media/image498.png"/><Relationship Id="rId268" Type="http://schemas.openxmlformats.org/officeDocument/2006/relationships/customXml" Target="../ink/ink557.xml"/><Relationship Id="rId475" Type="http://schemas.openxmlformats.org/officeDocument/2006/relationships/image" Target="../media/image650.png"/><Relationship Id="rId32" Type="http://schemas.openxmlformats.org/officeDocument/2006/relationships/image" Target="../media/image433.png"/><Relationship Id="rId128" Type="http://schemas.openxmlformats.org/officeDocument/2006/relationships/image" Target="../media/image481.png"/><Relationship Id="rId335" Type="http://schemas.openxmlformats.org/officeDocument/2006/relationships/image" Target="../media/image580.png"/><Relationship Id="rId542" Type="http://schemas.openxmlformats.org/officeDocument/2006/relationships/customXml" Target="../ink/ink694.xml"/><Relationship Id="rId181" Type="http://schemas.openxmlformats.org/officeDocument/2006/relationships/customXml" Target="../ink/ink513.xml"/><Relationship Id="rId402" Type="http://schemas.openxmlformats.org/officeDocument/2006/relationships/customXml" Target="../ink/ink624.xml"/><Relationship Id="rId279" Type="http://schemas.openxmlformats.org/officeDocument/2006/relationships/image" Target="../media/image552.png"/><Relationship Id="rId486" Type="http://schemas.openxmlformats.org/officeDocument/2006/relationships/customXml" Target="../ink/ink666.xml"/><Relationship Id="rId43" Type="http://schemas.openxmlformats.org/officeDocument/2006/relationships/customXml" Target="../ink/ink442.xml"/><Relationship Id="rId139" Type="http://schemas.openxmlformats.org/officeDocument/2006/relationships/customXml" Target="../ink/ink490.xml"/><Relationship Id="rId346" Type="http://schemas.openxmlformats.org/officeDocument/2006/relationships/customXml" Target="../ink/ink596.xml"/><Relationship Id="rId553" Type="http://schemas.openxmlformats.org/officeDocument/2006/relationships/image" Target="../media/image689.png"/><Relationship Id="rId192" Type="http://schemas.openxmlformats.org/officeDocument/2006/relationships/image" Target="../media/image509.png"/><Relationship Id="rId206" Type="http://schemas.openxmlformats.org/officeDocument/2006/relationships/customXml" Target="../ink/ink526.xml"/><Relationship Id="rId413" Type="http://schemas.openxmlformats.org/officeDocument/2006/relationships/image" Target="../media/image619.png"/><Relationship Id="rId497" Type="http://schemas.openxmlformats.org/officeDocument/2006/relationships/image" Target="../media/image661.png"/><Relationship Id="rId357" Type="http://schemas.openxmlformats.org/officeDocument/2006/relationships/image" Target="../media/image591.png"/><Relationship Id="rId54" Type="http://schemas.openxmlformats.org/officeDocument/2006/relationships/image" Target="../media/image444.png"/><Relationship Id="rId217" Type="http://schemas.openxmlformats.org/officeDocument/2006/relationships/image" Target="../media/image521.png"/><Relationship Id="rId564" Type="http://schemas.openxmlformats.org/officeDocument/2006/relationships/customXml" Target="../ink/ink705.xml"/><Relationship Id="rId424" Type="http://schemas.openxmlformats.org/officeDocument/2006/relationships/customXml" Target="../ink/ink635.xml"/><Relationship Id="rId270" Type="http://schemas.openxmlformats.org/officeDocument/2006/relationships/customXml" Target="../ink/ink558.xml"/><Relationship Id="rId65" Type="http://schemas.openxmlformats.org/officeDocument/2006/relationships/customXml" Target="../ink/ink453.xml"/><Relationship Id="rId130" Type="http://schemas.openxmlformats.org/officeDocument/2006/relationships/image" Target="../media/image482.png"/><Relationship Id="rId368" Type="http://schemas.openxmlformats.org/officeDocument/2006/relationships/customXml" Target="../ink/ink607.xml"/><Relationship Id="rId575" Type="http://schemas.openxmlformats.org/officeDocument/2006/relationships/image" Target="../media/image700.png"/><Relationship Id="rId228" Type="http://schemas.openxmlformats.org/officeDocument/2006/relationships/customXml" Target="../ink/ink537.xml"/><Relationship Id="rId435" Type="http://schemas.openxmlformats.org/officeDocument/2006/relationships/image" Target="../media/image630.png"/><Relationship Id="rId281" Type="http://schemas.openxmlformats.org/officeDocument/2006/relationships/image" Target="../media/image553.png"/><Relationship Id="rId502" Type="http://schemas.openxmlformats.org/officeDocument/2006/relationships/customXml" Target="../ink/ink674.xml"/><Relationship Id="rId76" Type="http://schemas.openxmlformats.org/officeDocument/2006/relationships/image" Target="../media/image455.png"/><Relationship Id="rId141" Type="http://schemas.openxmlformats.org/officeDocument/2006/relationships/customXml" Target="../ink/ink491.xml"/><Relationship Id="rId379" Type="http://schemas.openxmlformats.org/officeDocument/2006/relationships/image" Target="../media/image602.png"/><Relationship Id="rId7" Type="http://schemas.openxmlformats.org/officeDocument/2006/relationships/customXml" Target="../ink/ink424.xml"/><Relationship Id="rId183" Type="http://schemas.openxmlformats.org/officeDocument/2006/relationships/customXml" Target="../ink/ink514.xml"/><Relationship Id="rId239" Type="http://schemas.openxmlformats.org/officeDocument/2006/relationships/image" Target="../media/image532.png"/><Relationship Id="rId390" Type="http://schemas.openxmlformats.org/officeDocument/2006/relationships/customXml" Target="../ink/ink618.xml"/><Relationship Id="rId404" Type="http://schemas.openxmlformats.org/officeDocument/2006/relationships/customXml" Target="../ink/ink625.xml"/><Relationship Id="rId446" Type="http://schemas.openxmlformats.org/officeDocument/2006/relationships/customXml" Target="../ink/ink646.xml"/><Relationship Id="rId250" Type="http://schemas.openxmlformats.org/officeDocument/2006/relationships/customXml" Target="../ink/ink548.xml"/><Relationship Id="rId292" Type="http://schemas.openxmlformats.org/officeDocument/2006/relationships/customXml" Target="../ink/ink569.xml"/><Relationship Id="rId306" Type="http://schemas.openxmlformats.org/officeDocument/2006/relationships/customXml" Target="../ink/ink576.xml"/><Relationship Id="rId488" Type="http://schemas.openxmlformats.org/officeDocument/2006/relationships/customXml" Target="../ink/ink667.xml"/><Relationship Id="rId45" Type="http://schemas.openxmlformats.org/officeDocument/2006/relationships/customXml" Target="../ink/ink443.xml"/><Relationship Id="rId87" Type="http://schemas.openxmlformats.org/officeDocument/2006/relationships/customXml" Target="../ink/ink464.xml"/><Relationship Id="rId110" Type="http://schemas.openxmlformats.org/officeDocument/2006/relationships/image" Target="../media/image472.png"/><Relationship Id="rId348" Type="http://schemas.openxmlformats.org/officeDocument/2006/relationships/customXml" Target="../ink/ink597.xml"/><Relationship Id="rId513" Type="http://schemas.openxmlformats.org/officeDocument/2006/relationships/image" Target="../media/image669.png"/><Relationship Id="rId555" Type="http://schemas.openxmlformats.org/officeDocument/2006/relationships/image" Target="../media/image690.png"/><Relationship Id="rId152" Type="http://schemas.openxmlformats.org/officeDocument/2006/relationships/image" Target="../media/image14.png"/><Relationship Id="rId194" Type="http://schemas.openxmlformats.org/officeDocument/2006/relationships/image" Target="../media/image510.png"/><Relationship Id="rId208" Type="http://schemas.openxmlformats.org/officeDocument/2006/relationships/customXml" Target="../ink/ink527.xml"/><Relationship Id="rId415" Type="http://schemas.openxmlformats.org/officeDocument/2006/relationships/image" Target="../media/image620.png"/><Relationship Id="rId457" Type="http://schemas.openxmlformats.org/officeDocument/2006/relationships/image" Target="../media/image641.png"/><Relationship Id="rId261" Type="http://schemas.openxmlformats.org/officeDocument/2006/relationships/image" Target="../media/image543.png"/><Relationship Id="rId499" Type="http://schemas.openxmlformats.org/officeDocument/2006/relationships/image" Target="../media/image662.png"/><Relationship Id="rId14" Type="http://schemas.openxmlformats.org/officeDocument/2006/relationships/image" Target="../media/image424.png"/><Relationship Id="rId56" Type="http://schemas.openxmlformats.org/officeDocument/2006/relationships/image" Target="../media/image445.png"/><Relationship Id="rId317" Type="http://schemas.openxmlformats.org/officeDocument/2006/relationships/image" Target="../media/image571.png"/><Relationship Id="rId359" Type="http://schemas.openxmlformats.org/officeDocument/2006/relationships/image" Target="../media/image592.png"/><Relationship Id="rId524" Type="http://schemas.openxmlformats.org/officeDocument/2006/relationships/customXml" Target="../ink/ink685.xml"/><Relationship Id="rId566" Type="http://schemas.openxmlformats.org/officeDocument/2006/relationships/customXml" Target="../ink/ink706.xml"/><Relationship Id="rId98" Type="http://schemas.openxmlformats.org/officeDocument/2006/relationships/image" Target="../media/image466.png"/><Relationship Id="rId121" Type="http://schemas.openxmlformats.org/officeDocument/2006/relationships/customXml" Target="../ink/ink481.xml"/><Relationship Id="rId163" Type="http://schemas.openxmlformats.org/officeDocument/2006/relationships/customXml" Target="../ink/ink504.xml"/><Relationship Id="rId219" Type="http://schemas.openxmlformats.org/officeDocument/2006/relationships/image" Target="../media/image522.png"/><Relationship Id="rId370" Type="http://schemas.openxmlformats.org/officeDocument/2006/relationships/customXml" Target="../ink/ink608.xml"/><Relationship Id="rId426" Type="http://schemas.openxmlformats.org/officeDocument/2006/relationships/customXml" Target="../ink/ink636.xml"/><Relationship Id="rId230" Type="http://schemas.openxmlformats.org/officeDocument/2006/relationships/customXml" Target="../ink/ink538.xml"/><Relationship Id="rId468" Type="http://schemas.openxmlformats.org/officeDocument/2006/relationships/customXml" Target="../ink/ink657.xml"/><Relationship Id="rId25" Type="http://schemas.openxmlformats.org/officeDocument/2006/relationships/customXml" Target="../ink/ink433.xml"/><Relationship Id="rId67" Type="http://schemas.openxmlformats.org/officeDocument/2006/relationships/customXml" Target="../ink/ink454.xml"/><Relationship Id="rId272" Type="http://schemas.openxmlformats.org/officeDocument/2006/relationships/customXml" Target="../ink/ink559.xml"/><Relationship Id="rId328" Type="http://schemas.openxmlformats.org/officeDocument/2006/relationships/customXml" Target="../ink/ink587.xml"/><Relationship Id="rId535" Type="http://schemas.openxmlformats.org/officeDocument/2006/relationships/image" Target="../media/image680.png"/><Relationship Id="rId577" Type="http://schemas.openxmlformats.org/officeDocument/2006/relationships/image" Target="../media/image701.png"/><Relationship Id="rId132" Type="http://schemas.openxmlformats.org/officeDocument/2006/relationships/image" Target="../media/image483.png"/><Relationship Id="rId174" Type="http://schemas.openxmlformats.org/officeDocument/2006/relationships/image" Target="../media/image500.png"/><Relationship Id="rId381" Type="http://schemas.openxmlformats.org/officeDocument/2006/relationships/image" Target="../media/image603.png"/><Relationship Id="rId241" Type="http://schemas.openxmlformats.org/officeDocument/2006/relationships/image" Target="../media/image533.png"/><Relationship Id="rId437" Type="http://schemas.openxmlformats.org/officeDocument/2006/relationships/image" Target="../media/image631.png"/><Relationship Id="rId479" Type="http://schemas.openxmlformats.org/officeDocument/2006/relationships/image" Target="../media/image652.png"/><Relationship Id="rId36" Type="http://schemas.openxmlformats.org/officeDocument/2006/relationships/image" Target="../media/image435.png"/><Relationship Id="rId283" Type="http://schemas.openxmlformats.org/officeDocument/2006/relationships/image" Target="../media/image554.png"/><Relationship Id="rId339" Type="http://schemas.openxmlformats.org/officeDocument/2006/relationships/image" Target="../media/image582.png"/><Relationship Id="rId490" Type="http://schemas.openxmlformats.org/officeDocument/2006/relationships/customXml" Target="../ink/ink668.xml"/><Relationship Id="rId504" Type="http://schemas.openxmlformats.org/officeDocument/2006/relationships/customXml" Target="../ink/ink675.xml"/><Relationship Id="rId546" Type="http://schemas.openxmlformats.org/officeDocument/2006/relationships/customXml" Target="../ink/ink696.xml"/><Relationship Id="rId78" Type="http://schemas.openxmlformats.org/officeDocument/2006/relationships/image" Target="../media/image456.png"/><Relationship Id="rId101" Type="http://schemas.openxmlformats.org/officeDocument/2006/relationships/customXml" Target="../ink/ink471.xml"/><Relationship Id="rId143" Type="http://schemas.openxmlformats.org/officeDocument/2006/relationships/image" Target="../media/image487.png"/><Relationship Id="rId185" Type="http://schemas.openxmlformats.org/officeDocument/2006/relationships/customXml" Target="../ink/ink515.xml"/><Relationship Id="rId350" Type="http://schemas.openxmlformats.org/officeDocument/2006/relationships/customXml" Target="../ink/ink598.xml"/><Relationship Id="rId406" Type="http://schemas.openxmlformats.org/officeDocument/2006/relationships/customXml" Target="../ink/ink626.xml"/><Relationship Id="rId9" Type="http://schemas.openxmlformats.org/officeDocument/2006/relationships/customXml" Target="../ink/ink425.xml"/><Relationship Id="rId210" Type="http://schemas.openxmlformats.org/officeDocument/2006/relationships/customXml" Target="../ink/ink528.xml"/><Relationship Id="rId392" Type="http://schemas.openxmlformats.org/officeDocument/2006/relationships/customXml" Target="../ink/ink619.xml"/><Relationship Id="rId448" Type="http://schemas.openxmlformats.org/officeDocument/2006/relationships/customXml" Target="../ink/ink647.xml"/><Relationship Id="rId252" Type="http://schemas.openxmlformats.org/officeDocument/2006/relationships/customXml" Target="../ink/ink549.xml"/><Relationship Id="rId294" Type="http://schemas.openxmlformats.org/officeDocument/2006/relationships/customXml" Target="../ink/ink570.xml"/><Relationship Id="rId308" Type="http://schemas.openxmlformats.org/officeDocument/2006/relationships/customXml" Target="../ink/ink577.xml"/><Relationship Id="rId515" Type="http://schemas.openxmlformats.org/officeDocument/2006/relationships/image" Target="../media/image670.png"/><Relationship Id="rId47" Type="http://schemas.openxmlformats.org/officeDocument/2006/relationships/customXml" Target="../ink/ink444.xml"/><Relationship Id="rId89" Type="http://schemas.openxmlformats.org/officeDocument/2006/relationships/customXml" Target="../ink/ink465.xml"/><Relationship Id="rId112" Type="http://schemas.openxmlformats.org/officeDocument/2006/relationships/image" Target="../media/image473.png"/><Relationship Id="rId154" Type="http://schemas.openxmlformats.org/officeDocument/2006/relationships/image" Target="../media/image490.png"/><Relationship Id="rId361" Type="http://schemas.openxmlformats.org/officeDocument/2006/relationships/image" Target="../media/image593.png"/><Relationship Id="rId557" Type="http://schemas.openxmlformats.org/officeDocument/2006/relationships/image" Target="../media/image691.png"/><Relationship Id="rId196" Type="http://schemas.openxmlformats.org/officeDocument/2006/relationships/image" Target="../media/image511.png"/><Relationship Id="rId417" Type="http://schemas.openxmlformats.org/officeDocument/2006/relationships/image" Target="../media/image621.png"/><Relationship Id="rId459" Type="http://schemas.openxmlformats.org/officeDocument/2006/relationships/image" Target="../media/image642.png"/><Relationship Id="rId16" Type="http://schemas.openxmlformats.org/officeDocument/2006/relationships/image" Target="../media/image425.png"/><Relationship Id="rId221" Type="http://schemas.openxmlformats.org/officeDocument/2006/relationships/image" Target="../media/image523.png"/><Relationship Id="rId263" Type="http://schemas.openxmlformats.org/officeDocument/2006/relationships/image" Target="../media/image544.png"/><Relationship Id="rId319" Type="http://schemas.openxmlformats.org/officeDocument/2006/relationships/image" Target="../media/image572.png"/><Relationship Id="rId470" Type="http://schemas.openxmlformats.org/officeDocument/2006/relationships/customXml" Target="../ink/ink658.xml"/><Relationship Id="rId526" Type="http://schemas.openxmlformats.org/officeDocument/2006/relationships/customXml" Target="../ink/ink686.xml"/><Relationship Id="rId58" Type="http://schemas.openxmlformats.org/officeDocument/2006/relationships/image" Target="../media/image446.png"/><Relationship Id="rId123" Type="http://schemas.openxmlformats.org/officeDocument/2006/relationships/customXml" Target="../ink/ink482.xml"/><Relationship Id="rId330" Type="http://schemas.openxmlformats.org/officeDocument/2006/relationships/customXml" Target="../ink/ink588.xml"/><Relationship Id="rId568" Type="http://schemas.openxmlformats.org/officeDocument/2006/relationships/customXml" Target="../ink/ink707.xml"/><Relationship Id="rId165" Type="http://schemas.openxmlformats.org/officeDocument/2006/relationships/customXml" Target="../ink/ink505.xml"/><Relationship Id="rId372" Type="http://schemas.openxmlformats.org/officeDocument/2006/relationships/customXml" Target="../ink/ink609.xml"/><Relationship Id="rId428" Type="http://schemas.openxmlformats.org/officeDocument/2006/relationships/customXml" Target="../ink/ink637.xml"/><Relationship Id="rId232" Type="http://schemas.openxmlformats.org/officeDocument/2006/relationships/customXml" Target="../ink/ink539.xml"/><Relationship Id="rId274" Type="http://schemas.openxmlformats.org/officeDocument/2006/relationships/customXml" Target="../ink/ink560.xml"/><Relationship Id="rId481" Type="http://schemas.openxmlformats.org/officeDocument/2006/relationships/image" Target="../media/image653.png"/><Relationship Id="rId27" Type="http://schemas.openxmlformats.org/officeDocument/2006/relationships/customXml" Target="../ink/ink434.xml"/><Relationship Id="rId69" Type="http://schemas.openxmlformats.org/officeDocument/2006/relationships/customXml" Target="../ink/ink455.xml"/><Relationship Id="rId134" Type="http://schemas.openxmlformats.org/officeDocument/2006/relationships/image" Target="../media/image484.png"/><Relationship Id="rId537" Type="http://schemas.openxmlformats.org/officeDocument/2006/relationships/image" Target="../media/image681.png"/><Relationship Id="rId579" Type="http://schemas.openxmlformats.org/officeDocument/2006/relationships/image" Target="../media/image702.png"/><Relationship Id="rId80" Type="http://schemas.openxmlformats.org/officeDocument/2006/relationships/image" Target="../media/image457.png"/><Relationship Id="rId176" Type="http://schemas.openxmlformats.org/officeDocument/2006/relationships/image" Target="../media/image501.png"/><Relationship Id="rId341" Type="http://schemas.openxmlformats.org/officeDocument/2006/relationships/image" Target="../media/image583.png"/><Relationship Id="rId383" Type="http://schemas.openxmlformats.org/officeDocument/2006/relationships/image" Target="../media/image604.png"/><Relationship Id="rId439" Type="http://schemas.openxmlformats.org/officeDocument/2006/relationships/image" Target="../media/image632.png"/><Relationship Id="rId201" Type="http://schemas.openxmlformats.org/officeDocument/2006/relationships/customXml" Target="../ink/ink523.xml"/><Relationship Id="rId243" Type="http://schemas.openxmlformats.org/officeDocument/2006/relationships/image" Target="../media/image534.png"/><Relationship Id="rId285" Type="http://schemas.openxmlformats.org/officeDocument/2006/relationships/image" Target="../media/image555.png"/><Relationship Id="rId450" Type="http://schemas.openxmlformats.org/officeDocument/2006/relationships/customXml" Target="../ink/ink648.xml"/><Relationship Id="rId506" Type="http://schemas.openxmlformats.org/officeDocument/2006/relationships/customXml" Target="../ink/ink676.xml"/><Relationship Id="rId38" Type="http://schemas.openxmlformats.org/officeDocument/2006/relationships/image" Target="../media/image436.png"/><Relationship Id="rId103" Type="http://schemas.openxmlformats.org/officeDocument/2006/relationships/customXml" Target="../ink/ink472.xml"/><Relationship Id="rId310" Type="http://schemas.openxmlformats.org/officeDocument/2006/relationships/customXml" Target="../ink/ink578.xml"/><Relationship Id="rId492" Type="http://schemas.openxmlformats.org/officeDocument/2006/relationships/customXml" Target="../ink/ink669.xml"/><Relationship Id="rId548" Type="http://schemas.openxmlformats.org/officeDocument/2006/relationships/customXml" Target="../ink/ink697.xml"/><Relationship Id="rId91" Type="http://schemas.openxmlformats.org/officeDocument/2006/relationships/customXml" Target="../ink/ink466.xml"/><Relationship Id="rId145" Type="http://schemas.openxmlformats.org/officeDocument/2006/relationships/image" Target="../media/image488.png"/><Relationship Id="rId187" Type="http://schemas.openxmlformats.org/officeDocument/2006/relationships/customXml" Target="../ink/ink516.xml"/><Relationship Id="rId352" Type="http://schemas.openxmlformats.org/officeDocument/2006/relationships/customXml" Target="../ink/ink599.xml"/><Relationship Id="rId394" Type="http://schemas.openxmlformats.org/officeDocument/2006/relationships/customXml" Target="../ink/ink620.xml"/><Relationship Id="rId408" Type="http://schemas.openxmlformats.org/officeDocument/2006/relationships/customXml" Target="../ink/ink627.xml"/><Relationship Id="rId212" Type="http://schemas.openxmlformats.org/officeDocument/2006/relationships/customXml" Target="../ink/ink529.xml"/><Relationship Id="rId254" Type="http://schemas.openxmlformats.org/officeDocument/2006/relationships/customXml" Target="../ink/ink550.xml"/><Relationship Id="rId49" Type="http://schemas.openxmlformats.org/officeDocument/2006/relationships/customXml" Target="../ink/ink445.xml"/><Relationship Id="rId114" Type="http://schemas.openxmlformats.org/officeDocument/2006/relationships/image" Target="../media/image474.png"/><Relationship Id="rId296" Type="http://schemas.openxmlformats.org/officeDocument/2006/relationships/customXml" Target="../ink/ink571.xml"/><Relationship Id="rId461" Type="http://schemas.openxmlformats.org/officeDocument/2006/relationships/image" Target="../media/image643.png"/><Relationship Id="rId517" Type="http://schemas.openxmlformats.org/officeDocument/2006/relationships/image" Target="../media/image671.png"/><Relationship Id="rId559" Type="http://schemas.openxmlformats.org/officeDocument/2006/relationships/image" Target="../media/image692.png"/><Relationship Id="rId60" Type="http://schemas.openxmlformats.org/officeDocument/2006/relationships/image" Target="../media/image447.png"/><Relationship Id="rId156" Type="http://schemas.openxmlformats.org/officeDocument/2006/relationships/image" Target="../media/image491.png"/><Relationship Id="rId198" Type="http://schemas.openxmlformats.org/officeDocument/2006/relationships/image" Target="../media/image512.png"/><Relationship Id="rId321" Type="http://schemas.openxmlformats.org/officeDocument/2006/relationships/image" Target="../media/image573.png"/><Relationship Id="rId363" Type="http://schemas.openxmlformats.org/officeDocument/2006/relationships/image" Target="../media/image594.png"/><Relationship Id="rId419" Type="http://schemas.openxmlformats.org/officeDocument/2006/relationships/image" Target="../media/image622.png"/><Relationship Id="rId570" Type="http://schemas.openxmlformats.org/officeDocument/2006/relationships/customXml" Target="../ink/ink708.xml"/><Relationship Id="rId223" Type="http://schemas.openxmlformats.org/officeDocument/2006/relationships/image" Target="../media/image524.png"/><Relationship Id="rId430" Type="http://schemas.openxmlformats.org/officeDocument/2006/relationships/customXml" Target="../ink/ink638.xml"/><Relationship Id="rId18" Type="http://schemas.openxmlformats.org/officeDocument/2006/relationships/image" Target="../media/image426.png"/><Relationship Id="rId265" Type="http://schemas.openxmlformats.org/officeDocument/2006/relationships/image" Target="../media/image545.png"/><Relationship Id="rId472" Type="http://schemas.openxmlformats.org/officeDocument/2006/relationships/customXml" Target="../ink/ink659.xml"/><Relationship Id="rId528" Type="http://schemas.openxmlformats.org/officeDocument/2006/relationships/customXml" Target="../ink/ink687.xml"/><Relationship Id="rId125" Type="http://schemas.openxmlformats.org/officeDocument/2006/relationships/customXml" Target="../ink/ink483.xml"/><Relationship Id="rId167" Type="http://schemas.openxmlformats.org/officeDocument/2006/relationships/customXml" Target="../ink/ink506.xml"/><Relationship Id="rId332" Type="http://schemas.openxmlformats.org/officeDocument/2006/relationships/customXml" Target="../ink/ink589.xml"/><Relationship Id="rId374" Type="http://schemas.openxmlformats.org/officeDocument/2006/relationships/customXml" Target="../ink/ink610.xml"/><Relationship Id="rId581" Type="http://schemas.openxmlformats.org/officeDocument/2006/relationships/image" Target="../media/image703.png"/><Relationship Id="rId71" Type="http://schemas.openxmlformats.org/officeDocument/2006/relationships/customXml" Target="../ink/ink456.xml"/><Relationship Id="rId234" Type="http://schemas.openxmlformats.org/officeDocument/2006/relationships/customXml" Target="../ink/ink540.xml"/><Relationship Id="rId2" Type="http://schemas.openxmlformats.org/officeDocument/2006/relationships/image" Target="../media/image417.png"/><Relationship Id="rId29" Type="http://schemas.openxmlformats.org/officeDocument/2006/relationships/customXml" Target="../ink/ink435.xml"/><Relationship Id="rId276" Type="http://schemas.openxmlformats.org/officeDocument/2006/relationships/customXml" Target="../ink/ink561.xml"/><Relationship Id="rId441" Type="http://schemas.openxmlformats.org/officeDocument/2006/relationships/image" Target="../media/image633.png"/><Relationship Id="rId483" Type="http://schemas.openxmlformats.org/officeDocument/2006/relationships/image" Target="../media/image654.png"/><Relationship Id="rId539" Type="http://schemas.openxmlformats.org/officeDocument/2006/relationships/image" Target="../media/image682.png"/><Relationship Id="rId40" Type="http://schemas.openxmlformats.org/officeDocument/2006/relationships/image" Target="../media/image437.png"/><Relationship Id="rId136" Type="http://schemas.openxmlformats.org/officeDocument/2006/relationships/image" Target="../media/image485.png"/><Relationship Id="rId178" Type="http://schemas.openxmlformats.org/officeDocument/2006/relationships/image" Target="../media/image502.png"/><Relationship Id="rId301" Type="http://schemas.openxmlformats.org/officeDocument/2006/relationships/image" Target="../media/image563.png"/><Relationship Id="rId343" Type="http://schemas.openxmlformats.org/officeDocument/2006/relationships/image" Target="../media/image584.png"/><Relationship Id="rId550" Type="http://schemas.openxmlformats.org/officeDocument/2006/relationships/customXml" Target="../ink/ink698.xml"/><Relationship Id="rId82" Type="http://schemas.openxmlformats.org/officeDocument/2006/relationships/image" Target="../media/image458.png"/><Relationship Id="rId203" Type="http://schemas.openxmlformats.org/officeDocument/2006/relationships/customXml" Target="../ink/ink524.xml"/><Relationship Id="rId385" Type="http://schemas.openxmlformats.org/officeDocument/2006/relationships/image" Target="../media/image605.png"/><Relationship Id="rId245" Type="http://schemas.openxmlformats.org/officeDocument/2006/relationships/image" Target="../media/image535.png"/><Relationship Id="rId287" Type="http://schemas.openxmlformats.org/officeDocument/2006/relationships/image" Target="../media/image556.png"/><Relationship Id="rId410" Type="http://schemas.openxmlformats.org/officeDocument/2006/relationships/customXml" Target="../ink/ink628.xml"/><Relationship Id="rId452" Type="http://schemas.openxmlformats.org/officeDocument/2006/relationships/customXml" Target="../ink/ink649.xml"/><Relationship Id="rId494" Type="http://schemas.openxmlformats.org/officeDocument/2006/relationships/customXml" Target="../ink/ink670.xml"/><Relationship Id="rId508" Type="http://schemas.openxmlformats.org/officeDocument/2006/relationships/customXml" Target="../ink/ink677.xml"/><Relationship Id="rId105" Type="http://schemas.openxmlformats.org/officeDocument/2006/relationships/customXml" Target="../ink/ink473.xml"/><Relationship Id="rId147" Type="http://schemas.openxmlformats.org/officeDocument/2006/relationships/customXml" Target="../ink/ink495.xml"/><Relationship Id="rId312" Type="http://schemas.openxmlformats.org/officeDocument/2006/relationships/customXml" Target="../ink/ink579.xml"/><Relationship Id="rId354" Type="http://schemas.openxmlformats.org/officeDocument/2006/relationships/customXml" Target="../ink/ink600.xml"/><Relationship Id="rId51" Type="http://schemas.openxmlformats.org/officeDocument/2006/relationships/customXml" Target="../ink/ink446.xml"/><Relationship Id="rId93" Type="http://schemas.openxmlformats.org/officeDocument/2006/relationships/customXml" Target="../ink/ink467.xml"/><Relationship Id="rId189" Type="http://schemas.openxmlformats.org/officeDocument/2006/relationships/customXml" Target="../ink/ink517.xml"/><Relationship Id="rId396" Type="http://schemas.openxmlformats.org/officeDocument/2006/relationships/customXml" Target="../ink/ink621.xml"/><Relationship Id="rId561" Type="http://schemas.openxmlformats.org/officeDocument/2006/relationships/image" Target="../media/image693.png"/><Relationship Id="rId214" Type="http://schemas.openxmlformats.org/officeDocument/2006/relationships/customXml" Target="../ink/ink530.xml"/><Relationship Id="rId256" Type="http://schemas.openxmlformats.org/officeDocument/2006/relationships/customXml" Target="../ink/ink551.xml"/><Relationship Id="rId298" Type="http://schemas.openxmlformats.org/officeDocument/2006/relationships/customXml" Target="../ink/ink572.xml"/><Relationship Id="rId421" Type="http://schemas.openxmlformats.org/officeDocument/2006/relationships/image" Target="../media/image623.png"/><Relationship Id="rId463" Type="http://schemas.openxmlformats.org/officeDocument/2006/relationships/image" Target="../media/image644.png"/><Relationship Id="rId519" Type="http://schemas.openxmlformats.org/officeDocument/2006/relationships/image" Target="../media/image672.png"/><Relationship Id="rId116" Type="http://schemas.openxmlformats.org/officeDocument/2006/relationships/image" Target="../media/image475.png"/><Relationship Id="rId158" Type="http://schemas.openxmlformats.org/officeDocument/2006/relationships/image" Target="../media/image492.png"/><Relationship Id="rId323" Type="http://schemas.openxmlformats.org/officeDocument/2006/relationships/image" Target="../media/image574.png"/><Relationship Id="rId530" Type="http://schemas.openxmlformats.org/officeDocument/2006/relationships/customXml" Target="../ink/ink688.xml"/><Relationship Id="rId20" Type="http://schemas.openxmlformats.org/officeDocument/2006/relationships/image" Target="../media/image427.png"/><Relationship Id="rId62" Type="http://schemas.openxmlformats.org/officeDocument/2006/relationships/image" Target="../media/image448.png"/><Relationship Id="rId365" Type="http://schemas.openxmlformats.org/officeDocument/2006/relationships/image" Target="../media/image595.png"/><Relationship Id="rId572" Type="http://schemas.openxmlformats.org/officeDocument/2006/relationships/customXml" Target="../ink/ink709.xml"/><Relationship Id="rId225" Type="http://schemas.openxmlformats.org/officeDocument/2006/relationships/image" Target="../media/image525.png"/><Relationship Id="rId267" Type="http://schemas.openxmlformats.org/officeDocument/2006/relationships/image" Target="../media/image546.png"/><Relationship Id="rId432" Type="http://schemas.openxmlformats.org/officeDocument/2006/relationships/customXml" Target="../ink/ink639.xml"/><Relationship Id="rId474" Type="http://schemas.openxmlformats.org/officeDocument/2006/relationships/customXml" Target="../ink/ink660.xml"/><Relationship Id="rId127" Type="http://schemas.openxmlformats.org/officeDocument/2006/relationships/customXml" Target="../ink/ink484.xml"/><Relationship Id="rId31" Type="http://schemas.openxmlformats.org/officeDocument/2006/relationships/customXml" Target="../ink/ink436.xml"/><Relationship Id="rId73" Type="http://schemas.openxmlformats.org/officeDocument/2006/relationships/customXml" Target="../ink/ink457.xml"/><Relationship Id="rId169" Type="http://schemas.openxmlformats.org/officeDocument/2006/relationships/customXml" Target="../ink/ink507.xml"/><Relationship Id="rId334" Type="http://schemas.openxmlformats.org/officeDocument/2006/relationships/customXml" Target="../ink/ink590.xml"/><Relationship Id="rId376" Type="http://schemas.openxmlformats.org/officeDocument/2006/relationships/customXml" Target="../ink/ink611.xml"/><Relationship Id="rId541" Type="http://schemas.openxmlformats.org/officeDocument/2006/relationships/image" Target="../media/image683.png"/><Relationship Id="rId583" Type="http://schemas.openxmlformats.org/officeDocument/2006/relationships/image" Target="../media/image704.png"/><Relationship Id="rId4" Type="http://schemas.openxmlformats.org/officeDocument/2006/relationships/image" Target="../media/image419.png"/><Relationship Id="rId180" Type="http://schemas.openxmlformats.org/officeDocument/2006/relationships/image" Target="../media/image503.png"/><Relationship Id="rId236" Type="http://schemas.openxmlformats.org/officeDocument/2006/relationships/customXml" Target="../ink/ink541.xml"/><Relationship Id="rId278" Type="http://schemas.openxmlformats.org/officeDocument/2006/relationships/customXml" Target="../ink/ink562.xml"/><Relationship Id="rId401" Type="http://schemas.openxmlformats.org/officeDocument/2006/relationships/image" Target="../media/image613.png"/><Relationship Id="rId443" Type="http://schemas.openxmlformats.org/officeDocument/2006/relationships/image" Target="../media/image634.png"/><Relationship Id="rId303" Type="http://schemas.openxmlformats.org/officeDocument/2006/relationships/image" Target="../media/image564.png"/><Relationship Id="rId485" Type="http://schemas.openxmlformats.org/officeDocument/2006/relationships/image" Target="../media/image655.png"/><Relationship Id="rId42" Type="http://schemas.openxmlformats.org/officeDocument/2006/relationships/image" Target="../media/image438.png"/><Relationship Id="rId84" Type="http://schemas.openxmlformats.org/officeDocument/2006/relationships/image" Target="../media/image459.png"/><Relationship Id="rId138" Type="http://schemas.openxmlformats.org/officeDocument/2006/relationships/image" Target="../media/image486.png"/><Relationship Id="rId345" Type="http://schemas.openxmlformats.org/officeDocument/2006/relationships/image" Target="../media/image585.png"/><Relationship Id="rId387" Type="http://schemas.openxmlformats.org/officeDocument/2006/relationships/image" Target="../media/image606.png"/><Relationship Id="rId510" Type="http://schemas.openxmlformats.org/officeDocument/2006/relationships/customXml" Target="../ink/ink678.xml"/><Relationship Id="rId552" Type="http://schemas.openxmlformats.org/officeDocument/2006/relationships/customXml" Target="../ink/ink699.xml"/><Relationship Id="rId191" Type="http://schemas.openxmlformats.org/officeDocument/2006/relationships/customXml" Target="../ink/ink518.xml"/><Relationship Id="rId205" Type="http://schemas.openxmlformats.org/officeDocument/2006/relationships/image" Target="../media/image515.png"/><Relationship Id="rId247" Type="http://schemas.openxmlformats.org/officeDocument/2006/relationships/image" Target="../media/image536.png"/><Relationship Id="rId412" Type="http://schemas.openxmlformats.org/officeDocument/2006/relationships/customXml" Target="../ink/ink629.xml"/><Relationship Id="rId107" Type="http://schemas.openxmlformats.org/officeDocument/2006/relationships/customXml" Target="../ink/ink474.xml"/><Relationship Id="rId289" Type="http://schemas.openxmlformats.org/officeDocument/2006/relationships/image" Target="../media/image557.png"/><Relationship Id="rId454" Type="http://schemas.openxmlformats.org/officeDocument/2006/relationships/customXml" Target="../ink/ink650.xml"/><Relationship Id="rId496" Type="http://schemas.openxmlformats.org/officeDocument/2006/relationships/customXml" Target="../ink/ink671.xml"/><Relationship Id="rId11" Type="http://schemas.openxmlformats.org/officeDocument/2006/relationships/customXml" Target="../ink/ink426.xml"/><Relationship Id="rId53" Type="http://schemas.openxmlformats.org/officeDocument/2006/relationships/customXml" Target="../ink/ink447.xml"/><Relationship Id="rId149" Type="http://schemas.openxmlformats.org/officeDocument/2006/relationships/customXml" Target="../ink/ink497.xml"/><Relationship Id="rId314" Type="http://schemas.openxmlformats.org/officeDocument/2006/relationships/customXml" Target="../ink/ink580.xml"/><Relationship Id="rId356" Type="http://schemas.openxmlformats.org/officeDocument/2006/relationships/customXml" Target="../ink/ink601.xml"/><Relationship Id="rId398" Type="http://schemas.openxmlformats.org/officeDocument/2006/relationships/customXml" Target="../ink/ink622.xml"/><Relationship Id="rId521" Type="http://schemas.openxmlformats.org/officeDocument/2006/relationships/image" Target="../media/image673.png"/><Relationship Id="rId563" Type="http://schemas.openxmlformats.org/officeDocument/2006/relationships/image" Target="../media/image694.png"/><Relationship Id="rId95" Type="http://schemas.openxmlformats.org/officeDocument/2006/relationships/customXml" Target="../ink/ink468.xml"/><Relationship Id="rId160" Type="http://schemas.openxmlformats.org/officeDocument/2006/relationships/image" Target="../media/image493.png"/><Relationship Id="rId216" Type="http://schemas.openxmlformats.org/officeDocument/2006/relationships/customXml" Target="../ink/ink531.xml"/><Relationship Id="rId423" Type="http://schemas.openxmlformats.org/officeDocument/2006/relationships/image" Target="../media/image624.png"/><Relationship Id="rId258" Type="http://schemas.openxmlformats.org/officeDocument/2006/relationships/customXml" Target="../ink/ink552.xml"/><Relationship Id="rId465" Type="http://schemas.openxmlformats.org/officeDocument/2006/relationships/image" Target="../media/image645.png"/><Relationship Id="rId22" Type="http://schemas.openxmlformats.org/officeDocument/2006/relationships/image" Target="../media/image428.png"/><Relationship Id="rId64" Type="http://schemas.openxmlformats.org/officeDocument/2006/relationships/image" Target="../media/image449.png"/><Relationship Id="rId118" Type="http://schemas.openxmlformats.org/officeDocument/2006/relationships/image" Target="../media/image476.png"/><Relationship Id="rId325" Type="http://schemas.openxmlformats.org/officeDocument/2006/relationships/image" Target="../media/image575.png"/><Relationship Id="rId367" Type="http://schemas.openxmlformats.org/officeDocument/2006/relationships/image" Target="../media/image596.png"/><Relationship Id="rId532" Type="http://schemas.openxmlformats.org/officeDocument/2006/relationships/customXml" Target="../ink/ink689.xml"/><Relationship Id="rId574" Type="http://schemas.openxmlformats.org/officeDocument/2006/relationships/customXml" Target="../ink/ink710.xml"/><Relationship Id="rId171" Type="http://schemas.openxmlformats.org/officeDocument/2006/relationships/customXml" Target="../ink/ink508.xml"/><Relationship Id="rId227" Type="http://schemas.openxmlformats.org/officeDocument/2006/relationships/image" Target="../media/image526.png"/><Relationship Id="rId269" Type="http://schemas.openxmlformats.org/officeDocument/2006/relationships/image" Target="../media/image547.png"/><Relationship Id="rId434" Type="http://schemas.openxmlformats.org/officeDocument/2006/relationships/customXml" Target="../ink/ink640.xml"/><Relationship Id="rId476" Type="http://schemas.openxmlformats.org/officeDocument/2006/relationships/customXml" Target="../ink/ink661.xml"/><Relationship Id="rId33" Type="http://schemas.openxmlformats.org/officeDocument/2006/relationships/customXml" Target="../ink/ink437.xml"/><Relationship Id="rId129" Type="http://schemas.openxmlformats.org/officeDocument/2006/relationships/customXml" Target="../ink/ink485.xml"/><Relationship Id="rId280" Type="http://schemas.openxmlformats.org/officeDocument/2006/relationships/customXml" Target="../ink/ink563.xml"/><Relationship Id="rId336" Type="http://schemas.openxmlformats.org/officeDocument/2006/relationships/customXml" Target="../ink/ink591.xml"/><Relationship Id="rId501" Type="http://schemas.openxmlformats.org/officeDocument/2006/relationships/image" Target="../media/image663.png"/><Relationship Id="rId543" Type="http://schemas.openxmlformats.org/officeDocument/2006/relationships/image" Target="../media/image684.png"/><Relationship Id="rId75" Type="http://schemas.openxmlformats.org/officeDocument/2006/relationships/customXml" Target="../ink/ink458.xml"/><Relationship Id="rId140" Type="http://schemas.openxmlformats.org/officeDocument/2006/relationships/image" Target="../media/image374.png"/><Relationship Id="rId182" Type="http://schemas.openxmlformats.org/officeDocument/2006/relationships/image" Target="../media/image504.png"/><Relationship Id="rId378" Type="http://schemas.openxmlformats.org/officeDocument/2006/relationships/customXml" Target="../ink/ink612.xml"/><Relationship Id="rId403" Type="http://schemas.openxmlformats.org/officeDocument/2006/relationships/image" Target="../media/image614.png"/><Relationship Id="rId6" Type="http://schemas.openxmlformats.org/officeDocument/2006/relationships/image" Target="../media/image420.png"/><Relationship Id="rId238" Type="http://schemas.openxmlformats.org/officeDocument/2006/relationships/customXml" Target="../ink/ink542.xml"/><Relationship Id="rId445" Type="http://schemas.openxmlformats.org/officeDocument/2006/relationships/image" Target="../media/image635.png"/><Relationship Id="rId487" Type="http://schemas.openxmlformats.org/officeDocument/2006/relationships/image" Target="../media/image656.png"/><Relationship Id="rId291" Type="http://schemas.openxmlformats.org/officeDocument/2006/relationships/image" Target="../media/image558.png"/><Relationship Id="rId305" Type="http://schemas.openxmlformats.org/officeDocument/2006/relationships/image" Target="../media/image565.png"/><Relationship Id="rId347" Type="http://schemas.openxmlformats.org/officeDocument/2006/relationships/image" Target="../media/image586.png"/><Relationship Id="rId512" Type="http://schemas.openxmlformats.org/officeDocument/2006/relationships/customXml" Target="../ink/ink679.xml"/><Relationship Id="rId44" Type="http://schemas.openxmlformats.org/officeDocument/2006/relationships/image" Target="../media/image439.png"/><Relationship Id="rId86" Type="http://schemas.openxmlformats.org/officeDocument/2006/relationships/image" Target="../media/image460.png"/><Relationship Id="rId151" Type="http://schemas.openxmlformats.org/officeDocument/2006/relationships/customXml" Target="../ink/ink498.xml"/><Relationship Id="rId389" Type="http://schemas.openxmlformats.org/officeDocument/2006/relationships/image" Target="../media/image607.png"/><Relationship Id="rId554" Type="http://schemas.openxmlformats.org/officeDocument/2006/relationships/customXml" Target="../ink/ink700.xml"/><Relationship Id="rId193" Type="http://schemas.openxmlformats.org/officeDocument/2006/relationships/customXml" Target="../ink/ink519.xml"/><Relationship Id="rId207" Type="http://schemas.openxmlformats.org/officeDocument/2006/relationships/image" Target="../media/image516.png"/><Relationship Id="rId249" Type="http://schemas.openxmlformats.org/officeDocument/2006/relationships/image" Target="../media/image537.png"/><Relationship Id="rId414" Type="http://schemas.openxmlformats.org/officeDocument/2006/relationships/customXml" Target="../ink/ink630.xml"/><Relationship Id="rId456" Type="http://schemas.openxmlformats.org/officeDocument/2006/relationships/customXml" Target="../ink/ink651.xml"/><Relationship Id="rId498" Type="http://schemas.openxmlformats.org/officeDocument/2006/relationships/customXml" Target="../ink/ink672.xml"/><Relationship Id="rId13" Type="http://schemas.openxmlformats.org/officeDocument/2006/relationships/customXml" Target="../ink/ink427.xml"/><Relationship Id="rId109" Type="http://schemas.openxmlformats.org/officeDocument/2006/relationships/customXml" Target="../ink/ink475.xml"/><Relationship Id="rId260" Type="http://schemas.openxmlformats.org/officeDocument/2006/relationships/customXml" Target="../ink/ink553.xml"/><Relationship Id="rId316" Type="http://schemas.openxmlformats.org/officeDocument/2006/relationships/customXml" Target="../ink/ink581.xml"/><Relationship Id="rId523" Type="http://schemas.openxmlformats.org/officeDocument/2006/relationships/image" Target="../media/image674.png"/><Relationship Id="rId55" Type="http://schemas.openxmlformats.org/officeDocument/2006/relationships/customXml" Target="../ink/ink448.xml"/><Relationship Id="rId97" Type="http://schemas.openxmlformats.org/officeDocument/2006/relationships/customXml" Target="../ink/ink469.xml"/><Relationship Id="rId120" Type="http://schemas.openxmlformats.org/officeDocument/2006/relationships/image" Target="../media/image477.png"/><Relationship Id="rId358" Type="http://schemas.openxmlformats.org/officeDocument/2006/relationships/customXml" Target="../ink/ink602.xml"/><Relationship Id="rId565" Type="http://schemas.openxmlformats.org/officeDocument/2006/relationships/image" Target="../media/image695.png"/><Relationship Id="rId162" Type="http://schemas.openxmlformats.org/officeDocument/2006/relationships/image" Target="../media/image494.png"/><Relationship Id="rId218" Type="http://schemas.openxmlformats.org/officeDocument/2006/relationships/customXml" Target="../ink/ink532.xml"/><Relationship Id="rId425" Type="http://schemas.openxmlformats.org/officeDocument/2006/relationships/image" Target="../media/image625.png"/><Relationship Id="rId467" Type="http://schemas.openxmlformats.org/officeDocument/2006/relationships/image" Target="../media/image646.png"/><Relationship Id="rId271" Type="http://schemas.openxmlformats.org/officeDocument/2006/relationships/image" Target="../media/image548.png"/><Relationship Id="rId24" Type="http://schemas.openxmlformats.org/officeDocument/2006/relationships/image" Target="../media/image429.png"/><Relationship Id="rId66" Type="http://schemas.openxmlformats.org/officeDocument/2006/relationships/image" Target="../media/image450.png"/><Relationship Id="rId131" Type="http://schemas.openxmlformats.org/officeDocument/2006/relationships/customXml" Target="../ink/ink486.xml"/><Relationship Id="rId327" Type="http://schemas.openxmlformats.org/officeDocument/2006/relationships/image" Target="../media/image576.png"/><Relationship Id="rId369" Type="http://schemas.openxmlformats.org/officeDocument/2006/relationships/image" Target="../media/image597.png"/><Relationship Id="rId534" Type="http://schemas.openxmlformats.org/officeDocument/2006/relationships/customXml" Target="../ink/ink690.xml"/><Relationship Id="rId576" Type="http://schemas.openxmlformats.org/officeDocument/2006/relationships/customXml" Target="../ink/ink711.xml"/><Relationship Id="rId173" Type="http://schemas.openxmlformats.org/officeDocument/2006/relationships/customXml" Target="../ink/ink509.xml"/><Relationship Id="rId229" Type="http://schemas.openxmlformats.org/officeDocument/2006/relationships/image" Target="../media/image527.png"/><Relationship Id="rId380" Type="http://schemas.openxmlformats.org/officeDocument/2006/relationships/customXml" Target="../ink/ink613.xml"/><Relationship Id="rId436" Type="http://schemas.openxmlformats.org/officeDocument/2006/relationships/customXml" Target="../ink/ink641.xml"/><Relationship Id="rId240" Type="http://schemas.openxmlformats.org/officeDocument/2006/relationships/customXml" Target="../ink/ink543.xml"/><Relationship Id="rId478" Type="http://schemas.openxmlformats.org/officeDocument/2006/relationships/customXml" Target="../ink/ink662.xml"/><Relationship Id="rId35" Type="http://schemas.openxmlformats.org/officeDocument/2006/relationships/customXml" Target="../ink/ink438.xml"/><Relationship Id="rId77" Type="http://schemas.openxmlformats.org/officeDocument/2006/relationships/customXml" Target="../ink/ink459.xml"/><Relationship Id="rId100" Type="http://schemas.openxmlformats.org/officeDocument/2006/relationships/image" Target="../media/image467.png"/><Relationship Id="rId282" Type="http://schemas.openxmlformats.org/officeDocument/2006/relationships/customXml" Target="../ink/ink564.xml"/><Relationship Id="rId338" Type="http://schemas.openxmlformats.org/officeDocument/2006/relationships/customXml" Target="../ink/ink592.xml"/><Relationship Id="rId503" Type="http://schemas.openxmlformats.org/officeDocument/2006/relationships/image" Target="../media/image664.png"/><Relationship Id="rId545" Type="http://schemas.openxmlformats.org/officeDocument/2006/relationships/image" Target="../media/image685.png"/><Relationship Id="rId8" Type="http://schemas.openxmlformats.org/officeDocument/2006/relationships/image" Target="../media/image421.png"/><Relationship Id="rId142" Type="http://schemas.openxmlformats.org/officeDocument/2006/relationships/customXml" Target="../ink/ink492.xml"/><Relationship Id="rId184" Type="http://schemas.openxmlformats.org/officeDocument/2006/relationships/image" Target="../media/image505.png"/><Relationship Id="rId391" Type="http://schemas.openxmlformats.org/officeDocument/2006/relationships/image" Target="../media/image608.png"/><Relationship Id="rId405" Type="http://schemas.openxmlformats.org/officeDocument/2006/relationships/image" Target="../media/image615.png"/><Relationship Id="rId447" Type="http://schemas.openxmlformats.org/officeDocument/2006/relationships/image" Target="../media/image636.png"/><Relationship Id="rId251" Type="http://schemas.openxmlformats.org/officeDocument/2006/relationships/image" Target="../media/image538.png"/><Relationship Id="rId489" Type="http://schemas.openxmlformats.org/officeDocument/2006/relationships/image" Target="../media/image657.png"/><Relationship Id="rId46" Type="http://schemas.openxmlformats.org/officeDocument/2006/relationships/image" Target="../media/image440.png"/><Relationship Id="rId293" Type="http://schemas.openxmlformats.org/officeDocument/2006/relationships/image" Target="../media/image559.png"/><Relationship Id="rId307" Type="http://schemas.openxmlformats.org/officeDocument/2006/relationships/image" Target="../media/image566.png"/><Relationship Id="rId349" Type="http://schemas.openxmlformats.org/officeDocument/2006/relationships/image" Target="../media/image587.png"/><Relationship Id="rId514" Type="http://schemas.openxmlformats.org/officeDocument/2006/relationships/customXml" Target="../ink/ink680.xml"/><Relationship Id="rId556" Type="http://schemas.openxmlformats.org/officeDocument/2006/relationships/customXml" Target="../ink/ink701.xml"/><Relationship Id="rId88" Type="http://schemas.openxmlformats.org/officeDocument/2006/relationships/image" Target="../media/image461.png"/><Relationship Id="rId111" Type="http://schemas.openxmlformats.org/officeDocument/2006/relationships/customXml" Target="../ink/ink476.xml"/><Relationship Id="rId153" Type="http://schemas.openxmlformats.org/officeDocument/2006/relationships/customXml" Target="../ink/ink499.xml"/><Relationship Id="rId195" Type="http://schemas.openxmlformats.org/officeDocument/2006/relationships/customXml" Target="../ink/ink520.xml"/><Relationship Id="rId209" Type="http://schemas.openxmlformats.org/officeDocument/2006/relationships/image" Target="../media/image517.png"/><Relationship Id="rId360" Type="http://schemas.openxmlformats.org/officeDocument/2006/relationships/customXml" Target="../ink/ink603.xml"/><Relationship Id="rId416" Type="http://schemas.openxmlformats.org/officeDocument/2006/relationships/customXml" Target="../ink/ink631.xml"/><Relationship Id="rId220" Type="http://schemas.openxmlformats.org/officeDocument/2006/relationships/customXml" Target="../ink/ink533.xml"/><Relationship Id="rId458" Type="http://schemas.openxmlformats.org/officeDocument/2006/relationships/customXml" Target="../ink/ink652.xml"/><Relationship Id="rId15" Type="http://schemas.openxmlformats.org/officeDocument/2006/relationships/customXml" Target="../ink/ink428.xml"/><Relationship Id="rId57" Type="http://schemas.openxmlformats.org/officeDocument/2006/relationships/customXml" Target="../ink/ink449.xml"/><Relationship Id="rId262" Type="http://schemas.openxmlformats.org/officeDocument/2006/relationships/customXml" Target="../ink/ink554.xml"/><Relationship Id="rId318" Type="http://schemas.openxmlformats.org/officeDocument/2006/relationships/customXml" Target="../ink/ink582.xml"/><Relationship Id="rId525" Type="http://schemas.openxmlformats.org/officeDocument/2006/relationships/image" Target="../media/image675.png"/><Relationship Id="rId567" Type="http://schemas.openxmlformats.org/officeDocument/2006/relationships/image" Target="../media/image696.png"/><Relationship Id="rId99" Type="http://schemas.openxmlformats.org/officeDocument/2006/relationships/customXml" Target="../ink/ink470.xml"/><Relationship Id="rId122" Type="http://schemas.openxmlformats.org/officeDocument/2006/relationships/image" Target="../media/image478.png"/><Relationship Id="rId164" Type="http://schemas.openxmlformats.org/officeDocument/2006/relationships/image" Target="../media/image495.png"/><Relationship Id="rId371" Type="http://schemas.openxmlformats.org/officeDocument/2006/relationships/image" Target="../media/image598.png"/><Relationship Id="rId427" Type="http://schemas.openxmlformats.org/officeDocument/2006/relationships/image" Target="../media/image626.png"/><Relationship Id="rId469" Type="http://schemas.openxmlformats.org/officeDocument/2006/relationships/image" Target="../media/image647.png"/><Relationship Id="rId26" Type="http://schemas.openxmlformats.org/officeDocument/2006/relationships/image" Target="../media/image430.png"/><Relationship Id="rId231" Type="http://schemas.openxmlformats.org/officeDocument/2006/relationships/image" Target="../media/image528.png"/><Relationship Id="rId273" Type="http://schemas.openxmlformats.org/officeDocument/2006/relationships/image" Target="../media/image549.png"/><Relationship Id="rId329" Type="http://schemas.openxmlformats.org/officeDocument/2006/relationships/image" Target="../media/image577.png"/><Relationship Id="rId480" Type="http://schemas.openxmlformats.org/officeDocument/2006/relationships/customXml" Target="../ink/ink663.xml"/><Relationship Id="rId536" Type="http://schemas.openxmlformats.org/officeDocument/2006/relationships/customXml" Target="../ink/ink691.xml"/><Relationship Id="rId68" Type="http://schemas.openxmlformats.org/officeDocument/2006/relationships/image" Target="../media/image451.png"/><Relationship Id="rId133" Type="http://schemas.openxmlformats.org/officeDocument/2006/relationships/customXml" Target="../ink/ink487.xml"/><Relationship Id="rId175" Type="http://schemas.openxmlformats.org/officeDocument/2006/relationships/customXml" Target="../ink/ink510.xml"/><Relationship Id="rId340" Type="http://schemas.openxmlformats.org/officeDocument/2006/relationships/customXml" Target="../ink/ink593.xml"/><Relationship Id="rId578" Type="http://schemas.openxmlformats.org/officeDocument/2006/relationships/customXml" Target="../ink/ink712.xml"/><Relationship Id="rId200" Type="http://schemas.openxmlformats.org/officeDocument/2006/relationships/image" Target="../media/image513.png"/><Relationship Id="rId382" Type="http://schemas.openxmlformats.org/officeDocument/2006/relationships/customXml" Target="../ink/ink614.xml"/><Relationship Id="rId438" Type="http://schemas.openxmlformats.org/officeDocument/2006/relationships/customXml" Target="../ink/ink642.xml"/><Relationship Id="rId242" Type="http://schemas.openxmlformats.org/officeDocument/2006/relationships/customXml" Target="../ink/ink544.xml"/><Relationship Id="rId284" Type="http://schemas.openxmlformats.org/officeDocument/2006/relationships/customXml" Target="../ink/ink565.xml"/><Relationship Id="rId491" Type="http://schemas.openxmlformats.org/officeDocument/2006/relationships/image" Target="../media/image658.png"/><Relationship Id="rId505" Type="http://schemas.openxmlformats.org/officeDocument/2006/relationships/image" Target="../media/image665.png"/><Relationship Id="rId37" Type="http://schemas.openxmlformats.org/officeDocument/2006/relationships/customXml" Target="../ink/ink439.xml"/><Relationship Id="rId79" Type="http://schemas.openxmlformats.org/officeDocument/2006/relationships/customXml" Target="../ink/ink460.xml"/><Relationship Id="rId102" Type="http://schemas.openxmlformats.org/officeDocument/2006/relationships/image" Target="../media/image468.png"/><Relationship Id="rId144" Type="http://schemas.openxmlformats.org/officeDocument/2006/relationships/customXml" Target="../ink/ink493.xml"/><Relationship Id="rId547" Type="http://schemas.openxmlformats.org/officeDocument/2006/relationships/image" Target="../media/image686.png"/><Relationship Id="rId90" Type="http://schemas.openxmlformats.org/officeDocument/2006/relationships/image" Target="../media/image462.png"/><Relationship Id="rId186" Type="http://schemas.openxmlformats.org/officeDocument/2006/relationships/image" Target="../media/image506.png"/><Relationship Id="rId351" Type="http://schemas.openxmlformats.org/officeDocument/2006/relationships/image" Target="../media/image588.png"/><Relationship Id="rId393" Type="http://schemas.openxmlformats.org/officeDocument/2006/relationships/image" Target="../media/image609.png"/><Relationship Id="rId407" Type="http://schemas.openxmlformats.org/officeDocument/2006/relationships/image" Target="../media/image616.png"/><Relationship Id="rId449" Type="http://schemas.openxmlformats.org/officeDocument/2006/relationships/image" Target="../media/image637.png"/><Relationship Id="rId211" Type="http://schemas.openxmlformats.org/officeDocument/2006/relationships/image" Target="../media/image518.png"/><Relationship Id="rId253" Type="http://schemas.openxmlformats.org/officeDocument/2006/relationships/image" Target="../media/image539.png"/><Relationship Id="rId295" Type="http://schemas.openxmlformats.org/officeDocument/2006/relationships/image" Target="../media/image560.png"/><Relationship Id="rId309" Type="http://schemas.openxmlformats.org/officeDocument/2006/relationships/image" Target="../media/image567.png"/><Relationship Id="rId460" Type="http://schemas.openxmlformats.org/officeDocument/2006/relationships/customXml" Target="../ink/ink653.xml"/><Relationship Id="rId516" Type="http://schemas.openxmlformats.org/officeDocument/2006/relationships/customXml" Target="../ink/ink681.xml"/><Relationship Id="rId48" Type="http://schemas.openxmlformats.org/officeDocument/2006/relationships/image" Target="../media/image441.png"/><Relationship Id="rId113" Type="http://schemas.openxmlformats.org/officeDocument/2006/relationships/customXml" Target="../ink/ink477.xml"/><Relationship Id="rId320" Type="http://schemas.openxmlformats.org/officeDocument/2006/relationships/customXml" Target="../ink/ink583.xml"/><Relationship Id="rId558" Type="http://schemas.openxmlformats.org/officeDocument/2006/relationships/customXml" Target="../ink/ink702.xml"/><Relationship Id="rId155" Type="http://schemas.openxmlformats.org/officeDocument/2006/relationships/customXml" Target="../ink/ink500.xml"/><Relationship Id="rId197" Type="http://schemas.openxmlformats.org/officeDocument/2006/relationships/customXml" Target="../ink/ink521.xml"/><Relationship Id="rId362" Type="http://schemas.openxmlformats.org/officeDocument/2006/relationships/customXml" Target="../ink/ink604.xml"/><Relationship Id="rId418" Type="http://schemas.openxmlformats.org/officeDocument/2006/relationships/customXml" Target="../ink/ink632.xml"/><Relationship Id="rId222" Type="http://schemas.openxmlformats.org/officeDocument/2006/relationships/customXml" Target="../ink/ink534.xml"/><Relationship Id="rId264" Type="http://schemas.openxmlformats.org/officeDocument/2006/relationships/customXml" Target="../ink/ink555.xml"/><Relationship Id="rId471" Type="http://schemas.openxmlformats.org/officeDocument/2006/relationships/image" Target="../media/image648.png"/><Relationship Id="rId17" Type="http://schemas.openxmlformats.org/officeDocument/2006/relationships/customXml" Target="../ink/ink429.xml"/><Relationship Id="rId59" Type="http://schemas.openxmlformats.org/officeDocument/2006/relationships/customXml" Target="../ink/ink450.xml"/><Relationship Id="rId124" Type="http://schemas.openxmlformats.org/officeDocument/2006/relationships/image" Target="../media/image479.png"/><Relationship Id="rId527" Type="http://schemas.openxmlformats.org/officeDocument/2006/relationships/image" Target="../media/image676.png"/><Relationship Id="rId569" Type="http://schemas.openxmlformats.org/officeDocument/2006/relationships/image" Target="../media/image697.png"/><Relationship Id="rId70" Type="http://schemas.openxmlformats.org/officeDocument/2006/relationships/image" Target="../media/image452.png"/><Relationship Id="rId166" Type="http://schemas.openxmlformats.org/officeDocument/2006/relationships/image" Target="../media/image496.png"/><Relationship Id="rId331" Type="http://schemas.openxmlformats.org/officeDocument/2006/relationships/image" Target="../media/image578.png"/><Relationship Id="rId373" Type="http://schemas.openxmlformats.org/officeDocument/2006/relationships/image" Target="../media/image599.png"/><Relationship Id="rId429" Type="http://schemas.openxmlformats.org/officeDocument/2006/relationships/image" Target="../media/image627.png"/><Relationship Id="rId580" Type="http://schemas.openxmlformats.org/officeDocument/2006/relationships/customXml" Target="../ink/ink713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29.png"/><Relationship Id="rId440" Type="http://schemas.openxmlformats.org/officeDocument/2006/relationships/customXml" Target="../ink/ink643.xml"/><Relationship Id="rId28" Type="http://schemas.openxmlformats.org/officeDocument/2006/relationships/image" Target="../media/image431.png"/><Relationship Id="rId275" Type="http://schemas.openxmlformats.org/officeDocument/2006/relationships/image" Target="../media/image550.png"/><Relationship Id="rId300" Type="http://schemas.openxmlformats.org/officeDocument/2006/relationships/customXml" Target="../ink/ink573.xml"/><Relationship Id="rId482" Type="http://schemas.openxmlformats.org/officeDocument/2006/relationships/customXml" Target="../ink/ink664.xml"/><Relationship Id="rId538" Type="http://schemas.openxmlformats.org/officeDocument/2006/relationships/customXml" Target="../ink/ink692.xml"/><Relationship Id="rId81" Type="http://schemas.openxmlformats.org/officeDocument/2006/relationships/customXml" Target="../ink/ink461.xml"/><Relationship Id="rId135" Type="http://schemas.openxmlformats.org/officeDocument/2006/relationships/customXml" Target="../ink/ink488.xml"/><Relationship Id="rId177" Type="http://schemas.openxmlformats.org/officeDocument/2006/relationships/customXml" Target="../ink/ink511.xml"/><Relationship Id="rId342" Type="http://schemas.openxmlformats.org/officeDocument/2006/relationships/customXml" Target="../ink/ink594.xml"/><Relationship Id="rId384" Type="http://schemas.openxmlformats.org/officeDocument/2006/relationships/customXml" Target="../ink/ink615.xml"/><Relationship Id="rId202" Type="http://schemas.openxmlformats.org/officeDocument/2006/relationships/image" Target="../media/image514.png"/><Relationship Id="rId244" Type="http://schemas.openxmlformats.org/officeDocument/2006/relationships/customXml" Target="../ink/ink545.xml"/><Relationship Id="rId39" Type="http://schemas.openxmlformats.org/officeDocument/2006/relationships/customXml" Target="../ink/ink440.xml"/><Relationship Id="rId286" Type="http://schemas.openxmlformats.org/officeDocument/2006/relationships/customXml" Target="../ink/ink566.xml"/><Relationship Id="rId451" Type="http://schemas.openxmlformats.org/officeDocument/2006/relationships/image" Target="../media/image638.png"/><Relationship Id="rId493" Type="http://schemas.openxmlformats.org/officeDocument/2006/relationships/image" Target="../media/image659.png"/><Relationship Id="rId507" Type="http://schemas.openxmlformats.org/officeDocument/2006/relationships/image" Target="../media/image666.png"/><Relationship Id="rId549" Type="http://schemas.openxmlformats.org/officeDocument/2006/relationships/image" Target="../media/image687.png"/><Relationship Id="rId50" Type="http://schemas.openxmlformats.org/officeDocument/2006/relationships/image" Target="../media/image442.png"/><Relationship Id="rId104" Type="http://schemas.openxmlformats.org/officeDocument/2006/relationships/image" Target="../media/image469.png"/><Relationship Id="rId146" Type="http://schemas.openxmlformats.org/officeDocument/2006/relationships/customXml" Target="../ink/ink494.xml"/><Relationship Id="rId188" Type="http://schemas.openxmlformats.org/officeDocument/2006/relationships/image" Target="../media/image507.png"/><Relationship Id="rId311" Type="http://schemas.openxmlformats.org/officeDocument/2006/relationships/image" Target="../media/image568.png"/><Relationship Id="rId353" Type="http://schemas.openxmlformats.org/officeDocument/2006/relationships/image" Target="../media/image589.png"/><Relationship Id="rId395" Type="http://schemas.openxmlformats.org/officeDocument/2006/relationships/image" Target="../media/image610.png"/><Relationship Id="rId409" Type="http://schemas.openxmlformats.org/officeDocument/2006/relationships/image" Target="../media/image617.png"/><Relationship Id="rId560" Type="http://schemas.openxmlformats.org/officeDocument/2006/relationships/customXml" Target="../ink/ink703.xml"/><Relationship Id="rId92" Type="http://schemas.openxmlformats.org/officeDocument/2006/relationships/image" Target="../media/image463.png"/><Relationship Id="rId213" Type="http://schemas.openxmlformats.org/officeDocument/2006/relationships/image" Target="../media/image519.png"/><Relationship Id="rId420" Type="http://schemas.openxmlformats.org/officeDocument/2006/relationships/customXml" Target="../ink/ink633.xml"/><Relationship Id="rId255" Type="http://schemas.openxmlformats.org/officeDocument/2006/relationships/image" Target="../media/image540.png"/><Relationship Id="rId297" Type="http://schemas.openxmlformats.org/officeDocument/2006/relationships/image" Target="../media/image561.png"/><Relationship Id="rId462" Type="http://schemas.openxmlformats.org/officeDocument/2006/relationships/customXml" Target="../ink/ink654.xml"/><Relationship Id="rId518" Type="http://schemas.openxmlformats.org/officeDocument/2006/relationships/customXml" Target="../ink/ink682.xml"/><Relationship Id="rId115" Type="http://schemas.openxmlformats.org/officeDocument/2006/relationships/customXml" Target="../ink/ink478.xml"/><Relationship Id="rId157" Type="http://schemas.openxmlformats.org/officeDocument/2006/relationships/customXml" Target="../ink/ink501.xml"/><Relationship Id="rId322" Type="http://schemas.openxmlformats.org/officeDocument/2006/relationships/customXml" Target="../ink/ink584.xml"/><Relationship Id="rId364" Type="http://schemas.openxmlformats.org/officeDocument/2006/relationships/customXml" Target="../ink/ink605.xml"/><Relationship Id="rId61" Type="http://schemas.openxmlformats.org/officeDocument/2006/relationships/customXml" Target="../ink/ink451.xml"/><Relationship Id="rId199" Type="http://schemas.openxmlformats.org/officeDocument/2006/relationships/customXml" Target="../ink/ink522.xml"/><Relationship Id="rId571" Type="http://schemas.openxmlformats.org/officeDocument/2006/relationships/image" Target="../media/image698.png"/><Relationship Id="rId19" Type="http://schemas.openxmlformats.org/officeDocument/2006/relationships/customXml" Target="../ink/ink430.xml"/><Relationship Id="rId224" Type="http://schemas.openxmlformats.org/officeDocument/2006/relationships/customXml" Target="../ink/ink535.xml"/><Relationship Id="rId266" Type="http://schemas.openxmlformats.org/officeDocument/2006/relationships/customXml" Target="../ink/ink556.xml"/><Relationship Id="rId431" Type="http://schemas.openxmlformats.org/officeDocument/2006/relationships/image" Target="../media/image628.png"/><Relationship Id="rId473" Type="http://schemas.openxmlformats.org/officeDocument/2006/relationships/image" Target="../media/image649.png"/><Relationship Id="rId529" Type="http://schemas.openxmlformats.org/officeDocument/2006/relationships/image" Target="../media/image677.png"/><Relationship Id="rId30" Type="http://schemas.openxmlformats.org/officeDocument/2006/relationships/image" Target="../media/image432.png"/><Relationship Id="rId126" Type="http://schemas.openxmlformats.org/officeDocument/2006/relationships/image" Target="../media/image480.png"/><Relationship Id="rId168" Type="http://schemas.openxmlformats.org/officeDocument/2006/relationships/image" Target="../media/image497.png"/><Relationship Id="rId333" Type="http://schemas.openxmlformats.org/officeDocument/2006/relationships/image" Target="../media/image579.png"/><Relationship Id="rId540" Type="http://schemas.openxmlformats.org/officeDocument/2006/relationships/customXml" Target="../ink/ink693.xml"/><Relationship Id="rId72" Type="http://schemas.openxmlformats.org/officeDocument/2006/relationships/image" Target="../media/image453.png"/><Relationship Id="rId375" Type="http://schemas.openxmlformats.org/officeDocument/2006/relationships/image" Target="../media/image600.png"/><Relationship Id="rId582" Type="http://schemas.openxmlformats.org/officeDocument/2006/relationships/customXml" Target="../ink/ink714.xml"/><Relationship Id="rId3" Type="http://schemas.openxmlformats.org/officeDocument/2006/relationships/image" Target="../media/image418.png"/><Relationship Id="rId235" Type="http://schemas.openxmlformats.org/officeDocument/2006/relationships/image" Target="../media/image530.png"/><Relationship Id="rId277" Type="http://schemas.openxmlformats.org/officeDocument/2006/relationships/image" Target="../media/image551.png"/><Relationship Id="rId400" Type="http://schemas.openxmlformats.org/officeDocument/2006/relationships/customXml" Target="../ink/ink623.xml"/><Relationship Id="rId442" Type="http://schemas.openxmlformats.org/officeDocument/2006/relationships/customXml" Target="../ink/ink644.xml"/><Relationship Id="rId484" Type="http://schemas.openxmlformats.org/officeDocument/2006/relationships/customXml" Target="../ink/ink665.xml"/><Relationship Id="rId137" Type="http://schemas.openxmlformats.org/officeDocument/2006/relationships/customXml" Target="../ink/ink489.xml"/><Relationship Id="rId302" Type="http://schemas.openxmlformats.org/officeDocument/2006/relationships/customXml" Target="../ink/ink574.xml"/><Relationship Id="rId344" Type="http://schemas.openxmlformats.org/officeDocument/2006/relationships/customXml" Target="../ink/ink595.xml"/><Relationship Id="rId41" Type="http://schemas.openxmlformats.org/officeDocument/2006/relationships/customXml" Target="../ink/ink441.xml"/><Relationship Id="rId83" Type="http://schemas.openxmlformats.org/officeDocument/2006/relationships/customXml" Target="../ink/ink462.xml"/><Relationship Id="rId179" Type="http://schemas.openxmlformats.org/officeDocument/2006/relationships/customXml" Target="../ink/ink512.xml"/><Relationship Id="rId386" Type="http://schemas.openxmlformats.org/officeDocument/2006/relationships/customXml" Target="../ink/ink616.xml"/><Relationship Id="rId551" Type="http://schemas.openxmlformats.org/officeDocument/2006/relationships/image" Target="../media/image688.png"/><Relationship Id="rId190" Type="http://schemas.openxmlformats.org/officeDocument/2006/relationships/image" Target="../media/image508.png"/><Relationship Id="rId204" Type="http://schemas.openxmlformats.org/officeDocument/2006/relationships/customXml" Target="../ink/ink525.xml"/><Relationship Id="rId246" Type="http://schemas.openxmlformats.org/officeDocument/2006/relationships/customXml" Target="../ink/ink546.xml"/><Relationship Id="rId288" Type="http://schemas.openxmlformats.org/officeDocument/2006/relationships/customXml" Target="../ink/ink567.xml"/><Relationship Id="rId411" Type="http://schemas.openxmlformats.org/officeDocument/2006/relationships/image" Target="../media/image618.png"/><Relationship Id="rId453" Type="http://schemas.openxmlformats.org/officeDocument/2006/relationships/image" Target="../media/image639.png"/><Relationship Id="rId509" Type="http://schemas.openxmlformats.org/officeDocument/2006/relationships/image" Target="../media/image667.png"/><Relationship Id="rId106" Type="http://schemas.openxmlformats.org/officeDocument/2006/relationships/image" Target="../media/image470.png"/><Relationship Id="rId313" Type="http://schemas.openxmlformats.org/officeDocument/2006/relationships/image" Target="../media/image569.png"/><Relationship Id="rId495" Type="http://schemas.openxmlformats.org/officeDocument/2006/relationships/image" Target="../media/image660.png"/><Relationship Id="rId10" Type="http://schemas.openxmlformats.org/officeDocument/2006/relationships/image" Target="../media/image422.png"/><Relationship Id="rId52" Type="http://schemas.openxmlformats.org/officeDocument/2006/relationships/image" Target="../media/image443.png"/><Relationship Id="rId94" Type="http://schemas.openxmlformats.org/officeDocument/2006/relationships/image" Target="../media/image464.png"/><Relationship Id="rId148" Type="http://schemas.openxmlformats.org/officeDocument/2006/relationships/customXml" Target="../ink/ink496.xml"/><Relationship Id="rId355" Type="http://schemas.openxmlformats.org/officeDocument/2006/relationships/image" Target="../media/image590.png"/><Relationship Id="rId397" Type="http://schemas.openxmlformats.org/officeDocument/2006/relationships/image" Target="../media/image611.png"/><Relationship Id="rId520" Type="http://schemas.openxmlformats.org/officeDocument/2006/relationships/customXml" Target="../ink/ink683.xml"/><Relationship Id="rId562" Type="http://schemas.openxmlformats.org/officeDocument/2006/relationships/customXml" Target="../ink/ink704.xml"/><Relationship Id="rId215" Type="http://schemas.openxmlformats.org/officeDocument/2006/relationships/image" Target="../media/image520.png"/><Relationship Id="rId257" Type="http://schemas.openxmlformats.org/officeDocument/2006/relationships/image" Target="../media/image541.png"/><Relationship Id="rId422" Type="http://schemas.openxmlformats.org/officeDocument/2006/relationships/customXml" Target="../ink/ink634.xml"/><Relationship Id="rId464" Type="http://schemas.openxmlformats.org/officeDocument/2006/relationships/customXml" Target="../ink/ink655.xml"/><Relationship Id="rId299" Type="http://schemas.openxmlformats.org/officeDocument/2006/relationships/image" Target="../media/image562.png"/><Relationship Id="rId63" Type="http://schemas.openxmlformats.org/officeDocument/2006/relationships/customXml" Target="../ink/ink452.xml"/><Relationship Id="rId159" Type="http://schemas.openxmlformats.org/officeDocument/2006/relationships/customXml" Target="../ink/ink502.xml"/><Relationship Id="rId366" Type="http://schemas.openxmlformats.org/officeDocument/2006/relationships/customXml" Target="../ink/ink606.xml"/><Relationship Id="rId573" Type="http://schemas.openxmlformats.org/officeDocument/2006/relationships/image" Target="../media/image699.png"/><Relationship Id="rId226" Type="http://schemas.openxmlformats.org/officeDocument/2006/relationships/customXml" Target="../ink/ink536.xml"/><Relationship Id="rId433" Type="http://schemas.openxmlformats.org/officeDocument/2006/relationships/image" Target="../media/image629.png"/><Relationship Id="rId74" Type="http://schemas.openxmlformats.org/officeDocument/2006/relationships/image" Target="../media/image454.png"/><Relationship Id="rId377" Type="http://schemas.openxmlformats.org/officeDocument/2006/relationships/image" Target="../media/image601.png"/><Relationship Id="rId500" Type="http://schemas.openxmlformats.org/officeDocument/2006/relationships/customXml" Target="../ink/ink673.xml"/><Relationship Id="rId5" Type="http://schemas.openxmlformats.org/officeDocument/2006/relationships/customXml" Target="../ink/ink423.xml"/><Relationship Id="rId237" Type="http://schemas.openxmlformats.org/officeDocument/2006/relationships/image" Target="../media/image531.png"/><Relationship Id="rId444" Type="http://schemas.openxmlformats.org/officeDocument/2006/relationships/customXml" Target="../ink/ink645.xml"/><Relationship Id="rId290" Type="http://schemas.openxmlformats.org/officeDocument/2006/relationships/customXml" Target="../ink/ink568.xml"/><Relationship Id="rId304" Type="http://schemas.openxmlformats.org/officeDocument/2006/relationships/customXml" Target="../ink/ink575.xml"/><Relationship Id="rId388" Type="http://schemas.openxmlformats.org/officeDocument/2006/relationships/customXml" Target="../ink/ink617.xml"/><Relationship Id="rId511" Type="http://schemas.openxmlformats.org/officeDocument/2006/relationships/image" Target="../media/image668.png"/><Relationship Id="rId85" Type="http://schemas.openxmlformats.org/officeDocument/2006/relationships/customXml" Target="../ink/ink463.xml"/><Relationship Id="rId150" Type="http://schemas.openxmlformats.org/officeDocument/2006/relationships/image" Target="../media/image489.png"/><Relationship Id="rId248" Type="http://schemas.openxmlformats.org/officeDocument/2006/relationships/customXml" Target="../ink/ink547.xml"/><Relationship Id="rId455" Type="http://schemas.openxmlformats.org/officeDocument/2006/relationships/image" Target="../media/image640.png"/><Relationship Id="rId12" Type="http://schemas.openxmlformats.org/officeDocument/2006/relationships/image" Target="../media/image423.png"/><Relationship Id="rId108" Type="http://schemas.openxmlformats.org/officeDocument/2006/relationships/image" Target="../media/image471.png"/><Relationship Id="rId315" Type="http://schemas.openxmlformats.org/officeDocument/2006/relationships/image" Target="../media/image570.png"/><Relationship Id="rId522" Type="http://schemas.openxmlformats.org/officeDocument/2006/relationships/customXml" Target="../ink/ink684.xml"/><Relationship Id="rId96" Type="http://schemas.openxmlformats.org/officeDocument/2006/relationships/image" Target="../media/image465.png"/><Relationship Id="rId161" Type="http://schemas.openxmlformats.org/officeDocument/2006/relationships/customXml" Target="../ink/ink503.xml"/><Relationship Id="rId399" Type="http://schemas.openxmlformats.org/officeDocument/2006/relationships/image" Target="../media/image612.png"/><Relationship Id="rId259" Type="http://schemas.openxmlformats.org/officeDocument/2006/relationships/image" Target="../media/image542.png"/><Relationship Id="rId466" Type="http://schemas.openxmlformats.org/officeDocument/2006/relationships/customXml" Target="../ink/ink656.xml"/><Relationship Id="rId23" Type="http://schemas.openxmlformats.org/officeDocument/2006/relationships/customXml" Target="../ink/ink432.xml"/><Relationship Id="rId119" Type="http://schemas.openxmlformats.org/officeDocument/2006/relationships/customXml" Target="../ink/ink480.xml"/><Relationship Id="rId326" Type="http://schemas.openxmlformats.org/officeDocument/2006/relationships/customXml" Target="../ink/ink586.xml"/><Relationship Id="rId533" Type="http://schemas.openxmlformats.org/officeDocument/2006/relationships/image" Target="../media/image679.png"/><Relationship Id="rId172" Type="http://schemas.openxmlformats.org/officeDocument/2006/relationships/image" Target="../media/image499.png"/><Relationship Id="rId477" Type="http://schemas.openxmlformats.org/officeDocument/2006/relationships/image" Target="../media/image651.png"/><Relationship Id="rId337" Type="http://schemas.openxmlformats.org/officeDocument/2006/relationships/image" Target="../media/image581.png"/><Relationship Id="rId34" Type="http://schemas.openxmlformats.org/officeDocument/2006/relationships/image" Target="../media/image434.png"/><Relationship Id="rId544" Type="http://schemas.openxmlformats.org/officeDocument/2006/relationships/customXml" Target="../ink/ink69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2.png"/><Relationship Id="rId299" Type="http://schemas.openxmlformats.org/officeDocument/2006/relationships/image" Target="../media/image853.png"/><Relationship Id="rId21" Type="http://schemas.openxmlformats.org/officeDocument/2006/relationships/image" Target="../media/image714.png"/><Relationship Id="rId63" Type="http://schemas.openxmlformats.org/officeDocument/2006/relationships/image" Target="../media/image735.png"/><Relationship Id="rId159" Type="http://schemas.openxmlformats.org/officeDocument/2006/relationships/image" Target="../media/image783.png"/><Relationship Id="rId324" Type="http://schemas.openxmlformats.org/officeDocument/2006/relationships/customXml" Target="../ink/ink876.xml"/><Relationship Id="rId366" Type="http://schemas.openxmlformats.org/officeDocument/2006/relationships/customXml" Target="../ink/ink897.xml"/><Relationship Id="rId170" Type="http://schemas.openxmlformats.org/officeDocument/2006/relationships/customXml" Target="../ink/ink799.xml"/><Relationship Id="rId226" Type="http://schemas.openxmlformats.org/officeDocument/2006/relationships/customXml" Target="../ink/ink827.xml"/><Relationship Id="rId268" Type="http://schemas.openxmlformats.org/officeDocument/2006/relationships/customXml" Target="../ink/ink848.xml"/><Relationship Id="rId32" Type="http://schemas.openxmlformats.org/officeDocument/2006/relationships/customXml" Target="../ink/ink730.xml"/><Relationship Id="rId74" Type="http://schemas.openxmlformats.org/officeDocument/2006/relationships/customXml" Target="../ink/ink751.xml"/><Relationship Id="rId128" Type="http://schemas.openxmlformats.org/officeDocument/2006/relationships/customXml" Target="../ink/ink778.xml"/><Relationship Id="rId335" Type="http://schemas.openxmlformats.org/officeDocument/2006/relationships/image" Target="../media/image871.png"/><Relationship Id="rId377" Type="http://schemas.openxmlformats.org/officeDocument/2006/relationships/image" Target="../media/image892.png"/><Relationship Id="rId5" Type="http://schemas.openxmlformats.org/officeDocument/2006/relationships/image" Target="../media/image706.png"/><Relationship Id="rId181" Type="http://schemas.openxmlformats.org/officeDocument/2006/relationships/image" Target="../media/image794.png"/><Relationship Id="rId237" Type="http://schemas.openxmlformats.org/officeDocument/2006/relationships/image" Target="../media/image822.png"/><Relationship Id="rId402" Type="http://schemas.openxmlformats.org/officeDocument/2006/relationships/customXml" Target="../ink/ink915.xml"/><Relationship Id="rId279" Type="http://schemas.openxmlformats.org/officeDocument/2006/relationships/image" Target="../media/image843.png"/><Relationship Id="rId43" Type="http://schemas.openxmlformats.org/officeDocument/2006/relationships/image" Target="../media/image725.png"/><Relationship Id="rId139" Type="http://schemas.openxmlformats.org/officeDocument/2006/relationships/image" Target="../media/image773.png"/><Relationship Id="rId290" Type="http://schemas.openxmlformats.org/officeDocument/2006/relationships/customXml" Target="../ink/ink859.xml"/><Relationship Id="rId304" Type="http://schemas.openxmlformats.org/officeDocument/2006/relationships/customXml" Target="../ink/ink866.xml"/><Relationship Id="rId346" Type="http://schemas.openxmlformats.org/officeDocument/2006/relationships/customXml" Target="../ink/ink887.xml"/><Relationship Id="rId388" Type="http://schemas.openxmlformats.org/officeDocument/2006/relationships/customXml" Target="../ink/ink908.xml"/><Relationship Id="rId85" Type="http://schemas.openxmlformats.org/officeDocument/2006/relationships/image" Target="../media/image746.png"/><Relationship Id="rId150" Type="http://schemas.openxmlformats.org/officeDocument/2006/relationships/customXml" Target="../ink/ink789.xml"/><Relationship Id="rId192" Type="http://schemas.openxmlformats.org/officeDocument/2006/relationships/customXml" Target="../ink/ink810.xml"/><Relationship Id="rId206" Type="http://schemas.openxmlformats.org/officeDocument/2006/relationships/customXml" Target="../ink/ink817.xml"/><Relationship Id="rId413" Type="http://schemas.openxmlformats.org/officeDocument/2006/relationships/image" Target="../media/image910.png"/><Relationship Id="rId248" Type="http://schemas.openxmlformats.org/officeDocument/2006/relationships/customXml" Target="../ink/ink838.xml"/><Relationship Id="rId12" Type="http://schemas.openxmlformats.org/officeDocument/2006/relationships/customXml" Target="../ink/ink720.xml"/><Relationship Id="rId108" Type="http://schemas.openxmlformats.org/officeDocument/2006/relationships/customXml" Target="../ink/ink768.xml"/><Relationship Id="rId315" Type="http://schemas.openxmlformats.org/officeDocument/2006/relationships/image" Target="../media/image861.png"/><Relationship Id="rId357" Type="http://schemas.openxmlformats.org/officeDocument/2006/relationships/image" Target="../media/image882.png"/><Relationship Id="rId54" Type="http://schemas.openxmlformats.org/officeDocument/2006/relationships/customXml" Target="../ink/ink741.xml"/><Relationship Id="rId96" Type="http://schemas.openxmlformats.org/officeDocument/2006/relationships/customXml" Target="../ink/ink762.xml"/><Relationship Id="rId161" Type="http://schemas.openxmlformats.org/officeDocument/2006/relationships/image" Target="../media/image784.png"/><Relationship Id="rId217" Type="http://schemas.openxmlformats.org/officeDocument/2006/relationships/image" Target="../media/image812.png"/><Relationship Id="rId399" Type="http://schemas.openxmlformats.org/officeDocument/2006/relationships/image" Target="../media/image903.png"/><Relationship Id="rId259" Type="http://schemas.openxmlformats.org/officeDocument/2006/relationships/image" Target="../media/image833.png"/><Relationship Id="rId23" Type="http://schemas.openxmlformats.org/officeDocument/2006/relationships/image" Target="../media/image715.png"/><Relationship Id="rId119" Type="http://schemas.openxmlformats.org/officeDocument/2006/relationships/image" Target="../media/image763.png"/><Relationship Id="rId270" Type="http://schemas.openxmlformats.org/officeDocument/2006/relationships/customXml" Target="../ink/ink849.xml"/><Relationship Id="rId326" Type="http://schemas.openxmlformats.org/officeDocument/2006/relationships/customXml" Target="../ink/ink877.xml"/><Relationship Id="rId65" Type="http://schemas.openxmlformats.org/officeDocument/2006/relationships/image" Target="../media/image736.png"/><Relationship Id="rId130" Type="http://schemas.openxmlformats.org/officeDocument/2006/relationships/customXml" Target="../ink/ink779.xml"/><Relationship Id="rId368" Type="http://schemas.openxmlformats.org/officeDocument/2006/relationships/customXml" Target="../ink/ink898.xml"/><Relationship Id="rId172" Type="http://schemas.openxmlformats.org/officeDocument/2006/relationships/customXml" Target="../ink/ink800.xml"/><Relationship Id="rId228" Type="http://schemas.openxmlformats.org/officeDocument/2006/relationships/customXml" Target="../ink/ink828.xml"/><Relationship Id="rId281" Type="http://schemas.openxmlformats.org/officeDocument/2006/relationships/image" Target="../media/image844.png"/><Relationship Id="rId337" Type="http://schemas.openxmlformats.org/officeDocument/2006/relationships/image" Target="../media/image872.png"/><Relationship Id="rId34" Type="http://schemas.openxmlformats.org/officeDocument/2006/relationships/customXml" Target="../ink/ink731.xml"/><Relationship Id="rId76" Type="http://schemas.openxmlformats.org/officeDocument/2006/relationships/customXml" Target="../ink/ink752.xml"/><Relationship Id="rId141" Type="http://schemas.openxmlformats.org/officeDocument/2006/relationships/image" Target="../media/image774.png"/><Relationship Id="rId379" Type="http://schemas.openxmlformats.org/officeDocument/2006/relationships/image" Target="../media/image893.png"/><Relationship Id="rId7" Type="http://schemas.openxmlformats.org/officeDocument/2006/relationships/image" Target="../media/image707.png"/><Relationship Id="rId183" Type="http://schemas.openxmlformats.org/officeDocument/2006/relationships/image" Target="../media/image795.png"/><Relationship Id="rId239" Type="http://schemas.openxmlformats.org/officeDocument/2006/relationships/image" Target="../media/image823.png"/><Relationship Id="rId390" Type="http://schemas.openxmlformats.org/officeDocument/2006/relationships/customXml" Target="../ink/ink909.xml"/><Relationship Id="rId404" Type="http://schemas.openxmlformats.org/officeDocument/2006/relationships/customXml" Target="../ink/ink916.xml"/><Relationship Id="rId250" Type="http://schemas.openxmlformats.org/officeDocument/2006/relationships/customXml" Target="../ink/ink839.xml"/><Relationship Id="rId292" Type="http://schemas.openxmlformats.org/officeDocument/2006/relationships/customXml" Target="../ink/ink860.xml"/><Relationship Id="rId306" Type="http://schemas.openxmlformats.org/officeDocument/2006/relationships/customXml" Target="../ink/ink867.xml"/><Relationship Id="rId45" Type="http://schemas.openxmlformats.org/officeDocument/2006/relationships/image" Target="../media/image726.png"/><Relationship Id="rId87" Type="http://schemas.openxmlformats.org/officeDocument/2006/relationships/image" Target="../media/image747.png"/><Relationship Id="rId110" Type="http://schemas.openxmlformats.org/officeDocument/2006/relationships/customXml" Target="../ink/ink769.xml"/><Relationship Id="rId348" Type="http://schemas.openxmlformats.org/officeDocument/2006/relationships/customXml" Target="../ink/ink888.xml"/><Relationship Id="rId152" Type="http://schemas.openxmlformats.org/officeDocument/2006/relationships/customXml" Target="../ink/ink790.xml"/><Relationship Id="rId194" Type="http://schemas.openxmlformats.org/officeDocument/2006/relationships/customXml" Target="../ink/ink811.xml"/><Relationship Id="rId208" Type="http://schemas.openxmlformats.org/officeDocument/2006/relationships/customXml" Target="../ink/ink818.xml"/><Relationship Id="rId261" Type="http://schemas.openxmlformats.org/officeDocument/2006/relationships/image" Target="../media/image834.png"/><Relationship Id="rId14" Type="http://schemas.openxmlformats.org/officeDocument/2006/relationships/customXml" Target="../ink/ink721.xml"/><Relationship Id="rId56" Type="http://schemas.openxmlformats.org/officeDocument/2006/relationships/customXml" Target="../ink/ink742.xml"/><Relationship Id="rId317" Type="http://schemas.openxmlformats.org/officeDocument/2006/relationships/image" Target="../media/image862.png"/><Relationship Id="rId359" Type="http://schemas.openxmlformats.org/officeDocument/2006/relationships/image" Target="../media/image883.png"/><Relationship Id="rId98" Type="http://schemas.openxmlformats.org/officeDocument/2006/relationships/customXml" Target="../ink/ink763.xml"/><Relationship Id="rId121" Type="http://schemas.openxmlformats.org/officeDocument/2006/relationships/image" Target="../media/image764.png"/><Relationship Id="rId163" Type="http://schemas.openxmlformats.org/officeDocument/2006/relationships/image" Target="../media/image785.png"/><Relationship Id="rId219" Type="http://schemas.openxmlformats.org/officeDocument/2006/relationships/image" Target="../media/image813.png"/><Relationship Id="rId370" Type="http://schemas.openxmlformats.org/officeDocument/2006/relationships/customXml" Target="../ink/ink899.xml"/><Relationship Id="rId230" Type="http://schemas.openxmlformats.org/officeDocument/2006/relationships/customXml" Target="../ink/ink829.xml"/><Relationship Id="rId25" Type="http://schemas.openxmlformats.org/officeDocument/2006/relationships/image" Target="../media/image716.png"/><Relationship Id="rId67" Type="http://schemas.openxmlformats.org/officeDocument/2006/relationships/image" Target="../media/image737.png"/><Relationship Id="rId272" Type="http://schemas.openxmlformats.org/officeDocument/2006/relationships/customXml" Target="../ink/ink850.xml"/><Relationship Id="rId328" Type="http://schemas.openxmlformats.org/officeDocument/2006/relationships/customXml" Target="../ink/ink878.xml"/><Relationship Id="rId132" Type="http://schemas.openxmlformats.org/officeDocument/2006/relationships/customXml" Target="../ink/ink780.xml"/><Relationship Id="rId174" Type="http://schemas.openxmlformats.org/officeDocument/2006/relationships/customXml" Target="../ink/ink801.xml"/><Relationship Id="rId381" Type="http://schemas.openxmlformats.org/officeDocument/2006/relationships/image" Target="../media/image894.png"/><Relationship Id="rId241" Type="http://schemas.openxmlformats.org/officeDocument/2006/relationships/image" Target="../media/image824.png"/><Relationship Id="rId36" Type="http://schemas.openxmlformats.org/officeDocument/2006/relationships/customXml" Target="../ink/ink732.xml"/><Relationship Id="rId283" Type="http://schemas.openxmlformats.org/officeDocument/2006/relationships/image" Target="../media/image845.png"/><Relationship Id="rId339" Type="http://schemas.openxmlformats.org/officeDocument/2006/relationships/image" Target="../media/image873.png"/><Relationship Id="rId78" Type="http://schemas.openxmlformats.org/officeDocument/2006/relationships/customXml" Target="../ink/ink753.xml"/><Relationship Id="rId101" Type="http://schemas.openxmlformats.org/officeDocument/2006/relationships/image" Target="../media/image754.png"/><Relationship Id="rId143" Type="http://schemas.openxmlformats.org/officeDocument/2006/relationships/image" Target="../media/image775.png"/><Relationship Id="rId185" Type="http://schemas.openxmlformats.org/officeDocument/2006/relationships/image" Target="../media/image796.png"/><Relationship Id="rId350" Type="http://schemas.openxmlformats.org/officeDocument/2006/relationships/customXml" Target="../ink/ink889.xml"/><Relationship Id="rId406" Type="http://schemas.openxmlformats.org/officeDocument/2006/relationships/customXml" Target="../ink/ink917.xml"/><Relationship Id="rId9" Type="http://schemas.openxmlformats.org/officeDocument/2006/relationships/image" Target="../media/image708.png"/><Relationship Id="rId210" Type="http://schemas.openxmlformats.org/officeDocument/2006/relationships/customXml" Target="../ink/ink819.xml"/><Relationship Id="rId392" Type="http://schemas.openxmlformats.org/officeDocument/2006/relationships/customXml" Target="../ink/ink910.xml"/><Relationship Id="rId252" Type="http://schemas.openxmlformats.org/officeDocument/2006/relationships/customXml" Target="../ink/ink840.xml"/><Relationship Id="rId294" Type="http://schemas.openxmlformats.org/officeDocument/2006/relationships/customXml" Target="../ink/ink861.xml"/><Relationship Id="rId308" Type="http://schemas.openxmlformats.org/officeDocument/2006/relationships/customXml" Target="../ink/ink868.xml"/><Relationship Id="rId47" Type="http://schemas.openxmlformats.org/officeDocument/2006/relationships/image" Target="../media/image727.png"/><Relationship Id="rId89" Type="http://schemas.openxmlformats.org/officeDocument/2006/relationships/image" Target="../media/image748.png"/><Relationship Id="rId112" Type="http://schemas.openxmlformats.org/officeDocument/2006/relationships/customXml" Target="../ink/ink770.xml"/><Relationship Id="rId154" Type="http://schemas.openxmlformats.org/officeDocument/2006/relationships/customXml" Target="../ink/ink791.xml"/><Relationship Id="rId361" Type="http://schemas.openxmlformats.org/officeDocument/2006/relationships/image" Target="../media/image884.png"/><Relationship Id="rId196" Type="http://schemas.openxmlformats.org/officeDocument/2006/relationships/customXml" Target="../ink/ink812.xml"/><Relationship Id="rId16" Type="http://schemas.openxmlformats.org/officeDocument/2006/relationships/customXml" Target="../ink/ink722.xml"/><Relationship Id="rId221" Type="http://schemas.openxmlformats.org/officeDocument/2006/relationships/image" Target="../media/image814.png"/><Relationship Id="rId263" Type="http://schemas.openxmlformats.org/officeDocument/2006/relationships/image" Target="../media/image835.png"/><Relationship Id="rId319" Type="http://schemas.openxmlformats.org/officeDocument/2006/relationships/image" Target="../media/image863.png"/><Relationship Id="rId58" Type="http://schemas.openxmlformats.org/officeDocument/2006/relationships/customXml" Target="../ink/ink743.xml"/><Relationship Id="rId123" Type="http://schemas.openxmlformats.org/officeDocument/2006/relationships/image" Target="../media/image765.png"/><Relationship Id="rId330" Type="http://schemas.openxmlformats.org/officeDocument/2006/relationships/customXml" Target="../ink/ink879.xml"/><Relationship Id="rId165" Type="http://schemas.openxmlformats.org/officeDocument/2006/relationships/image" Target="../media/image786.png"/><Relationship Id="rId372" Type="http://schemas.openxmlformats.org/officeDocument/2006/relationships/customXml" Target="../ink/ink900.xml"/><Relationship Id="rId232" Type="http://schemas.openxmlformats.org/officeDocument/2006/relationships/customXml" Target="../ink/ink830.xml"/><Relationship Id="rId274" Type="http://schemas.openxmlformats.org/officeDocument/2006/relationships/customXml" Target="../ink/ink851.xml"/><Relationship Id="rId27" Type="http://schemas.openxmlformats.org/officeDocument/2006/relationships/image" Target="../media/image717.png"/><Relationship Id="rId69" Type="http://schemas.openxmlformats.org/officeDocument/2006/relationships/image" Target="../media/image738.png"/><Relationship Id="rId134" Type="http://schemas.openxmlformats.org/officeDocument/2006/relationships/customXml" Target="../ink/ink781.xml"/><Relationship Id="rId80" Type="http://schemas.openxmlformats.org/officeDocument/2006/relationships/customXml" Target="../ink/ink754.xml"/><Relationship Id="rId155" Type="http://schemas.openxmlformats.org/officeDocument/2006/relationships/image" Target="../media/image781.png"/><Relationship Id="rId176" Type="http://schemas.openxmlformats.org/officeDocument/2006/relationships/customXml" Target="../ink/ink802.xml"/><Relationship Id="rId197" Type="http://schemas.openxmlformats.org/officeDocument/2006/relationships/image" Target="../media/image802.png"/><Relationship Id="rId341" Type="http://schemas.openxmlformats.org/officeDocument/2006/relationships/image" Target="../media/image874.png"/><Relationship Id="rId362" Type="http://schemas.openxmlformats.org/officeDocument/2006/relationships/customXml" Target="../ink/ink895.xml"/><Relationship Id="rId383" Type="http://schemas.openxmlformats.org/officeDocument/2006/relationships/image" Target="../media/image895.png"/><Relationship Id="rId201" Type="http://schemas.openxmlformats.org/officeDocument/2006/relationships/image" Target="../media/image804.png"/><Relationship Id="rId222" Type="http://schemas.openxmlformats.org/officeDocument/2006/relationships/customXml" Target="../ink/ink825.xml"/><Relationship Id="rId243" Type="http://schemas.openxmlformats.org/officeDocument/2006/relationships/image" Target="../media/image825.png"/><Relationship Id="rId264" Type="http://schemas.openxmlformats.org/officeDocument/2006/relationships/customXml" Target="../ink/ink846.xml"/><Relationship Id="rId285" Type="http://schemas.openxmlformats.org/officeDocument/2006/relationships/image" Target="../media/image846.png"/><Relationship Id="rId17" Type="http://schemas.openxmlformats.org/officeDocument/2006/relationships/image" Target="../media/image712.png"/><Relationship Id="rId38" Type="http://schemas.openxmlformats.org/officeDocument/2006/relationships/customXml" Target="../ink/ink733.xml"/><Relationship Id="rId59" Type="http://schemas.openxmlformats.org/officeDocument/2006/relationships/image" Target="../media/image733.png"/><Relationship Id="rId103" Type="http://schemas.openxmlformats.org/officeDocument/2006/relationships/image" Target="../media/image755.png"/><Relationship Id="rId124" Type="http://schemas.openxmlformats.org/officeDocument/2006/relationships/customXml" Target="../ink/ink776.xml"/><Relationship Id="rId310" Type="http://schemas.openxmlformats.org/officeDocument/2006/relationships/customXml" Target="../ink/ink869.xml"/><Relationship Id="rId70" Type="http://schemas.openxmlformats.org/officeDocument/2006/relationships/customXml" Target="../ink/ink749.xml"/><Relationship Id="rId91" Type="http://schemas.openxmlformats.org/officeDocument/2006/relationships/image" Target="../media/image749.png"/><Relationship Id="rId145" Type="http://schemas.openxmlformats.org/officeDocument/2006/relationships/image" Target="../media/image776.png"/><Relationship Id="rId166" Type="http://schemas.openxmlformats.org/officeDocument/2006/relationships/customXml" Target="../ink/ink797.xml"/><Relationship Id="rId187" Type="http://schemas.openxmlformats.org/officeDocument/2006/relationships/image" Target="../media/image797.png"/><Relationship Id="rId331" Type="http://schemas.openxmlformats.org/officeDocument/2006/relationships/image" Target="../media/image869.png"/><Relationship Id="rId352" Type="http://schemas.openxmlformats.org/officeDocument/2006/relationships/customXml" Target="../ink/ink890.xml"/><Relationship Id="rId373" Type="http://schemas.openxmlformats.org/officeDocument/2006/relationships/image" Target="../media/image890.png"/><Relationship Id="rId394" Type="http://schemas.openxmlformats.org/officeDocument/2006/relationships/customXml" Target="../ink/ink911.xml"/><Relationship Id="rId408" Type="http://schemas.openxmlformats.org/officeDocument/2006/relationships/customXml" Target="../ink/ink918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20.xml"/><Relationship Id="rId233" Type="http://schemas.openxmlformats.org/officeDocument/2006/relationships/image" Target="../media/image820.png"/><Relationship Id="rId254" Type="http://schemas.openxmlformats.org/officeDocument/2006/relationships/customXml" Target="../ink/ink841.xml"/><Relationship Id="rId28" Type="http://schemas.openxmlformats.org/officeDocument/2006/relationships/customXml" Target="../ink/ink728.xml"/><Relationship Id="rId49" Type="http://schemas.openxmlformats.org/officeDocument/2006/relationships/image" Target="../media/image728.png"/><Relationship Id="rId114" Type="http://schemas.openxmlformats.org/officeDocument/2006/relationships/customXml" Target="../ink/ink771.xml"/><Relationship Id="rId275" Type="http://schemas.openxmlformats.org/officeDocument/2006/relationships/image" Target="../media/image841.png"/><Relationship Id="rId296" Type="http://schemas.openxmlformats.org/officeDocument/2006/relationships/customXml" Target="../ink/ink862.xml"/><Relationship Id="rId300" Type="http://schemas.openxmlformats.org/officeDocument/2006/relationships/customXml" Target="../ink/ink864.xml"/><Relationship Id="rId60" Type="http://schemas.openxmlformats.org/officeDocument/2006/relationships/customXml" Target="../ink/ink744.xml"/><Relationship Id="rId81" Type="http://schemas.openxmlformats.org/officeDocument/2006/relationships/image" Target="../media/image744.png"/><Relationship Id="rId135" Type="http://schemas.openxmlformats.org/officeDocument/2006/relationships/image" Target="../media/image771.png"/><Relationship Id="rId156" Type="http://schemas.openxmlformats.org/officeDocument/2006/relationships/customXml" Target="../ink/ink792.xml"/><Relationship Id="rId177" Type="http://schemas.openxmlformats.org/officeDocument/2006/relationships/image" Target="../media/image792.png"/><Relationship Id="rId198" Type="http://schemas.openxmlformats.org/officeDocument/2006/relationships/customXml" Target="../ink/ink813.xml"/><Relationship Id="rId321" Type="http://schemas.openxmlformats.org/officeDocument/2006/relationships/image" Target="../media/image864.png"/><Relationship Id="rId342" Type="http://schemas.openxmlformats.org/officeDocument/2006/relationships/customXml" Target="../ink/ink885.xml"/><Relationship Id="rId363" Type="http://schemas.openxmlformats.org/officeDocument/2006/relationships/image" Target="../media/image885.png"/><Relationship Id="rId384" Type="http://schemas.openxmlformats.org/officeDocument/2006/relationships/customXml" Target="../ink/ink906.xml"/><Relationship Id="rId202" Type="http://schemas.openxmlformats.org/officeDocument/2006/relationships/customXml" Target="../ink/ink815.xml"/><Relationship Id="rId223" Type="http://schemas.openxmlformats.org/officeDocument/2006/relationships/image" Target="../media/image815.png"/><Relationship Id="rId244" Type="http://schemas.openxmlformats.org/officeDocument/2006/relationships/customXml" Target="../ink/ink836.xml"/><Relationship Id="rId18" Type="http://schemas.openxmlformats.org/officeDocument/2006/relationships/customXml" Target="../ink/ink723.xml"/><Relationship Id="rId39" Type="http://schemas.openxmlformats.org/officeDocument/2006/relationships/image" Target="../media/image723.png"/><Relationship Id="rId265" Type="http://schemas.openxmlformats.org/officeDocument/2006/relationships/image" Target="../media/image836.png"/><Relationship Id="rId286" Type="http://schemas.openxmlformats.org/officeDocument/2006/relationships/customXml" Target="../ink/ink857.xml"/><Relationship Id="rId50" Type="http://schemas.openxmlformats.org/officeDocument/2006/relationships/customXml" Target="../ink/ink739.xml"/><Relationship Id="rId104" Type="http://schemas.openxmlformats.org/officeDocument/2006/relationships/customXml" Target="../ink/ink766.xml"/><Relationship Id="rId125" Type="http://schemas.openxmlformats.org/officeDocument/2006/relationships/image" Target="../media/image766.png"/><Relationship Id="rId146" Type="http://schemas.openxmlformats.org/officeDocument/2006/relationships/customXml" Target="../ink/ink787.xml"/><Relationship Id="rId167" Type="http://schemas.openxmlformats.org/officeDocument/2006/relationships/image" Target="../media/image787.png"/><Relationship Id="rId188" Type="http://schemas.openxmlformats.org/officeDocument/2006/relationships/customXml" Target="../ink/ink808.xml"/><Relationship Id="rId311" Type="http://schemas.openxmlformats.org/officeDocument/2006/relationships/image" Target="../media/image859.png"/><Relationship Id="rId332" Type="http://schemas.openxmlformats.org/officeDocument/2006/relationships/customXml" Target="../ink/ink880.xml"/><Relationship Id="rId353" Type="http://schemas.openxmlformats.org/officeDocument/2006/relationships/image" Target="../media/image880.png"/><Relationship Id="rId374" Type="http://schemas.openxmlformats.org/officeDocument/2006/relationships/customXml" Target="../ink/ink901.xml"/><Relationship Id="rId395" Type="http://schemas.openxmlformats.org/officeDocument/2006/relationships/image" Target="../media/image901.png"/><Relationship Id="rId409" Type="http://schemas.openxmlformats.org/officeDocument/2006/relationships/image" Target="../media/image908.png"/><Relationship Id="rId71" Type="http://schemas.openxmlformats.org/officeDocument/2006/relationships/image" Target="../media/image739.png"/><Relationship Id="rId92" Type="http://schemas.openxmlformats.org/officeDocument/2006/relationships/customXml" Target="../ink/ink760.xml"/><Relationship Id="rId213" Type="http://schemas.openxmlformats.org/officeDocument/2006/relationships/image" Target="../media/image810.png"/><Relationship Id="rId234" Type="http://schemas.openxmlformats.org/officeDocument/2006/relationships/customXml" Target="../ink/ink831.xml"/><Relationship Id="rId2" Type="http://schemas.openxmlformats.org/officeDocument/2006/relationships/customXml" Target="../ink/ink715.xml"/><Relationship Id="rId29" Type="http://schemas.openxmlformats.org/officeDocument/2006/relationships/image" Target="../media/image718.png"/><Relationship Id="rId255" Type="http://schemas.openxmlformats.org/officeDocument/2006/relationships/image" Target="../media/image831.png"/><Relationship Id="rId276" Type="http://schemas.openxmlformats.org/officeDocument/2006/relationships/customXml" Target="../ink/ink852.xml"/><Relationship Id="rId297" Type="http://schemas.openxmlformats.org/officeDocument/2006/relationships/image" Target="../media/image852.png"/><Relationship Id="rId40" Type="http://schemas.openxmlformats.org/officeDocument/2006/relationships/customXml" Target="../ink/ink734.xml"/><Relationship Id="rId115" Type="http://schemas.openxmlformats.org/officeDocument/2006/relationships/image" Target="../media/image761.png"/><Relationship Id="rId136" Type="http://schemas.openxmlformats.org/officeDocument/2006/relationships/customXml" Target="../ink/ink782.xml"/><Relationship Id="rId157" Type="http://schemas.openxmlformats.org/officeDocument/2006/relationships/image" Target="../media/image782.png"/><Relationship Id="rId178" Type="http://schemas.openxmlformats.org/officeDocument/2006/relationships/customXml" Target="../ink/ink803.xml"/><Relationship Id="rId301" Type="http://schemas.openxmlformats.org/officeDocument/2006/relationships/image" Target="../media/image854.png"/><Relationship Id="rId322" Type="http://schemas.openxmlformats.org/officeDocument/2006/relationships/customXml" Target="../ink/ink875.xml"/><Relationship Id="rId343" Type="http://schemas.openxmlformats.org/officeDocument/2006/relationships/image" Target="../media/image875.png"/><Relationship Id="rId364" Type="http://schemas.openxmlformats.org/officeDocument/2006/relationships/customXml" Target="../ink/ink896.xml"/><Relationship Id="rId61" Type="http://schemas.openxmlformats.org/officeDocument/2006/relationships/image" Target="../media/image734.png"/><Relationship Id="rId82" Type="http://schemas.openxmlformats.org/officeDocument/2006/relationships/customXml" Target="../ink/ink755.xml"/><Relationship Id="rId199" Type="http://schemas.openxmlformats.org/officeDocument/2006/relationships/image" Target="../media/image803.png"/><Relationship Id="rId203" Type="http://schemas.openxmlformats.org/officeDocument/2006/relationships/image" Target="../media/image805.png"/><Relationship Id="rId385" Type="http://schemas.openxmlformats.org/officeDocument/2006/relationships/image" Target="../media/image896.png"/><Relationship Id="rId19" Type="http://schemas.openxmlformats.org/officeDocument/2006/relationships/image" Target="../media/image713.png"/><Relationship Id="rId224" Type="http://schemas.openxmlformats.org/officeDocument/2006/relationships/customXml" Target="../ink/ink826.xml"/><Relationship Id="rId245" Type="http://schemas.openxmlformats.org/officeDocument/2006/relationships/image" Target="../media/image826.png"/><Relationship Id="rId266" Type="http://schemas.openxmlformats.org/officeDocument/2006/relationships/customXml" Target="../ink/ink847.xml"/><Relationship Id="rId287" Type="http://schemas.openxmlformats.org/officeDocument/2006/relationships/image" Target="../media/image847.png"/><Relationship Id="rId410" Type="http://schemas.openxmlformats.org/officeDocument/2006/relationships/customXml" Target="../ink/ink919.xml"/><Relationship Id="rId30" Type="http://schemas.openxmlformats.org/officeDocument/2006/relationships/customXml" Target="../ink/ink729.xml"/><Relationship Id="rId105" Type="http://schemas.openxmlformats.org/officeDocument/2006/relationships/image" Target="../media/image756.png"/><Relationship Id="rId126" Type="http://schemas.openxmlformats.org/officeDocument/2006/relationships/customXml" Target="../ink/ink777.xml"/><Relationship Id="rId147" Type="http://schemas.openxmlformats.org/officeDocument/2006/relationships/image" Target="../media/image777.png"/><Relationship Id="rId168" Type="http://schemas.openxmlformats.org/officeDocument/2006/relationships/customXml" Target="../ink/ink798.xml"/><Relationship Id="rId312" Type="http://schemas.openxmlformats.org/officeDocument/2006/relationships/customXml" Target="../ink/ink870.xml"/><Relationship Id="rId333" Type="http://schemas.openxmlformats.org/officeDocument/2006/relationships/image" Target="../media/image870.png"/><Relationship Id="rId354" Type="http://schemas.openxmlformats.org/officeDocument/2006/relationships/customXml" Target="../ink/ink891.xml"/><Relationship Id="rId51" Type="http://schemas.openxmlformats.org/officeDocument/2006/relationships/image" Target="../media/image729.png"/><Relationship Id="rId72" Type="http://schemas.openxmlformats.org/officeDocument/2006/relationships/customXml" Target="../ink/ink750.xml"/><Relationship Id="rId93" Type="http://schemas.openxmlformats.org/officeDocument/2006/relationships/image" Target="../media/image750.png"/><Relationship Id="rId189" Type="http://schemas.openxmlformats.org/officeDocument/2006/relationships/image" Target="../media/image798.png"/><Relationship Id="rId375" Type="http://schemas.openxmlformats.org/officeDocument/2006/relationships/image" Target="../media/image891.png"/><Relationship Id="rId396" Type="http://schemas.openxmlformats.org/officeDocument/2006/relationships/customXml" Target="../ink/ink912.xml"/><Relationship Id="rId3" Type="http://schemas.openxmlformats.org/officeDocument/2006/relationships/image" Target="../media/image705.png"/><Relationship Id="rId214" Type="http://schemas.openxmlformats.org/officeDocument/2006/relationships/customXml" Target="../ink/ink821.xml"/><Relationship Id="rId235" Type="http://schemas.openxmlformats.org/officeDocument/2006/relationships/image" Target="../media/image821.png"/><Relationship Id="rId256" Type="http://schemas.openxmlformats.org/officeDocument/2006/relationships/customXml" Target="../ink/ink842.xml"/><Relationship Id="rId277" Type="http://schemas.openxmlformats.org/officeDocument/2006/relationships/image" Target="../media/image842.png"/><Relationship Id="rId298" Type="http://schemas.openxmlformats.org/officeDocument/2006/relationships/customXml" Target="../ink/ink863.xml"/><Relationship Id="rId400" Type="http://schemas.openxmlformats.org/officeDocument/2006/relationships/customXml" Target="../ink/ink914.xml"/><Relationship Id="rId116" Type="http://schemas.openxmlformats.org/officeDocument/2006/relationships/customXml" Target="../ink/ink772.xml"/><Relationship Id="rId137" Type="http://schemas.openxmlformats.org/officeDocument/2006/relationships/image" Target="../media/image772.png"/><Relationship Id="rId158" Type="http://schemas.openxmlformats.org/officeDocument/2006/relationships/customXml" Target="../ink/ink793.xml"/><Relationship Id="rId302" Type="http://schemas.openxmlformats.org/officeDocument/2006/relationships/customXml" Target="../ink/ink865.xml"/><Relationship Id="rId323" Type="http://schemas.openxmlformats.org/officeDocument/2006/relationships/image" Target="../media/image865.png"/><Relationship Id="rId344" Type="http://schemas.openxmlformats.org/officeDocument/2006/relationships/customXml" Target="../ink/ink886.xml"/><Relationship Id="rId20" Type="http://schemas.openxmlformats.org/officeDocument/2006/relationships/customXml" Target="../ink/ink724.xml"/><Relationship Id="rId41" Type="http://schemas.openxmlformats.org/officeDocument/2006/relationships/image" Target="../media/image724.png"/><Relationship Id="rId62" Type="http://schemas.openxmlformats.org/officeDocument/2006/relationships/customXml" Target="../ink/ink745.xml"/><Relationship Id="rId83" Type="http://schemas.openxmlformats.org/officeDocument/2006/relationships/image" Target="../media/image745.png"/><Relationship Id="rId179" Type="http://schemas.openxmlformats.org/officeDocument/2006/relationships/image" Target="../media/image793.png"/><Relationship Id="rId365" Type="http://schemas.openxmlformats.org/officeDocument/2006/relationships/image" Target="../media/image886.png"/><Relationship Id="rId386" Type="http://schemas.openxmlformats.org/officeDocument/2006/relationships/customXml" Target="../ink/ink907.xml"/><Relationship Id="rId190" Type="http://schemas.openxmlformats.org/officeDocument/2006/relationships/customXml" Target="../ink/ink809.xml"/><Relationship Id="rId204" Type="http://schemas.openxmlformats.org/officeDocument/2006/relationships/customXml" Target="../ink/ink816.xml"/><Relationship Id="rId225" Type="http://schemas.openxmlformats.org/officeDocument/2006/relationships/image" Target="../media/image816.png"/><Relationship Id="rId246" Type="http://schemas.openxmlformats.org/officeDocument/2006/relationships/customXml" Target="../ink/ink837.xml"/><Relationship Id="rId267" Type="http://schemas.openxmlformats.org/officeDocument/2006/relationships/image" Target="../media/image837.png"/><Relationship Id="rId288" Type="http://schemas.openxmlformats.org/officeDocument/2006/relationships/customXml" Target="../ink/ink858.xml"/><Relationship Id="rId411" Type="http://schemas.openxmlformats.org/officeDocument/2006/relationships/image" Target="../media/image909.png"/><Relationship Id="rId106" Type="http://schemas.openxmlformats.org/officeDocument/2006/relationships/customXml" Target="../ink/ink767.xml"/><Relationship Id="rId127" Type="http://schemas.openxmlformats.org/officeDocument/2006/relationships/image" Target="../media/image767.png"/><Relationship Id="rId313" Type="http://schemas.openxmlformats.org/officeDocument/2006/relationships/image" Target="../media/image860.png"/><Relationship Id="rId10" Type="http://schemas.openxmlformats.org/officeDocument/2006/relationships/customXml" Target="../ink/ink719.xml"/><Relationship Id="rId31" Type="http://schemas.openxmlformats.org/officeDocument/2006/relationships/image" Target="../media/image719.png"/><Relationship Id="rId52" Type="http://schemas.openxmlformats.org/officeDocument/2006/relationships/customXml" Target="../ink/ink740.xml"/><Relationship Id="rId73" Type="http://schemas.openxmlformats.org/officeDocument/2006/relationships/image" Target="../media/image740.png"/><Relationship Id="rId94" Type="http://schemas.openxmlformats.org/officeDocument/2006/relationships/customXml" Target="../ink/ink761.xml"/><Relationship Id="rId148" Type="http://schemas.openxmlformats.org/officeDocument/2006/relationships/customXml" Target="../ink/ink788.xml"/><Relationship Id="rId169" Type="http://schemas.openxmlformats.org/officeDocument/2006/relationships/image" Target="../media/image788.png"/><Relationship Id="rId334" Type="http://schemas.openxmlformats.org/officeDocument/2006/relationships/customXml" Target="../ink/ink881.xml"/><Relationship Id="rId355" Type="http://schemas.openxmlformats.org/officeDocument/2006/relationships/image" Target="../media/image881.png"/><Relationship Id="rId376" Type="http://schemas.openxmlformats.org/officeDocument/2006/relationships/customXml" Target="../ink/ink902.xml"/><Relationship Id="rId397" Type="http://schemas.openxmlformats.org/officeDocument/2006/relationships/image" Target="../media/image902.png"/><Relationship Id="rId4" Type="http://schemas.openxmlformats.org/officeDocument/2006/relationships/customXml" Target="../ink/ink716.xml"/><Relationship Id="rId180" Type="http://schemas.openxmlformats.org/officeDocument/2006/relationships/customXml" Target="../ink/ink804.xml"/><Relationship Id="rId215" Type="http://schemas.openxmlformats.org/officeDocument/2006/relationships/image" Target="../media/image811.png"/><Relationship Id="rId236" Type="http://schemas.openxmlformats.org/officeDocument/2006/relationships/customXml" Target="../ink/ink832.xml"/><Relationship Id="rId257" Type="http://schemas.openxmlformats.org/officeDocument/2006/relationships/image" Target="../media/image832.png"/><Relationship Id="rId278" Type="http://schemas.openxmlformats.org/officeDocument/2006/relationships/customXml" Target="../ink/ink853.xml"/><Relationship Id="rId401" Type="http://schemas.openxmlformats.org/officeDocument/2006/relationships/image" Target="../media/image904.png"/><Relationship Id="rId303" Type="http://schemas.openxmlformats.org/officeDocument/2006/relationships/image" Target="../media/image855.png"/><Relationship Id="rId42" Type="http://schemas.openxmlformats.org/officeDocument/2006/relationships/customXml" Target="../ink/ink735.xml"/><Relationship Id="rId84" Type="http://schemas.openxmlformats.org/officeDocument/2006/relationships/customXml" Target="../ink/ink756.xml"/><Relationship Id="rId138" Type="http://schemas.openxmlformats.org/officeDocument/2006/relationships/customXml" Target="../ink/ink783.xml"/><Relationship Id="rId345" Type="http://schemas.openxmlformats.org/officeDocument/2006/relationships/image" Target="../media/image876.png"/><Relationship Id="rId387" Type="http://schemas.openxmlformats.org/officeDocument/2006/relationships/image" Target="../media/image897.png"/><Relationship Id="rId191" Type="http://schemas.openxmlformats.org/officeDocument/2006/relationships/image" Target="../media/image799.png"/><Relationship Id="rId205" Type="http://schemas.openxmlformats.org/officeDocument/2006/relationships/image" Target="../media/image806.png"/><Relationship Id="rId247" Type="http://schemas.openxmlformats.org/officeDocument/2006/relationships/image" Target="../media/image827.png"/><Relationship Id="rId412" Type="http://schemas.openxmlformats.org/officeDocument/2006/relationships/customXml" Target="../ink/ink920.xml"/><Relationship Id="rId107" Type="http://schemas.openxmlformats.org/officeDocument/2006/relationships/image" Target="../media/image757.png"/><Relationship Id="rId289" Type="http://schemas.openxmlformats.org/officeDocument/2006/relationships/image" Target="../media/image848.png"/><Relationship Id="rId11" Type="http://schemas.openxmlformats.org/officeDocument/2006/relationships/image" Target="../media/image709.png"/><Relationship Id="rId53" Type="http://schemas.openxmlformats.org/officeDocument/2006/relationships/image" Target="../media/image730.png"/><Relationship Id="rId149" Type="http://schemas.openxmlformats.org/officeDocument/2006/relationships/image" Target="../media/image778.png"/><Relationship Id="rId314" Type="http://schemas.openxmlformats.org/officeDocument/2006/relationships/customXml" Target="../ink/ink871.xml"/><Relationship Id="rId356" Type="http://schemas.openxmlformats.org/officeDocument/2006/relationships/customXml" Target="../ink/ink892.xml"/><Relationship Id="rId398" Type="http://schemas.openxmlformats.org/officeDocument/2006/relationships/customXml" Target="../ink/ink913.xml"/><Relationship Id="rId95" Type="http://schemas.openxmlformats.org/officeDocument/2006/relationships/image" Target="../media/image751.png"/><Relationship Id="rId160" Type="http://schemas.openxmlformats.org/officeDocument/2006/relationships/customXml" Target="../ink/ink794.xml"/><Relationship Id="rId216" Type="http://schemas.openxmlformats.org/officeDocument/2006/relationships/customXml" Target="../ink/ink822.xml"/><Relationship Id="rId258" Type="http://schemas.openxmlformats.org/officeDocument/2006/relationships/customXml" Target="../ink/ink843.xml"/><Relationship Id="rId22" Type="http://schemas.openxmlformats.org/officeDocument/2006/relationships/customXml" Target="../ink/ink725.xml"/><Relationship Id="rId64" Type="http://schemas.openxmlformats.org/officeDocument/2006/relationships/customXml" Target="../ink/ink746.xml"/><Relationship Id="rId118" Type="http://schemas.openxmlformats.org/officeDocument/2006/relationships/customXml" Target="../ink/ink773.xml"/><Relationship Id="rId325" Type="http://schemas.openxmlformats.org/officeDocument/2006/relationships/image" Target="../media/image866.png"/><Relationship Id="rId367" Type="http://schemas.openxmlformats.org/officeDocument/2006/relationships/image" Target="../media/image887.png"/><Relationship Id="rId171" Type="http://schemas.openxmlformats.org/officeDocument/2006/relationships/image" Target="../media/image789.png"/><Relationship Id="rId227" Type="http://schemas.openxmlformats.org/officeDocument/2006/relationships/image" Target="../media/image817.png"/><Relationship Id="rId269" Type="http://schemas.openxmlformats.org/officeDocument/2006/relationships/image" Target="../media/image838.png"/><Relationship Id="rId33" Type="http://schemas.openxmlformats.org/officeDocument/2006/relationships/image" Target="../media/image720.png"/><Relationship Id="rId129" Type="http://schemas.openxmlformats.org/officeDocument/2006/relationships/image" Target="../media/image768.png"/><Relationship Id="rId280" Type="http://schemas.openxmlformats.org/officeDocument/2006/relationships/customXml" Target="../ink/ink854.xml"/><Relationship Id="rId336" Type="http://schemas.openxmlformats.org/officeDocument/2006/relationships/customXml" Target="../ink/ink882.xml"/><Relationship Id="rId75" Type="http://schemas.openxmlformats.org/officeDocument/2006/relationships/image" Target="../media/image741.png"/><Relationship Id="rId140" Type="http://schemas.openxmlformats.org/officeDocument/2006/relationships/customXml" Target="../ink/ink784.xml"/><Relationship Id="rId182" Type="http://schemas.openxmlformats.org/officeDocument/2006/relationships/customXml" Target="../ink/ink805.xml"/><Relationship Id="rId378" Type="http://schemas.openxmlformats.org/officeDocument/2006/relationships/customXml" Target="../ink/ink903.xml"/><Relationship Id="rId403" Type="http://schemas.openxmlformats.org/officeDocument/2006/relationships/image" Target="../media/image905.png"/><Relationship Id="rId6" Type="http://schemas.openxmlformats.org/officeDocument/2006/relationships/customXml" Target="../ink/ink717.xml"/><Relationship Id="rId238" Type="http://schemas.openxmlformats.org/officeDocument/2006/relationships/customXml" Target="../ink/ink833.xml"/><Relationship Id="rId291" Type="http://schemas.openxmlformats.org/officeDocument/2006/relationships/image" Target="../media/image849.png"/><Relationship Id="rId305" Type="http://schemas.openxmlformats.org/officeDocument/2006/relationships/image" Target="../media/image856.png"/><Relationship Id="rId347" Type="http://schemas.openxmlformats.org/officeDocument/2006/relationships/image" Target="../media/image877.png"/><Relationship Id="rId44" Type="http://schemas.openxmlformats.org/officeDocument/2006/relationships/customXml" Target="../ink/ink736.xml"/><Relationship Id="rId86" Type="http://schemas.openxmlformats.org/officeDocument/2006/relationships/customXml" Target="../ink/ink757.xml"/><Relationship Id="rId151" Type="http://schemas.openxmlformats.org/officeDocument/2006/relationships/image" Target="../media/image779.png"/><Relationship Id="rId389" Type="http://schemas.openxmlformats.org/officeDocument/2006/relationships/image" Target="../media/image898.png"/><Relationship Id="rId193" Type="http://schemas.openxmlformats.org/officeDocument/2006/relationships/image" Target="../media/image800.png"/><Relationship Id="rId207" Type="http://schemas.openxmlformats.org/officeDocument/2006/relationships/image" Target="../media/image807.png"/><Relationship Id="rId249" Type="http://schemas.openxmlformats.org/officeDocument/2006/relationships/image" Target="../media/image828.png"/><Relationship Id="rId13" Type="http://schemas.openxmlformats.org/officeDocument/2006/relationships/image" Target="../media/image710.png"/><Relationship Id="rId109" Type="http://schemas.openxmlformats.org/officeDocument/2006/relationships/image" Target="../media/image758.png"/><Relationship Id="rId260" Type="http://schemas.openxmlformats.org/officeDocument/2006/relationships/customXml" Target="../ink/ink844.xml"/><Relationship Id="rId316" Type="http://schemas.openxmlformats.org/officeDocument/2006/relationships/customXml" Target="../ink/ink872.xml"/><Relationship Id="rId55" Type="http://schemas.openxmlformats.org/officeDocument/2006/relationships/image" Target="../media/image731.png"/><Relationship Id="rId97" Type="http://schemas.openxmlformats.org/officeDocument/2006/relationships/image" Target="../media/image752.png"/><Relationship Id="rId120" Type="http://schemas.openxmlformats.org/officeDocument/2006/relationships/customXml" Target="../ink/ink774.xml"/><Relationship Id="rId358" Type="http://schemas.openxmlformats.org/officeDocument/2006/relationships/customXml" Target="../ink/ink893.xml"/><Relationship Id="rId162" Type="http://schemas.openxmlformats.org/officeDocument/2006/relationships/customXml" Target="../ink/ink795.xml"/><Relationship Id="rId218" Type="http://schemas.openxmlformats.org/officeDocument/2006/relationships/customXml" Target="../ink/ink823.xml"/><Relationship Id="rId271" Type="http://schemas.openxmlformats.org/officeDocument/2006/relationships/image" Target="../media/image839.png"/><Relationship Id="rId24" Type="http://schemas.openxmlformats.org/officeDocument/2006/relationships/customXml" Target="../ink/ink726.xml"/><Relationship Id="rId66" Type="http://schemas.openxmlformats.org/officeDocument/2006/relationships/customXml" Target="../ink/ink747.xml"/><Relationship Id="rId131" Type="http://schemas.openxmlformats.org/officeDocument/2006/relationships/image" Target="../media/image769.png"/><Relationship Id="rId327" Type="http://schemas.openxmlformats.org/officeDocument/2006/relationships/image" Target="../media/image867.png"/><Relationship Id="rId369" Type="http://schemas.openxmlformats.org/officeDocument/2006/relationships/image" Target="../media/image888.png"/><Relationship Id="rId173" Type="http://schemas.openxmlformats.org/officeDocument/2006/relationships/image" Target="../media/image790.png"/><Relationship Id="rId229" Type="http://schemas.openxmlformats.org/officeDocument/2006/relationships/image" Target="../media/image818.png"/><Relationship Id="rId380" Type="http://schemas.openxmlformats.org/officeDocument/2006/relationships/customXml" Target="../ink/ink904.xml"/><Relationship Id="rId240" Type="http://schemas.openxmlformats.org/officeDocument/2006/relationships/customXml" Target="../ink/ink834.xml"/><Relationship Id="rId35" Type="http://schemas.openxmlformats.org/officeDocument/2006/relationships/image" Target="../media/image721.png"/><Relationship Id="rId77" Type="http://schemas.openxmlformats.org/officeDocument/2006/relationships/image" Target="../media/image742.png"/><Relationship Id="rId100" Type="http://schemas.openxmlformats.org/officeDocument/2006/relationships/customXml" Target="../ink/ink764.xml"/><Relationship Id="rId282" Type="http://schemas.openxmlformats.org/officeDocument/2006/relationships/customXml" Target="../ink/ink855.xml"/><Relationship Id="rId338" Type="http://schemas.openxmlformats.org/officeDocument/2006/relationships/customXml" Target="../ink/ink883.xml"/><Relationship Id="rId8" Type="http://schemas.openxmlformats.org/officeDocument/2006/relationships/customXml" Target="../ink/ink718.xml"/><Relationship Id="rId142" Type="http://schemas.openxmlformats.org/officeDocument/2006/relationships/customXml" Target="../ink/ink785.xml"/><Relationship Id="rId184" Type="http://schemas.openxmlformats.org/officeDocument/2006/relationships/customXml" Target="../ink/ink806.xml"/><Relationship Id="rId391" Type="http://schemas.openxmlformats.org/officeDocument/2006/relationships/image" Target="../media/image899.png"/><Relationship Id="rId405" Type="http://schemas.openxmlformats.org/officeDocument/2006/relationships/image" Target="../media/image906.png"/><Relationship Id="rId251" Type="http://schemas.openxmlformats.org/officeDocument/2006/relationships/image" Target="../media/image829.png"/><Relationship Id="rId46" Type="http://schemas.openxmlformats.org/officeDocument/2006/relationships/customXml" Target="../ink/ink737.xml"/><Relationship Id="rId293" Type="http://schemas.openxmlformats.org/officeDocument/2006/relationships/image" Target="../media/image850.png"/><Relationship Id="rId307" Type="http://schemas.openxmlformats.org/officeDocument/2006/relationships/image" Target="../media/image857.png"/><Relationship Id="rId349" Type="http://schemas.openxmlformats.org/officeDocument/2006/relationships/image" Target="../media/image878.png"/><Relationship Id="rId88" Type="http://schemas.openxmlformats.org/officeDocument/2006/relationships/customXml" Target="../ink/ink758.xml"/><Relationship Id="rId111" Type="http://schemas.openxmlformats.org/officeDocument/2006/relationships/image" Target="../media/image759.png"/><Relationship Id="rId153" Type="http://schemas.openxmlformats.org/officeDocument/2006/relationships/image" Target="../media/image780.png"/><Relationship Id="rId195" Type="http://schemas.openxmlformats.org/officeDocument/2006/relationships/image" Target="../media/image801.png"/><Relationship Id="rId209" Type="http://schemas.openxmlformats.org/officeDocument/2006/relationships/image" Target="../media/image808.png"/><Relationship Id="rId360" Type="http://schemas.openxmlformats.org/officeDocument/2006/relationships/customXml" Target="../ink/ink894.xml"/><Relationship Id="rId220" Type="http://schemas.openxmlformats.org/officeDocument/2006/relationships/customXml" Target="../ink/ink824.xml"/><Relationship Id="rId15" Type="http://schemas.openxmlformats.org/officeDocument/2006/relationships/image" Target="../media/image711.png"/><Relationship Id="rId57" Type="http://schemas.openxmlformats.org/officeDocument/2006/relationships/image" Target="../media/image732.png"/><Relationship Id="rId262" Type="http://schemas.openxmlformats.org/officeDocument/2006/relationships/customXml" Target="../ink/ink845.xml"/><Relationship Id="rId318" Type="http://schemas.openxmlformats.org/officeDocument/2006/relationships/customXml" Target="../ink/ink873.xml"/><Relationship Id="rId99" Type="http://schemas.openxmlformats.org/officeDocument/2006/relationships/image" Target="../media/image753.png"/><Relationship Id="rId122" Type="http://schemas.openxmlformats.org/officeDocument/2006/relationships/customXml" Target="../ink/ink775.xml"/><Relationship Id="rId164" Type="http://schemas.openxmlformats.org/officeDocument/2006/relationships/customXml" Target="../ink/ink796.xml"/><Relationship Id="rId371" Type="http://schemas.openxmlformats.org/officeDocument/2006/relationships/image" Target="../media/image889.png"/><Relationship Id="rId26" Type="http://schemas.openxmlformats.org/officeDocument/2006/relationships/customXml" Target="../ink/ink727.xml"/><Relationship Id="rId231" Type="http://schemas.openxmlformats.org/officeDocument/2006/relationships/image" Target="../media/image819.png"/><Relationship Id="rId273" Type="http://schemas.openxmlformats.org/officeDocument/2006/relationships/image" Target="../media/image840.png"/><Relationship Id="rId329" Type="http://schemas.openxmlformats.org/officeDocument/2006/relationships/image" Target="../media/image868.png"/><Relationship Id="rId68" Type="http://schemas.openxmlformats.org/officeDocument/2006/relationships/customXml" Target="../ink/ink748.xml"/><Relationship Id="rId133" Type="http://schemas.openxmlformats.org/officeDocument/2006/relationships/image" Target="../media/image770.png"/><Relationship Id="rId175" Type="http://schemas.openxmlformats.org/officeDocument/2006/relationships/image" Target="../media/image791.png"/><Relationship Id="rId340" Type="http://schemas.openxmlformats.org/officeDocument/2006/relationships/customXml" Target="../ink/ink884.xml"/><Relationship Id="rId200" Type="http://schemas.openxmlformats.org/officeDocument/2006/relationships/customXml" Target="../ink/ink814.xml"/><Relationship Id="rId382" Type="http://schemas.openxmlformats.org/officeDocument/2006/relationships/customXml" Target="../ink/ink905.xml"/><Relationship Id="rId242" Type="http://schemas.openxmlformats.org/officeDocument/2006/relationships/customXml" Target="../ink/ink835.xml"/><Relationship Id="rId284" Type="http://schemas.openxmlformats.org/officeDocument/2006/relationships/customXml" Target="../ink/ink856.xml"/><Relationship Id="rId37" Type="http://schemas.openxmlformats.org/officeDocument/2006/relationships/image" Target="../media/image722.png"/><Relationship Id="rId79" Type="http://schemas.openxmlformats.org/officeDocument/2006/relationships/image" Target="../media/image743.png"/><Relationship Id="rId102" Type="http://schemas.openxmlformats.org/officeDocument/2006/relationships/customXml" Target="../ink/ink765.xml"/><Relationship Id="rId144" Type="http://schemas.openxmlformats.org/officeDocument/2006/relationships/customXml" Target="../ink/ink786.xml"/><Relationship Id="rId90" Type="http://schemas.openxmlformats.org/officeDocument/2006/relationships/customXml" Target="../ink/ink759.xml"/><Relationship Id="rId186" Type="http://schemas.openxmlformats.org/officeDocument/2006/relationships/customXml" Target="../ink/ink807.xml"/><Relationship Id="rId351" Type="http://schemas.openxmlformats.org/officeDocument/2006/relationships/image" Target="../media/image879.png"/><Relationship Id="rId393" Type="http://schemas.openxmlformats.org/officeDocument/2006/relationships/image" Target="../media/image900.png"/><Relationship Id="rId407" Type="http://schemas.openxmlformats.org/officeDocument/2006/relationships/image" Target="../media/image907.png"/><Relationship Id="rId211" Type="http://schemas.openxmlformats.org/officeDocument/2006/relationships/image" Target="../media/image809.png"/><Relationship Id="rId253" Type="http://schemas.openxmlformats.org/officeDocument/2006/relationships/image" Target="../media/image830.png"/><Relationship Id="rId295" Type="http://schemas.openxmlformats.org/officeDocument/2006/relationships/image" Target="../media/image851.png"/><Relationship Id="rId309" Type="http://schemas.openxmlformats.org/officeDocument/2006/relationships/image" Target="../media/image858.png"/><Relationship Id="rId48" Type="http://schemas.openxmlformats.org/officeDocument/2006/relationships/customXml" Target="../ink/ink738.xml"/><Relationship Id="rId113" Type="http://schemas.openxmlformats.org/officeDocument/2006/relationships/image" Target="../media/image760.png"/><Relationship Id="rId320" Type="http://schemas.openxmlformats.org/officeDocument/2006/relationships/customXml" Target="../ink/ink87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32.xml"/><Relationship Id="rId21" Type="http://schemas.openxmlformats.org/officeDocument/2006/relationships/image" Target="../media/image921.png"/><Relationship Id="rId42" Type="http://schemas.openxmlformats.org/officeDocument/2006/relationships/customXml" Target="../ink/ink940.xml"/><Relationship Id="rId47" Type="http://schemas.openxmlformats.org/officeDocument/2006/relationships/image" Target="../media/image934.png"/><Relationship Id="rId63" Type="http://schemas.openxmlformats.org/officeDocument/2006/relationships/image" Target="../media/image942.png"/><Relationship Id="rId68" Type="http://schemas.openxmlformats.org/officeDocument/2006/relationships/customXml" Target="../ink/ink953.xml"/><Relationship Id="rId84" Type="http://schemas.openxmlformats.org/officeDocument/2006/relationships/customXml" Target="../ink/ink961.xml"/><Relationship Id="rId89" Type="http://schemas.openxmlformats.org/officeDocument/2006/relationships/image" Target="../media/image955.png"/><Relationship Id="rId16" Type="http://schemas.openxmlformats.org/officeDocument/2006/relationships/customXml" Target="../ink/ink927.xml"/><Relationship Id="rId11" Type="http://schemas.openxmlformats.org/officeDocument/2006/relationships/image" Target="../media/image916.png"/><Relationship Id="rId32" Type="http://schemas.openxmlformats.org/officeDocument/2006/relationships/customXml" Target="../ink/ink935.xml"/><Relationship Id="rId37" Type="http://schemas.openxmlformats.org/officeDocument/2006/relationships/image" Target="../media/image929.png"/><Relationship Id="rId53" Type="http://schemas.openxmlformats.org/officeDocument/2006/relationships/image" Target="../media/image937.png"/><Relationship Id="rId58" Type="http://schemas.openxmlformats.org/officeDocument/2006/relationships/customXml" Target="../ink/ink948.xml"/><Relationship Id="rId74" Type="http://schemas.openxmlformats.org/officeDocument/2006/relationships/customXml" Target="../ink/ink956.xml"/><Relationship Id="rId79" Type="http://schemas.openxmlformats.org/officeDocument/2006/relationships/image" Target="../media/image950.png"/><Relationship Id="rId102" Type="http://schemas.openxmlformats.org/officeDocument/2006/relationships/customXml" Target="../ink/ink970.xml"/><Relationship Id="rId5" Type="http://schemas.openxmlformats.org/officeDocument/2006/relationships/image" Target="../media/image913.png"/><Relationship Id="rId90" Type="http://schemas.openxmlformats.org/officeDocument/2006/relationships/customXml" Target="../ink/ink964.xml"/><Relationship Id="rId95" Type="http://schemas.openxmlformats.org/officeDocument/2006/relationships/image" Target="../media/image958.png"/><Relationship Id="rId22" Type="http://schemas.openxmlformats.org/officeDocument/2006/relationships/customXml" Target="../ink/ink930.xml"/><Relationship Id="rId27" Type="http://schemas.openxmlformats.org/officeDocument/2006/relationships/image" Target="../media/image924.png"/><Relationship Id="rId43" Type="http://schemas.openxmlformats.org/officeDocument/2006/relationships/image" Target="../media/image932.png"/><Relationship Id="rId48" Type="http://schemas.openxmlformats.org/officeDocument/2006/relationships/customXml" Target="../ink/ink943.xml"/><Relationship Id="rId64" Type="http://schemas.openxmlformats.org/officeDocument/2006/relationships/customXml" Target="../ink/ink951.xml"/><Relationship Id="rId69" Type="http://schemas.openxmlformats.org/officeDocument/2006/relationships/image" Target="../media/image945.png"/><Relationship Id="rId80" Type="http://schemas.openxmlformats.org/officeDocument/2006/relationships/customXml" Target="../ink/ink959.xml"/><Relationship Id="rId85" Type="http://schemas.openxmlformats.org/officeDocument/2006/relationships/image" Target="../media/image953.png"/><Relationship Id="rId12" Type="http://schemas.openxmlformats.org/officeDocument/2006/relationships/customXml" Target="../ink/ink925.xml"/><Relationship Id="rId17" Type="http://schemas.openxmlformats.org/officeDocument/2006/relationships/image" Target="../media/image919.png"/><Relationship Id="rId33" Type="http://schemas.openxmlformats.org/officeDocument/2006/relationships/image" Target="../media/image927.png"/><Relationship Id="rId38" Type="http://schemas.openxmlformats.org/officeDocument/2006/relationships/customXml" Target="../ink/ink938.xml"/><Relationship Id="rId59" Type="http://schemas.openxmlformats.org/officeDocument/2006/relationships/image" Target="../media/image940.png"/><Relationship Id="rId103" Type="http://schemas.openxmlformats.org/officeDocument/2006/relationships/image" Target="../media/image962.png"/><Relationship Id="rId20" Type="http://schemas.openxmlformats.org/officeDocument/2006/relationships/customXml" Target="../ink/ink929.xml"/><Relationship Id="rId41" Type="http://schemas.openxmlformats.org/officeDocument/2006/relationships/image" Target="../media/image931.png"/><Relationship Id="rId54" Type="http://schemas.openxmlformats.org/officeDocument/2006/relationships/customXml" Target="../ink/ink946.xml"/><Relationship Id="rId62" Type="http://schemas.openxmlformats.org/officeDocument/2006/relationships/customXml" Target="../ink/ink950.xml"/><Relationship Id="rId70" Type="http://schemas.openxmlformats.org/officeDocument/2006/relationships/customXml" Target="../ink/ink954.xml"/><Relationship Id="rId75" Type="http://schemas.openxmlformats.org/officeDocument/2006/relationships/image" Target="../media/image948.png"/><Relationship Id="rId83" Type="http://schemas.openxmlformats.org/officeDocument/2006/relationships/image" Target="../media/image952.png"/><Relationship Id="rId88" Type="http://schemas.openxmlformats.org/officeDocument/2006/relationships/customXml" Target="../ink/ink963.xml"/><Relationship Id="rId91" Type="http://schemas.openxmlformats.org/officeDocument/2006/relationships/image" Target="../media/image956.png"/><Relationship Id="rId96" Type="http://schemas.openxmlformats.org/officeDocument/2006/relationships/customXml" Target="../ink/ink9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22.xml"/><Relationship Id="rId15" Type="http://schemas.openxmlformats.org/officeDocument/2006/relationships/image" Target="../media/image918.png"/><Relationship Id="rId23" Type="http://schemas.openxmlformats.org/officeDocument/2006/relationships/image" Target="../media/image922.png"/><Relationship Id="rId28" Type="http://schemas.openxmlformats.org/officeDocument/2006/relationships/customXml" Target="../ink/ink933.xml"/><Relationship Id="rId36" Type="http://schemas.openxmlformats.org/officeDocument/2006/relationships/customXml" Target="../ink/ink937.xml"/><Relationship Id="rId49" Type="http://schemas.openxmlformats.org/officeDocument/2006/relationships/image" Target="../media/image935.png"/><Relationship Id="rId57" Type="http://schemas.openxmlformats.org/officeDocument/2006/relationships/image" Target="../media/image939.png"/><Relationship Id="rId10" Type="http://schemas.openxmlformats.org/officeDocument/2006/relationships/customXml" Target="../ink/ink924.xml"/><Relationship Id="rId31" Type="http://schemas.openxmlformats.org/officeDocument/2006/relationships/image" Target="../media/image926.png"/><Relationship Id="rId44" Type="http://schemas.openxmlformats.org/officeDocument/2006/relationships/customXml" Target="../ink/ink941.xml"/><Relationship Id="rId52" Type="http://schemas.openxmlformats.org/officeDocument/2006/relationships/customXml" Target="../ink/ink945.xml"/><Relationship Id="rId60" Type="http://schemas.openxmlformats.org/officeDocument/2006/relationships/customXml" Target="../ink/ink949.xml"/><Relationship Id="rId65" Type="http://schemas.openxmlformats.org/officeDocument/2006/relationships/image" Target="../media/image943.png"/><Relationship Id="rId73" Type="http://schemas.openxmlformats.org/officeDocument/2006/relationships/image" Target="../media/image947.png"/><Relationship Id="rId78" Type="http://schemas.openxmlformats.org/officeDocument/2006/relationships/customXml" Target="../ink/ink958.xml"/><Relationship Id="rId81" Type="http://schemas.openxmlformats.org/officeDocument/2006/relationships/image" Target="../media/image951.png"/><Relationship Id="rId86" Type="http://schemas.openxmlformats.org/officeDocument/2006/relationships/customXml" Target="../ink/ink962.xml"/><Relationship Id="rId94" Type="http://schemas.openxmlformats.org/officeDocument/2006/relationships/customXml" Target="../ink/ink966.xml"/><Relationship Id="rId99" Type="http://schemas.openxmlformats.org/officeDocument/2006/relationships/image" Target="../media/image960.png"/><Relationship Id="rId101" Type="http://schemas.openxmlformats.org/officeDocument/2006/relationships/image" Target="../media/image961.png"/><Relationship Id="rId4" Type="http://schemas.openxmlformats.org/officeDocument/2006/relationships/customXml" Target="../ink/ink921.xml"/><Relationship Id="rId9" Type="http://schemas.openxmlformats.org/officeDocument/2006/relationships/image" Target="../media/image915.png"/><Relationship Id="rId13" Type="http://schemas.openxmlformats.org/officeDocument/2006/relationships/image" Target="../media/image917.png"/><Relationship Id="rId18" Type="http://schemas.openxmlformats.org/officeDocument/2006/relationships/customXml" Target="../ink/ink928.xml"/><Relationship Id="rId39" Type="http://schemas.openxmlformats.org/officeDocument/2006/relationships/image" Target="../media/image930.png"/><Relationship Id="rId34" Type="http://schemas.openxmlformats.org/officeDocument/2006/relationships/customXml" Target="../ink/ink936.xml"/><Relationship Id="rId50" Type="http://schemas.openxmlformats.org/officeDocument/2006/relationships/customXml" Target="../ink/ink944.xml"/><Relationship Id="rId55" Type="http://schemas.openxmlformats.org/officeDocument/2006/relationships/image" Target="../media/image938.png"/><Relationship Id="rId76" Type="http://schemas.openxmlformats.org/officeDocument/2006/relationships/customXml" Target="../ink/ink957.xml"/><Relationship Id="rId97" Type="http://schemas.openxmlformats.org/officeDocument/2006/relationships/image" Target="../media/image959.png"/><Relationship Id="rId104" Type="http://schemas.openxmlformats.org/officeDocument/2006/relationships/customXml" Target="../ink/ink971.xml"/><Relationship Id="rId7" Type="http://schemas.openxmlformats.org/officeDocument/2006/relationships/image" Target="../media/image914.png"/><Relationship Id="rId71" Type="http://schemas.openxmlformats.org/officeDocument/2006/relationships/image" Target="../media/image946.png"/><Relationship Id="rId92" Type="http://schemas.openxmlformats.org/officeDocument/2006/relationships/customXml" Target="../ink/ink965.xml"/><Relationship Id="rId2" Type="http://schemas.openxmlformats.org/officeDocument/2006/relationships/image" Target="../media/image911.png"/><Relationship Id="rId29" Type="http://schemas.openxmlformats.org/officeDocument/2006/relationships/image" Target="../media/image925.png"/><Relationship Id="rId24" Type="http://schemas.openxmlformats.org/officeDocument/2006/relationships/customXml" Target="../ink/ink931.xml"/><Relationship Id="rId40" Type="http://schemas.openxmlformats.org/officeDocument/2006/relationships/customXml" Target="../ink/ink939.xml"/><Relationship Id="rId45" Type="http://schemas.openxmlformats.org/officeDocument/2006/relationships/image" Target="../media/image933.png"/><Relationship Id="rId66" Type="http://schemas.openxmlformats.org/officeDocument/2006/relationships/customXml" Target="../ink/ink952.xml"/><Relationship Id="rId87" Type="http://schemas.openxmlformats.org/officeDocument/2006/relationships/image" Target="../media/image954.png"/><Relationship Id="rId61" Type="http://schemas.openxmlformats.org/officeDocument/2006/relationships/image" Target="../media/image941.png"/><Relationship Id="rId82" Type="http://schemas.openxmlformats.org/officeDocument/2006/relationships/customXml" Target="../ink/ink960.xml"/><Relationship Id="rId19" Type="http://schemas.openxmlformats.org/officeDocument/2006/relationships/image" Target="../media/image920.png"/><Relationship Id="rId14" Type="http://schemas.openxmlformats.org/officeDocument/2006/relationships/customXml" Target="../ink/ink926.xml"/><Relationship Id="rId30" Type="http://schemas.openxmlformats.org/officeDocument/2006/relationships/customXml" Target="../ink/ink934.xml"/><Relationship Id="rId35" Type="http://schemas.openxmlformats.org/officeDocument/2006/relationships/image" Target="../media/image928.png"/><Relationship Id="rId56" Type="http://schemas.openxmlformats.org/officeDocument/2006/relationships/customXml" Target="../ink/ink947.xml"/><Relationship Id="rId77" Type="http://schemas.openxmlformats.org/officeDocument/2006/relationships/image" Target="../media/image949.png"/><Relationship Id="rId100" Type="http://schemas.openxmlformats.org/officeDocument/2006/relationships/customXml" Target="../ink/ink969.xml"/><Relationship Id="rId105" Type="http://schemas.openxmlformats.org/officeDocument/2006/relationships/image" Target="../media/image963.png"/><Relationship Id="rId8" Type="http://schemas.openxmlformats.org/officeDocument/2006/relationships/customXml" Target="../ink/ink923.xml"/><Relationship Id="rId51" Type="http://schemas.openxmlformats.org/officeDocument/2006/relationships/image" Target="../media/image936.png"/><Relationship Id="rId72" Type="http://schemas.openxmlformats.org/officeDocument/2006/relationships/customXml" Target="../ink/ink955.xml"/><Relationship Id="rId93" Type="http://schemas.openxmlformats.org/officeDocument/2006/relationships/image" Target="../media/image957.png"/><Relationship Id="rId98" Type="http://schemas.openxmlformats.org/officeDocument/2006/relationships/customXml" Target="../ink/ink968.xml"/><Relationship Id="rId3" Type="http://schemas.openxmlformats.org/officeDocument/2006/relationships/image" Target="../media/image912.png"/><Relationship Id="rId25" Type="http://schemas.openxmlformats.org/officeDocument/2006/relationships/image" Target="../media/image923.png"/><Relationship Id="rId46" Type="http://schemas.openxmlformats.org/officeDocument/2006/relationships/customXml" Target="../ink/ink942.xml"/><Relationship Id="rId67" Type="http://schemas.openxmlformats.org/officeDocument/2006/relationships/image" Target="../media/image94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9.png"/><Relationship Id="rId18" Type="http://schemas.openxmlformats.org/officeDocument/2006/relationships/customXml" Target="../ink/ink980.xml"/><Relationship Id="rId26" Type="http://schemas.openxmlformats.org/officeDocument/2006/relationships/customXml" Target="../ink/ink984.xml"/><Relationship Id="rId39" Type="http://schemas.openxmlformats.org/officeDocument/2006/relationships/image" Target="../media/image982.png"/><Relationship Id="rId21" Type="http://schemas.openxmlformats.org/officeDocument/2006/relationships/image" Target="../media/image973.png"/><Relationship Id="rId34" Type="http://schemas.openxmlformats.org/officeDocument/2006/relationships/customXml" Target="../ink/ink988.xml"/><Relationship Id="rId42" Type="http://schemas.openxmlformats.org/officeDocument/2006/relationships/customXml" Target="../ink/ink992.xml"/><Relationship Id="rId47" Type="http://schemas.openxmlformats.org/officeDocument/2006/relationships/image" Target="../media/image986.png"/><Relationship Id="rId7" Type="http://schemas.openxmlformats.org/officeDocument/2006/relationships/image" Target="../media/image966.png"/><Relationship Id="rId2" Type="http://schemas.openxmlformats.org/officeDocument/2006/relationships/customXml" Target="../ink/ink972.xml"/><Relationship Id="rId16" Type="http://schemas.openxmlformats.org/officeDocument/2006/relationships/customXml" Target="../ink/ink979.xml"/><Relationship Id="rId29" Type="http://schemas.openxmlformats.org/officeDocument/2006/relationships/image" Target="../media/image977.png"/><Relationship Id="rId11" Type="http://schemas.openxmlformats.org/officeDocument/2006/relationships/image" Target="../media/image968.png"/><Relationship Id="rId24" Type="http://schemas.openxmlformats.org/officeDocument/2006/relationships/customXml" Target="../ink/ink983.xml"/><Relationship Id="rId32" Type="http://schemas.openxmlformats.org/officeDocument/2006/relationships/customXml" Target="../ink/ink987.xml"/><Relationship Id="rId37" Type="http://schemas.openxmlformats.org/officeDocument/2006/relationships/image" Target="../media/image981.png"/><Relationship Id="rId40" Type="http://schemas.openxmlformats.org/officeDocument/2006/relationships/customXml" Target="../ink/ink991.xml"/><Relationship Id="rId45" Type="http://schemas.openxmlformats.org/officeDocument/2006/relationships/image" Target="../media/image985.png"/><Relationship Id="rId5" Type="http://schemas.openxmlformats.org/officeDocument/2006/relationships/image" Target="../media/image965.png"/><Relationship Id="rId15" Type="http://schemas.openxmlformats.org/officeDocument/2006/relationships/image" Target="../media/image970.png"/><Relationship Id="rId23" Type="http://schemas.openxmlformats.org/officeDocument/2006/relationships/image" Target="../media/image974.png"/><Relationship Id="rId28" Type="http://schemas.openxmlformats.org/officeDocument/2006/relationships/customXml" Target="../ink/ink985.xml"/><Relationship Id="rId36" Type="http://schemas.openxmlformats.org/officeDocument/2006/relationships/customXml" Target="../ink/ink989.xml"/><Relationship Id="rId49" Type="http://schemas.openxmlformats.org/officeDocument/2006/relationships/image" Target="../media/image987.png"/><Relationship Id="rId10" Type="http://schemas.openxmlformats.org/officeDocument/2006/relationships/customXml" Target="../ink/ink976.xml"/><Relationship Id="rId19" Type="http://schemas.openxmlformats.org/officeDocument/2006/relationships/image" Target="../media/image972.png"/><Relationship Id="rId31" Type="http://schemas.openxmlformats.org/officeDocument/2006/relationships/image" Target="../media/image978.png"/><Relationship Id="rId44" Type="http://schemas.openxmlformats.org/officeDocument/2006/relationships/customXml" Target="../ink/ink993.xml"/><Relationship Id="rId4" Type="http://schemas.openxmlformats.org/officeDocument/2006/relationships/customXml" Target="../ink/ink973.xml"/><Relationship Id="rId9" Type="http://schemas.openxmlformats.org/officeDocument/2006/relationships/image" Target="../media/image967.png"/><Relationship Id="rId14" Type="http://schemas.openxmlformats.org/officeDocument/2006/relationships/customXml" Target="../ink/ink978.xml"/><Relationship Id="rId22" Type="http://schemas.openxmlformats.org/officeDocument/2006/relationships/customXml" Target="../ink/ink982.xml"/><Relationship Id="rId27" Type="http://schemas.openxmlformats.org/officeDocument/2006/relationships/image" Target="../media/image976.png"/><Relationship Id="rId30" Type="http://schemas.openxmlformats.org/officeDocument/2006/relationships/customXml" Target="../ink/ink986.xml"/><Relationship Id="rId35" Type="http://schemas.openxmlformats.org/officeDocument/2006/relationships/image" Target="../media/image980.png"/><Relationship Id="rId43" Type="http://schemas.openxmlformats.org/officeDocument/2006/relationships/image" Target="../media/image984.png"/><Relationship Id="rId48" Type="http://schemas.openxmlformats.org/officeDocument/2006/relationships/customXml" Target="../ink/ink995.xml"/><Relationship Id="rId8" Type="http://schemas.openxmlformats.org/officeDocument/2006/relationships/customXml" Target="../ink/ink975.xml"/><Relationship Id="rId3" Type="http://schemas.openxmlformats.org/officeDocument/2006/relationships/image" Target="../media/image964.png"/><Relationship Id="rId12" Type="http://schemas.openxmlformats.org/officeDocument/2006/relationships/customXml" Target="../ink/ink977.xml"/><Relationship Id="rId17" Type="http://schemas.openxmlformats.org/officeDocument/2006/relationships/image" Target="../media/image971.png"/><Relationship Id="rId25" Type="http://schemas.openxmlformats.org/officeDocument/2006/relationships/image" Target="../media/image975.png"/><Relationship Id="rId33" Type="http://schemas.openxmlformats.org/officeDocument/2006/relationships/image" Target="../media/image979.png"/><Relationship Id="rId38" Type="http://schemas.openxmlformats.org/officeDocument/2006/relationships/customXml" Target="../ink/ink990.xml"/><Relationship Id="rId46" Type="http://schemas.openxmlformats.org/officeDocument/2006/relationships/customXml" Target="../ink/ink994.xml"/><Relationship Id="rId20" Type="http://schemas.openxmlformats.org/officeDocument/2006/relationships/customXml" Target="../ink/ink981.xml"/><Relationship Id="rId41" Type="http://schemas.openxmlformats.org/officeDocument/2006/relationships/image" Target="../media/image98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74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00.png"/><Relationship Id="rId21" Type="http://schemas.openxmlformats.org/officeDocument/2006/relationships/customXml" Target="../ink/ink1005.xml"/><Relationship Id="rId42" Type="http://schemas.openxmlformats.org/officeDocument/2006/relationships/image" Target="../media/image1008.png"/><Relationship Id="rId47" Type="http://schemas.openxmlformats.org/officeDocument/2006/relationships/customXml" Target="../ink/ink1018.xml"/><Relationship Id="rId63" Type="http://schemas.openxmlformats.org/officeDocument/2006/relationships/customXml" Target="../ink/ink1026.xml"/><Relationship Id="rId68" Type="http://schemas.openxmlformats.org/officeDocument/2006/relationships/image" Target="../media/image1021.png"/><Relationship Id="rId2" Type="http://schemas.openxmlformats.org/officeDocument/2006/relationships/image" Target="../media/image988.png"/><Relationship Id="rId16" Type="http://schemas.openxmlformats.org/officeDocument/2006/relationships/image" Target="../media/image995.png"/><Relationship Id="rId29" Type="http://schemas.openxmlformats.org/officeDocument/2006/relationships/customXml" Target="../ink/ink1009.xml"/><Relationship Id="rId11" Type="http://schemas.openxmlformats.org/officeDocument/2006/relationships/customXml" Target="../ink/ink1000.xml"/><Relationship Id="rId24" Type="http://schemas.openxmlformats.org/officeDocument/2006/relationships/image" Target="../media/image999.png"/><Relationship Id="rId32" Type="http://schemas.openxmlformats.org/officeDocument/2006/relationships/image" Target="../media/image1003.png"/><Relationship Id="rId37" Type="http://schemas.openxmlformats.org/officeDocument/2006/relationships/customXml" Target="../ink/ink1013.xml"/><Relationship Id="rId40" Type="http://schemas.openxmlformats.org/officeDocument/2006/relationships/image" Target="../media/image1007.png"/><Relationship Id="rId45" Type="http://schemas.openxmlformats.org/officeDocument/2006/relationships/customXml" Target="../ink/ink1017.xml"/><Relationship Id="rId53" Type="http://schemas.openxmlformats.org/officeDocument/2006/relationships/customXml" Target="../ink/ink1021.xml"/><Relationship Id="rId58" Type="http://schemas.openxmlformats.org/officeDocument/2006/relationships/image" Target="../media/image1016.png"/><Relationship Id="rId66" Type="http://schemas.openxmlformats.org/officeDocument/2006/relationships/image" Target="../media/image1020.png"/><Relationship Id="rId74" Type="http://schemas.openxmlformats.org/officeDocument/2006/relationships/image" Target="../media/image1024.png"/><Relationship Id="rId5" Type="http://schemas.openxmlformats.org/officeDocument/2006/relationships/customXml" Target="../ink/ink997.xml"/><Relationship Id="rId61" Type="http://schemas.openxmlformats.org/officeDocument/2006/relationships/customXml" Target="../ink/ink1025.xml"/><Relationship Id="rId19" Type="http://schemas.openxmlformats.org/officeDocument/2006/relationships/customXml" Target="../ink/ink1004.xml"/><Relationship Id="rId14" Type="http://schemas.openxmlformats.org/officeDocument/2006/relationships/image" Target="../media/image994.png"/><Relationship Id="rId22" Type="http://schemas.openxmlformats.org/officeDocument/2006/relationships/image" Target="../media/image998.png"/><Relationship Id="rId27" Type="http://schemas.openxmlformats.org/officeDocument/2006/relationships/customXml" Target="../ink/ink1008.xml"/><Relationship Id="rId30" Type="http://schemas.openxmlformats.org/officeDocument/2006/relationships/image" Target="../media/image1002.png"/><Relationship Id="rId35" Type="http://schemas.openxmlformats.org/officeDocument/2006/relationships/customXml" Target="../ink/ink1012.xml"/><Relationship Id="rId43" Type="http://schemas.openxmlformats.org/officeDocument/2006/relationships/customXml" Target="../ink/ink1016.xml"/><Relationship Id="rId48" Type="http://schemas.openxmlformats.org/officeDocument/2006/relationships/image" Target="../media/image1011.png"/><Relationship Id="rId56" Type="http://schemas.openxmlformats.org/officeDocument/2006/relationships/image" Target="../media/image1015.png"/><Relationship Id="rId64" Type="http://schemas.openxmlformats.org/officeDocument/2006/relationships/image" Target="../media/image1019.png"/><Relationship Id="rId69" Type="http://schemas.openxmlformats.org/officeDocument/2006/relationships/customXml" Target="../ink/ink1029.xml"/><Relationship Id="rId8" Type="http://schemas.openxmlformats.org/officeDocument/2006/relationships/image" Target="../media/image991.png"/><Relationship Id="rId51" Type="http://schemas.openxmlformats.org/officeDocument/2006/relationships/customXml" Target="../ink/ink1020.xml"/><Relationship Id="rId72" Type="http://schemas.openxmlformats.org/officeDocument/2006/relationships/image" Target="../media/image1023.png"/><Relationship Id="rId3" Type="http://schemas.openxmlformats.org/officeDocument/2006/relationships/customXml" Target="../ink/ink996.xml"/><Relationship Id="rId12" Type="http://schemas.openxmlformats.org/officeDocument/2006/relationships/image" Target="../media/image993.png"/><Relationship Id="rId17" Type="http://schemas.openxmlformats.org/officeDocument/2006/relationships/customXml" Target="../ink/ink1003.xml"/><Relationship Id="rId25" Type="http://schemas.openxmlformats.org/officeDocument/2006/relationships/customXml" Target="../ink/ink1007.xml"/><Relationship Id="rId33" Type="http://schemas.openxmlformats.org/officeDocument/2006/relationships/customXml" Target="../ink/ink1011.xml"/><Relationship Id="rId38" Type="http://schemas.openxmlformats.org/officeDocument/2006/relationships/image" Target="../media/image1006.png"/><Relationship Id="rId46" Type="http://schemas.openxmlformats.org/officeDocument/2006/relationships/image" Target="../media/image1010.png"/><Relationship Id="rId59" Type="http://schemas.openxmlformats.org/officeDocument/2006/relationships/customXml" Target="../ink/ink1024.xml"/><Relationship Id="rId67" Type="http://schemas.openxmlformats.org/officeDocument/2006/relationships/customXml" Target="../ink/ink1028.xml"/><Relationship Id="rId20" Type="http://schemas.openxmlformats.org/officeDocument/2006/relationships/image" Target="../media/image997.png"/><Relationship Id="rId41" Type="http://schemas.openxmlformats.org/officeDocument/2006/relationships/customXml" Target="../ink/ink1015.xml"/><Relationship Id="rId54" Type="http://schemas.openxmlformats.org/officeDocument/2006/relationships/image" Target="../media/image1014.png"/><Relationship Id="rId62" Type="http://schemas.openxmlformats.org/officeDocument/2006/relationships/image" Target="../media/image1018.png"/><Relationship Id="rId70" Type="http://schemas.openxmlformats.org/officeDocument/2006/relationships/image" Target="../media/image1022.png"/><Relationship Id="rId75" Type="http://schemas.openxmlformats.org/officeDocument/2006/relationships/customXml" Target="../ink/ink10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0.png"/><Relationship Id="rId15" Type="http://schemas.openxmlformats.org/officeDocument/2006/relationships/customXml" Target="../ink/ink1002.xml"/><Relationship Id="rId23" Type="http://schemas.openxmlformats.org/officeDocument/2006/relationships/customXml" Target="../ink/ink1006.xml"/><Relationship Id="rId28" Type="http://schemas.openxmlformats.org/officeDocument/2006/relationships/image" Target="../media/image1001.png"/><Relationship Id="rId36" Type="http://schemas.openxmlformats.org/officeDocument/2006/relationships/image" Target="../media/image1005.png"/><Relationship Id="rId49" Type="http://schemas.openxmlformats.org/officeDocument/2006/relationships/customXml" Target="../ink/ink1019.xml"/><Relationship Id="rId57" Type="http://schemas.openxmlformats.org/officeDocument/2006/relationships/customXml" Target="../ink/ink1023.xml"/><Relationship Id="rId10" Type="http://schemas.openxmlformats.org/officeDocument/2006/relationships/image" Target="../media/image992.png"/><Relationship Id="rId31" Type="http://schemas.openxmlformats.org/officeDocument/2006/relationships/customXml" Target="../ink/ink1010.xml"/><Relationship Id="rId44" Type="http://schemas.openxmlformats.org/officeDocument/2006/relationships/image" Target="../media/image1009.png"/><Relationship Id="rId52" Type="http://schemas.openxmlformats.org/officeDocument/2006/relationships/image" Target="../media/image1013.png"/><Relationship Id="rId60" Type="http://schemas.openxmlformats.org/officeDocument/2006/relationships/image" Target="../media/image1017.png"/><Relationship Id="rId65" Type="http://schemas.openxmlformats.org/officeDocument/2006/relationships/customXml" Target="../ink/ink1027.xml"/><Relationship Id="rId73" Type="http://schemas.openxmlformats.org/officeDocument/2006/relationships/customXml" Target="../ink/ink1031.xml"/><Relationship Id="rId4" Type="http://schemas.openxmlformats.org/officeDocument/2006/relationships/image" Target="../media/image989.png"/><Relationship Id="rId9" Type="http://schemas.openxmlformats.org/officeDocument/2006/relationships/customXml" Target="../ink/ink999.xml"/><Relationship Id="rId13" Type="http://schemas.openxmlformats.org/officeDocument/2006/relationships/customXml" Target="../ink/ink1001.xml"/><Relationship Id="rId18" Type="http://schemas.openxmlformats.org/officeDocument/2006/relationships/image" Target="../media/image996.png"/><Relationship Id="rId39" Type="http://schemas.openxmlformats.org/officeDocument/2006/relationships/customXml" Target="../ink/ink1014.xml"/><Relationship Id="rId34" Type="http://schemas.openxmlformats.org/officeDocument/2006/relationships/image" Target="../media/image1004.png"/><Relationship Id="rId50" Type="http://schemas.openxmlformats.org/officeDocument/2006/relationships/image" Target="../media/image1012.png"/><Relationship Id="rId55" Type="http://schemas.openxmlformats.org/officeDocument/2006/relationships/customXml" Target="../ink/ink1022.xml"/><Relationship Id="rId76" Type="http://schemas.openxmlformats.org/officeDocument/2006/relationships/image" Target="../media/image1025.png"/><Relationship Id="rId7" Type="http://schemas.openxmlformats.org/officeDocument/2006/relationships/customXml" Target="../ink/ink998.xml"/><Relationship Id="rId71" Type="http://schemas.openxmlformats.org/officeDocument/2006/relationships/customXml" Target="../ink/ink1030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89.xml"/><Relationship Id="rId21" Type="http://schemas.openxmlformats.org/officeDocument/2006/relationships/customXml" Target="../ink/ink1041.xml"/><Relationship Id="rId42" Type="http://schemas.openxmlformats.org/officeDocument/2006/relationships/image" Target="../media/image1047.png"/><Relationship Id="rId63" Type="http://schemas.openxmlformats.org/officeDocument/2006/relationships/customXml" Target="../ink/ink1062.xml"/><Relationship Id="rId84" Type="http://schemas.openxmlformats.org/officeDocument/2006/relationships/image" Target="../media/image1068.png"/><Relationship Id="rId138" Type="http://schemas.openxmlformats.org/officeDocument/2006/relationships/image" Target="../media/image1095.png"/><Relationship Id="rId159" Type="http://schemas.openxmlformats.org/officeDocument/2006/relationships/customXml" Target="../ink/ink1110.xml"/><Relationship Id="rId170" Type="http://schemas.openxmlformats.org/officeDocument/2006/relationships/image" Target="../media/image1111.png"/><Relationship Id="rId191" Type="http://schemas.openxmlformats.org/officeDocument/2006/relationships/customXml" Target="../ink/ink1126.xml"/><Relationship Id="rId205" Type="http://schemas.openxmlformats.org/officeDocument/2006/relationships/customXml" Target="../ink/ink1133.xml"/><Relationship Id="rId226" Type="http://schemas.openxmlformats.org/officeDocument/2006/relationships/image" Target="../media/image1139.png"/><Relationship Id="rId247" Type="http://schemas.openxmlformats.org/officeDocument/2006/relationships/customXml" Target="../ink/ink1154.xml"/><Relationship Id="rId107" Type="http://schemas.openxmlformats.org/officeDocument/2006/relationships/customXml" Target="../ink/ink1084.xml"/><Relationship Id="rId11" Type="http://schemas.openxmlformats.org/officeDocument/2006/relationships/customXml" Target="../ink/ink1036.xml"/><Relationship Id="rId32" Type="http://schemas.openxmlformats.org/officeDocument/2006/relationships/image" Target="../media/image1042.png"/><Relationship Id="rId53" Type="http://schemas.openxmlformats.org/officeDocument/2006/relationships/customXml" Target="../ink/ink1057.xml"/><Relationship Id="rId74" Type="http://schemas.openxmlformats.org/officeDocument/2006/relationships/image" Target="../media/image1063.png"/><Relationship Id="rId128" Type="http://schemas.openxmlformats.org/officeDocument/2006/relationships/image" Target="../media/image1090.png"/><Relationship Id="rId149" Type="http://schemas.openxmlformats.org/officeDocument/2006/relationships/customXml" Target="../ink/ink1105.xml"/><Relationship Id="rId5" Type="http://schemas.openxmlformats.org/officeDocument/2006/relationships/customXml" Target="../ink/ink1033.xml"/><Relationship Id="rId95" Type="http://schemas.openxmlformats.org/officeDocument/2006/relationships/customXml" Target="../ink/ink1078.xml"/><Relationship Id="rId160" Type="http://schemas.openxmlformats.org/officeDocument/2006/relationships/image" Target="../media/image1106.png"/><Relationship Id="rId181" Type="http://schemas.openxmlformats.org/officeDocument/2006/relationships/customXml" Target="../ink/ink1121.xml"/><Relationship Id="rId216" Type="http://schemas.openxmlformats.org/officeDocument/2006/relationships/image" Target="../media/image1134.png"/><Relationship Id="rId237" Type="http://schemas.openxmlformats.org/officeDocument/2006/relationships/customXml" Target="../ink/ink1149.xml"/><Relationship Id="rId22" Type="http://schemas.openxmlformats.org/officeDocument/2006/relationships/image" Target="../media/image1037.png"/><Relationship Id="rId43" Type="http://schemas.openxmlformats.org/officeDocument/2006/relationships/customXml" Target="../ink/ink1052.xml"/><Relationship Id="rId64" Type="http://schemas.openxmlformats.org/officeDocument/2006/relationships/image" Target="../media/image1058.png"/><Relationship Id="rId118" Type="http://schemas.openxmlformats.org/officeDocument/2006/relationships/image" Target="../media/image1085.png"/><Relationship Id="rId139" Type="http://schemas.openxmlformats.org/officeDocument/2006/relationships/customXml" Target="../ink/ink1100.xml"/><Relationship Id="rId85" Type="http://schemas.openxmlformats.org/officeDocument/2006/relationships/customXml" Target="../ink/ink1073.xml"/><Relationship Id="rId150" Type="http://schemas.openxmlformats.org/officeDocument/2006/relationships/image" Target="../media/image1101.png"/><Relationship Id="rId171" Type="http://schemas.openxmlformats.org/officeDocument/2006/relationships/customXml" Target="../ink/ink1116.xml"/><Relationship Id="rId192" Type="http://schemas.openxmlformats.org/officeDocument/2006/relationships/image" Target="../media/image1122.png"/><Relationship Id="rId206" Type="http://schemas.openxmlformats.org/officeDocument/2006/relationships/image" Target="../media/image1129.png"/><Relationship Id="rId227" Type="http://schemas.openxmlformats.org/officeDocument/2006/relationships/customXml" Target="../ink/ink1144.xml"/><Relationship Id="rId248" Type="http://schemas.openxmlformats.org/officeDocument/2006/relationships/image" Target="../media/image1150.png"/><Relationship Id="rId12" Type="http://schemas.openxmlformats.org/officeDocument/2006/relationships/image" Target="../media/image1032.png"/><Relationship Id="rId33" Type="http://schemas.openxmlformats.org/officeDocument/2006/relationships/customXml" Target="../ink/ink1047.xml"/><Relationship Id="rId108" Type="http://schemas.openxmlformats.org/officeDocument/2006/relationships/image" Target="../media/image1080.png"/><Relationship Id="rId129" Type="http://schemas.openxmlformats.org/officeDocument/2006/relationships/customXml" Target="../ink/ink1095.xml"/><Relationship Id="rId54" Type="http://schemas.openxmlformats.org/officeDocument/2006/relationships/image" Target="../media/image1053.png"/><Relationship Id="rId75" Type="http://schemas.openxmlformats.org/officeDocument/2006/relationships/customXml" Target="../ink/ink1068.xml"/><Relationship Id="rId96" Type="http://schemas.openxmlformats.org/officeDocument/2006/relationships/image" Target="../media/image1074.png"/><Relationship Id="rId140" Type="http://schemas.openxmlformats.org/officeDocument/2006/relationships/image" Target="../media/image1096.png"/><Relationship Id="rId161" Type="http://schemas.openxmlformats.org/officeDocument/2006/relationships/customXml" Target="../ink/ink1111.xml"/><Relationship Id="rId182" Type="http://schemas.openxmlformats.org/officeDocument/2006/relationships/image" Target="../media/image1117.png"/><Relationship Id="rId217" Type="http://schemas.openxmlformats.org/officeDocument/2006/relationships/customXml" Target="../ink/ink1139.xml"/><Relationship Id="rId6" Type="http://schemas.openxmlformats.org/officeDocument/2006/relationships/image" Target="../media/image1029.png"/><Relationship Id="rId238" Type="http://schemas.openxmlformats.org/officeDocument/2006/relationships/image" Target="../media/image1145.png"/><Relationship Id="rId23" Type="http://schemas.openxmlformats.org/officeDocument/2006/relationships/customXml" Target="../ink/ink1042.xml"/><Relationship Id="rId119" Type="http://schemas.openxmlformats.org/officeDocument/2006/relationships/customXml" Target="../ink/ink1090.xml"/><Relationship Id="rId44" Type="http://schemas.openxmlformats.org/officeDocument/2006/relationships/image" Target="../media/image1048.png"/><Relationship Id="rId65" Type="http://schemas.openxmlformats.org/officeDocument/2006/relationships/customXml" Target="../ink/ink1063.xml"/><Relationship Id="rId86" Type="http://schemas.openxmlformats.org/officeDocument/2006/relationships/image" Target="../media/image1069.png"/><Relationship Id="rId130" Type="http://schemas.openxmlformats.org/officeDocument/2006/relationships/image" Target="../media/image1091.png"/><Relationship Id="rId151" Type="http://schemas.openxmlformats.org/officeDocument/2006/relationships/customXml" Target="../ink/ink1106.xml"/><Relationship Id="rId172" Type="http://schemas.openxmlformats.org/officeDocument/2006/relationships/image" Target="../media/image1112.png"/><Relationship Id="rId193" Type="http://schemas.openxmlformats.org/officeDocument/2006/relationships/customXml" Target="../ink/ink1127.xml"/><Relationship Id="rId207" Type="http://schemas.openxmlformats.org/officeDocument/2006/relationships/customXml" Target="../ink/ink1134.xml"/><Relationship Id="rId228" Type="http://schemas.openxmlformats.org/officeDocument/2006/relationships/image" Target="../media/image1140.png"/><Relationship Id="rId13" Type="http://schemas.openxmlformats.org/officeDocument/2006/relationships/customXml" Target="../ink/ink1037.xml"/><Relationship Id="rId109" Type="http://schemas.openxmlformats.org/officeDocument/2006/relationships/customXml" Target="../ink/ink1085.xml"/><Relationship Id="rId34" Type="http://schemas.openxmlformats.org/officeDocument/2006/relationships/image" Target="../media/image1043.png"/><Relationship Id="rId55" Type="http://schemas.openxmlformats.org/officeDocument/2006/relationships/customXml" Target="../ink/ink1058.xml"/><Relationship Id="rId76" Type="http://schemas.openxmlformats.org/officeDocument/2006/relationships/image" Target="../media/image1064.png"/><Relationship Id="rId97" Type="http://schemas.openxmlformats.org/officeDocument/2006/relationships/customXml" Target="../ink/ink1079.xml"/><Relationship Id="rId120" Type="http://schemas.openxmlformats.org/officeDocument/2006/relationships/image" Target="../media/image1086.png"/><Relationship Id="rId141" Type="http://schemas.openxmlformats.org/officeDocument/2006/relationships/customXml" Target="../ink/ink1101.xml"/><Relationship Id="rId7" Type="http://schemas.openxmlformats.org/officeDocument/2006/relationships/customXml" Target="../ink/ink1034.xml"/><Relationship Id="rId162" Type="http://schemas.openxmlformats.org/officeDocument/2006/relationships/image" Target="../media/image1107.png"/><Relationship Id="rId183" Type="http://schemas.openxmlformats.org/officeDocument/2006/relationships/customXml" Target="../ink/ink1122.xml"/><Relationship Id="rId218" Type="http://schemas.openxmlformats.org/officeDocument/2006/relationships/image" Target="../media/image1135.png"/><Relationship Id="rId239" Type="http://schemas.openxmlformats.org/officeDocument/2006/relationships/customXml" Target="../ink/ink1150.xml"/><Relationship Id="rId24" Type="http://schemas.openxmlformats.org/officeDocument/2006/relationships/image" Target="../media/image1038.png"/><Relationship Id="rId45" Type="http://schemas.openxmlformats.org/officeDocument/2006/relationships/customXml" Target="../ink/ink1053.xml"/><Relationship Id="rId66" Type="http://schemas.openxmlformats.org/officeDocument/2006/relationships/image" Target="../media/image1059.png"/><Relationship Id="rId87" Type="http://schemas.openxmlformats.org/officeDocument/2006/relationships/customXml" Target="../ink/ink1074.xml"/><Relationship Id="rId110" Type="http://schemas.openxmlformats.org/officeDocument/2006/relationships/image" Target="../media/image1081.png"/><Relationship Id="rId131" Type="http://schemas.openxmlformats.org/officeDocument/2006/relationships/customXml" Target="../ink/ink1096.xml"/><Relationship Id="rId152" Type="http://schemas.openxmlformats.org/officeDocument/2006/relationships/image" Target="../media/image1102.png"/><Relationship Id="rId173" Type="http://schemas.openxmlformats.org/officeDocument/2006/relationships/customXml" Target="../ink/ink1117.xml"/><Relationship Id="rId194" Type="http://schemas.openxmlformats.org/officeDocument/2006/relationships/image" Target="../media/image1123.png"/><Relationship Id="rId208" Type="http://schemas.openxmlformats.org/officeDocument/2006/relationships/image" Target="../media/image1130.png"/><Relationship Id="rId229" Type="http://schemas.openxmlformats.org/officeDocument/2006/relationships/customXml" Target="../ink/ink1145.xml"/><Relationship Id="rId240" Type="http://schemas.openxmlformats.org/officeDocument/2006/relationships/image" Target="../media/image1146.png"/><Relationship Id="rId14" Type="http://schemas.openxmlformats.org/officeDocument/2006/relationships/image" Target="../media/image1033.png"/><Relationship Id="rId35" Type="http://schemas.openxmlformats.org/officeDocument/2006/relationships/customXml" Target="../ink/ink1048.xml"/><Relationship Id="rId56" Type="http://schemas.openxmlformats.org/officeDocument/2006/relationships/image" Target="../media/image1054.png"/><Relationship Id="rId77" Type="http://schemas.openxmlformats.org/officeDocument/2006/relationships/customXml" Target="../ink/ink1069.xml"/><Relationship Id="rId100" Type="http://schemas.openxmlformats.org/officeDocument/2006/relationships/image" Target="../media/image1076.png"/><Relationship Id="rId8" Type="http://schemas.openxmlformats.org/officeDocument/2006/relationships/image" Target="../media/image1030.png"/><Relationship Id="rId98" Type="http://schemas.openxmlformats.org/officeDocument/2006/relationships/image" Target="../media/image1075.png"/><Relationship Id="rId121" Type="http://schemas.openxmlformats.org/officeDocument/2006/relationships/customXml" Target="../ink/ink1091.xml"/><Relationship Id="rId142" Type="http://schemas.openxmlformats.org/officeDocument/2006/relationships/image" Target="../media/image1097.png"/><Relationship Id="rId163" Type="http://schemas.openxmlformats.org/officeDocument/2006/relationships/customXml" Target="../ink/ink1112.xml"/><Relationship Id="rId184" Type="http://schemas.openxmlformats.org/officeDocument/2006/relationships/image" Target="../media/image1118.png"/><Relationship Id="rId219" Type="http://schemas.openxmlformats.org/officeDocument/2006/relationships/customXml" Target="../ink/ink1140.xml"/><Relationship Id="rId230" Type="http://schemas.openxmlformats.org/officeDocument/2006/relationships/image" Target="../media/image1141.png"/><Relationship Id="rId25" Type="http://schemas.openxmlformats.org/officeDocument/2006/relationships/customXml" Target="../ink/ink1043.xml"/><Relationship Id="rId46" Type="http://schemas.openxmlformats.org/officeDocument/2006/relationships/image" Target="../media/image1049.png"/><Relationship Id="rId67" Type="http://schemas.openxmlformats.org/officeDocument/2006/relationships/customXml" Target="../ink/ink1064.xml"/><Relationship Id="rId88" Type="http://schemas.openxmlformats.org/officeDocument/2006/relationships/image" Target="../media/image1070.png"/><Relationship Id="rId111" Type="http://schemas.openxmlformats.org/officeDocument/2006/relationships/customXml" Target="../ink/ink1086.xml"/><Relationship Id="rId132" Type="http://schemas.openxmlformats.org/officeDocument/2006/relationships/image" Target="../media/image1092.png"/><Relationship Id="rId153" Type="http://schemas.openxmlformats.org/officeDocument/2006/relationships/customXml" Target="../ink/ink1107.xml"/><Relationship Id="rId174" Type="http://schemas.openxmlformats.org/officeDocument/2006/relationships/image" Target="../media/image1113.png"/><Relationship Id="rId195" Type="http://schemas.openxmlformats.org/officeDocument/2006/relationships/customXml" Target="../ink/ink1128.xml"/><Relationship Id="rId209" Type="http://schemas.openxmlformats.org/officeDocument/2006/relationships/customXml" Target="../ink/ink1135.xml"/><Relationship Id="rId220" Type="http://schemas.openxmlformats.org/officeDocument/2006/relationships/image" Target="../media/image1136.png"/><Relationship Id="rId241" Type="http://schemas.openxmlformats.org/officeDocument/2006/relationships/customXml" Target="../ink/ink1151.xml"/><Relationship Id="rId15" Type="http://schemas.openxmlformats.org/officeDocument/2006/relationships/customXml" Target="../ink/ink1038.xml"/><Relationship Id="rId36" Type="http://schemas.openxmlformats.org/officeDocument/2006/relationships/image" Target="../media/image1044.png"/><Relationship Id="rId57" Type="http://schemas.openxmlformats.org/officeDocument/2006/relationships/customXml" Target="../ink/ink1059.xml"/><Relationship Id="rId10" Type="http://schemas.openxmlformats.org/officeDocument/2006/relationships/image" Target="../media/image1031.png"/><Relationship Id="rId31" Type="http://schemas.openxmlformats.org/officeDocument/2006/relationships/customXml" Target="../ink/ink1046.xml"/><Relationship Id="rId52" Type="http://schemas.openxmlformats.org/officeDocument/2006/relationships/image" Target="../media/image1052.png"/><Relationship Id="rId73" Type="http://schemas.openxmlformats.org/officeDocument/2006/relationships/customXml" Target="../ink/ink1067.xml"/><Relationship Id="rId78" Type="http://schemas.openxmlformats.org/officeDocument/2006/relationships/image" Target="../media/image1065.png"/><Relationship Id="rId94" Type="http://schemas.openxmlformats.org/officeDocument/2006/relationships/image" Target="../media/image1073.png"/><Relationship Id="rId99" Type="http://schemas.openxmlformats.org/officeDocument/2006/relationships/customXml" Target="../ink/ink1080.xml"/><Relationship Id="rId101" Type="http://schemas.openxmlformats.org/officeDocument/2006/relationships/customXml" Target="../ink/ink1081.xml"/><Relationship Id="rId122" Type="http://schemas.openxmlformats.org/officeDocument/2006/relationships/image" Target="../media/image1087.png"/><Relationship Id="rId143" Type="http://schemas.openxmlformats.org/officeDocument/2006/relationships/customXml" Target="../ink/ink1102.xml"/><Relationship Id="rId148" Type="http://schemas.openxmlformats.org/officeDocument/2006/relationships/image" Target="../media/image1100.png"/><Relationship Id="rId164" Type="http://schemas.openxmlformats.org/officeDocument/2006/relationships/image" Target="../media/image1108.png"/><Relationship Id="rId169" Type="http://schemas.openxmlformats.org/officeDocument/2006/relationships/customXml" Target="../ink/ink1115.xml"/><Relationship Id="rId185" Type="http://schemas.openxmlformats.org/officeDocument/2006/relationships/customXml" Target="../ink/ink1123.xml"/><Relationship Id="rId4" Type="http://schemas.openxmlformats.org/officeDocument/2006/relationships/image" Target="../media/image1028.png"/><Relationship Id="rId9" Type="http://schemas.openxmlformats.org/officeDocument/2006/relationships/customXml" Target="../ink/ink1035.xml"/><Relationship Id="rId180" Type="http://schemas.openxmlformats.org/officeDocument/2006/relationships/image" Target="../media/image1116.png"/><Relationship Id="rId210" Type="http://schemas.openxmlformats.org/officeDocument/2006/relationships/image" Target="../media/image1131.png"/><Relationship Id="rId215" Type="http://schemas.openxmlformats.org/officeDocument/2006/relationships/customXml" Target="../ink/ink1138.xml"/><Relationship Id="rId236" Type="http://schemas.openxmlformats.org/officeDocument/2006/relationships/image" Target="../media/image1144.png"/><Relationship Id="rId26" Type="http://schemas.openxmlformats.org/officeDocument/2006/relationships/image" Target="../media/image1039.png"/><Relationship Id="rId231" Type="http://schemas.openxmlformats.org/officeDocument/2006/relationships/customXml" Target="../ink/ink1146.xml"/><Relationship Id="rId47" Type="http://schemas.openxmlformats.org/officeDocument/2006/relationships/customXml" Target="../ink/ink1054.xml"/><Relationship Id="rId68" Type="http://schemas.openxmlformats.org/officeDocument/2006/relationships/image" Target="../media/image1060.png"/><Relationship Id="rId89" Type="http://schemas.openxmlformats.org/officeDocument/2006/relationships/customXml" Target="../ink/ink1075.xml"/><Relationship Id="rId112" Type="http://schemas.openxmlformats.org/officeDocument/2006/relationships/image" Target="../media/image1082.png"/><Relationship Id="rId133" Type="http://schemas.openxmlformats.org/officeDocument/2006/relationships/customXml" Target="../ink/ink1097.xml"/><Relationship Id="rId154" Type="http://schemas.openxmlformats.org/officeDocument/2006/relationships/image" Target="../media/image1103.png"/><Relationship Id="rId175" Type="http://schemas.openxmlformats.org/officeDocument/2006/relationships/customXml" Target="../ink/ink1118.xml"/><Relationship Id="rId196" Type="http://schemas.openxmlformats.org/officeDocument/2006/relationships/image" Target="../media/image1124.png"/><Relationship Id="rId200" Type="http://schemas.openxmlformats.org/officeDocument/2006/relationships/image" Target="../media/image1126.png"/><Relationship Id="rId16" Type="http://schemas.openxmlformats.org/officeDocument/2006/relationships/image" Target="../media/image1034.png"/><Relationship Id="rId221" Type="http://schemas.openxmlformats.org/officeDocument/2006/relationships/customXml" Target="../ink/ink1141.xml"/><Relationship Id="rId242" Type="http://schemas.openxmlformats.org/officeDocument/2006/relationships/image" Target="../media/image1147.png"/><Relationship Id="rId37" Type="http://schemas.openxmlformats.org/officeDocument/2006/relationships/customXml" Target="../ink/ink1049.xml"/><Relationship Id="rId58" Type="http://schemas.openxmlformats.org/officeDocument/2006/relationships/image" Target="../media/image1055.png"/><Relationship Id="rId79" Type="http://schemas.openxmlformats.org/officeDocument/2006/relationships/customXml" Target="../ink/ink1070.xml"/><Relationship Id="rId102" Type="http://schemas.openxmlformats.org/officeDocument/2006/relationships/image" Target="../media/image1077.png"/><Relationship Id="rId123" Type="http://schemas.openxmlformats.org/officeDocument/2006/relationships/customXml" Target="../ink/ink1092.xml"/><Relationship Id="rId144" Type="http://schemas.openxmlformats.org/officeDocument/2006/relationships/image" Target="../media/image1098.png"/><Relationship Id="rId90" Type="http://schemas.openxmlformats.org/officeDocument/2006/relationships/image" Target="../media/image1071.png"/><Relationship Id="rId165" Type="http://schemas.openxmlformats.org/officeDocument/2006/relationships/customXml" Target="../ink/ink1113.xml"/><Relationship Id="rId186" Type="http://schemas.openxmlformats.org/officeDocument/2006/relationships/image" Target="../media/image1119.png"/><Relationship Id="rId211" Type="http://schemas.openxmlformats.org/officeDocument/2006/relationships/customXml" Target="../ink/ink1136.xml"/><Relationship Id="rId232" Type="http://schemas.openxmlformats.org/officeDocument/2006/relationships/image" Target="../media/image1142.png"/><Relationship Id="rId27" Type="http://schemas.openxmlformats.org/officeDocument/2006/relationships/customXml" Target="../ink/ink1044.xml"/><Relationship Id="rId48" Type="http://schemas.openxmlformats.org/officeDocument/2006/relationships/image" Target="../media/image1050.png"/><Relationship Id="rId69" Type="http://schemas.openxmlformats.org/officeDocument/2006/relationships/customXml" Target="../ink/ink1065.xml"/><Relationship Id="rId113" Type="http://schemas.openxmlformats.org/officeDocument/2006/relationships/customXml" Target="../ink/ink1087.xml"/><Relationship Id="rId134" Type="http://schemas.openxmlformats.org/officeDocument/2006/relationships/image" Target="../media/image1093.png"/><Relationship Id="rId80" Type="http://schemas.openxmlformats.org/officeDocument/2006/relationships/image" Target="../media/image1066.png"/><Relationship Id="rId155" Type="http://schemas.openxmlformats.org/officeDocument/2006/relationships/customXml" Target="../ink/ink1108.xml"/><Relationship Id="rId176" Type="http://schemas.openxmlformats.org/officeDocument/2006/relationships/image" Target="../media/image1114.png"/><Relationship Id="rId197" Type="http://schemas.openxmlformats.org/officeDocument/2006/relationships/customXml" Target="../ink/ink1129.xml"/><Relationship Id="rId201" Type="http://schemas.openxmlformats.org/officeDocument/2006/relationships/customXml" Target="../ink/ink1131.xml"/><Relationship Id="rId222" Type="http://schemas.openxmlformats.org/officeDocument/2006/relationships/image" Target="../media/image1137.png"/><Relationship Id="rId243" Type="http://schemas.openxmlformats.org/officeDocument/2006/relationships/customXml" Target="../ink/ink1152.xml"/><Relationship Id="rId17" Type="http://schemas.openxmlformats.org/officeDocument/2006/relationships/customXml" Target="../ink/ink1039.xml"/><Relationship Id="rId38" Type="http://schemas.openxmlformats.org/officeDocument/2006/relationships/image" Target="../media/image1045.png"/><Relationship Id="rId59" Type="http://schemas.openxmlformats.org/officeDocument/2006/relationships/customXml" Target="../ink/ink1060.xml"/><Relationship Id="rId103" Type="http://schemas.openxmlformats.org/officeDocument/2006/relationships/customXml" Target="../ink/ink1082.xml"/><Relationship Id="rId124" Type="http://schemas.openxmlformats.org/officeDocument/2006/relationships/image" Target="../media/image1088.png"/><Relationship Id="rId70" Type="http://schemas.openxmlformats.org/officeDocument/2006/relationships/image" Target="../media/image1061.png"/><Relationship Id="rId91" Type="http://schemas.openxmlformats.org/officeDocument/2006/relationships/customXml" Target="../ink/ink1076.xml"/><Relationship Id="rId145" Type="http://schemas.openxmlformats.org/officeDocument/2006/relationships/customXml" Target="../ink/ink1103.xml"/><Relationship Id="rId166" Type="http://schemas.openxmlformats.org/officeDocument/2006/relationships/image" Target="../media/image1109.png"/><Relationship Id="rId187" Type="http://schemas.openxmlformats.org/officeDocument/2006/relationships/customXml" Target="../ink/ink112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132.png"/><Relationship Id="rId233" Type="http://schemas.openxmlformats.org/officeDocument/2006/relationships/customXml" Target="../ink/ink1147.xml"/><Relationship Id="rId28" Type="http://schemas.openxmlformats.org/officeDocument/2006/relationships/image" Target="../media/image1040.png"/><Relationship Id="rId49" Type="http://schemas.openxmlformats.org/officeDocument/2006/relationships/customXml" Target="../ink/ink1055.xml"/><Relationship Id="rId114" Type="http://schemas.openxmlformats.org/officeDocument/2006/relationships/image" Target="../media/image1083.png"/><Relationship Id="rId60" Type="http://schemas.openxmlformats.org/officeDocument/2006/relationships/image" Target="../media/image1056.png"/><Relationship Id="rId81" Type="http://schemas.openxmlformats.org/officeDocument/2006/relationships/customXml" Target="../ink/ink1071.xml"/><Relationship Id="rId135" Type="http://schemas.openxmlformats.org/officeDocument/2006/relationships/customXml" Target="../ink/ink1098.xml"/><Relationship Id="rId156" Type="http://schemas.openxmlformats.org/officeDocument/2006/relationships/image" Target="../media/image1104.png"/><Relationship Id="rId177" Type="http://schemas.openxmlformats.org/officeDocument/2006/relationships/customXml" Target="../ink/ink1119.xml"/><Relationship Id="rId198" Type="http://schemas.openxmlformats.org/officeDocument/2006/relationships/image" Target="../media/image1125.png"/><Relationship Id="rId202" Type="http://schemas.openxmlformats.org/officeDocument/2006/relationships/image" Target="../media/image1127.png"/><Relationship Id="rId223" Type="http://schemas.openxmlformats.org/officeDocument/2006/relationships/customXml" Target="../ink/ink1142.xml"/><Relationship Id="rId244" Type="http://schemas.openxmlformats.org/officeDocument/2006/relationships/image" Target="../media/image1148.png"/><Relationship Id="rId18" Type="http://schemas.openxmlformats.org/officeDocument/2006/relationships/image" Target="../media/image1035.png"/><Relationship Id="rId39" Type="http://schemas.openxmlformats.org/officeDocument/2006/relationships/customXml" Target="../ink/ink1050.xml"/><Relationship Id="rId50" Type="http://schemas.openxmlformats.org/officeDocument/2006/relationships/image" Target="../media/image1051.png"/><Relationship Id="rId104" Type="http://schemas.openxmlformats.org/officeDocument/2006/relationships/image" Target="../media/image1078.png"/><Relationship Id="rId125" Type="http://schemas.openxmlformats.org/officeDocument/2006/relationships/customXml" Target="../ink/ink1093.xml"/><Relationship Id="rId146" Type="http://schemas.openxmlformats.org/officeDocument/2006/relationships/image" Target="../media/image1099.png"/><Relationship Id="rId167" Type="http://schemas.openxmlformats.org/officeDocument/2006/relationships/customXml" Target="../ink/ink1114.xml"/><Relationship Id="rId188" Type="http://schemas.openxmlformats.org/officeDocument/2006/relationships/image" Target="../media/image1120.png"/><Relationship Id="rId71" Type="http://schemas.openxmlformats.org/officeDocument/2006/relationships/customXml" Target="../ink/ink1066.xml"/><Relationship Id="rId92" Type="http://schemas.openxmlformats.org/officeDocument/2006/relationships/image" Target="../media/image1072.png"/><Relationship Id="rId213" Type="http://schemas.openxmlformats.org/officeDocument/2006/relationships/customXml" Target="../ink/ink1137.xml"/><Relationship Id="rId234" Type="http://schemas.openxmlformats.org/officeDocument/2006/relationships/image" Target="../media/image1143.png"/><Relationship Id="rId2" Type="http://schemas.openxmlformats.org/officeDocument/2006/relationships/image" Target="../media/image1026.png"/><Relationship Id="rId29" Type="http://schemas.openxmlformats.org/officeDocument/2006/relationships/customXml" Target="../ink/ink1045.xml"/><Relationship Id="rId40" Type="http://schemas.openxmlformats.org/officeDocument/2006/relationships/image" Target="../media/image1046.png"/><Relationship Id="rId115" Type="http://schemas.openxmlformats.org/officeDocument/2006/relationships/customXml" Target="../ink/ink1088.xml"/><Relationship Id="rId136" Type="http://schemas.openxmlformats.org/officeDocument/2006/relationships/image" Target="../media/image1094.png"/><Relationship Id="rId157" Type="http://schemas.openxmlformats.org/officeDocument/2006/relationships/customXml" Target="../ink/ink1109.xml"/><Relationship Id="rId178" Type="http://schemas.openxmlformats.org/officeDocument/2006/relationships/image" Target="../media/image1115.png"/><Relationship Id="rId61" Type="http://schemas.openxmlformats.org/officeDocument/2006/relationships/customXml" Target="../ink/ink1061.xml"/><Relationship Id="rId82" Type="http://schemas.openxmlformats.org/officeDocument/2006/relationships/image" Target="../media/image1067.png"/><Relationship Id="rId199" Type="http://schemas.openxmlformats.org/officeDocument/2006/relationships/customXml" Target="../ink/ink1130.xml"/><Relationship Id="rId203" Type="http://schemas.openxmlformats.org/officeDocument/2006/relationships/customXml" Target="../ink/ink1132.xml"/><Relationship Id="rId19" Type="http://schemas.openxmlformats.org/officeDocument/2006/relationships/customXml" Target="../ink/ink1040.xml"/><Relationship Id="rId224" Type="http://schemas.openxmlformats.org/officeDocument/2006/relationships/image" Target="../media/image1138.png"/><Relationship Id="rId245" Type="http://schemas.openxmlformats.org/officeDocument/2006/relationships/customXml" Target="../ink/ink1153.xml"/><Relationship Id="rId30" Type="http://schemas.openxmlformats.org/officeDocument/2006/relationships/image" Target="../media/image1041.png"/><Relationship Id="rId105" Type="http://schemas.openxmlformats.org/officeDocument/2006/relationships/customXml" Target="../ink/ink1083.xml"/><Relationship Id="rId126" Type="http://schemas.openxmlformats.org/officeDocument/2006/relationships/image" Target="../media/image1089.png"/><Relationship Id="rId147" Type="http://schemas.openxmlformats.org/officeDocument/2006/relationships/customXml" Target="../ink/ink1104.xml"/><Relationship Id="rId168" Type="http://schemas.openxmlformats.org/officeDocument/2006/relationships/image" Target="../media/image1110.png"/><Relationship Id="rId51" Type="http://schemas.openxmlformats.org/officeDocument/2006/relationships/customXml" Target="../ink/ink1056.xml"/><Relationship Id="rId72" Type="http://schemas.openxmlformats.org/officeDocument/2006/relationships/image" Target="../media/image1062.png"/><Relationship Id="rId93" Type="http://schemas.openxmlformats.org/officeDocument/2006/relationships/customXml" Target="../ink/ink1077.xml"/><Relationship Id="rId189" Type="http://schemas.openxmlformats.org/officeDocument/2006/relationships/customXml" Target="../ink/ink1125.xml"/><Relationship Id="rId3" Type="http://schemas.openxmlformats.org/officeDocument/2006/relationships/image" Target="../media/image1027.png"/><Relationship Id="rId214" Type="http://schemas.openxmlformats.org/officeDocument/2006/relationships/image" Target="../media/image1133.png"/><Relationship Id="rId235" Type="http://schemas.openxmlformats.org/officeDocument/2006/relationships/customXml" Target="../ink/ink1148.xml"/><Relationship Id="rId116" Type="http://schemas.openxmlformats.org/officeDocument/2006/relationships/image" Target="../media/image1084.png"/><Relationship Id="rId137" Type="http://schemas.openxmlformats.org/officeDocument/2006/relationships/customXml" Target="../ink/ink1099.xml"/><Relationship Id="rId158" Type="http://schemas.openxmlformats.org/officeDocument/2006/relationships/image" Target="../media/image1105.png"/><Relationship Id="rId20" Type="http://schemas.openxmlformats.org/officeDocument/2006/relationships/image" Target="../media/image1036.png"/><Relationship Id="rId41" Type="http://schemas.openxmlformats.org/officeDocument/2006/relationships/customXml" Target="../ink/ink1051.xml"/><Relationship Id="rId62" Type="http://schemas.openxmlformats.org/officeDocument/2006/relationships/image" Target="../media/image1057.png"/><Relationship Id="rId83" Type="http://schemas.openxmlformats.org/officeDocument/2006/relationships/customXml" Target="../ink/ink1072.xml"/><Relationship Id="rId179" Type="http://schemas.openxmlformats.org/officeDocument/2006/relationships/customXml" Target="../ink/ink1120.xml"/><Relationship Id="rId190" Type="http://schemas.openxmlformats.org/officeDocument/2006/relationships/image" Target="../media/image1121.png"/><Relationship Id="rId204" Type="http://schemas.openxmlformats.org/officeDocument/2006/relationships/image" Target="../media/image1128.png"/><Relationship Id="rId225" Type="http://schemas.openxmlformats.org/officeDocument/2006/relationships/customXml" Target="../ink/ink1143.xml"/><Relationship Id="rId246" Type="http://schemas.openxmlformats.org/officeDocument/2006/relationships/image" Target="../media/image1149.png"/><Relationship Id="rId106" Type="http://schemas.openxmlformats.org/officeDocument/2006/relationships/image" Target="../media/image1079.png"/><Relationship Id="rId127" Type="http://schemas.openxmlformats.org/officeDocument/2006/relationships/customXml" Target="../ink/ink1094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63.png"/><Relationship Id="rId21" Type="http://schemas.openxmlformats.org/officeDocument/2006/relationships/customXml" Target="../ink/ink1164.xml"/><Relationship Id="rId42" Type="http://schemas.openxmlformats.org/officeDocument/2006/relationships/image" Target="../media/image1171.png"/><Relationship Id="rId47" Type="http://schemas.openxmlformats.org/officeDocument/2006/relationships/customXml" Target="../ink/ink1177.xml"/><Relationship Id="rId63" Type="http://schemas.openxmlformats.org/officeDocument/2006/relationships/customXml" Target="../ink/ink1185.xml"/><Relationship Id="rId68" Type="http://schemas.openxmlformats.org/officeDocument/2006/relationships/image" Target="../media/image1184.png"/><Relationship Id="rId84" Type="http://schemas.openxmlformats.org/officeDocument/2006/relationships/image" Target="../media/image1192.png"/><Relationship Id="rId89" Type="http://schemas.openxmlformats.org/officeDocument/2006/relationships/customXml" Target="../ink/ink1198.xml"/><Relationship Id="rId16" Type="http://schemas.openxmlformats.org/officeDocument/2006/relationships/image" Target="../media/image1158.png"/><Relationship Id="rId11" Type="http://schemas.openxmlformats.org/officeDocument/2006/relationships/customXml" Target="../ink/ink1159.xml"/><Relationship Id="rId32" Type="http://schemas.openxmlformats.org/officeDocument/2006/relationships/image" Target="../media/image1166.png"/><Relationship Id="rId37" Type="http://schemas.openxmlformats.org/officeDocument/2006/relationships/customXml" Target="../ink/ink1172.xml"/><Relationship Id="rId53" Type="http://schemas.openxmlformats.org/officeDocument/2006/relationships/customXml" Target="../ink/ink1180.xml"/><Relationship Id="rId58" Type="http://schemas.openxmlformats.org/officeDocument/2006/relationships/image" Target="../media/image1179.png"/><Relationship Id="rId74" Type="http://schemas.openxmlformats.org/officeDocument/2006/relationships/image" Target="../media/image1187.png"/><Relationship Id="rId79" Type="http://schemas.openxmlformats.org/officeDocument/2006/relationships/customXml" Target="../ink/ink1193.xml"/><Relationship Id="rId5" Type="http://schemas.openxmlformats.org/officeDocument/2006/relationships/customXml" Target="../ink/ink1156.xml"/><Relationship Id="rId90" Type="http://schemas.openxmlformats.org/officeDocument/2006/relationships/image" Target="../media/image1195.png"/><Relationship Id="rId14" Type="http://schemas.openxmlformats.org/officeDocument/2006/relationships/image" Target="../media/image1157.png"/><Relationship Id="rId22" Type="http://schemas.openxmlformats.org/officeDocument/2006/relationships/image" Target="../media/image1161.png"/><Relationship Id="rId27" Type="http://schemas.openxmlformats.org/officeDocument/2006/relationships/customXml" Target="../ink/ink1167.xml"/><Relationship Id="rId30" Type="http://schemas.openxmlformats.org/officeDocument/2006/relationships/image" Target="../media/image1165.png"/><Relationship Id="rId35" Type="http://schemas.openxmlformats.org/officeDocument/2006/relationships/customXml" Target="../ink/ink1171.xml"/><Relationship Id="rId43" Type="http://schemas.openxmlformats.org/officeDocument/2006/relationships/customXml" Target="../ink/ink1175.xml"/><Relationship Id="rId48" Type="http://schemas.openxmlformats.org/officeDocument/2006/relationships/image" Target="../media/image1174.png"/><Relationship Id="rId56" Type="http://schemas.openxmlformats.org/officeDocument/2006/relationships/image" Target="../media/image1178.png"/><Relationship Id="rId64" Type="http://schemas.openxmlformats.org/officeDocument/2006/relationships/image" Target="../media/image1182.png"/><Relationship Id="rId69" Type="http://schemas.openxmlformats.org/officeDocument/2006/relationships/customXml" Target="../ink/ink1188.xml"/><Relationship Id="rId77" Type="http://schemas.openxmlformats.org/officeDocument/2006/relationships/customXml" Target="../ink/ink1192.xml"/><Relationship Id="rId8" Type="http://schemas.openxmlformats.org/officeDocument/2006/relationships/image" Target="../media/image1154.png"/><Relationship Id="rId51" Type="http://schemas.openxmlformats.org/officeDocument/2006/relationships/customXml" Target="../ink/ink1179.xml"/><Relationship Id="rId72" Type="http://schemas.openxmlformats.org/officeDocument/2006/relationships/image" Target="../media/image1186.png"/><Relationship Id="rId80" Type="http://schemas.openxmlformats.org/officeDocument/2006/relationships/image" Target="../media/image1190.png"/><Relationship Id="rId85" Type="http://schemas.openxmlformats.org/officeDocument/2006/relationships/customXml" Target="../ink/ink1196.xml"/><Relationship Id="rId3" Type="http://schemas.openxmlformats.org/officeDocument/2006/relationships/customXml" Target="../ink/ink1155.xml"/><Relationship Id="rId12" Type="http://schemas.openxmlformats.org/officeDocument/2006/relationships/image" Target="../media/image1156.png"/><Relationship Id="rId17" Type="http://schemas.openxmlformats.org/officeDocument/2006/relationships/customXml" Target="../ink/ink1162.xml"/><Relationship Id="rId25" Type="http://schemas.openxmlformats.org/officeDocument/2006/relationships/customXml" Target="../ink/ink1166.xml"/><Relationship Id="rId33" Type="http://schemas.openxmlformats.org/officeDocument/2006/relationships/customXml" Target="../ink/ink1170.xml"/><Relationship Id="rId38" Type="http://schemas.openxmlformats.org/officeDocument/2006/relationships/image" Target="../media/image1169.png"/><Relationship Id="rId46" Type="http://schemas.openxmlformats.org/officeDocument/2006/relationships/image" Target="../media/image1173.png"/><Relationship Id="rId59" Type="http://schemas.openxmlformats.org/officeDocument/2006/relationships/customXml" Target="../ink/ink1183.xml"/><Relationship Id="rId67" Type="http://schemas.openxmlformats.org/officeDocument/2006/relationships/customXml" Target="../ink/ink1187.xml"/><Relationship Id="rId20" Type="http://schemas.openxmlformats.org/officeDocument/2006/relationships/image" Target="../media/image1160.png"/><Relationship Id="rId41" Type="http://schemas.openxmlformats.org/officeDocument/2006/relationships/customXml" Target="../ink/ink1174.xml"/><Relationship Id="rId54" Type="http://schemas.openxmlformats.org/officeDocument/2006/relationships/image" Target="../media/image1177.png"/><Relationship Id="rId62" Type="http://schemas.openxmlformats.org/officeDocument/2006/relationships/image" Target="../media/image1181.png"/><Relationship Id="rId70" Type="http://schemas.openxmlformats.org/officeDocument/2006/relationships/image" Target="../media/image1185.png"/><Relationship Id="rId75" Type="http://schemas.openxmlformats.org/officeDocument/2006/relationships/customXml" Target="../ink/ink1191.xml"/><Relationship Id="rId83" Type="http://schemas.openxmlformats.org/officeDocument/2006/relationships/customXml" Target="../ink/ink1195.xml"/><Relationship Id="rId88" Type="http://schemas.openxmlformats.org/officeDocument/2006/relationships/image" Target="../media/image1194.png"/><Relationship Id="rId91" Type="http://schemas.openxmlformats.org/officeDocument/2006/relationships/customXml" Target="../ink/ink119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3.png"/><Relationship Id="rId15" Type="http://schemas.openxmlformats.org/officeDocument/2006/relationships/customXml" Target="../ink/ink1161.xml"/><Relationship Id="rId23" Type="http://schemas.openxmlformats.org/officeDocument/2006/relationships/customXml" Target="../ink/ink1165.xml"/><Relationship Id="rId28" Type="http://schemas.openxmlformats.org/officeDocument/2006/relationships/image" Target="../media/image1164.png"/><Relationship Id="rId36" Type="http://schemas.openxmlformats.org/officeDocument/2006/relationships/image" Target="../media/image1168.png"/><Relationship Id="rId49" Type="http://schemas.openxmlformats.org/officeDocument/2006/relationships/customXml" Target="../ink/ink1178.xml"/><Relationship Id="rId57" Type="http://schemas.openxmlformats.org/officeDocument/2006/relationships/customXml" Target="../ink/ink1182.xml"/><Relationship Id="rId10" Type="http://schemas.openxmlformats.org/officeDocument/2006/relationships/image" Target="../media/image1155.png"/><Relationship Id="rId31" Type="http://schemas.openxmlformats.org/officeDocument/2006/relationships/customXml" Target="../ink/ink1169.xml"/><Relationship Id="rId44" Type="http://schemas.openxmlformats.org/officeDocument/2006/relationships/image" Target="../media/image1172.png"/><Relationship Id="rId52" Type="http://schemas.openxmlformats.org/officeDocument/2006/relationships/image" Target="../media/image1176.png"/><Relationship Id="rId60" Type="http://schemas.openxmlformats.org/officeDocument/2006/relationships/image" Target="../media/image1180.png"/><Relationship Id="rId65" Type="http://schemas.openxmlformats.org/officeDocument/2006/relationships/customXml" Target="../ink/ink1186.xml"/><Relationship Id="rId73" Type="http://schemas.openxmlformats.org/officeDocument/2006/relationships/customXml" Target="../ink/ink1190.xml"/><Relationship Id="rId78" Type="http://schemas.openxmlformats.org/officeDocument/2006/relationships/image" Target="../media/image1189.png"/><Relationship Id="rId81" Type="http://schemas.openxmlformats.org/officeDocument/2006/relationships/customXml" Target="../ink/ink1194.xml"/><Relationship Id="rId86" Type="http://schemas.openxmlformats.org/officeDocument/2006/relationships/image" Target="../media/image1193.png"/><Relationship Id="rId4" Type="http://schemas.openxmlformats.org/officeDocument/2006/relationships/image" Target="../media/image1152.png"/><Relationship Id="rId9" Type="http://schemas.openxmlformats.org/officeDocument/2006/relationships/customXml" Target="../ink/ink1158.xml"/><Relationship Id="rId13" Type="http://schemas.openxmlformats.org/officeDocument/2006/relationships/customXml" Target="../ink/ink1160.xml"/><Relationship Id="rId18" Type="http://schemas.openxmlformats.org/officeDocument/2006/relationships/image" Target="../media/image1159.png"/><Relationship Id="rId39" Type="http://schemas.openxmlformats.org/officeDocument/2006/relationships/customXml" Target="../ink/ink1173.xml"/><Relationship Id="rId34" Type="http://schemas.openxmlformats.org/officeDocument/2006/relationships/image" Target="../media/image1167.png"/><Relationship Id="rId50" Type="http://schemas.openxmlformats.org/officeDocument/2006/relationships/image" Target="../media/image1175.png"/><Relationship Id="rId55" Type="http://schemas.openxmlformats.org/officeDocument/2006/relationships/customXml" Target="../ink/ink1181.xml"/><Relationship Id="rId76" Type="http://schemas.openxmlformats.org/officeDocument/2006/relationships/image" Target="../media/image1188.png"/><Relationship Id="rId7" Type="http://schemas.openxmlformats.org/officeDocument/2006/relationships/customXml" Target="../ink/ink1157.xml"/><Relationship Id="rId71" Type="http://schemas.openxmlformats.org/officeDocument/2006/relationships/customXml" Target="../ink/ink1189.xml"/><Relationship Id="rId92" Type="http://schemas.openxmlformats.org/officeDocument/2006/relationships/image" Target="../media/image1196.png"/><Relationship Id="rId2" Type="http://schemas.openxmlformats.org/officeDocument/2006/relationships/image" Target="../media/image1151.png"/><Relationship Id="rId29" Type="http://schemas.openxmlformats.org/officeDocument/2006/relationships/customXml" Target="../ink/ink1168.xml"/><Relationship Id="rId24" Type="http://schemas.openxmlformats.org/officeDocument/2006/relationships/image" Target="../media/image1162.png"/><Relationship Id="rId40" Type="http://schemas.openxmlformats.org/officeDocument/2006/relationships/image" Target="../media/image1170.png"/><Relationship Id="rId45" Type="http://schemas.openxmlformats.org/officeDocument/2006/relationships/customXml" Target="../ink/ink1176.xml"/><Relationship Id="rId66" Type="http://schemas.openxmlformats.org/officeDocument/2006/relationships/image" Target="../media/image1183.png"/><Relationship Id="rId87" Type="http://schemas.openxmlformats.org/officeDocument/2006/relationships/customXml" Target="../ink/ink1197.xml"/><Relationship Id="rId61" Type="http://schemas.openxmlformats.org/officeDocument/2006/relationships/customXml" Target="../ink/ink1184.xml"/><Relationship Id="rId82" Type="http://schemas.openxmlformats.org/officeDocument/2006/relationships/image" Target="../media/image1191.png"/><Relationship Id="rId19" Type="http://schemas.openxmlformats.org/officeDocument/2006/relationships/customXml" Target="../ink/ink1163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11.xml"/><Relationship Id="rId21" Type="http://schemas.openxmlformats.org/officeDocument/2006/relationships/image" Target="../media/image1207.png"/><Relationship Id="rId34" Type="http://schemas.openxmlformats.org/officeDocument/2006/relationships/customXml" Target="../ink/ink1215.xml"/><Relationship Id="rId42" Type="http://schemas.openxmlformats.org/officeDocument/2006/relationships/customXml" Target="../ink/ink1219.xml"/><Relationship Id="rId47" Type="http://schemas.openxmlformats.org/officeDocument/2006/relationships/image" Target="../media/image1220.png"/><Relationship Id="rId50" Type="http://schemas.openxmlformats.org/officeDocument/2006/relationships/customXml" Target="../ink/ink1223.xml"/><Relationship Id="rId55" Type="http://schemas.openxmlformats.org/officeDocument/2006/relationships/image" Target="../media/image1224.png"/><Relationship Id="rId63" Type="http://schemas.openxmlformats.org/officeDocument/2006/relationships/image" Target="../media/image1228.png"/><Relationship Id="rId7" Type="http://schemas.openxmlformats.org/officeDocument/2006/relationships/image" Target="../media/image1200.png"/><Relationship Id="rId2" Type="http://schemas.openxmlformats.org/officeDocument/2006/relationships/image" Target="../media/image1197.png"/><Relationship Id="rId16" Type="http://schemas.openxmlformats.org/officeDocument/2006/relationships/customXml" Target="../ink/ink1206.xml"/><Relationship Id="rId29" Type="http://schemas.openxmlformats.org/officeDocument/2006/relationships/image" Target="../media/image1211.png"/><Relationship Id="rId11" Type="http://schemas.openxmlformats.org/officeDocument/2006/relationships/image" Target="../media/image1202.png"/><Relationship Id="rId24" Type="http://schemas.openxmlformats.org/officeDocument/2006/relationships/customXml" Target="../ink/ink1210.xml"/><Relationship Id="rId32" Type="http://schemas.openxmlformats.org/officeDocument/2006/relationships/customXml" Target="../ink/ink1214.xml"/><Relationship Id="rId37" Type="http://schemas.openxmlformats.org/officeDocument/2006/relationships/image" Target="../media/image1215.png"/><Relationship Id="rId40" Type="http://schemas.openxmlformats.org/officeDocument/2006/relationships/customXml" Target="../ink/ink1218.xml"/><Relationship Id="rId45" Type="http://schemas.openxmlformats.org/officeDocument/2006/relationships/image" Target="../media/image1219.png"/><Relationship Id="rId53" Type="http://schemas.openxmlformats.org/officeDocument/2006/relationships/image" Target="../media/image1223.png"/><Relationship Id="rId58" Type="http://schemas.openxmlformats.org/officeDocument/2006/relationships/customXml" Target="../ink/ink1227.xml"/><Relationship Id="rId66" Type="http://schemas.openxmlformats.org/officeDocument/2006/relationships/customXml" Target="../ink/ink1231.xml"/><Relationship Id="rId5" Type="http://schemas.openxmlformats.org/officeDocument/2006/relationships/image" Target="../media/image1199.png"/><Relationship Id="rId61" Type="http://schemas.openxmlformats.org/officeDocument/2006/relationships/image" Target="../media/image1227.png"/><Relationship Id="rId19" Type="http://schemas.openxmlformats.org/officeDocument/2006/relationships/image" Target="../media/image1206.png"/><Relationship Id="rId14" Type="http://schemas.openxmlformats.org/officeDocument/2006/relationships/customXml" Target="../ink/ink1205.xml"/><Relationship Id="rId22" Type="http://schemas.openxmlformats.org/officeDocument/2006/relationships/customXml" Target="../ink/ink1209.xml"/><Relationship Id="rId27" Type="http://schemas.openxmlformats.org/officeDocument/2006/relationships/image" Target="../media/image1210.png"/><Relationship Id="rId30" Type="http://schemas.openxmlformats.org/officeDocument/2006/relationships/customXml" Target="../ink/ink1213.xml"/><Relationship Id="rId35" Type="http://schemas.openxmlformats.org/officeDocument/2006/relationships/image" Target="../media/image1214.png"/><Relationship Id="rId43" Type="http://schemas.openxmlformats.org/officeDocument/2006/relationships/image" Target="../media/image1218.png"/><Relationship Id="rId48" Type="http://schemas.openxmlformats.org/officeDocument/2006/relationships/customXml" Target="../ink/ink1222.xml"/><Relationship Id="rId56" Type="http://schemas.openxmlformats.org/officeDocument/2006/relationships/customXml" Target="../ink/ink1226.xml"/><Relationship Id="rId64" Type="http://schemas.openxmlformats.org/officeDocument/2006/relationships/customXml" Target="../ink/ink1230.xml"/><Relationship Id="rId8" Type="http://schemas.openxmlformats.org/officeDocument/2006/relationships/customXml" Target="../ink/ink1202.xml"/><Relationship Id="rId51" Type="http://schemas.openxmlformats.org/officeDocument/2006/relationships/image" Target="../media/image1222.png"/><Relationship Id="rId3" Type="http://schemas.openxmlformats.org/officeDocument/2006/relationships/image" Target="../media/image1198.png"/><Relationship Id="rId12" Type="http://schemas.openxmlformats.org/officeDocument/2006/relationships/customXml" Target="../ink/ink1204.xml"/><Relationship Id="rId17" Type="http://schemas.openxmlformats.org/officeDocument/2006/relationships/image" Target="../media/image1205.png"/><Relationship Id="rId25" Type="http://schemas.openxmlformats.org/officeDocument/2006/relationships/image" Target="../media/image1209.png"/><Relationship Id="rId33" Type="http://schemas.openxmlformats.org/officeDocument/2006/relationships/image" Target="../media/image1213.png"/><Relationship Id="rId38" Type="http://schemas.openxmlformats.org/officeDocument/2006/relationships/customXml" Target="../ink/ink1217.xml"/><Relationship Id="rId46" Type="http://schemas.openxmlformats.org/officeDocument/2006/relationships/customXml" Target="../ink/ink1221.xml"/><Relationship Id="rId59" Type="http://schemas.openxmlformats.org/officeDocument/2006/relationships/image" Target="../media/image1226.png"/><Relationship Id="rId67" Type="http://schemas.openxmlformats.org/officeDocument/2006/relationships/image" Target="../media/image1230.png"/><Relationship Id="rId20" Type="http://schemas.openxmlformats.org/officeDocument/2006/relationships/customXml" Target="../ink/ink1208.xml"/><Relationship Id="rId41" Type="http://schemas.openxmlformats.org/officeDocument/2006/relationships/image" Target="../media/image1217.png"/><Relationship Id="rId54" Type="http://schemas.openxmlformats.org/officeDocument/2006/relationships/customXml" Target="../ink/ink1225.xml"/><Relationship Id="rId62" Type="http://schemas.openxmlformats.org/officeDocument/2006/relationships/customXml" Target="../ink/ink122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01.xml"/><Relationship Id="rId15" Type="http://schemas.openxmlformats.org/officeDocument/2006/relationships/image" Target="../media/image1204.png"/><Relationship Id="rId23" Type="http://schemas.openxmlformats.org/officeDocument/2006/relationships/image" Target="../media/image1208.png"/><Relationship Id="rId28" Type="http://schemas.openxmlformats.org/officeDocument/2006/relationships/customXml" Target="../ink/ink1212.xml"/><Relationship Id="rId36" Type="http://schemas.openxmlformats.org/officeDocument/2006/relationships/customXml" Target="../ink/ink1216.xml"/><Relationship Id="rId49" Type="http://schemas.openxmlformats.org/officeDocument/2006/relationships/image" Target="../media/image1221.png"/><Relationship Id="rId57" Type="http://schemas.openxmlformats.org/officeDocument/2006/relationships/image" Target="../media/image1225.png"/><Relationship Id="rId10" Type="http://schemas.openxmlformats.org/officeDocument/2006/relationships/customXml" Target="../ink/ink1203.xml"/><Relationship Id="rId31" Type="http://schemas.openxmlformats.org/officeDocument/2006/relationships/image" Target="../media/image1212.png"/><Relationship Id="rId44" Type="http://schemas.openxmlformats.org/officeDocument/2006/relationships/customXml" Target="../ink/ink1220.xml"/><Relationship Id="rId52" Type="http://schemas.openxmlformats.org/officeDocument/2006/relationships/customXml" Target="../ink/ink1224.xml"/><Relationship Id="rId60" Type="http://schemas.openxmlformats.org/officeDocument/2006/relationships/customXml" Target="../ink/ink1228.xml"/><Relationship Id="rId65" Type="http://schemas.openxmlformats.org/officeDocument/2006/relationships/image" Target="../media/image1229.png"/><Relationship Id="rId4" Type="http://schemas.openxmlformats.org/officeDocument/2006/relationships/customXml" Target="../ink/ink1200.xml"/><Relationship Id="rId9" Type="http://schemas.openxmlformats.org/officeDocument/2006/relationships/image" Target="../media/image1201.png"/><Relationship Id="rId13" Type="http://schemas.openxmlformats.org/officeDocument/2006/relationships/image" Target="../media/image1203.png"/><Relationship Id="rId18" Type="http://schemas.openxmlformats.org/officeDocument/2006/relationships/customXml" Target="../ink/ink1207.xml"/><Relationship Id="rId39" Type="http://schemas.openxmlformats.org/officeDocument/2006/relationships/image" Target="../media/image12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44.png"/><Relationship Id="rId117" Type="http://schemas.openxmlformats.org/officeDocument/2006/relationships/customXml" Target="../ink/ink1289.xml"/><Relationship Id="rId21" Type="http://schemas.openxmlformats.org/officeDocument/2006/relationships/customXml" Target="../ink/ink1241.xml"/><Relationship Id="rId42" Type="http://schemas.openxmlformats.org/officeDocument/2006/relationships/image" Target="../media/image1252.png"/><Relationship Id="rId47" Type="http://schemas.openxmlformats.org/officeDocument/2006/relationships/customXml" Target="../ink/ink1254.xml"/><Relationship Id="rId63" Type="http://schemas.openxmlformats.org/officeDocument/2006/relationships/customXml" Target="../ink/ink1262.xml"/><Relationship Id="rId68" Type="http://schemas.openxmlformats.org/officeDocument/2006/relationships/image" Target="../media/image1265.png"/><Relationship Id="rId84" Type="http://schemas.openxmlformats.org/officeDocument/2006/relationships/image" Target="../media/image1273.png"/><Relationship Id="rId89" Type="http://schemas.openxmlformats.org/officeDocument/2006/relationships/customXml" Target="../ink/ink1275.xml"/><Relationship Id="rId112" Type="http://schemas.openxmlformats.org/officeDocument/2006/relationships/image" Target="../media/image1287.png"/><Relationship Id="rId16" Type="http://schemas.openxmlformats.org/officeDocument/2006/relationships/image" Target="../media/image1239.png"/><Relationship Id="rId107" Type="http://schemas.openxmlformats.org/officeDocument/2006/relationships/customXml" Target="../ink/ink1284.xml"/><Relationship Id="rId11" Type="http://schemas.openxmlformats.org/officeDocument/2006/relationships/customXml" Target="../ink/ink1236.xml"/><Relationship Id="rId32" Type="http://schemas.openxmlformats.org/officeDocument/2006/relationships/image" Target="../media/image1247.png"/><Relationship Id="rId37" Type="http://schemas.openxmlformats.org/officeDocument/2006/relationships/customXml" Target="../ink/ink1249.xml"/><Relationship Id="rId53" Type="http://schemas.openxmlformats.org/officeDocument/2006/relationships/customXml" Target="../ink/ink1257.xml"/><Relationship Id="rId58" Type="http://schemas.openxmlformats.org/officeDocument/2006/relationships/image" Target="../media/image1260.png"/><Relationship Id="rId74" Type="http://schemas.openxmlformats.org/officeDocument/2006/relationships/image" Target="../media/image1268.png"/><Relationship Id="rId79" Type="http://schemas.openxmlformats.org/officeDocument/2006/relationships/customXml" Target="../ink/ink1270.xml"/><Relationship Id="rId102" Type="http://schemas.openxmlformats.org/officeDocument/2006/relationships/image" Target="../media/image1282.png"/><Relationship Id="rId5" Type="http://schemas.openxmlformats.org/officeDocument/2006/relationships/customXml" Target="../ink/ink1233.xml"/><Relationship Id="rId90" Type="http://schemas.openxmlformats.org/officeDocument/2006/relationships/image" Target="../media/image1276.png"/><Relationship Id="rId95" Type="http://schemas.openxmlformats.org/officeDocument/2006/relationships/customXml" Target="../ink/ink1278.xml"/><Relationship Id="rId22" Type="http://schemas.openxmlformats.org/officeDocument/2006/relationships/image" Target="../media/image1242.png"/><Relationship Id="rId27" Type="http://schemas.openxmlformats.org/officeDocument/2006/relationships/customXml" Target="../ink/ink1244.xml"/><Relationship Id="rId43" Type="http://schemas.openxmlformats.org/officeDocument/2006/relationships/customXml" Target="../ink/ink1252.xml"/><Relationship Id="rId48" Type="http://schemas.openxmlformats.org/officeDocument/2006/relationships/image" Target="../media/image1255.png"/><Relationship Id="rId64" Type="http://schemas.openxmlformats.org/officeDocument/2006/relationships/image" Target="../media/image1263.png"/><Relationship Id="rId69" Type="http://schemas.openxmlformats.org/officeDocument/2006/relationships/customXml" Target="../ink/ink1265.xml"/><Relationship Id="rId113" Type="http://schemas.openxmlformats.org/officeDocument/2006/relationships/customXml" Target="../ink/ink1287.xml"/><Relationship Id="rId118" Type="http://schemas.openxmlformats.org/officeDocument/2006/relationships/image" Target="../media/image1290.png"/><Relationship Id="rId80" Type="http://schemas.openxmlformats.org/officeDocument/2006/relationships/image" Target="../media/image1271.png"/><Relationship Id="rId85" Type="http://schemas.openxmlformats.org/officeDocument/2006/relationships/customXml" Target="../ink/ink1273.xml"/><Relationship Id="rId12" Type="http://schemas.openxmlformats.org/officeDocument/2006/relationships/image" Target="../media/image1237.png"/><Relationship Id="rId17" Type="http://schemas.openxmlformats.org/officeDocument/2006/relationships/customXml" Target="../ink/ink1239.xml"/><Relationship Id="rId33" Type="http://schemas.openxmlformats.org/officeDocument/2006/relationships/customXml" Target="../ink/ink1247.xml"/><Relationship Id="rId38" Type="http://schemas.openxmlformats.org/officeDocument/2006/relationships/image" Target="../media/image1250.png"/><Relationship Id="rId59" Type="http://schemas.openxmlformats.org/officeDocument/2006/relationships/customXml" Target="../ink/ink1260.xml"/><Relationship Id="rId103" Type="http://schemas.openxmlformats.org/officeDocument/2006/relationships/customXml" Target="../ink/ink1282.xml"/><Relationship Id="rId108" Type="http://schemas.openxmlformats.org/officeDocument/2006/relationships/image" Target="../media/image1285.png"/><Relationship Id="rId54" Type="http://schemas.openxmlformats.org/officeDocument/2006/relationships/image" Target="../media/image1258.png"/><Relationship Id="rId70" Type="http://schemas.openxmlformats.org/officeDocument/2006/relationships/image" Target="../media/image1266.png"/><Relationship Id="rId75" Type="http://schemas.openxmlformats.org/officeDocument/2006/relationships/customXml" Target="../ink/ink1268.xml"/><Relationship Id="rId91" Type="http://schemas.openxmlformats.org/officeDocument/2006/relationships/customXml" Target="../ink/ink1276.xml"/><Relationship Id="rId96" Type="http://schemas.openxmlformats.org/officeDocument/2006/relationships/image" Target="../media/image12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4.png"/><Relationship Id="rId23" Type="http://schemas.openxmlformats.org/officeDocument/2006/relationships/customXml" Target="../ink/ink1242.xml"/><Relationship Id="rId28" Type="http://schemas.openxmlformats.org/officeDocument/2006/relationships/image" Target="../media/image1245.png"/><Relationship Id="rId49" Type="http://schemas.openxmlformats.org/officeDocument/2006/relationships/customXml" Target="../ink/ink1255.xml"/><Relationship Id="rId114" Type="http://schemas.openxmlformats.org/officeDocument/2006/relationships/image" Target="../media/image1288.png"/><Relationship Id="rId119" Type="http://schemas.openxmlformats.org/officeDocument/2006/relationships/customXml" Target="../ink/ink1290.xml"/><Relationship Id="rId44" Type="http://schemas.openxmlformats.org/officeDocument/2006/relationships/image" Target="../media/image1253.png"/><Relationship Id="rId60" Type="http://schemas.openxmlformats.org/officeDocument/2006/relationships/image" Target="../media/image1261.png"/><Relationship Id="rId65" Type="http://schemas.openxmlformats.org/officeDocument/2006/relationships/customXml" Target="../ink/ink1263.xml"/><Relationship Id="rId81" Type="http://schemas.openxmlformats.org/officeDocument/2006/relationships/customXml" Target="../ink/ink1271.xml"/><Relationship Id="rId86" Type="http://schemas.openxmlformats.org/officeDocument/2006/relationships/image" Target="../media/image1274.png"/><Relationship Id="rId4" Type="http://schemas.openxmlformats.org/officeDocument/2006/relationships/image" Target="../media/image1233.png"/><Relationship Id="rId9" Type="http://schemas.openxmlformats.org/officeDocument/2006/relationships/customXml" Target="../ink/ink1235.xml"/><Relationship Id="rId13" Type="http://schemas.openxmlformats.org/officeDocument/2006/relationships/customXml" Target="../ink/ink1237.xml"/><Relationship Id="rId18" Type="http://schemas.openxmlformats.org/officeDocument/2006/relationships/image" Target="../media/image1240.png"/><Relationship Id="rId39" Type="http://schemas.openxmlformats.org/officeDocument/2006/relationships/customXml" Target="../ink/ink1250.xml"/><Relationship Id="rId109" Type="http://schemas.openxmlformats.org/officeDocument/2006/relationships/customXml" Target="../ink/ink1285.xml"/><Relationship Id="rId34" Type="http://schemas.openxmlformats.org/officeDocument/2006/relationships/image" Target="../media/image1248.png"/><Relationship Id="rId50" Type="http://schemas.openxmlformats.org/officeDocument/2006/relationships/image" Target="../media/image1256.png"/><Relationship Id="rId55" Type="http://schemas.openxmlformats.org/officeDocument/2006/relationships/customXml" Target="../ink/ink1258.xml"/><Relationship Id="rId76" Type="http://schemas.openxmlformats.org/officeDocument/2006/relationships/image" Target="../media/image1269.png"/><Relationship Id="rId97" Type="http://schemas.openxmlformats.org/officeDocument/2006/relationships/customXml" Target="../ink/ink1279.xml"/><Relationship Id="rId104" Type="http://schemas.openxmlformats.org/officeDocument/2006/relationships/image" Target="../media/image1283.png"/><Relationship Id="rId120" Type="http://schemas.openxmlformats.org/officeDocument/2006/relationships/image" Target="../media/image1291.png"/><Relationship Id="rId7" Type="http://schemas.openxmlformats.org/officeDocument/2006/relationships/customXml" Target="../ink/ink1234.xml"/><Relationship Id="rId71" Type="http://schemas.openxmlformats.org/officeDocument/2006/relationships/customXml" Target="../ink/ink1266.xml"/><Relationship Id="rId92" Type="http://schemas.openxmlformats.org/officeDocument/2006/relationships/image" Target="../media/image1277.png"/><Relationship Id="rId2" Type="http://schemas.openxmlformats.org/officeDocument/2006/relationships/image" Target="../media/image1232.png"/><Relationship Id="rId29" Type="http://schemas.openxmlformats.org/officeDocument/2006/relationships/customXml" Target="../ink/ink1245.xml"/><Relationship Id="rId24" Type="http://schemas.openxmlformats.org/officeDocument/2006/relationships/image" Target="../media/image1243.png"/><Relationship Id="rId40" Type="http://schemas.openxmlformats.org/officeDocument/2006/relationships/image" Target="../media/image1251.png"/><Relationship Id="rId45" Type="http://schemas.openxmlformats.org/officeDocument/2006/relationships/customXml" Target="../ink/ink1253.xml"/><Relationship Id="rId66" Type="http://schemas.openxmlformats.org/officeDocument/2006/relationships/image" Target="../media/image1264.png"/><Relationship Id="rId87" Type="http://schemas.openxmlformats.org/officeDocument/2006/relationships/customXml" Target="../ink/ink1274.xml"/><Relationship Id="rId110" Type="http://schemas.openxmlformats.org/officeDocument/2006/relationships/image" Target="../media/image1286.png"/><Relationship Id="rId115" Type="http://schemas.openxmlformats.org/officeDocument/2006/relationships/customXml" Target="../ink/ink1288.xml"/><Relationship Id="rId61" Type="http://schemas.openxmlformats.org/officeDocument/2006/relationships/customXml" Target="../ink/ink1261.xml"/><Relationship Id="rId82" Type="http://schemas.openxmlformats.org/officeDocument/2006/relationships/image" Target="../media/image1272.png"/><Relationship Id="rId19" Type="http://schemas.openxmlformats.org/officeDocument/2006/relationships/customXml" Target="../ink/ink1240.xml"/><Relationship Id="rId14" Type="http://schemas.openxmlformats.org/officeDocument/2006/relationships/image" Target="../media/image1238.png"/><Relationship Id="rId30" Type="http://schemas.openxmlformats.org/officeDocument/2006/relationships/image" Target="../media/image1246.png"/><Relationship Id="rId35" Type="http://schemas.openxmlformats.org/officeDocument/2006/relationships/customXml" Target="../ink/ink1248.xml"/><Relationship Id="rId56" Type="http://schemas.openxmlformats.org/officeDocument/2006/relationships/image" Target="../media/image1259.png"/><Relationship Id="rId77" Type="http://schemas.openxmlformats.org/officeDocument/2006/relationships/customXml" Target="../ink/ink1269.xml"/><Relationship Id="rId100" Type="http://schemas.openxmlformats.org/officeDocument/2006/relationships/image" Target="../media/image1281.png"/><Relationship Id="rId105" Type="http://schemas.openxmlformats.org/officeDocument/2006/relationships/customXml" Target="../ink/ink1283.xml"/><Relationship Id="rId8" Type="http://schemas.openxmlformats.org/officeDocument/2006/relationships/image" Target="../media/image1235.png"/><Relationship Id="rId51" Type="http://schemas.openxmlformats.org/officeDocument/2006/relationships/customXml" Target="../ink/ink1256.xml"/><Relationship Id="rId72" Type="http://schemas.openxmlformats.org/officeDocument/2006/relationships/image" Target="../media/image1267.png"/><Relationship Id="rId93" Type="http://schemas.openxmlformats.org/officeDocument/2006/relationships/customXml" Target="../ink/ink1277.xml"/><Relationship Id="rId98" Type="http://schemas.openxmlformats.org/officeDocument/2006/relationships/image" Target="../media/image1280.png"/><Relationship Id="rId121" Type="http://schemas.openxmlformats.org/officeDocument/2006/relationships/customXml" Target="../ink/ink1291.xml"/><Relationship Id="rId3" Type="http://schemas.openxmlformats.org/officeDocument/2006/relationships/customXml" Target="../ink/ink1232.xml"/><Relationship Id="rId25" Type="http://schemas.openxmlformats.org/officeDocument/2006/relationships/customXml" Target="../ink/ink1243.xml"/><Relationship Id="rId46" Type="http://schemas.openxmlformats.org/officeDocument/2006/relationships/image" Target="../media/image1254.png"/><Relationship Id="rId67" Type="http://schemas.openxmlformats.org/officeDocument/2006/relationships/customXml" Target="../ink/ink1264.xml"/><Relationship Id="rId116" Type="http://schemas.openxmlformats.org/officeDocument/2006/relationships/image" Target="../media/image1289.png"/><Relationship Id="rId20" Type="http://schemas.openxmlformats.org/officeDocument/2006/relationships/image" Target="../media/image1241.png"/><Relationship Id="rId41" Type="http://schemas.openxmlformats.org/officeDocument/2006/relationships/customXml" Target="../ink/ink1251.xml"/><Relationship Id="rId62" Type="http://schemas.openxmlformats.org/officeDocument/2006/relationships/image" Target="../media/image1262.png"/><Relationship Id="rId83" Type="http://schemas.openxmlformats.org/officeDocument/2006/relationships/customXml" Target="../ink/ink1272.xml"/><Relationship Id="rId88" Type="http://schemas.openxmlformats.org/officeDocument/2006/relationships/image" Target="../media/image1275.png"/><Relationship Id="rId111" Type="http://schemas.openxmlformats.org/officeDocument/2006/relationships/customXml" Target="../ink/ink1286.xml"/><Relationship Id="rId15" Type="http://schemas.openxmlformats.org/officeDocument/2006/relationships/customXml" Target="../ink/ink1238.xml"/><Relationship Id="rId36" Type="http://schemas.openxmlformats.org/officeDocument/2006/relationships/image" Target="../media/image1249.png"/><Relationship Id="rId57" Type="http://schemas.openxmlformats.org/officeDocument/2006/relationships/customXml" Target="../ink/ink1259.xml"/><Relationship Id="rId106" Type="http://schemas.openxmlformats.org/officeDocument/2006/relationships/image" Target="../media/image1284.png"/><Relationship Id="rId10" Type="http://schemas.openxmlformats.org/officeDocument/2006/relationships/image" Target="../media/image1236.png"/><Relationship Id="rId31" Type="http://schemas.openxmlformats.org/officeDocument/2006/relationships/customXml" Target="../ink/ink1246.xml"/><Relationship Id="rId52" Type="http://schemas.openxmlformats.org/officeDocument/2006/relationships/image" Target="../media/image1257.png"/><Relationship Id="rId73" Type="http://schemas.openxmlformats.org/officeDocument/2006/relationships/customXml" Target="../ink/ink1267.xml"/><Relationship Id="rId78" Type="http://schemas.openxmlformats.org/officeDocument/2006/relationships/image" Target="../media/image1270.png"/><Relationship Id="rId94" Type="http://schemas.openxmlformats.org/officeDocument/2006/relationships/image" Target="../media/image1278.png"/><Relationship Id="rId99" Type="http://schemas.openxmlformats.org/officeDocument/2006/relationships/customXml" Target="../ink/ink1280.xml"/><Relationship Id="rId101" Type="http://schemas.openxmlformats.org/officeDocument/2006/relationships/customXml" Target="../ink/ink1281.xml"/><Relationship Id="rId122" Type="http://schemas.openxmlformats.org/officeDocument/2006/relationships/image" Target="../media/image129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4.png"/><Relationship Id="rId2" Type="http://schemas.openxmlformats.org/officeDocument/2006/relationships/image" Target="../media/image129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1.png"/><Relationship Id="rId18" Type="http://schemas.openxmlformats.org/officeDocument/2006/relationships/customXml" Target="../ink/ink1299.xml"/><Relationship Id="rId26" Type="http://schemas.openxmlformats.org/officeDocument/2006/relationships/customXml" Target="../ink/ink1303.xml"/><Relationship Id="rId21" Type="http://schemas.openxmlformats.org/officeDocument/2006/relationships/image" Target="../media/image1305.png"/><Relationship Id="rId34" Type="http://schemas.openxmlformats.org/officeDocument/2006/relationships/customXml" Target="../ink/ink1307.xml"/><Relationship Id="rId7" Type="http://schemas.openxmlformats.org/officeDocument/2006/relationships/image" Target="../media/image1298.png"/><Relationship Id="rId12" Type="http://schemas.openxmlformats.org/officeDocument/2006/relationships/customXml" Target="../ink/ink1296.xml"/><Relationship Id="rId17" Type="http://schemas.openxmlformats.org/officeDocument/2006/relationships/image" Target="../media/image1303.png"/><Relationship Id="rId25" Type="http://schemas.openxmlformats.org/officeDocument/2006/relationships/image" Target="../media/image1307.png"/><Relationship Id="rId33" Type="http://schemas.openxmlformats.org/officeDocument/2006/relationships/image" Target="../media/image1311.png"/><Relationship Id="rId2" Type="http://schemas.openxmlformats.org/officeDocument/2006/relationships/image" Target="../media/image1295.png"/><Relationship Id="rId16" Type="http://schemas.openxmlformats.org/officeDocument/2006/relationships/customXml" Target="../ink/ink1298.xml"/><Relationship Id="rId20" Type="http://schemas.openxmlformats.org/officeDocument/2006/relationships/customXml" Target="../ink/ink1300.xml"/><Relationship Id="rId29" Type="http://schemas.openxmlformats.org/officeDocument/2006/relationships/image" Target="../media/image130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93.xml"/><Relationship Id="rId11" Type="http://schemas.openxmlformats.org/officeDocument/2006/relationships/image" Target="../media/image1300.png"/><Relationship Id="rId24" Type="http://schemas.openxmlformats.org/officeDocument/2006/relationships/customXml" Target="../ink/ink1302.xml"/><Relationship Id="rId32" Type="http://schemas.openxmlformats.org/officeDocument/2006/relationships/customXml" Target="../ink/ink1306.xml"/><Relationship Id="rId37" Type="http://schemas.openxmlformats.org/officeDocument/2006/relationships/image" Target="../media/image1313.png"/><Relationship Id="rId5" Type="http://schemas.openxmlformats.org/officeDocument/2006/relationships/image" Target="../media/image1297.png"/><Relationship Id="rId15" Type="http://schemas.openxmlformats.org/officeDocument/2006/relationships/image" Target="../media/image1302.png"/><Relationship Id="rId23" Type="http://schemas.openxmlformats.org/officeDocument/2006/relationships/image" Target="../media/image1306.png"/><Relationship Id="rId28" Type="http://schemas.openxmlformats.org/officeDocument/2006/relationships/customXml" Target="../ink/ink1304.xml"/><Relationship Id="rId36" Type="http://schemas.openxmlformats.org/officeDocument/2006/relationships/customXml" Target="../ink/ink1308.xml"/><Relationship Id="rId10" Type="http://schemas.openxmlformats.org/officeDocument/2006/relationships/customXml" Target="../ink/ink1295.xml"/><Relationship Id="rId19" Type="http://schemas.openxmlformats.org/officeDocument/2006/relationships/image" Target="../media/image1304.png"/><Relationship Id="rId31" Type="http://schemas.openxmlformats.org/officeDocument/2006/relationships/image" Target="../media/image1310.png"/><Relationship Id="rId4" Type="http://schemas.openxmlformats.org/officeDocument/2006/relationships/customXml" Target="../ink/ink1292.xml"/><Relationship Id="rId9" Type="http://schemas.openxmlformats.org/officeDocument/2006/relationships/image" Target="../media/image1299.png"/><Relationship Id="rId14" Type="http://schemas.openxmlformats.org/officeDocument/2006/relationships/customXml" Target="../ink/ink1297.xml"/><Relationship Id="rId22" Type="http://schemas.openxmlformats.org/officeDocument/2006/relationships/customXml" Target="../ink/ink1301.xml"/><Relationship Id="rId27" Type="http://schemas.openxmlformats.org/officeDocument/2006/relationships/image" Target="../media/image1308.png"/><Relationship Id="rId30" Type="http://schemas.openxmlformats.org/officeDocument/2006/relationships/customXml" Target="../ink/ink1305.xml"/><Relationship Id="rId35" Type="http://schemas.openxmlformats.org/officeDocument/2006/relationships/image" Target="../media/image1312.png"/><Relationship Id="rId8" Type="http://schemas.openxmlformats.org/officeDocument/2006/relationships/customXml" Target="../ink/ink1294.xml"/><Relationship Id="rId3" Type="http://schemas.openxmlformats.org/officeDocument/2006/relationships/image" Target="../media/image129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6.png"/><Relationship Id="rId2" Type="http://schemas.openxmlformats.org/officeDocument/2006/relationships/image" Target="../media/image13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7.png"/><Relationship Id="rId2" Type="http://schemas.openxmlformats.org/officeDocument/2006/relationships/image" Target="../media/image13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3.png"/><Relationship Id="rId18" Type="http://schemas.openxmlformats.org/officeDocument/2006/relationships/customXml" Target="../ink/ink1317.xml"/><Relationship Id="rId26" Type="http://schemas.openxmlformats.org/officeDocument/2006/relationships/customXml" Target="../ink/ink1321.xml"/><Relationship Id="rId39" Type="http://schemas.openxmlformats.org/officeDocument/2006/relationships/image" Target="../media/image1336.png"/><Relationship Id="rId21" Type="http://schemas.openxmlformats.org/officeDocument/2006/relationships/image" Target="../media/image1327.png"/><Relationship Id="rId34" Type="http://schemas.openxmlformats.org/officeDocument/2006/relationships/customXml" Target="../ink/ink1325.xml"/><Relationship Id="rId42" Type="http://schemas.openxmlformats.org/officeDocument/2006/relationships/customXml" Target="../ink/ink1329.xml"/><Relationship Id="rId47" Type="http://schemas.openxmlformats.org/officeDocument/2006/relationships/image" Target="../media/image1340.png"/><Relationship Id="rId50" Type="http://schemas.openxmlformats.org/officeDocument/2006/relationships/customXml" Target="../ink/ink1333.xml"/><Relationship Id="rId55" Type="http://schemas.openxmlformats.org/officeDocument/2006/relationships/image" Target="../media/image1344.png"/><Relationship Id="rId7" Type="http://schemas.openxmlformats.org/officeDocument/2006/relationships/image" Target="../media/image1320.png"/><Relationship Id="rId2" Type="http://schemas.openxmlformats.org/officeDocument/2006/relationships/customXml" Target="../ink/ink1309.xml"/><Relationship Id="rId16" Type="http://schemas.openxmlformats.org/officeDocument/2006/relationships/customXml" Target="../ink/ink1316.xml"/><Relationship Id="rId29" Type="http://schemas.openxmlformats.org/officeDocument/2006/relationships/image" Target="../media/image1331.png"/><Relationship Id="rId11" Type="http://schemas.openxmlformats.org/officeDocument/2006/relationships/image" Target="../media/image1322.png"/><Relationship Id="rId24" Type="http://schemas.openxmlformats.org/officeDocument/2006/relationships/customXml" Target="../ink/ink1320.xml"/><Relationship Id="rId32" Type="http://schemas.openxmlformats.org/officeDocument/2006/relationships/customXml" Target="../ink/ink1324.xml"/><Relationship Id="rId37" Type="http://schemas.openxmlformats.org/officeDocument/2006/relationships/image" Target="../media/image1335.png"/><Relationship Id="rId40" Type="http://schemas.openxmlformats.org/officeDocument/2006/relationships/customXml" Target="../ink/ink1328.xml"/><Relationship Id="rId45" Type="http://schemas.openxmlformats.org/officeDocument/2006/relationships/image" Target="../media/image1339.png"/><Relationship Id="rId53" Type="http://schemas.openxmlformats.org/officeDocument/2006/relationships/image" Target="../media/image1343.png"/><Relationship Id="rId58" Type="http://schemas.openxmlformats.org/officeDocument/2006/relationships/customXml" Target="../ink/ink1337.xml"/><Relationship Id="rId5" Type="http://schemas.openxmlformats.org/officeDocument/2006/relationships/image" Target="../media/image1319.png"/><Relationship Id="rId61" Type="http://schemas.openxmlformats.org/officeDocument/2006/relationships/image" Target="../media/image1347.png"/><Relationship Id="rId19" Type="http://schemas.openxmlformats.org/officeDocument/2006/relationships/image" Target="../media/image1326.png"/><Relationship Id="rId14" Type="http://schemas.openxmlformats.org/officeDocument/2006/relationships/customXml" Target="../ink/ink1315.xml"/><Relationship Id="rId22" Type="http://schemas.openxmlformats.org/officeDocument/2006/relationships/customXml" Target="../ink/ink1319.xml"/><Relationship Id="rId27" Type="http://schemas.openxmlformats.org/officeDocument/2006/relationships/image" Target="../media/image1330.png"/><Relationship Id="rId30" Type="http://schemas.openxmlformats.org/officeDocument/2006/relationships/customXml" Target="../ink/ink1323.xml"/><Relationship Id="rId35" Type="http://schemas.openxmlformats.org/officeDocument/2006/relationships/image" Target="../media/image1334.png"/><Relationship Id="rId43" Type="http://schemas.openxmlformats.org/officeDocument/2006/relationships/image" Target="../media/image1338.png"/><Relationship Id="rId48" Type="http://schemas.openxmlformats.org/officeDocument/2006/relationships/customXml" Target="../ink/ink1332.xml"/><Relationship Id="rId56" Type="http://schemas.openxmlformats.org/officeDocument/2006/relationships/customXml" Target="../ink/ink1336.xml"/><Relationship Id="rId8" Type="http://schemas.openxmlformats.org/officeDocument/2006/relationships/customXml" Target="../ink/ink1312.xml"/><Relationship Id="rId51" Type="http://schemas.openxmlformats.org/officeDocument/2006/relationships/image" Target="../media/image1342.png"/><Relationship Id="rId3" Type="http://schemas.openxmlformats.org/officeDocument/2006/relationships/image" Target="../media/image1318.png"/><Relationship Id="rId12" Type="http://schemas.openxmlformats.org/officeDocument/2006/relationships/customXml" Target="../ink/ink1314.xml"/><Relationship Id="rId17" Type="http://schemas.openxmlformats.org/officeDocument/2006/relationships/image" Target="../media/image1325.png"/><Relationship Id="rId25" Type="http://schemas.openxmlformats.org/officeDocument/2006/relationships/image" Target="../media/image1329.png"/><Relationship Id="rId33" Type="http://schemas.openxmlformats.org/officeDocument/2006/relationships/image" Target="../media/image1333.png"/><Relationship Id="rId38" Type="http://schemas.openxmlformats.org/officeDocument/2006/relationships/customXml" Target="../ink/ink1327.xml"/><Relationship Id="rId46" Type="http://schemas.openxmlformats.org/officeDocument/2006/relationships/customXml" Target="../ink/ink1331.xml"/><Relationship Id="rId59" Type="http://schemas.openxmlformats.org/officeDocument/2006/relationships/image" Target="../media/image1346.png"/><Relationship Id="rId20" Type="http://schemas.openxmlformats.org/officeDocument/2006/relationships/customXml" Target="../ink/ink1318.xml"/><Relationship Id="rId41" Type="http://schemas.openxmlformats.org/officeDocument/2006/relationships/image" Target="../media/image1337.png"/><Relationship Id="rId54" Type="http://schemas.openxmlformats.org/officeDocument/2006/relationships/customXml" Target="../ink/ink13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11.xml"/><Relationship Id="rId15" Type="http://schemas.openxmlformats.org/officeDocument/2006/relationships/image" Target="../media/image1324.png"/><Relationship Id="rId23" Type="http://schemas.openxmlformats.org/officeDocument/2006/relationships/image" Target="../media/image1328.png"/><Relationship Id="rId28" Type="http://schemas.openxmlformats.org/officeDocument/2006/relationships/customXml" Target="../ink/ink1322.xml"/><Relationship Id="rId36" Type="http://schemas.openxmlformats.org/officeDocument/2006/relationships/customXml" Target="../ink/ink1326.xml"/><Relationship Id="rId49" Type="http://schemas.openxmlformats.org/officeDocument/2006/relationships/image" Target="../media/image1341.png"/><Relationship Id="rId57" Type="http://schemas.openxmlformats.org/officeDocument/2006/relationships/image" Target="../media/image1345.png"/><Relationship Id="rId10" Type="http://schemas.openxmlformats.org/officeDocument/2006/relationships/customXml" Target="../ink/ink1313.xml"/><Relationship Id="rId31" Type="http://schemas.openxmlformats.org/officeDocument/2006/relationships/image" Target="../media/image1332.png"/><Relationship Id="rId44" Type="http://schemas.openxmlformats.org/officeDocument/2006/relationships/customXml" Target="../ink/ink1330.xml"/><Relationship Id="rId52" Type="http://schemas.openxmlformats.org/officeDocument/2006/relationships/customXml" Target="../ink/ink1334.xml"/><Relationship Id="rId60" Type="http://schemas.openxmlformats.org/officeDocument/2006/relationships/customXml" Target="../ink/ink1338.xml"/><Relationship Id="rId4" Type="http://schemas.openxmlformats.org/officeDocument/2006/relationships/customXml" Target="../ink/ink1310.xml"/><Relationship Id="rId9" Type="http://schemas.openxmlformats.org/officeDocument/2006/relationships/image" Target="../media/image13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0.png"/><Relationship Id="rId2" Type="http://schemas.openxmlformats.org/officeDocument/2006/relationships/image" Target="../media/image13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51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95.xml"/><Relationship Id="rId21" Type="http://schemas.openxmlformats.org/officeDocument/2006/relationships/customXml" Target="../ink/ink1347.xml"/><Relationship Id="rId42" Type="http://schemas.openxmlformats.org/officeDocument/2006/relationships/image" Target="../media/image1372.png"/><Relationship Id="rId63" Type="http://schemas.openxmlformats.org/officeDocument/2006/relationships/customXml" Target="../ink/ink1368.xml"/><Relationship Id="rId84" Type="http://schemas.openxmlformats.org/officeDocument/2006/relationships/image" Target="../media/image1393.png"/><Relationship Id="rId138" Type="http://schemas.openxmlformats.org/officeDocument/2006/relationships/image" Target="../media/image1420.png"/><Relationship Id="rId16" Type="http://schemas.openxmlformats.org/officeDocument/2006/relationships/image" Target="../media/image1359.png"/><Relationship Id="rId107" Type="http://schemas.openxmlformats.org/officeDocument/2006/relationships/customXml" Target="../ink/ink1390.xml"/><Relationship Id="rId11" Type="http://schemas.openxmlformats.org/officeDocument/2006/relationships/customXml" Target="../ink/ink1342.xml"/><Relationship Id="rId32" Type="http://schemas.openxmlformats.org/officeDocument/2006/relationships/image" Target="../media/image1367.png"/><Relationship Id="rId37" Type="http://schemas.openxmlformats.org/officeDocument/2006/relationships/customXml" Target="../ink/ink1355.xml"/><Relationship Id="rId53" Type="http://schemas.openxmlformats.org/officeDocument/2006/relationships/customXml" Target="../ink/ink1363.xml"/><Relationship Id="rId58" Type="http://schemas.openxmlformats.org/officeDocument/2006/relationships/image" Target="../media/image1380.png"/><Relationship Id="rId74" Type="http://schemas.openxmlformats.org/officeDocument/2006/relationships/image" Target="../media/image1388.png"/><Relationship Id="rId79" Type="http://schemas.openxmlformats.org/officeDocument/2006/relationships/customXml" Target="../ink/ink1376.xml"/><Relationship Id="rId102" Type="http://schemas.openxmlformats.org/officeDocument/2006/relationships/image" Target="../media/image1402.png"/><Relationship Id="rId123" Type="http://schemas.openxmlformats.org/officeDocument/2006/relationships/customXml" Target="../ink/ink1398.xml"/><Relationship Id="rId128" Type="http://schemas.openxmlformats.org/officeDocument/2006/relationships/image" Target="../media/image1415.png"/><Relationship Id="rId5" Type="http://schemas.openxmlformats.org/officeDocument/2006/relationships/customXml" Target="../ink/ink1339.xml"/><Relationship Id="rId90" Type="http://schemas.openxmlformats.org/officeDocument/2006/relationships/image" Target="../media/image1396.png"/><Relationship Id="rId95" Type="http://schemas.openxmlformats.org/officeDocument/2006/relationships/customXml" Target="../ink/ink1384.xml"/><Relationship Id="rId22" Type="http://schemas.openxmlformats.org/officeDocument/2006/relationships/image" Target="../media/image1362.png"/><Relationship Id="rId27" Type="http://schemas.openxmlformats.org/officeDocument/2006/relationships/customXml" Target="../ink/ink1350.xml"/><Relationship Id="rId43" Type="http://schemas.openxmlformats.org/officeDocument/2006/relationships/customXml" Target="../ink/ink1358.xml"/><Relationship Id="rId48" Type="http://schemas.openxmlformats.org/officeDocument/2006/relationships/image" Target="../media/image1375.png"/><Relationship Id="rId64" Type="http://schemas.openxmlformats.org/officeDocument/2006/relationships/image" Target="../media/image1383.png"/><Relationship Id="rId69" Type="http://schemas.openxmlformats.org/officeDocument/2006/relationships/customXml" Target="../ink/ink1371.xml"/><Relationship Id="rId113" Type="http://schemas.openxmlformats.org/officeDocument/2006/relationships/customXml" Target="../ink/ink1393.xml"/><Relationship Id="rId118" Type="http://schemas.openxmlformats.org/officeDocument/2006/relationships/image" Target="../media/image1410.png"/><Relationship Id="rId134" Type="http://schemas.openxmlformats.org/officeDocument/2006/relationships/image" Target="../media/image1418.png"/><Relationship Id="rId139" Type="http://schemas.openxmlformats.org/officeDocument/2006/relationships/customXml" Target="../ink/ink1406.xml"/><Relationship Id="rId80" Type="http://schemas.openxmlformats.org/officeDocument/2006/relationships/image" Target="../media/image1391.png"/><Relationship Id="rId85" Type="http://schemas.openxmlformats.org/officeDocument/2006/relationships/customXml" Target="../ink/ink1379.xml"/><Relationship Id="rId12" Type="http://schemas.openxmlformats.org/officeDocument/2006/relationships/image" Target="../media/image1357.png"/><Relationship Id="rId17" Type="http://schemas.openxmlformats.org/officeDocument/2006/relationships/customXml" Target="../ink/ink1345.xml"/><Relationship Id="rId33" Type="http://schemas.openxmlformats.org/officeDocument/2006/relationships/customXml" Target="../ink/ink1353.xml"/><Relationship Id="rId38" Type="http://schemas.openxmlformats.org/officeDocument/2006/relationships/image" Target="../media/image1370.png"/><Relationship Id="rId59" Type="http://schemas.openxmlformats.org/officeDocument/2006/relationships/customXml" Target="../ink/ink1366.xml"/><Relationship Id="rId103" Type="http://schemas.openxmlformats.org/officeDocument/2006/relationships/customXml" Target="../ink/ink1388.xml"/><Relationship Id="rId108" Type="http://schemas.openxmlformats.org/officeDocument/2006/relationships/image" Target="../media/image1405.png"/><Relationship Id="rId124" Type="http://schemas.openxmlformats.org/officeDocument/2006/relationships/image" Target="../media/image1413.png"/><Relationship Id="rId129" Type="http://schemas.openxmlformats.org/officeDocument/2006/relationships/customXml" Target="../ink/ink1401.xml"/><Relationship Id="rId54" Type="http://schemas.openxmlformats.org/officeDocument/2006/relationships/image" Target="../media/image1378.png"/><Relationship Id="rId70" Type="http://schemas.openxmlformats.org/officeDocument/2006/relationships/image" Target="../media/image1386.png"/><Relationship Id="rId75" Type="http://schemas.openxmlformats.org/officeDocument/2006/relationships/customXml" Target="../ink/ink1374.xml"/><Relationship Id="rId91" Type="http://schemas.openxmlformats.org/officeDocument/2006/relationships/customXml" Target="../ink/ink1382.xml"/><Relationship Id="rId96" Type="http://schemas.openxmlformats.org/officeDocument/2006/relationships/image" Target="../media/image1399.png"/><Relationship Id="rId140" Type="http://schemas.openxmlformats.org/officeDocument/2006/relationships/image" Target="../media/image14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4.png"/><Relationship Id="rId23" Type="http://schemas.openxmlformats.org/officeDocument/2006/relationships/customXml" Target="../ink/ink1348.xml"/><Relationship Id="rId28" Type="http://schemas.openxmlformats.org/officeDocument/2006/relationships/image" Target="../media/image1365.png"/><Relationship Id="rId49" Type="http://schemas.openxmlformats.org/officeDocument/2006/relationships/customXml" Target="../ink/ink1361.xml"/><Relationship Id="rId114" Type="http://schemas.openxmlformats.org/officeDocument/2006/relationships/image" Target="../media/image1408.png"/><Relationship Id="rId119" Type="http://schemas.openxmlformats.org/officeDocument/2006/relationships/customXml" Target="../ink/ink1396.xml"/><Relationship Id="rId44" Type="http://schemas.openxmlformats.org/officeDocument/2006/relationships/image" Target="../media/image1373.png"/><Relationship Id="rId60" Type="http://schemas.openxmlformats.org/officeDocument/2006/relationships/image" Target="../media/image1381.png"/><Relationship Id="rId65" Type="http://schemas.openxmlformats.org/officeDocument/2006/relationships/customXml" Target="../ink/ink1369.xml"/><Relationship Id="rId81" Type="http://schemas.openxmlformats.org/officeDocument/2006/relationships/customXml" Target="../ink/ink1377.xml"/><Relationship Id="rId86" Type="http://schemas.openxmlformats.org/officeDocument/2006/relationships/image" Target="../media/image1394.png"/><Relationship Id="rId130" Type="http://schemas.openxmlformats.org/officeDocument/2006/relationships/image" Target="../media/image1416.png"/><Relationship Id="rId135" Type="http://schemas.openxmlformats.org/officeDocument/2006/relationships/customXml" Target="../ink/ink1404.xml"/><Relationship Id="rId13" Type="http://schemas.openxmlformats.org/officeDocument/2006/relationships/customXml" Target="../ink/ink1343.xml"/><Relationship Id="rId18" Type="http://schemas.openxmlformats.org/officeDocument/2006/relationships/image" Target="../media/image1360.png"/><Relationship Id="rId39" Type="http://schemas.openxmlformats.org/officeDocument/2006/relationships/customXml" Target="../ink/ink1356.xml"/><Relationship Id="rId109" Type="http://schemas.openxmlformats.org/officeDocument/2006/relationships/customXml" Target="../ink/ink1391.xml"/><Relationship Id="rId34" Type="http://schemas.openxmlformats.org/officeDocument/2006/relationships/image" Target="../media/image1368.png"/><Relationship Id="rId50" Type="http://schemas.openxmlformats.org/officeDocument/2006/relationships/image" Target="../media/image1376.png"/><Relationship Id="rId55" Type="http://schemas.openxmlformats.org/officeDocument/2006/relationships/customXml" Target="../ink/ink1364.xml"/><Relationship Id="rId76" Type="http://schemas.openxmlformats.org/officeDocument/2006/relationships/image" Target="../media/image1389.png"/><Relationship Id="rId97" Type="http://schemas.openxmlformats.org/officeDocument/2006/relationships/customXml" Target="../ink/ink1385.xml"/><Relationship Id="rId104" Type="http://schemas.openxmlformats.org/officeDocument/2006/relationships/image" Target="../media/image1403.png"/><Relationship Id="rId120" Type="http://schemas.openxmlformats.org/officeDocument/2006/relationships/image" Target="../media/image1411.png"/><Relationship Id="rId125" Type="http://schemas.openxmlformats.org/officeDocument/2006/relationships/customXml" Target="../ink/ink1399.xml"/><Relationship Id="rId7" Type="http://schemas.openxmlformats.org/officeDocument/2006/relationships/customXml" Target="../ink/ink1340.xml"/><Relationship Id="rId71" Type="http://schemas.openxmlformats.org/officeDocument/2006/relationships/customXml" Target="../ink/ink1372.xml"/><Relationship Id="rId92" Type="http://schemas.openxmlformats.org/officeDocument/2006/relationships/image" Target="../media/image1397.png"/><Relationship Id="rId2" Type="http://schemas.openxmlformats.org/officeDocument/2006/relationships/image" Target="../media/image1352.png"/><Relationship Id="rId29" Type="http://schemas.openxmlformats.org/officeDocument/2006/relationships/customXml" Target="../ink/ink1351.xml"/><Relationship Id="rId24" Type="http://schemas.openxmlformats.org/officeDocument/2006/relationships/image" Target="../media/image1363.png"/><Relationship Id="rId40" Type="http://schemas.openxmlformats.org/officeDocument/2006/relationships/image" Target="../media/image1371.png"/><Relationship Id="rId45" Type="http://schemas.openxmlformats.org/officeDocument/2006/relationships/customXml" Target="../ink/ink1359.xml"/><Relationship Id="rId66" Type="http://schemas.openxmlformats.org/officeDocument/2006/relationships/image" Target="../media/image1384.png"/><Relationship Id="rId87" Type="http://schemas.openxmlformats.org/officeDocument/2006/relationships/customXml" Target="../ink/ink1380.xml"/><Relationship Id="rId110" Type="http://schemas.openxmlformats.org/officeDocument/2006/relationships/image" Target="../media/image1406.png"/><Relationship Id="rId115" Type="http://schemas.openxmlformats.org/officeDocument/2006/relationships/customXml" Target="../ink/ink1394.xml"/><Relationship Id="rId131" Type="http://schemas.openxmlformats.org/officeDocument/2006/relationships/customXml" Target="../ink/ink1402.xml"/><Relationship Id="rId136" Type="http://schemas.openxmlformats.org/officeDocument/2006/relationships/image" Target="../media/image1419.png"/><Relationship Id="rId61" Type="http://schemas.openxmlformats.org/officeDocument/2006/relationships/customXml" Target="../ink/ink1367.xml"/><Relationship Id="rId82" Type="http://schemas.openxmlformats.org/officeDocument/2006/relationships/image" Target="../media/image1392.png"/><Relationship Id="rId19" Type="http://schemas.openxmlformats.org/officeDocument/2006/relationships/customXml" Target="../ink/ink1346.xml"/><Relationship Id="rId14" Type="http://schemas.openxmlformats.org/officeDocument/2006/relationships/image" Target="../media/image1358.png"/><Relationship Id="rId30" Type="http://schemas.openxmlformats.org/officeDocument/2006/relationships/image" Target="../media/image1366.png"/><Relationship Id="rId35" Type="http://schemas.openxmlformats.org/officeDocument/2006/relationships/customXml" Target="../ink/ink1354.xml"/><Relationship Id="rId56" Type="http://schemas.openxmlformats.org/officeDocument/2006/relationships/image" Target="../media/image1379.png"/><Relationship Id="rId77" Type="http://schemas.openxmlformats.org/officeDocument/2006/relationships/customXml" Target="../ink/ink1375.xml"/><Relationship Id="rId100" Type="http://schemas.openxmlformats.org/officeDocument/2006/relationships/image" Target="../media/image1401.png"/><Relationship Id="rId105" Type="http://schemas.openxmlformats.org/officeDocument/2006/relationships/customXml" Target="../ink/ink1389.xml"/><Relationship Id="rId126" Type="http://schemas.openxmlformats.org/officeDocument/2006/relationships/image" Target="../media/image1414.png"/><Relationship Id="rId8" Type="http://schemas.openxmlformats.org/officeDocument/2006/relationships/image" Target="../media/image1355.png"/><Relationship Id="rId51" Type="http://schemas.openxmlformats.org/officeDocument/2006/relationships/customXml" Target="../ink/ink1362.xml"/><Relationship Id="rId72" Type="http://schemas.openxmlformats.org/officeDocument/2006/relationships/image" Target="../media/image1387.png"/><Relationship Id="rId93" Type="http://schemas.openxmlformats.org/officeDocument/2006/relationships/customXml" Target="../ink/ink1383.xml"/><Relationship Id="rId98" Type="http://schemas.openxmlformats.org/officeDocument/2006/relationships/image" Target="../media/image1400.png"/><Relationship Id="rId121" Type="http://schemas.openxmlformats.org/officeDocument/2006/relationships/customXml" Target="../ink/ink1397.xml"/><Relationship Id="rId3" Type="http://schemas.openxmlformats.org/officeDocument/2006/relationships/image" Target="../media/image1353.png"/><Relationship Id="rId25" Type="http://schemas.openxmlformats.org/officeDocument/2006/relationships/customXml" Target="../ink/ink1349.xml"/><Relationship Id="rId46" Type="http://schemas.openxmlformats.org/officeDocument/2006/relationships/image" Target="../media/image1374.png"/><Relationship Id="rId67" Type="http://schemas.openxmlformats.org/officeDocument/2006/relationships/customXml" Target="../ink/ink1370.xml"/><Relationship Id="rId116" Type="http://schemas.openxmlformats.org/officeDocument/2006/relationships/image" Target="../media/image1409.png"/><Relationship Id="rId137" Type="http://schemas.openxmlformats.org/officeDocument/2006/relationships/customXml" Target="../ink/ink1405.xml"/><Relationship Id="rId20" Type="http://schemas.openxmlformats.org/officeDocument/2006/relationships/image" Target="../media/image1361.png"/><Relationship Id="rId41" Type="http://schemas.openxmlformats.org/officeDocument/2006/relationships/customXml" Target="../ink/ink1357.xml"/><Relationship Id="rId62" Type="http://schemas.openxmlformats.org/officeDocument/2006/relationships/image" Target="../media/image1382.png"/><Relationship Id="rId83" Type="http://schemas.openxmlformats.org/officeDocument/2006/relationships/customXml" Target="../ink/ink1378.xml"/><Relationship Id="rId88" Type="http://schemas.openxmlformats.org/officeDocument/2006/relationships/image" Target="../media/image1395.png"/><Relationship Id="rId111" Type="http://schemas.openxmlformats.org/officeDocument/2006/relationships/customXml" Target="../ink/ink1392.xml"/><Relationship Id="rId132" Type="http://schemas.openxmlformats.org/officeDocument/2006/relationships/image" Target="../media/image1417.png"/><Relationship Id="rId15" Type="http://schemas.openxmlformats.org/officeDocument/2006/relationships/customXml" Target="../ink/ink1344.xml"/><Relationship Id="rId36" Type="http://schemas.openxmlformats.org/officeDocument/2006/relationships/image" Target="../media/image1369.png"/><Relationship Id="rId57" Type="http://schemas.openxmlformats.org/officeDocument/2006/relationships/customXml" Target="../ink/ink1365.xml"/><Relationship Id="rId106" Type="http://schemas.openxmlformats.org/officeDocument/2006/relationships/image" Target="../media/image1404.png"/><Relationship Id="rId127" Type="http://schemas.openxmlformats.org/officeDocument/2006/relationships/customXml" Target="../ink/ink1400.xml"/><Relationship Id="rId10" Type="http://schemas.openxmlformats.org/officeDocument/2006/relationships/image" Target="../media/image1356.png"/><Relationship Id="rId31" Type="http://schemas.openxmlformats.org/officeDocument/2006/relationships/customXml" Target="../ink/ink1352.xml"/><Relationship Id="rId52" Type="http://schemas.openxmlformats.org/officeDocument/2006/relationships/image" Target="../media/image1377.png"/><Relationship Id="rId73" Type="http://schemas.openxmlformats.org/officeDocument/2006/relationships/customXml" Target="../ink/ink1373.xml"/><Relationship Id="rId78" Type="http://schemas.openxmlformats.org/officeDocument/2006/relationships/image" Target="../media/image1390.png"/><Relationship Id="rId94" Type="http://schemas.openxmlformats.org/officeDocument/2006/relationships/image" Target="../media/image1398.png"/><Relationship Id="rId99" Type="http://schemas.openxmlformats.org/officeDocument/2006/relationships/customXml" Target="../ink/ink1386.xml"/><Relationship Id="rId101" Type="http://schemas.openxmlformats.org/officeDocument/2006/relationships/customXml" Target="../ink/ink1387.xml"/><Relationship Id="rId122" Type="http://schemas.openxmlformats.org/officeDocument/2006/relationships/image" Target="../media/image1412.png"/><Relationship Id="rId4" Type="http://schemas.openxmlformats.org/officeDocument/2006/relationships/image" Target="../media/image1348.png"/><Relationship Id="rId9" Type="http://schemas.openxmlformats.org/officeDocument/2006/relationships/customXml" Target="../ink/ink1341.xml"/><Relationship Id="rId26" Type="http://schemas.openxmlformats.org/officeDocument/2006/relationships/image" Target="../media/image1364.png"/><Relationship Id="rId47" Type="http://schemas.openxmlformats.org/officeDocument/2006/relationships/customXml" Target="../ink/ink1360.xml"/><Relationship Id="rId68" Type="http://schemas.openxmlformats.org/officeDocument/2006/relationships/image" Target="../media/image1385.png"/><Relationship Id="rId89" Type="http://schemas.openxmlformats.org/officeDocument/2006/relationships/customXml" Target="../ink/ink1381.xml"/><Relationship Id="rId112" Type="http://schemas.openxmlformats.org/officeDocument/2006/relationships/image" Target="../media/image1407.png"/><Relationship Id="rId133" Type="http://schemas.openxmlformats.org/officeDocument/2006/relationships/customXml" Target="../ink/ink140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3.png"/><Relationship Id="rId2" Type="http://schemas.openxmlformats.org/officeDocument/2006/relationships/image" Target="../media/image14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18.xml"/><Relationship Id="rId21" Type="http://schemas.openxmlformats.org/officeDocument/2006/relationships/image" Target="../media/image1434.png"/><Relationship Id="rId42" Type="http://schemas.openxmlformats.org/officeDocument/2006/relationships/customXml" Target="../ink/ink1426.xml"/><Relationship Id="rId47" Type="http://schemas.openxmlformats.org/officeDocument/2006/relationships/image" Target="../media/image1447.png"/><Relationship Id="rId63" Type="http://schemas.openxmlformats.org/officeDocument/2006/relationships/image" Target="../media/image1455.png"/><Relationship Id="rId68" Type="http://schemas.openxmlformats.org/officeDocument/2006/relationships/customXml" Target="../ink/ink1439.xml"/><Relationship Id="rId16" Type="http://schemas.openxmlformats.org/officeDocument/2006/relationships/customXml" Target="../ink/ink1413.xml"/><Relationship Id="rId11" Type="http://schemas.openxmlformats.org/officeDocument/2006/relationships/image" Target="../media/image1429.png"/><Relationship Id="rId32" Type="http://schemas.openxmlformats.org/officeDocument/2006/relationships/customXml" Target="../ink/ink1421.xml"/><Relationship Id="rId37" Type="http://schemas.openxmlformats.org/officeDocument/2006/relationships/image" Target="../media/image1442.png"/><Relationship Id="rId53" Type="http://schemas.openxmlformats.org/officeDocument/2006/relationships/image" Target="../media/image1450.png"/><Relationship Id="rId58" Type="http://schemas.openxmlformats.org/officeDocument/2006/relationships/customXml" Target="../ink/ink1434.xml"/><Relationship Id="rId74" Type="http://schemas.openxmlformats.org/officeDocument/2006/relationships/customXml" Target="../ink/ink1442.xml"/><Relationship Id="rId79" Type="http://schemas.openxmlformats.org/officeDocument/2006/relationships/image" Target="../media/image1463.png"/><Relationship Id="rId5" Type="http://schemas.openxmlformats.org/officeDocument/2006/relationships/image" Target="../media/image1426.png"/><Relationship Id="rId61" Type="http://schemas.openxmlformats.org/officeDocument/2006/relationships/image" Target="../media/image1454.png"/><Relationship Id="rId82" Type="http://schemas.openxmlformats.org/officeDocument/2006/relationships/customXml" Target="../ink/ink1446.xml"/><Relationship Id="rId19" Type="http://schemas.openxmlformats.org/officeDocument/2006/relationships/image" Target="../media/image1433.png"/><Relationship Id="rId14" Type="http://schemas.openxmlformats.org/officeDocument/2006/relationships/customXml" Target="../ink/ink1412.xml"/><Relationship Id="rId22" Type="http://schemas.openxmlformats.org/officeDocument/2006/relationships/customXml" Target="../ink/ink1416.xml"/><Relationship Id="rId27" Type="http://schemas.openxmlformats.org/officeDocument/2006/relationships/image" Target="../media/image1437.png"/><Relationship Id="rId30" Type="http://schemas.openxmlformats.org/officeDocument/2006/relationships/customXml" Target="../ink/ink1420.xml"/><Relationship Id="rId35" Type="http://schemas.openxmlformats.org/officeDocument/2006/relationships/image" Target="../media/image1441.png"/><Relationship Id="rId43" Type="http://schemas.openxmlformats.org/officeDocument/2006/relationships/image" Target="../media/image1445.png"/><Relationship Id="rId48" Type="http://schemas.openxmlformats.org/officeDocument/2006/relationships/customXml" Target="../ink/ink1429.xml"/><Relationship Id="rId56" Type="http://schemas.openxmlformats.org/officeDocument/2006/relationships/customXml" Target="../ink/ink1433.xml"/><Relationship Id="rId64" Type="http://schemas.openxmlformats.org/officeDocument/2006/relationships/customXml" Target="../ink/ink1437.xml"/><Relationship Id="rId69" Type="http://schemas.openxmlformats.org/officeDocument/2006/relationships/image" Target="../media/image1458.png"/><Relationship Id="rId77" Type="http://schemas.openxmlformats.org/officeDocument/2006/relationships/image" Target="../media/image1462.png"/><Relationship Id="rId8" Type="http://schemas.openxmlformats.org/officeDocument/2006/relationships/customXml" Target="../ink/ink1409.xml"/><Relationship Id="rId51" Type="http://schemas.openxmlformats.org/officeDocument/2006/relationships/image" Target="../media/image1449.png"/><Relationship Id="rId72" Type="http://schemas.openxmlformats.org/officeDocument/2006/relationships/customXml" Target="../ink/ink1441.xml"/><Relationship Id="rId80" Type="http://schemas.openxmlformats.org/officeDocument/2006/relationships/customXml" Target="../ink/ink1445.xml"/><Relationship Id="rId3" Type="http://schemas.openxmlformats.org/officeDocument/2006/relationships/image" Target="../media/image1425.png"/><Relationship Id="rId12" Type="http://schemas.openxmlformats.org/officeDocument/2006/relationships/customXml" Target="../ink/ink1411.xml"/><Relationship Id="rId17" Type="http://schemas.openxmlformats.org/officeDocument/2006/relationships/image" Target="../media/image1432.png"/><Relationship Id="rId25" Type="http://schemas.openxmlformats.org/officeDocument/2006/relationships/image" Target="../media/image1436.png"/><Relationship Id="rId33" Type="http://schemas.openxmlformats.org/officeDocument/2006/relationships/image" Target="../media/image1440.png"/><Relationship Id="rId38" Type="http://schemas.openxmlformats.org/officeDocument/2006/relationships/customXml" Target="../ink/ink1424.xml"/><Relationship Id="rId46" Type="http://schemas.openxmlformats.org/officeDocument/2006/relationships/customXml" Target="../ink/ink1428.xml"/><Relationship Id="rId59" Type="http://schemas.openxmlformats.org/officeDocument/2006/relationships/image" Target="../media/image1453.png"/><Relationship Id="rId67" Type="http://schemas.openxmlformats.org/officeDocument/2006/relationships/image" Target="../media/image1457.png"/><Relationship Id="rId20" Type="http://schemas.openxmlformats.org/officeDocument/2006/relationships/customXml" Target="../ink/ink1415.xml"/><Relationship Id="rId41" Type="http://schemas.openxmlformats.org/officeDocument/2006/relationships/image" Target="../media/image1444.png"/><Relationship Id="rId54" Type="http://schemas.openxmlformats.org/officeDocument/2006/relationships/customXml" Target="../ink/ink1432.xml"/><Relationship Id="rId62" Type="http://schemas.openxmlformats.org/officeDocument/2006/relationships/customXml" Target="../ink/ink1436.xml"/><Relationship Id="rId70" Type="http://schemas.openxmlformats.org/officeDocument/2006/relationships/customXml" Target="../ink/ink1440.xml"/><Relationship Id="rId75" Type="http://schemas.openxmlformats.org/officeDocument/2006/relationships/image" Target="../media/image1461.png"/><Relationship Id="rId83" Type="http://schemas.openxmlformats.org/officeDocument/2006/relationships/image" Target="../media/image146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08.xml"/><Relationship Id="rId15" Type="http://schemas.openxmlformats.org/officeDocument/2006/relationships/image" Target="../media/image1431.png"/><Relationship Id="rId23" Type="http://schemas.openxmlformats.org/officeDocument/2006/relationships/image" Target="../media/image1435.png"/><Relationship Id="rId28" Type="http://schemas.openxmlformats.org/officeDocument/2006/relationships/customXml" Target="../ink/ink1419.xml"/><Relationship Id="rId36" Type="http://schemas.openxmlformats.org/officeDocument/2006/relationships/customXml" Target="../ink/ink1423.xml"/><Relationship Id="rId49" Type="http://schemas.openxmlformats.org/officeDocument/2006/relationships/image" Target="../media/image1448.png"/><Relationship Id="rId57" Type="http://schemas.openxmlformats.org/officeDocument/2006/relationships/image" Target="../media/image1452.png"/><Relationship Id="rId10" Type="http://schemas.openxmlformats.org/officeDocument/2006/relationships/customXml" Target="../ink/ink1410.xml"/><Relationship Id="rId31" Type="http://schemas.openxmlformats.org/officeDocument/2006/relationships/image" Target="../media/image1439.png"/><Relationship Id="rId44" Type="http://schemas.openxmlformats.org/officeDocument/2006/relationships/customXml" Target="../ink/ink1427.xml"/><Relationship Id="rId52" Type="http://schemas.openxmlformats.org/officeDocument/2006/relationships/customXml" Target="../ink/ink1431.xml"/><Relationship Id="rId60" Type="http://schemas.openxmlformats.org/officeDocument/2006/relationships/customXml" Target="../ink/ink1435.xml"/><Relationship Id="rId65" Type="http://schemas.openxmlformats.org/officeDocument/2006/relationships/image" Target="../media/image1456.png"/><Relationship Id="rId73" Type="http://schemas.openxmlformats.org/officeDocument/2006/relationships/image" Target="../media/image1460.png"/><Relationship Id="rId78" Type="http://schemas.openxmlformats.org/officeDocument/2006/relationships/customXml" Target="../ink/ink1444.xml"/><Relationship Id="rId81" Type="http://schemas.openxmlformats.org/officeDocument/2006/relationships/image" Target="../media/image1464.png"/><Relationship Id="rId4" Type="http://schemas.openxmlformats.org/officeDocument/2006/relationships/customXml" Target="../ink/ink1407.xml"/><Relationship Id="rId9" Type="http://schemas.openxmlformats.org/officeDocument/2006/relationships/image" Target="../media/image1428.png"/><Relationship Id="rId13" Type="http://schemas.openxmlformats.org/officeDocument/2006/relationships/image" Target="../media/image1430.png"/><Relationship Id="rId18" Type="http://schemas.openxmlformats.org/officeDocument/2006/relationships/customXml" Target="../ink/ink1414.xml"/><Relationship Id="rId39" Type="http://schemas.openxmlformats.org/officeDocument/2006/relationships/image" Target="../media/image1443.png"/><Relationship Id="rId34" Type="http://schemas.openxmlformats.org/officeDocument/2006/relationships/customXml" Target="../ink/ink1422.xml"/><Relationship Id="rId50" Type="http://schemas.openxmlformats.org/officeDocument/2006/relationships/customXml" Target="../ink/ink1430.xml"/><Relationship Id="rId55" Type="http://schemas.openxmlformats.org/officeDocument/2006/relationships/image" Target="../media/image1451.png"/><Relationship Id="rId76" Type="http://schemas.openxmlformats.org/officeDocument/2006/relationships/customXml" Target="../ink/ink1443.xml"/><Relationship Id="rId7" Type="http://schemas.openxmlformats.org/officeDocument/2006/relationships/image" Target="../media/image1427.png"/><Relationship Id="rId71" Type="http://schemas.openxmlformats.org/officeDocument/2006/relationships/image" Target="../media/image1459.png"/><Relationship Id="rId2" Type="http://schemas.openxmlformats.org/officeDocument/2006/relationships/image" Target="../media/image1424.png"/><Relationship Id="rId29" Type="http://schemas.openxmlformats.org/officeDocument/2006/relationships/image" Target="../media/image1438.png"/><Relationship Id="rId24" Type="http://schemas.openxmlformats.org/officeDocument/2006/relationships/customXml" Target="../ink/ink1417.xml"/><Relationship Id="rId40" Type="http://schemas.openxmlformats.org/officeDocument/2006/relationships/customXml" Target="../ink/ink1425.xml"/><Relationship Id="rId45" Type="http://schemas.openxmlformats.org/officeDocument/2006/relationships/image" Target="../media/image1446.png"/><Relationship Id="rId66" Type="http://schemas.openxmlformats.org/officeDocument/2006/relationships/customXml" Target="../ink/ink1438.xml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22.png"/><Relationship Id="rId671" Type="http://schemas.openxmlformats.org/officeDocument/2006/relationships/customXml" Target="../ink/ink1782.xml"/><Relationship Id="rId21" Type="http://schemas.openxmlformats.org/officeDocument/2006/relationships/image" Target="../media/image1475.png"/><Relationship Id="rId324" Type="http://schemas.openxmlformats.org/officeDocument/2006/relationships/customXml" Target="../ink/ink1608.xml"/><Relationship Id="rId531" Type="http://schemas.openxmlformats.org/officeDocument/2006/relationships/image" Target="../media/image1727.png"/><Relationship Id="rId629" Type="http://schemas.openxmlformats.org/officeDocument/2006/relationships/customXml" Target="../ink/ink1761.xml"/><Relationship Id="rId170" Type="http://schemas.openxmlformats.org/officeDocument/2006/relationships/customXml" Target="../ink/ink1531.xml"/><Relationship Id="rId268" Type="http://schemas.openxmlformats.org/officeDocument/2006/relationships/customXml" Target="../ink/ink1580.xml"/><Relationship Id="rId475" Type="http://schemas.openxmlformats.org/officeDocument/2006/relationships/image" Target="../media/image1699.png"/><Relationship Id="rId682" Type="http://schemas.openxmlformats.org/officeDocument/2006/relationships/image" Target="../media/image1801.png"/><Relationship Id="rId32" Type="http://schemas.openxmlformats.org/officeDocument/2006/relationships/customXml" Target="../ink/ink1462.xml"/><Relationship Id="rId128" Type="http://schemas.openxmlformats.org/officeDocument/2006/relationships/customXml" Target="../ink/ink1510.xml"/><Relationship Id="rId335" Type="http://schemas.openxmlformats.org/officeDocument/2006/relationships/image" Target="../media/image1630.png"/><Relationship Id="rId542" Type="http://schemas.openxmlformats.org/officeDocument/2006/relationships/customXml" Target="../ink/ink1717.xml"/><Relationship Id="rId181" Type="http://schemas.openxmlformats.org/officeDocument/2006/relationships/image" Target="../media/image1554.png"/><Relationship Id="rId402" Type="http://schemas.openxmlformats.org/officeDocument/2006/relationships/customXml" Target="../ink/ink1647.xml"/><Relationship Id="rId279" Type="http://schemas.openxmlformats.org/officeDocument/2006/relationships/image" Target="../media/image1603.png"/><Relationship Id="rId486" Type="http://schemas.openxmlformats.org/officeDocument/2006/relationships/customXml" Target="../ink/ink1689.xml"/><Relationship Id="rId693" Type="http://schemas.openxmlformats.org/officeDocument/2006/relationships/image" Target="../media/image1806.png"/><Relationship Id="rId43" Type="http://schemas.openxmlformats.org/officeDocument/2006/relationships/image" Target="../media/image1486.png"/><Relationship Id="rId139" Type="http://schemas.openxmlformats.org/officeDocument/2006/relationships/image" Target="../media/image1533.png"/><Relationship Id="rId346" Type="http://schemas.openxmlformats.org/officeDocument/2006/relationships/customXml" Target="../ink/ink1619.xml"/><Relationship Id="rId553" Type="http://schemas.openxmlformats.org/officeDocument/2006/relationships/image" Target="../media/image1738.png"/><Relationship Id="rId192" Type="http://schemas.openxmlformats.org/officeDocument/2006/relationships/customXml" Target="../ink/ink1542.xml"/><Relationship Id="rId206" Type="http://schemas.openxmlformats.org/officeDocument/2006/relationships/customXml" Target="../ink/ink1549.xml"/><Relationship Id="rId413" Type="http://schemas.openxmlformats.org/officeDocument/2006/relationships/image" Target="../media/image1668.png"/><Relationship Id="rId497" Type="http://schemas.openxmlformats.org/officeDocument/2006/relationships/image" Target="../media/image1710.png"/><Relationship Id="rId620" Type="http://schemas.openxmlformats.org/officeDocument/2006/relationships/image" Target="../media/image1770.png"/><Relationship Id="rId357" Type="http://schemas.openxmlformats.org/officeDocument/2006/relationships/image" Target="../media/image1641.png"/><Relationship Id="rId54" Type="http://schemas.openxmlformats.org/officeDocument/2006/relationships/customXml" Target="../ink/ink1473.xml"/><Relationship Id="rId217" Type="http://schemas.openxmlformats.org/officeDocument/2006/relationships/image" Target="../media/image1572.png"/><Relationship Id="rId564" Type="http://schemas.openxmlformats.org/officeDocument/2006/relationships/customXml" Target="../ink/ink1728.xml"/><Relationship Id="rId424" Type="http://schemas.openxmlformats.org/officeDocument/2006/relationships/customXml" Target="../ink/ink1658.xml"/><Relationship Id="rId631" Type="http://schemas.openxmlformats.org/officeDocument/2006/relationships/customXml" Target="../ink/ink1762.xml"/><Relationship Id="rId270" Type="http://schemas.openxmlformats.org/officeDocument/2006/relationships/customXml" Target="../ink/ink1581.xml"/><Relationship Id="rId65" Type="http://schemas.openxmlformats.org/officeDocument/2006/relationships/image" Target="../media/image1497.png"/><Relationship Id="rId130" Type="http://schemas.openxmlformats.org/officeDocument/2006/relationships/customXml" Target="../ink/ink1511.xml"/><Relationship Id="rId368" Type="http://schemas.openxmlformats.org/officeDocument/2006/relationships/customXml" Target="../ink/ink1630.xml"/><Relationship Id="rId575" Type="http://schemas.openxmlformats.org/officeDocument/2006/relationships/image" Target="../media/image1749.png"/><Relationship Id="rId228" Type="http://schemas.openxmlformats.org/officeDocument/2006/relationships/customXml" Target="../ink/ink1560.xml"/><Relationship Id="rId435" Type="http://schemas.openxmlformats.org/officeDocument/2006/relationships/image" Target="../media/image1679.png"/><Relationship Id="rId642" Type="http://schemas.openxmlformats.org/officeDocument/2006/relationships/image" Target="../media/image1781.png"/><Relationship Id="rId281" Type="http://schemas.openxmlformats.org/officeDocument/2006/relationships/image" Target="../media/image1604.png"/><Relationship Id="rId502" Type="http://schemas.openxmlformats.org/officeDocument/2006/relationships/customXml" Target="../ink/ink1697.xml"/><Relationship Id="rId76" Type="http://schemas.openxmlformats.org/officeDocument/2006/relationships/customXml" Target="../ink/ink1484.xml"/><Relationship Id="rId141" Type="http://schemas.openxmlformats.org/officeDocument/2006/relationships/image" Target="../media/image1534.png"/><Relationship Id="rId379" Type="http://schemas.openxmlformats.org/officeDocument/2006/relationships/image" Target="../media/image1652.png"/><Relationship Id="rId586" Type="http://schemas.openxmlformats.org/officeDocument/2006/relationships/customXml" Target="../ink/ink1739.xml"/><Relationship Id="rId7" Type="http://schemas.openxmlformats.org/officeDocument/2006/relationships/image" Target="../media/image1468.png"/><Relationship Id="rId239" Type="http://schemas.openxmlformats.org/officeDocument/2006/relationships/image" Target="../media/image1583.png"/><Relationship Id="rId446" Type="http://schemas.openxmlformats.org/officeDocument/2006/relationships/customXml" Target="../ink/ink1669.xml"/><Relationship Id="rId653" Type="http://schemas.openxmlformats.org/officeDocument/2006/relationships/customXml" Target="../ink/ink1773.xml"/><Relationship Id="rId292" Type="http://schemas.openxmlformats.org/officeDocument/2006/relationships/customXml" Target="../ink/ink1592.xml"/><Relationship Id="rId306" Type="http://schemas.openxmlformats.org/officeDocument/2006/relationships/customXml" Target="../ink/ink1599.xml"/><Relationship Id="rId87" Type="http://schemas.openxmlformats.org/officeDocument/2006/relationships/image" Target="../media/image1508.png"/><Relationship Id="rId513" Type="http://schemas.openxmlformats.org/officeDocument/2006/relationships/image" Target="../media/image1718.png"/><Relationship Id="rId597" Type="http://schemas.openxmlformats.org/officeDocument/2006/relationships/image" Target="../media/image374.png"/><Relationship Id="rId152" Type="http://schemas.openxmlformats.org/officeDocument/2006/relationships/customXml" Target="../ink/ink1522.xml"/><Relationship Id="rId457" Type="http://schemas.openxmlformats.org/officeDocument/2006/relationships/image" Target="../media/image1690.png"/><Relationship Id="rId664" Type="http://schemas.openxmlformats.org/officeDocument/2006/relationships/image" Target="../media/image1792.png"/><Relationship Id="rId14" Type="http://schemas.openxmlformats.org/officeDocument/2006/relationships/customXml" Target="../ink/ink1453.xml"/><Relationship Id="rId317" Type="http://schemas.openxmlformats.org/officeDocument/2006/relationships/image" Target="../media/image1622.png"/><Relationship Id="rId524" Type="http://schemas.openxmlformats.org/officeDocument/2006/relationships/customXml" Target="../ink/ink1708.xml"/><Relationship Id="rId98" Type="http://schemas.openxmlformats.org/officeDocument/2006/relationships/customXml" Target="../ink/ink1495.xml"/><Relationship Id="rId163" Type="http://schemas.openxmlformats.org/officeDocument/2006/relationships/image" Target="../media/image1545.png"/><Relationship Id="rId370" Type="http://schemas.openxmlformats.org/officeDocument/2006/relationships/customXml" Target="../ink/ink1631.xml"/><Relationship Id="rId230" Type="http://schemas.openxmlformats.org/officeDocument/2006/relationships/customXml" Target="../ink/ink1561.xml"/><Relationship Id="rId468" Type="http://schemas.openxmlformats.org/officeDocument/2006/relationships/customXml" Target="../ink/ink1680.xml"/><Relationship Id="rId675" Type="http://schemas.openxmlformats.org/officeDocument/2006/relationships/customXml" Target="../ink/ink1784.xml"/><Relationship Id="rId25" Type="http://schemas.openxmlformats.org/officeDocument/2006/relationships/image" Target="../media/image1477.png"/><Relationship Id="rId328" Type="http://schemas.openxmlformats.org/officeDocument/2006/relationships/customXml" Target="../ink/ink1610.xml"/><Relationship Id="rId535" Type="http://schemas.openxmlformats.org/officeDocument/2006/relationships/image" Target="../media/image1729.png"/><Relationship Id="rId174" Type="http://schemas.openxmlformats.org/officeDocument/2006/relationships/customXml" Target="../ink/ink1533.xml"/><Relationship Id="rId381" Type="http://schemas.openxmlformats.org/officeDocument/2006/relationships/image" Target="../media/image1653.png"/><Relationship Id="rId602" Type="http://schemas.openxmlformats.org/officeDocument/2006/relationships/image" Target="../media/image1761.png"/><Relationship Id="rId241" Type="http://schemas.openxmlformats.org/officeDocument/2006/relationships/image" Target="../media/image1584.png"/><Relationship Id="rId479" Type="http://schemas.openxmlformats.org/officeDocument/2006/relationships/image" Target="../media/image1701.png"/><Relationship Id="rId686" Type="http://schemas.openxmlformats.org/officeDocument/2006/relationships/image" Target="../media/image1803.png"/><Relationship Id="rId36" Type="http://schemas.openxmlformats.org/officeDocument/2006/relationships/customXml" Target="../ink/ink1464.xml"/><Relationship Id="rId339" Type="http://schemas.openxmlformats.org/officeDocument/2006/relationships/image" Target="../media/image1632.png"/><Relationship Id="rId546" Type="http://schemas.openxmlformats.org/officeDocument/2006/relationships/customXml" Target="../ink/ink1719.xml"/><Relationship Id="rId101" Type="http://schemas.openxmlformats.org/officeDocument/2006/relationships/image" Target="../media/image1514.png"/><Relationship Id="rId185" Type="http://schemas.openxmlformats.org/officeDocument/2006/relationships/image" Target="../media/image1556.png"/><Relationship Id="rId406" Type="http://schemas.openxmlformats.org/officeDocument/2006/relationships/customXml" Target="../ink/ink1649.xml"/><Relationship Id="rId392" Type="http://schemas.openxmlformats.org/officeDocument/2006/relationships/customXml" Target="../ink/ink1642.xml"/><Relationship Id="rId613" Type="http://schemas.openxmlformats.org/officeDocument/2006/relationships/customXml" Target="../ink/ink1753.xml"/><Relationship Id="rId252" Type="http://schemas.openxmlformats.org/officeDocument/2006/relationships/customXml" Target="../ink/ink1572.xml"/><Relationship Id="rId47" Type="http://schemas.openxmlformats.org/officeDocument/2006/relationships/image" Target="../media/image1488.png"/><Relationship Id="rId112" Type="http://schemas.openxmlformats.org/officeDocument/2006/relationships/customXml" Target="../ink/ink1502.xml"/><Relationship Id="rId557" Type="http://schemas.openxmlformats.org/officeDocument/2006/relationships/image" Target="../media/image1740.png"/><Relationship Id="rId196" Type="http://schemas.openxmlformats.org/officeDocument/2006/relationships/customXml" Target="../ink/ink1544.xml"/><Relationship Id="rId417" Type="http://schemas.openxmlformats.org/officeDocument/2006/relationships/image" Target="../media/image1670.png"/><Relationship Id="rId624" Type="http://schemas.openxmlformats.org/officeDocument/2006/relationships/image" Target="../media/image1772.png"/><Relationship Id="rId263" Type="http://schemas.openxmlformats.org/officeDocument/2006/relationships/image" Target="../media/image1595.png"/><Relationship Id="rId470" Type="http://schemas.openxmlformats.org/officeDocument/2006/relationships/customXml" Target="../ink/ink1681.xml"/><Relationship Id="rId58" Type="http://schemas.openxmlformats.org/officeDocument/2006/relationships/customXml" Target="../ink/ink1475.xml"/><Relationship Id="rId123" Type="http://schemas.openxmlformats.org/officeDocument/2006/relationships/image" Target="../media/image1525.png"/><Relationship Id="rId330" Type="http://schemas.openxmlformats.org/officeDocument/2006/relationships/customXml" Target="../ink/ink1611.xml"/><Relationship Id="rId568" Type="http://schemas.openxmlformats.org/officeDocument/2006/relationships/customXml" Target="../ink/ink1730.xml"/><Relationship Id="rId428" Type="http://schemas.openxmlformats.org/officeDocument/2006/relationships/customXml" Target="../ink/ink1660.xml"/><Relationship Id="rId635" Type="http://schemas.openxmlformats.org/officeDocument/2006/relationships/customXml" Target="../ink/ink1764.xml"/><Relationship Id="rId274" Type="http://schemas.openxmlformats.org/officeDocument/2006/relationships/customXml" Target="../ink/ink1583.xml"/><Relationship Id="rId481" Type="http://schemas.openxmlformats.org/officeDocument/2006/relationships/image" Target="../media/image1702.png"/><Relationship Id="rId69" Type="http://schemas.openxmlformats.org/officeDocument/2006/relationships/image" Target="../media/image1499.png"/><Relationship Id="rId134" Type="http://schemas.openxmlformats.org/officeDocument/2006/relationships/customXml" Target="../ink/ink1513.xml"/><Relationship Id="rId579" Type="http://schemas.openxmlformats.org/officeDocument/2006/relationships/image" Target="../media/image1751.png"/><Relationship Id="rId341" Type="http://schemas.openxmlformats.org/officeDocument/2006/relationships/image" Target="../media/image1633.png"/><Relationship Id="rId439" Type="http://schemas.openxmlformats.org/officeDocument/2006/relationships/image" Target="../media/image1681.png"/><Relationship Id="rId646" Type="http://schemas.openxmlformats.org/officeDocument/2006/relationships/image" Target="../media/image1783.png"/><Relationship Id="rId201" Type="http://schemas.openxmlformats.org/officeDocument/2006/relationships/image" Target="../media/image1564.png"/><Relationship Id="rId285" Type="http://schemas.openxmlformats.org/officeDocument/2006/relationships/image" Target="../media/image1606.png"/><Relationship Id="rId506" Type="http://schemas.openxmlformats.org/officeDocument/2006/relationships/customXml" Target="../ink/ink1699.xml"/><Relationship Id="rId492" Type="http://schemas.openxmlformats.org/officeDocument/2006/relationships/customXml" Target="../ink/ink1692.xml"/><Relationship Id="rId145" Type="http://schemas.openxmlformats.org/officeDocument/2006/relationships/image" Target="../media/image1536.png"/><Relationship Id="rId352" Type="http://schemas.openxmlformats.org/officeDocument/2006/relationships/customXml" Target="../ink/ink1622.xml"/><Relationship Id="rId212" Type="http://schemas.openxmlformats.org/officeDocument/2006/relationships/customXml" Target="../ink/ink1552.xml"/><Relationship Id="rId657" Type="http://schemas.openxmlformats.org/officeDocument/2006/relationships/customXml" Target="../ink/ink1775.xml"/><Relationship Id="rId296" Type="http://schemas.openxmlformats.org/officeDocument/2006/relationships/customXml" Target="../ink/ink1594.xml"/><Relationship Id="rId517" Type="http://schemas.openxmlformats.org/officeDocument/2006/relationships/image" Target="../media/image1720.png"/><Relationship Id="rId60" Type="http://schemas.openxmlformats.org/officeDocument/2006/relationships/customXml" Target="../ink/ink1476.xml"/><Relationship Id="rId156" Type="http://schemas.openxmlformats.org/officeDocument/2006/relationships/customXml" Target="../ink/ink1524.xml"/><Relationship Id="rId198" Type="http://schemas.openxmlformats.org/officeDocument/2006/relationships/customXml" Target="../ink/ink1545.xml"/><Relationship Id="rId321" Type="http://schemas.openxmlformats.org/officeDocument/2006/relationships/image" Target="../media/image275.png"/><Relationship Id="rId363" Type="http://schemas.openxmlformats.org/officeDocument/2006/relationships/image" Target="../media/image1644.png"/><Relationship Id="rId419" Type="http://schemas.openxmlformats.org/officeDocument/2006/relationships/image" Target="../media/image1671.png"/><Relationship Id="rId570" Type="http://schemas.openxmlformats.org/officeDocument/2006/relationships/customXml" Target="../ink/ink1731.xml"/><Relationship Id="rId626" Type="http://schemas.openxmlformats.org/officeDocument/2006/relationships/image" Target="../media/image1773.png"/><Relationship Id="rId223" Type="http://schemas.openxmlformats.org/officeDocument/2006/relationships/image" Target="../media/image1575.png"/><Relationship Id="rId430" Type="http://schemas.openxmlformats.org/officeDocument/2006/relationships/customXml" Target="../ink/ink1661.xml"/><Relationship Id="rId668" Type="http://schemas.openxmlformats.org/officeDocument/2006/relationships/image" Target="../media/image1794.png"/><Relationship Id="rId18" Type="http://schemas.openxmlformats.org/officeDocument/2006/relationships/customXml" Target="../ink/ink1455.xml"/><Relationship Id="rId265" Type="http://schemas.openxmlformats.org/officeDocument/2006/relationships/image" Target="../media/image1596.png"/><Relationship Id="rId472" Type="http://schemas.openxmlformats.org/officeDocument/2006/relationships/customXml" Target="../ink/ink1682.xml"/><Relationship Id="rId528" Type="http://schemas.openxmlformats.org/officeDocument/2006/relationships/customXml" Target="../ink/ink1710.xml"/><Relationship Id="rId125" Type="http://schemas.openxmlformats.org/officeDocument/2006/relationships/image" Target="../media/image1526.png"/><Relationship Id="rId167" Type="http://schemas.openxmlformats.org/officeDocument/2006/relationships/image" Target="../media/image1547.png"/><Relationship Id="rId332" Type="http://schemas.openxmlformats.org/officeDocument/2006/relationships/customXml" Target="../ink/ink1612.xml"/><Relationship Id="rId374" Type="http://schemas.openxmlformats.org/officeDocument/2006/relationships/customXml" Target="../ink/ink1633.xml"/><Relationship Id="rId581" Type="http://schemas.openxmlformats.org/officeDocument/2006/relationships/image" Target="../media/image1752.png"/><Relationship Id="rId71" Type="http://schemas.openxmlformats.org/officeDocument/2006/relationships/image" Target="../media/image1500.png"/><Relationship Id="rId234" Type="http://schemas.openxmlformats.org/officeDocument/2006/relationships/customXml" Target="../ink/ink1563.xml"/><Relationship Id="rId637" Type="http://schemas.openxmlformats.org/officeDocument/2006/relationships/customXml" Target="../ink/ink1765.xml"/><Relationship Id="rId679" Type="http://schemas.openxmlformats.org/officeDocument/2006/relationships/customXml" Target="../ink/ink1786.xml"/><Relationship Id="rId2" Type="http://schemas.openxmlformats.org/officeDocument/2006/relationships/customXml" Target="../ink/ink1447.xml"/><Relationship Id="rId29" Type="http://schemas.openxmlformats.org/officeDocument/2006/relationships/image" Target="../media/image1479.png"/><Relationship Id="rId276" Type="http://schemas.openxmlformats.org/officeDocument/2006/relationships/customXml" Target="../ink/ink1584.xml"/><Relationship Id="rId441" Type="http://schemas.openxmlformats.org/officeDocument/2006/relationships/image" Target="../media/image1682.png"/><Relationship Id="rId483" Type="http://schemas.openxmlformats.org/officeDocument/2006/relationships/image" Target="../media/image1703.png"/><Relationship Id="rId539" Type="http://schemas.openxmlformats.org/officeDocument/2006/relationships/image" Target="../media/image1731.png"/><Relationship Id="rId690" Type="http://schemas.openxmlformats.org/officeDocument/2006/relationships/customXml" Target="../ink/ink1792.xml"/><Relationship Id="rId40" Type="http://schemas.openxmlformats.org/officeDocument/2006/relationships/customXml" Target="../ink/ink1466.xml"/><Relationship Id="rId136" Type="http://schemas.openxmlformats.org/officeDocument/2006/relationships/customXml" Target="../ink/ink1514.xml"/><Relationship Id="rId178" Type="http://schemas.openxmlformats.org/officeDocument/2006/relationships/customXml" Target="../ink/ink1535.xml"/><Relationship Id="rId301" Type="http://schemas.openxmlformats.org/officeDocument/2006/relationships/image" Target="../media/image1614.png"/><Relationship Id="rId343" Type="http://schemas.openxmlformats.org/officeDocument/2006/relationships/image" Target="../media/image1634.png"/><Relationship Id="rId550" Type="http://schemas.openxmlformats.org/officeDocument/2006/relationships/customXml" Target="../ink/ink1721.xml"/><Relationship Id="rId82" Type="http://schemas.openxmlformats.org/officeDocument/2006/relationships/customXml" Target="../ink/ink1487.xml"/><Relationship Id="rId203" Type="http://schemas.openxmlformats.org/officeDocument/2006/relationships/image" Target="../media/image1565.png"/><Relationship Id="rId385" Type="http://schemas.openxmlformats.org/officeDocument/2006/relationships/image" Target="../media/image1655.png"/><Relationship Id="rId592" Type="http://schemas.openxmlformats.org/officeDocument/2006/relationships/customXml" Target="../ink/ink1742.xml"/><Relationship Id="rId606" Type="http://schemas.openxmlformats.org/officeDocument/2006/relationships/image" Target="../media/image1763.png"/><Relationship Id="rId648" Type="http://schemas.openxmlformats.org/officeDocument/2006/relationships/image" Target="../media/image1784.png"/><Relationship Id="rId245" Type="http://schemas.openxmlformats.org/officeDocument/2006/relationships/image" Target="../media/image1586.png"/><Relationship Id="rId287" Type="http://schemas.openxmlformats.org/officeDocument/2006/relationships/image" Target="../media/image1607.png"/><Relationship Id="rId410" Type="http://schemas.openxmlformats.org/officeDocument/2006/relationships/customXml" Target="../ink/ink1651.xml"/><Relationship Id="rId452" Type="http://schemas.openxmlformats.org/officeDocument/2006/relationships/customXml" Target="../ink/ink1672.xml"/><Relationship Id="rId494" Type="http://schemas.openxmlformats.org/officeDocument/2006/relationships/customXml" Target="../ink/ink1693.xml"/><Relationship Id="rId508" Type="http://schemas.openxmlformats.org/officeDocument/2006/relationships/customXml" Target="../ink/ink1700.xml"/><Relationship Id="rId105" Type="http://schemas.openxmlformats.org/officeDocument/2006/relationships/image" Target="../media/image1516.png"/><Relationship Id="rId147" Type="http://schemas.openxmlformats.org/officeDocument/2006/relationships/image" Target="../media/image1537.png"/><Relationship Id="rId312" Type="http://schemas.openxmlformats.org/officeDocument/2006/relationships/customXml" Target="../ink/ink1602.xml"/><Relationship Id="rId354" Type="http://schemas.openxmlformats.org/officeDocument/2006/relationships/customXml" Target="../ink/ink1623.xml"/><Relationship Id="rId51" Type="http://schemas.openxmlformats.org/officeDocument/2006/relationships/image" Target="../media/image1490.png"/><Relationship Id="rId93" Type="http://schemas.openxmlformats.org/officeDocument/2006/relationships/image" Target="../media/image1510.png"/><Relationship Id="rId189" Type="http://schemas.openxmlformats.org/officeDocument/2006/relationships/image" Target="../media/image1558.png"/><Relationship Id="rId396" Type="http://schemas.openxmlformats.org/officeDocument/2006/relationships/customXml" Target="../ink/ink1644.xml"/><Relationship Id="rId561" Type="http://schemas.openxmlformats.org/officeDocument/2006/relationships/image" Target="../media/image1742.png"/><Relationship Id="rId617" Type="http://schemas.openxmlformats.org/officeDocument/2006/relationships/customXml" Target="../ink/ink1755.xml"/><Relationship Id="rId659" Type="http://schemas.openxmlformats.org/officeDocument/2006/relationships/customXml" Target="../ink/ink1776.xml"/><Relationship Id="rId214" Type="http://schemas.openxmlformats.org/officeDocument/2006/relationships/customXml" Target="../ink/ink1553.xml"/><Relationship Id="rId256" Type="http://schemas.openxmlformats.org/officeDocument/2006/relationships/customXml" Target="../ink/ink1574.xml"/><Relationship Id="rId298" Type="http://schemas.openxmlformats.org/officeDocument/2006/relationships/customXml" Target="../ink/ink1595.xml"/><Relationship Id="rId421" Type="http://schemas.openxmlformats.org/officeDocument/2006/relationships/image" Target="../media/image1672.png"/><Relationship Id="rId463" Type="http://schemas.openxmlformats.org/officeDocument/2006/relationships/image" Target="../media/image1693.png"/><Relationship Id="rId519" Type="http://schemas.openxmlformats.org/officeDocument/2006/relationships/image" Target="../media/image1721.png"/><Relationship Id="rId670" Type="http://schemas.openxmlformats.org/officeDocument/2006/relationships/image" Target="../media/image1795.png"/><Relationship Id="rId116" Type="http://schemas.openxmlformats.org/officeDocument/2006/relationships/customXml" Target="../ink/ink1504.xml"/><Relationship Id="rId158" Type="http://schemas.openxmlformats.org/officeDocument/2006/relationships/customXml" Target="../ink/ink1525.xml"/><Relationship Id="rId323" Type="http://schemas.openxmlformats.org/officeDocument/2006/relationships/image" Target="../media/image1624.png"/><Relationship Id="rId530" Type="http://schemas.openxmlformats.org/officeDocument/2006/relationships/customXml" Target="../ink/ink1711.xml"/><Relationship Id="rId20" Type="http://schemas.openxmlformats.org/officeDocument/2006/relationships/customXml" Target="../ink/ink1456.xml"/><Relationship Id="rId62" Type="http://schemas.openxmlformats.org/officeDocument/2006/relationships/customXml" Target="../ink/ink1477.xml"/><Relationship Id="rId365" Type="http://schemas.openxmlformats.org/officeDocument/2006/relationships/image" Target="../media/image1645.png"/><Relationship Id="rId572" Type="http://schemas.openxmlformats.org/officeDocument/2006/relationships/customXml" Target="../ink/ink1732.xml"/><Relationship Id="rId628" Type="http://schemas.openxmlformats.org/officeDocument/2006/relationships/image" Target="../media/image1774.png"/><Relationship Id="rId225" Type="http://schemas.openxmlformats.org/officeDocument/2006/relationships/image" Target="../media/image1576.png"/><Relationship Id="rId267" Type="http://schemas.openxmlformats.org/officeDocument/2006/relationships/image" Target="../media/image1597.png"/><Relationship Id="rId432" Type="http://schemas.openxmlformats.org/officeDocument/2006/relationships/customXml" Target="../ink/ink1662.xml"/><Relationship Id="rId474" Type="http://schemas.openxmlformats.org/officeDocument/2006/relationships/customXml" Target="../ink/ink1683.xml"/><Relationship Id="rId127" Type="http://schemas.openxmlformats.org/officeDocument/2006/relationships/image" Target="../media/image1527.png"/><Relationship Id="rId681" Type="http://schemas.openxmlformats.org/officeDocument/2006/relationships/customXml" Target="../ink/ink1787.xml"/><Relationship Id="rId31" Type="http://schemas.openxmlformats.org/officeDocument/2006/relationships/image" Target="../media/image1480.png"/><Relationship Id="rId73" Type="http://schemas.openxmlformats.org/officeDocument/2006/relationships/image" Target="../media/image1501.png"/><Relationship Id="rId169" Type="http://schemas.openxmlformats.org/officeDocument/2006/relationships/image" Target="../media/image1548.png"/><Relationship Id="rId334" Type="http://schemas.openxmlformats.org/officeDocument/2006/relationships/customXml" Target="../ink/ink1613.xml"/><Relationship Id="rId376" Type="http://schemas.openxmlformats.org/officeDocument/2006/relationships/customXml" Target="../ink/ink1634.xml"/><Relationship Id="rId541" Type="http://schemas.openxmlformats.org/officeDocument/2006/relationships/image" Target="../media/image1732.png"/><Relationship Id="rId583" Type="http://schemas.openxmlformats.org/officeDocument/2006/relationships/image" Target="../media/image1753.png"/><Relationship Id="rId639" Type="http://schemas.openxmlformats.org/officeDocument/2006/relationships/customXml" Target="../ink/ink1766.xml"/><Relationship Id="rId4" Type="http://schemas.openxmlformats.org/officeDocument/2006/relationships/customXml" Target="../ink/ink1448.xml"/><Relationship Id="rId180" Type="http://schemas.openxmlformats.org/officeDocument/2006/relationships/customXml" Target="../ink/ink1536.xml"/><Relationship Id="rId236" Type="http://schemas.openxmlformats.org/officeDocument/2006/relationships/customXml" Target="../ink/ink1564.xml"/><Relationship Id="rId278" Type="http://schemas.openxmlformats.org/officeDocument/2006/relationships/customXml" Target="../ink/ink1585.xml"/><Relationship Id="rId401" Type="http://schemas.openxmlformats.org/officeDocument/2006/relationships/image" Target="../media/image1663.png"/><Relationship Id="rId443" Type="http://schemas.openxmlformats.org/officeDocument/2006/relationships/image" Target="../media/image1683.png"/><Relationship Id="rId650" Type="http://schemas.openxmlformats.org/officeDocument/2006/relationships/image" Target="../media/image1785.png"/><Relationship Id="rId303" Type="http://schemas.openxmlformats.org/officeDocument/2006/relationships/image" Target="../media/image1615.png"/><Relationship Id="rId485" Type="http://schemas.openxmlformats.org/officeDocument/2006/relationships/image" Target="../media/image1704.png"/><Relationship Id="rId692" Type="http://schemas.openxmlformats.org/officeDocument/2006/relationships/customXml" Target="../ink/ink1793.xml"/><Relationship Id="rId42" Type="http://schemas.openxmlformats.org/officeDocument/2006/relationships/customXml" Target="../ink/ink1467.xml"/><Relationship Id="rId84" Type="http://schemas.openxmlformats.org/officeDocument/2006/relationships/customXml" Target="../ink/ink1488.xml"/><Relationship Id="rId138" Type="http://schemas.openxmlformats.org/officeDocument/2006/relationships/customXml" Target="../ink/ink1515.xml"/><Relationship Id="rId345" Type="http://schemas.openxmlformats.org/officeDocument/2006/relationships/image" Target="../media/image1635.png"/><Relationship Id="rId387" Type="http://schemas.openxmlformats.org/officeDocument/2006/relationships/image" Target="../media/image1656.png"/><Relationship Id="rId510" Type="http://schemas.openxmlformats.org/officeDocument/2006/relationships/customXml" Target="../ink/ink1701.xml"/><Relationship Id="rId552" Type="http://schemas.openxmlformats.org/officeDocument/2006/relationships/customXml" Target="../ink/ink1722.xml"/><Relationship Id="rId594" Type="http://schemas.openxmlformats.org/officeDocument/2006/relationships/customXml" Target="../ink/ink1743.xml"/><Relationship Id="rId608" Type="http://schemas.openxmlformats.org/officeDocument/2006/relationships/image" Target="../media/image1764.png"/><Relationship Id="rId191" Type="http://schemas.openxmlformats.org/officeDocument/2006/relationships/image" Target="../media/image1559.png"/><Relationship Id="rId205" Type="http://schemas.openxmlformats.org/officeDocument/2006/relationships/image" Target="../media/image1566.png"/><Relationship Id="rId247" Type="http://schemas.openxmlformats.org/officeDocument/2006/relationships/image" Target="../media/image1587.png"/><Relationship Id="rId412" Type="http://schemas.openxmlformats.org/officeDocument/2006/relationships/customXml" Target="../ink/ink1652.xml"/><Relationship Id="rId107" Type="http://schemas.openxmlformats.org/officeDocument/2006/relationships/image" Target="../media/image1517.png"/><Relationship Id="rId289" Type="http://schemas.openxmlformats.org/officeDocument/2006/relationships/image" Target="../media/image1608.png"/><Relationship Id="rId454" Type="http://schemas.openxmlformats.org/officeDocument/2006/relationships/customXml" Target="../ink/ink1673.xml"/><Relationship Id="rId496" Type="http://schemas.openxmlformats.org/officeDocument/2006/relationships/customXml" Target="../ink/ink1694.xml"/><Relationship Id="rId661" Type="http://schemas.openxmlformats.org/officeDocument/2006/relationships/customXml" Target="../ink/ink1777.xml"/><Relationship Id="rId11" Type="http://schemas.openxmlformats.org/officeDocument/2006/relationships/image" Target="../media/image1470.png"/><Relationship Id="rId53" Type="http://schemas.openxmlformats.org/officeDocument/2006/relationships/image" Target="../media/image1491.png"/><Relationship Id="rId149" Type="http://schemas.openxmlformats.org/officeDocument/2006/relationships/image" Target="../media/image1538.png"/><Relationship Id="rId314" Type="http://schemas.openxmlformats.org/officeDocument/2006/relationships/customXml" Target="../ink/ink1603.xml"/><Relationship Id="rId356" Type="http://schemas.openxmlformats.org/officeDocument/2006/relationships/customXml" Target="../ink/ink1624.xml"/><Relationship Id="rId398" Type="http://schemas.openxmlformats.org/officeDocument/2006/relationships/customXml" Target="../ink/ink1645.xml"/><Relationship Id="rId521" Type="http://schemas.openxmlformats.org/officeDocument/2006/relationships/image" Target="../media/image1722.png"/><Relationship Id="rId563" Type="http://schemas.openxmlformats.org/officeDocument/2006/relationships/image" Target="../media/image1743.png"/><Relationship Id="rId619" Type="http://schemas.openxmlformats.org/officeDocument/2006/relationships/customXml" Target="../ink/ink1756.xml"/><Relationship Id="rId95" Type="http://schemas.openxmlformats.org/officeDocument/2006/relationships/image" Target="../media/image1511.png"/><Relationship Id="rId160" Type="http://schemas.openxmlformats.org/officeDocument/2006/relationships/customXml" Target="../ink/ink1526.xml"/><Relationship Id="rId216" Type="http://schemas.openxmlformats.org/officeDocument/2006/relationships/customXml" Target="../ink/ink1554.xml"/><Relationship Id="rId423" Type="http://schemas.openxmlformats.org/officeDocument/2006/relationships/image" Target="../media/image1673.png"/><Relationship Id="rId258" Type="http://schemas.openxmlformats.org/officeDocument/2006/relationships/customXml" Target="../ink/ink1575.xml"/><Relationship Id="rId465" Type="http://schemas.openxmlformats.org/officeDocument/2006/relationships/image" Target="../media/image1694.png"/><Relationship Id="rId630" Type="http://schemas.openxmlformats.org/officeDocument/2006/relationships/image" Target="../media/image1775.png"/><Relationship Id="rId672" Type="http://schemas.openxmlformats.org/officeDocument/2006/relationships/image" Target="../media/image1796.png"/><Relationship Id="rId22" Type="http://schemas.openxmlformats.org/officeDocument/2006/relationships/customXml" Target="../ink/ink1457.xml"/><Relationship Id="rId64" Type="http://schemas.openxmlformats.org/officeDocument/2006/relationships/customXml" Target="../ink/ink1478.xml"/><Relationship Id="rId118" Type="http://schemas.openxmlformats.org/officeDocument/2006/relationships/customXml" Target="../ink/ink1505.xml"/><Relationship Id="rId325" Type="http://schemas.openxmlformats.org/officeDocument/2006/relationships/image" Target="../media/image1625.png"/><Relationship Id="rId367" Type="http://schemas.openxmlformats.org/officeDocument/2006/relationships/image" Target="../media/image1646.png"/><Relationship Id="rId532" Type="http://schemas.openxmlformats.org/officeDocument/2006/relationships/customXml" Target="../ink/ink1712.xml"/><Relationship Id="rId574" Type="http://schemas.openxmlformats.org/officeDocument/2006/relationships/customXml" Target="../ink/ink1733.xml"/><Relationship Id="rId171" Type="http://schemas.openxmlformats.org/officeDocument/2006/relationships/image" Target="../media/image1549.png"/><Relationship Id="rId227" Type="http://schemas.openxmlformats.org/officeDocument/2006/relationships/image" Target="../media/image1577.png"/><Relationship Id="rId269" Type="http://schemas.openxmlformats.org/officeDocument/2006/relationships/image" Target="../media/image1598.png"/><Relationship Id="rId434" Type="http://schemas.openxmlformats.org/officeDocument/2006/relationships/customXml" Target="../ink/ink1663.xml"/><Relationship Id="rId476" Type="http://schemas.openxmlformats.org/officeDocument/2006/relationships/customXml" Target="../ink/ink1684.xml"/><Relationship Id="rId641" Type="http://schemas.openxmlformats.org/officeDocument/2006/relationships/customXml" Target="../ink/ink1767.xml"/><Relationship Id="rId683" Type="http://schemas.openxmlformats.org/officeDocument/2006/relationships/customXml" Target="../ink/ink1788.xml"/><Relationship Id="rId33" Type="http://schemas.openxmlformats.org/officeDocument/2006/relationships/image" Target="../media/image1481.png"/><Relationship Id="rId129" Type="http://schemas.openxmlformats.org/officeDocument/2006/relationships/image" Target="../media/image1528.png"/><Relationship Id="rId280" Type="http://schemas.openxmlformats.org/officeDocument/2006/relationships/customXml" Target="../ink/ink1586.xml"/><Relationship Id="rId336" Type="http://schemas.openxmlformats.org/officeDocument/2006/relationships/customXml" Target="../ink/ink1614.xml"/><Relationship Id="rId501" Type="http://schemas.openxmlformats.org/officeDocument/2006/relationships/image" Target="../media/image1712.png"/><Relationship Id="rId543" Type="http://schemas.openxmlformats.org/officeDocument/2006/relationships/image" Target="../media/image1733.png"/><Relationship Id="rId75" Type="http://schemas.openxmlformats.org/officeDocument/2006/relationships/image" Target="../media/image1502.png"/><Relationship Id="rId140" Type="http://schemas.openxmlformats.org/officeDocument/2006/relationships/customXml" Target="../ink/ink1516.xml"/><Relationship Id="rId182" Type="http://schemas.openxmlformats.org/officeDocument/2006/relationships/customXml" Target="../ink/ink1537.xml"/><Relationship Id="rId378" Type="http://schemas.openxmlformats.org/officeDocument/2006/relationships/customXml" Target="../ink/ink1635.xml"/><Relationship Id="rId403" Type="http://schemas.openxmlformats.org/officeDocument/2006/relationships/image" Target="../media/image849.png"/><Relationship Id="rId585" Type="http://schemas.openxmlformats.org/officeDocument/2006/relationships/image" Target="../media/image1754.png"/><Relationship Id="rId6" Type="http://schemas.openxmlformats.org/officeDocument/2006/relationships/customXml" Target="../ink/ink1449.xml"/><Relationship Id="rId238" Type="http://schemas.openxmlformats.org/officeDocument/2006/relationships/customXml" Target="../ink/ink1565.xml"/><Relationship Id="rId445" Type="http://schemas.openxmlformats.org/officeDocument/2006/relationships/image" Target="../media/image1684.png"/><Relationship Id="rId487" Type="http://schemas.openxmlformats.org/officeDocument/2006/relationships/image" Target="../media/image1705.png"/><Relationship Id="rId610" Type="http://schemas.openxmlformats.org/officeDocument/2006/relationships/image" Target="../media/image1765.png"/><Relationship Id="rId652" Type="http://schemas.openxmlformats.org/officeDocument/2006/relationships/image" Target="../media/image1786.png"/><Relationship Id="rId291" Type="http://schemas.openxmlformats.org/officeDocument/2006/relationships/image" Target="../media/image1609.png"/><Relationship Id="rId305" Type="http://schemas.openxmlformats.org/officeDocument/2006/relationships/image" Target="../media/image1616.png"/><Relationship Id="rId347" Type="http://schemas.openxmlformats.org/officeDocument/2006/relationships/image" Target="../media/image1636.png"/><Relationship Id="rId512" Type="http://schemas.openxmlformats.org/officeDocument/2006/relationships/customXml" Target="../ink/ink1702.xml"/><Relationship Id="rId44" Type="http://schemas.openxmlformats.org/officeDocument/2006/relationships/customXml" Target="../ink/ink1468.xml"/><Relationship Id="rId86" Type="http://schemas.openxmlformats.org/officeDocument/2006/relationships/customXml" Target="../ink/ink1489.xml"/><Relationship Id="rId151" Type="http://schemas.openxmlformats.org/officeDocument/2006/relationships/image" Target="../media/image1539.png"/><Relationship Id="rId389" Type="http://schemas.openxmlformats.org/officeDocument/2006/relationships/image" Target="../media/image1657.png"/><Relationship Id="rId554" Type="http://schemas.openxmlformats.org/officeDocument/2006/relationships/customXml" Target="../ink/ink1723.xml"/><Relationship Id="rId596" Type="http://schemas.openxmlformats.org/officeDocument/2006/relationships/customXml" Target="../ink/ink1744.xml"/><Relationship Id="rId193" Type="http://schemas.openxmlformats.org/officeDocument/2006/relationships/image" Target="../media/image1560.png"/><Relationship Id="rId207" Type="http://schemas.openxmlformats.org/officeDocument/2006/relationships/image" Target="../media/image1567.png"/><Relationship Id="rId249" Type="http://schemas.openxmlformats.org/officeDocument/2006/relationships/image" Target="../media/image1588.png"/><Relationship Id="rId414" Type="http://schemas.openxmlformats.org/officeDocument/2006/relationships/customXml" Target="../ink/ink1653.xml"/><Relationship Id="rId456" Type="http://schemas.openxmlformats.org/officeDocument/2006/relationships/customXml" Target="../ink/ink1674.xml"/><Relationship Id="rId498" Type="http://schemas.openxmlformats.org/officeDocument/2006/relationships/customXml" Target="../ink/ink1695.xml"/><Relationship Id="rId621" Type="http://schemas.openxmlformats.org/officeDocument/2006/relationships/customXml" Target="../ink/ink1757.xml"/><Relationship Id="rId663" Type="http://schemas.openxmlformats.org/officeDocument/2006/relationships/customXml" Target="../ink/ink1778.xml"/><Relationship Id="rId13" Type="http://schemas.openxmlformats.org/officeDocument/2006/relationships/image" Target="../media/image1471.png"/><Relationship Id="rId109" Type="http://schemas.openxmlformats.org/officeDocument/2006/relationships/image" Target="../media/image1518.png"/><Relationship Id="rId260" Type="http://schemas.openxmlformats.org/officeDocument/2006/relationships/customXml" Target="../ink/ink1576.xml"/><Relationship Id="rId316" Type="http://schemas.openxmlformats.org/officeDocument/2006/relationships/customXml" Target="../ink/ink1604.xml"/><Relationship Id="rId523" Type="http://schemas.openxmlformats.org/officeDocument/2006/relationships/image" Target="../media/image1723.png"/><Relationship Id="rId55" Type="http://schemas.openxmlformats.org/officeDocument/2006/relationships/image" Target="../media/image1492.png"/><Relationship Id="rId97" Type="http://schemas.openxmlformats.org/officeDocument/2006/relationships/image" Target="../media/image1512.png"/><Relationship Id="rId120" Type="http://schemas.openxmlformats.org/officeDocument/2006/relationships/customXml" Target="../ink/ink1506.xml"/><Relationship Id="rId358" Type="http://schemas.openxmlformats.org/officeDocument/2006/relationships/customXml" Target="../ink/ink1625.xml"/><Relationship Id="rId565" Type="http://schemas.openxmlformats.org/officeDocument/2006/relationships/image" Target="../media/image1744.png"/><Relationship Id="rId162" Type="http://schemas.openxmlformats.org/officeDocument/2006/relationships/customXml" Target="../ink/ink1527.xml"/><Relationship Id="rId218" Type="http://schemas.openxmlformats.org/officeDocument/2006/relationships/customXml" Target="../ink/ink1555.xml"/><Relationship Id="rId425" Type="http://schemas.openxmlformats.org/officeDocument/2006/relationships/image" Target="../media/image1674.png"/><Relationship Id="rId467" Type="http://schemas.openxmlformats.org/officeDocument/2006/relationships/image" Target="../media/image1695.png"/><Relationship Id="rId632" Type="http://schemas.openxmlformats.org/officeDocument/2006/relationships/image" Target="../media/image1776.png"/><Relationship Id="rId271" Type="http://schemas.openxmlformats.org/officeDocument/2006/relationships/image" Target="../media/image1599.png"/><Relationship Id="rId674" Type="http://schemas.openxmlformats.org/officeDocument/2006/relationships/image" Target="../media/image1797.png"/><Relationship Id="rId24" Type="http://schemas.openxmlformats.org/officeDocument/2006/relationships/customXml" Target="../ink/ink1458.xml"/><Relationship Id="rId66" Type="http://schemas.openxmlformats.org/officeDocument/2006/relationships/customXml" Target="../ink/ink1479.xml"/><Relationship Id="rId131" Type="http://schemas.openxmlformats.org/officeDocument/2006/relationships/image" Target="../media/image1529.png"/><Relationship Id="rId327" Type="http://schemas.openxmlformats.org/officeDocument/2006/relationships/image" Target="../media/image1626.png"/><Relationship Id="rId369" Type="http://schemas.openxmlformats.org/officeDocument/2006/relationships/image" Target="../media/image1647.png"/><Relationship Id="rId534" Type="http://schemas.openxmlformats.org/officeDocument/2006/relationships/customXml" Target="../ink/ink1713.xml"/><Relationship Id="rId576" Type="http://schemas.openxmlformats.org/officeDocument/2006/relationships/customXml" Target="../ink/ink1734.xml"/><Relationship Id="rId173" Type="http://schemas.openxmlformats.org/officeDocument/2006/relationships/image" Target="../media/image1550.png"/><Relationship Id="rId229" Type="http://schemas.openxmlformats.org/officeDocument/2006/relationships/image" Target="../media/image1578.png"/><Relationship Id="rId380" Type="http://schemas.openxmlformats.org/officeDocument/2006/relationships/customXml" Target="../ink/ink1636.xml"/><Relationship Id="rId436" Type="http://schemas.openxmlformats.org/officeDocument/2006/relationships/customXml" Target="../ink/ink1664.xml"/><Relationship Id="rId601" Type="http://schemas.openxmlformats.org/officeDocument/2006/relationships/customXml" Target="../ink/ink1747.xml"/><Relationship Id="rId643" Type="http://schemas.openxmlformats.org/officeDocument/2006/relationships/customXml" Target="../ink/ink1768.xml"/><Relationship Id="rId240" Type="http://schemas.openxmlformats.org/officeDocument/2006/relationships/customXml" Target="../ink/ink1566.xml"/><Relationship Id="rId478" Type="http://schemas.openxmlformats.org/officeDocument/2006/relationships/customXml" Target="../ink/ink1685.xml"/><Relationship Id="rId685" Type="http://schemas.openxmlformats.org/officeDocument/2006/relationships/customXml" Target="../ink/ink1789.xml"/><Relationship Id="rId35" Type="http://schemas.openxmlformats.org/officeDocument/2006/relationships/image" Target="../media/image1482.png"/><Relationship Id="rId77" Type="http://schemas.openxmlformats.org/officeDocument/2006/relationships/image" Target="../media/image1503.png"/><Relationship Id="rId100" Type="http://schemas.openxmlformats.org/officeDocument/2006/relationships/customXml" Target="../ink/ink1496.xml"/><Relationship Id="rId282" Type="http://schemas.openxmlformats.org/officeDocument/2006/relationships/customXml" Target="../ink/ink1587.xml"/><Relationship Id="rId338" Type="http://schemas.openxmlformats.org/officeDocument/2006/relationships/customXml" Target="../ink/ink1615.xml"/><Relationship Id="rId503" Type="http://schemas.openxmlformats.org/officeDocument/2006/relationships/image" Target="../media/image1713.png"/><Relationship Id="rId545" Type="http://schemas.openxmlformats.org/officeDocument/2006/relationships/image" Target="../media/image1734.png"/><Relationship Id="rId587" Type="http://schemas.openxmlformats.org/officeDocument/2006/relationships/image" Target="../media/image1755.png"/><Relationship Id="rId8" Type="http://schemas.openxmlformats.org/officeDocument/2006/relationships/customXml" Target="../ink/ink1450.xml"/><Relationship Id="rId142" Type="http://schemas.openxmlformats.org/officeDocument/2006/relationships/customXml" Target="../ink/ink1517.xml"/><Relationship Id="rId184" Type="http://schemas.openxmlformats.org/officeDocument/2006/relationships/customXml" Target="../ink/ink1538.xml"/><Relationship Id="rId391" Type="http://schemas.openxmlformats.org/officeDocument/2006/relationships/image" Target="../media/image1658.png"/><Relationship Id="rId405" Type="http://schemas.openxmlformats.org/officeDocument/2006/relationships/image" Target="../media/image1664.png"/><Relationship Id="rId447" Type="http://schemas.openxmlformats.org/officeDocument/2006/relationships/image" Target="../media/image1685.png"/><Relationship Id="rId612" Type="http://schemas.openxmlformats.org/officeDocument/2006/relationships/image" Target="../media/image1766.png"/><Relationship Id="rId251" Type="http://schemas.openxmlformats.org/officeDocument/2006/relationships/image" Target="../media/image1589.png"/><Relationship Id="rId489" Type="http://schemas.openxmlformats.org/officeDocument/2006/relationships/image" Target="../media/image1706.png"/><Relationship Id="rId654" Type="http://schemas.openxmlformats.org/officeDocument/2006/relationships/image" Target="../media/image1787.png"/><Relationship Id="rId46" Type="http://schemas.openxmlformats.org/officeDocument/2006/relationships/customXml" Target="../ink/ink1469.xml"/><Relationship Id="rId293" Type="http://schemas.openxmlformats.org/officeDocument/2006/relationships/image" Target="../media/image1610.png"/><Relationship Id="rId307" Type="http://schemas.openxmlformats.org/officeDocument/2006/relationships/image" Target="../media/image1617.png"/><Relationship Id="rId349" Type="http://schemas.openxmlformats.org/officeDocument/2006/relationships/image" Target="../media/image1637.png"/><Relationship Id="rId514" Type="http://schemas.openxmlformats.org/officeDocument/2006/relationships/customXml" Target="../ink/ink1703.xml"/><Relationship Id="rId556" Type="http://schemas.openxmlformats.org/officeDocument/2006/relationships/customXml" Target="../ink/ink1724.xml"/><Relationship Id="rId88" Type="http://schemas.openxmlformats.org/officeDocument/2006/relationships/customXml" Target="../ink/ink1490.xml"/><Relationship Id="rId111" Type="http://schemas.openxmlformats.org/officeDocument/2006/relationships/image" Target="../media/image1519.png"/><Relationship Id="rId153" Type="http://schemas.openxmlformats.org/officeDocument/2006/relationships/image" Target="../media/image1540.png"/><Relationship Id="rId195" Type="http://schemas.openxmlformats.org/officeDocument/2006/relationships/image" Target="../media/image1561.png"/><Relationship Id="rId209" Type="http://schemas.openxmlformats.org/officeDocument/2006/relationships/image" Target="../media/image1568.png"/><Relationship Id="rId360" Type="http://schemas.openxmlformats.org/officeDocument/2006/relationships/customXml" Target="../ink/ink1626.xml"/><Relationship Id="rId416" Type="http://schemas.openxmlformats.org/officeDocument/2006/relationships/customXml" Target="../ink/ink1654.xml"/><Relationship Id="rId598" Type="http://schemas.openxmlformats.org/officeDocument/2006/relationships/customXml" Target="../ink/ink1745.xml"/><Relationship Id="rId220" Type="http://schemas.openxmlformats.org/officeDocument/2006/relationships/customXml" Target="../ink/ink1556.xml"/><Relationship Id="rId458" Type="http://schemas.openxmlformats.org/officeDocument/2006/relationships/customXml" Target="../ink/ink1675.xml"/><Relationship Id="rId623" Type="http://schemas.openxmlformats.org/officeDocument/2006/relationships/customXml" Target="../ink/ink1758.xml"/><Relationship Id="rId665" Type="http://schemas.openxmlformats.org/officeDocument/2006/relationships/customXml" Target="../ink/ink1779.xml"/><Relationship Id="rId15" Type="http://schemas.openxmlformats.org/officeDocument/2006/relationships/image" Target="../media/image1472.png"/><Relationship Id="rId57" Type="http://schemas.openxmlformats.org/officeDocument/2006/relationships/image" Target="../media/image1493.png"/><Relationship Id="rId262" Type="http://schemas.openxmlformats.org/officeDocument/2006/relationships/customXml" Target="../ink/ink1577.xml"/><Relationship Id="rId318" Type="http://schemas.openxmlformats.org/officeDocument/2006/relationships/customXml" Target="../ink/ink1605.xml"/><Relationship Id="rId525" Type="http://schemas.openxmlformats.org/officeDocument/2006/relationships/image" Target="../media/image1724.png"/><Relationship Id="rId567" Type="http://schemas.openxmlformats.org/officeDocument/2006/relationships/image" Target="../media/image1745.png"/><Relationship Id="rId99" Type="http://schemas.openxmlformats.org/officeDocument/2006/relationships/image" Target="../media/image1513.png"/><Relationship Id="rId122" Type="http://schemas.openxmlformats.org/officeDocument/2006/relationships/customXml" Target="../ink/ink1507.xml"/><Relationship Id="rId164" Type="http://schemas.openxmlformats.org/officeDocument/2006/relationships/customXml" Target="../ink/ink1528.xml"/><Relationship Id="rId371" Type="http://schemas.openxmlformats.org/officeDocument/2006/relationships/image" Target="../media/image1648.png"/><Relationship Id="rId427" Type="http://schemas.openxmlformats.org/officeDocument/2006/relationships/image" Target="../media/image1675.png"/><Relationship Id="rId469" Type="http://schemas.openxmlformats.org/officeDocument/2006/relationships/image" Target="../media/image1696.png"/><Relationship Id="rId634" Type="http://schemas.openxmlformats.org/officeDocument/2006/relationships/image" Target="../media/image1777.png"/><Relationship Id="rId676" Type="http://schemas.openxmlformats.org/officeDocument/2006/relationships/image" Target="../media/image1798.png"/><Relationship Id="rId26" Type="http://schemas.openxmlformats.org/officeDocument/2006/relationships/customXml" Target="../ink/ink1459.xml"/><Relationship Id="rId231" Type="http://schemas.openxmlformats.org/officeDocument/2006/relationships/image" Target="../media/image1579.png"/><Relationship Id="rId273" Type="http://schemas.openxmlformats.org/officeDocument/2006/relationships/image" Target="../media/image1600.png"/><Relationship Id="rId329" Type="http://schemas.openxmlformats.org/officeDocument/2006/relationships/image" Target="../media/image1627.png"/><Relationship Id="rId480" Type="http://schemas.openxmlformats.org/officeDocument/2006/relationships/customXml" Target="../ink/ink1686.xml"/><Relationship Id="rId536" Type="http://schemas.openxmlformats.org/officeDocument/2006/relationships/customXml" Target="../ink/ink1714.xml"/><Relationship Id="rId68" Type="http://schemas.openxmlformats.org/officeDocument/2006/relationships/customXml" Target="../ink/ink1480.xml"/><Relationship Id="rId133" Type="http://schemas.openxmlformats.org/officeDocument/2006/relationships/image" Target="../media/image1530.png"/><Relationship Id="rId175" Type="http://schemas.openxmlformats.org/officeDocument/2006/relationships/image" Target="../media/image1551.png"/><Relationship Id="rId340" Type="http://schemas.openxmlformats.org/officeDocument/2006/relationships/customXml" Target="../ink/ink1616.xml"/><Relationship Id="rId578" Type="http://schemas.openxmlformats.org/officeDocument/2006/relationships/customXml" Target="../ink/ink1735.xml"/><Relationship Id="rId200" Type="http://schemas.openxmlformats.org/officeDocument/2006/relationships/customXml" Target="../ink/ink1546.xml"/><Relationship Id="rId382" Type="http://schemas.openxmlformats.org/officeDocument/2006/relationships/customXml" Target="../ink/ink1637.xml"/><Relationship Id="rId438" Type="http://schemas.openxmlformats.org/officeDocument/2006/relationships/customXml" Target="../ink/ink1665.xml"/><Relationship Id="rId603" Type="http://schemas.openxmlformats.org/officeDocument/2006/relationships/customXml" Target="../ink/ink1748.xml"/><Relationship Id="rId645" Type="http://schemas.openxmlformats.org/officeDocument/2006/relationships/customXml" Target="../ink/ink1769.xml"/><Relationship Id="rId687" Type="http://schemas.openxmlformats.org/officeDocument/2006/relationships/customXml" Target="../ink/ink1790.xml"/><Relationship Id="rId242" Type="http://schemas.openxmlformats.org/officeDocument/2006/relationships/customXml" Target="../ink/ink1567.xml"/><Relationship Id="rId284" Type="http://schemas.openxmlformats.org/officeDocument/2006/relationships/customXml" Target="../ink/ink1588.xml"/><Relationship Id="rId491" Type="http://schemas.openxmlformats.org/officeDocument/2006/relationships/image" Target="../media/image1707.png"/><Relationship Id="rId505" Type="http://schemas.openxmlformats.org/officeDocument/2006/relationships/image" Target="../media/image1714.png"/><Relationship Id="rId37" Type="http://schemas.openxmlformats.org/officeDocument/2006/relationships/image" Target="../media/image1483.png"/><Relationship Id="rId79" Type="http://schemas.openxmlformats.org/officeDocument/2006/relationships/image" Target="../media/image1504.png"/><Relationship Id="rId102" Type="http://schemas.openxmlformats.org/officeDocument/2006/relationships/customXml" Target="../ink/ink1497.xml"/><Relationship Id="rId144" Type="http://schemas.openxmlformats.org/officeDocument/2006/relationships/customXml" Target="../ink/ink1518.xml"/><Relationship Id="rId547" Type="http://schemas.openxmlformats.org/officeDocument/2006/relationships/image" Target="../media/image1735.png"/><Relationship Id="rId589" Type="http://schemas.openxmlformats.org/officeDocument/2006/relationships/image" Target="../media/image1756.png"/><Relationship Id="rId90" Type="http://schemas.openxmlformats.org/officeDocument/2006/relationships/customXml" Target="../ink/ink1491.xml"/><Relationship Id="rId186" Type="http://schemas.openxmlformats.org/officeDocument/2006/relationships/customXml" Target="../ink/ink1539.xml"/><Relationship Id="rId351" Type="http://schemas.openxmlformats.org/officeDocument/2006/relationships/image" Target="../media/image1638.png"/><Relationship Id="rId393" Type="http://schemas.openxmlformats.org/officeDocument/2006/relationships/image" Target="../media/image1659.png"/><Relationship Id="rId407" Type="http://schemas.openxmlformats.org/officeDocument/2006/relationships/image" Target="../media/image1665.png"/><Relationship Id="rId449" Type="http://schemas.openxmlformats.org/officeDocument/2006/relationships/image" Target="../media/image1686.png"/><Relationship Id="rId614" Type="http://schemas.openxmlformats.org/officeDocument/2006/relationships/image" Target="../media/image1767.png"/><Relationship Id="rId656" Type="http://schemas.openxmlformats.org/officeDocument/2006/relationships/image" Target="../media/image1788.png"/><Relationship Id="rId211" Type="http://schemas.openxmlformats.org/officeDocument/2006/relationships/image" Target="../media/image1569.png"/><Relationship Id="rId253" Type="http://schemas.openxmlformats.org/officeDocument/2006/relationships/image" Target="../media/image1590.png"/><Relationship Id="rId295" Type="http://schemas.openxmlformats.org/officeDocument/2006/relationships/image" Target="../media/image1611.png"/><Relationship Id="rId309" Type="http://schemas.openxmlformats.org/officeDocument/2006/relationships/image" Target="../media/image1618.png"/><Relationship Id="rId460" Type="http://schemas.openxmlformats.org/officeDocument/2006/relationships/customXml" Target="../ink/ink1676.xml"/><Relationship Id="rId516" Type="http://schemas.openxmlformats.org/officeDocument/2006/relationships/customXml" Target="../ink/ink1704.xml"/><Relationship Id="rId48" Type="http://schemas.openxmlformats.org/officeDocument/2006/relationships/customXml" Target="../ink/ink1470.xml"/><Relationship Id="rId113" Type="http://schemas.openxmlformats.org/officeDocument/2006/relationships/image" Target="../media/image1520.png"/><Relationship Id="rId320" Type="http://schemas.openxmlformats.org/officeDocument/2006/relationships/customXml" Target="../ink/ink1606.xml"/><Relationship Id="rId558" Type="http://schemas.openxmlformats.org/officeDocument/2006/relationships/customXml" Target="../ink/ink1725.xml"/><Relationship Id="rId155" Type="http://schemas.openxmlformats.org/officeDocument/2006/relationships/image" Target="../media/image1541.png"/><Relationship Id="rId197" Type="http://schemas.openxmlformats.org/officeDocument/2006/relationships/image" Target="../media/image1562.png"/><Relationship Id="rId362" Type="http://schemas.openxmlformats.org/officeDocument/2006/relationships/customXml" Target="../ink/ink1627.xml"/><Relationship Id="rId418" Type="http://schemas.openxmlformats.org/officeDocument/2006/relationships/customXml" Target="../ink/ink1655.xml"/><Relationship Id="rId625" Type="http://schemas.openxmlformats.org/officeDocument/2006/relationships/customXml" Target="../ink/ink1759.xml"/><Relationship Id="rId222" Type="http://schemas.openxmlformats.org/officeDocument/2006/relationships/customXml" Target="../ink/ink1557.xml"/><Relationship Id="rId264" Type="http://schemas.openxmlformats.org/officeDocument/2006/relationships/customXml" Target="../ink/ink1578.xml"/><Relationship Id="rId471" Type="http://schemas.openxmlformats.org/officeDocument/2006/relationships/image" Target="../media/image1697.png"/><Relationship Id="rId667" Type="http://schemas.openxmlformats.org/officeDocument/2006/relationships/customXml" Target="../ink/ink1780.xml"/><Relationship Id="rId17" Type="http://schemas.openxmlformats.org/officeDocument/2006/relationships/image" Target="../media/image1473.png"/><Relationship Id="rId59" Type="http://schemas.openxmlformats.org/officeDocument/2006/relationships/image" Target="../media/image1494.png"/><Relationship Id="rId124" Type="http://schemas.openxmlformats.org/officeDocument/2006/relationships/customXml" Target="../ink/ink1508.xml"/><Relationship Id="rId527" Type="http://schemas.openxmlformats.org/officeDocument/2006/relationships/image" Target="../media/image1725.png"/><Relationship Id="rId569" Type="http://schemas.openxmlformats.org/officeDocument/2006/relationships/image" Target="../media/image1746.png"/><Relationship Id="rId70" Type="http://schemas.openxmlformats.org/officeDocument/2006/relationships/customXml" Target="../ink/ink1481.xml"/><Relationship Id="rId166" Type="http://schemas.openxmlformats.org/officeDocument/2006/relationships/customXml" Target="../ink/ink1529.xml"/><Relationship Id="rId331" Type="http://schemas.openxmlformats.org/officeDocument/2006/relationships/image" Target="../media/image1628.png"/><Relationship Id="rId373" Type="http://schemas.openxmlformats.org/officeDocument/2006/relationships/image" Target="../media/image1649.png"/><Relationship Id="rId429" Type="http://schemas.openxmlformats.org/officeDocument/2006/relationships/image" Target="../media/image1676.png"/><Relationship Id="rId580" Type="http://schemas.openxmlformats.org/officeDocument/2006/relationships/customXml" Target="../ink/ink1736.xml"/><Relationship Id="rId636" Type="http://schemas.openxmlformats.org/officeDocument/2006/relationships/image" Target="../media/image177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580.png"/><Relationship Id="rId440" Type="http://schemas.openxmlformats.org/officeDocument/2006/relationships/customXml" Target="../ink/ink1666.xml"/><Relationship Id="rId678" Type="http://schemas.openxmlformats.org/officeDocument/2006/relationships/image" Target="../media/image1799.png"/><Relationship Id="rId28" Type="http://schemas.openxmlformats.org/officeDocument/2006/relationships/customXml" Target="../ink/ink1460.xml"/><Relationship Id="rId275" Type="http://schemas.openxmlformats.org/officeDocument/2006/relationships/image" Target="../media/image1601.png"/><Relationship Id="rId300" Type="http://schemas.openxmlformats.org/officeDocument/2006/relationships/customXml" Target="../ink/ink1596.xml"/><Relationship Id="rId482" Type="http://schemas.openxmlformats.org/officeDocument/2006/relationships/customXml" Target="../ink/ink1687.xml"/><Relationship Id="rId538" Type="http://schemas.openxmlformats.org/officeDocument/2006/relationships/customXml" Target="../ink/ink1715.xml"/><Relationship Id="rId81" Type="http://schemas.openxmlformats.org/officeDocument/2006/relationships/image" Target="../media/image1505.png"/><Relationship Id="rId135" Type="http://schemas.openxmlformats.org/officeDocument/2006/relationships/image" Target="../media/image1531.png"/><Relationship Id="rId177" Type="http://schemas.openxmlformats.org/officeDocument/2006/relationships/image" Target="../media/image1552.png"/><Relationship Id="rId342" Type="http://schemas.openxmlformats.org/officeDocument/2006/relationships/customXml" Target="../ink/ink1617.xml"/><Relationship Id="rId384" Type="http://schemas.openxmlformats.org/officeDocument/2006/relationships/customXml" Target="../ink/ink1638.xml"/><Relationship Id="rId591" Type="http://schemas.openxmlformats.org/officeDocument/2006/relationships/image" Target="../media/image1757.png"/><Relationship Id="rId605" Type="http://schemas.openxmlformats.org/officeDocument/2006/relationships/customXml" Target="../ink/ink1749.xml"/><Relationship Id="rId202" Type="http://schemas.openxmlformats.org/officeDocument/2006/relationships/customXml" Target="../ink/ink1547.xml"/><Relationship Id="rId244" Type="http://schemas.openxmlformats.org/officeDocument/2006/relationships/customXml" Target="../ink/ink1568.xml"/><Relationship Id="rId647" Type="http://schemas.openxmlformats.org/officeDocument/2006/relationships/customXml" Target="../ink/ink1770.xml"/><Relationship Id="rId689" Type="http://schemas.openxmlformats.org/officeDocument/2006/relationships/image" Target="../media/image1804.png"/><Relationship Id="rId39" Type="http://schemas.openxmlformats.org/officeDocument/2006/relationships/image" Target="../media/image1484.png"/><Relationship Id="rId286" Type="http://schemas.openxmlformats.org/officeDocument/2006/relationships/customXml" Target="../ink/ink1589.xml"/><Relationship Id="rId451" Type="http://schemas.openxmlformats.org/officeDocument/2006/relationships/image" Target="../media/image1687.png"/><Relationship Id="rId493" Type="http://schemas.openxmlformats.org/officeDocument/2006/relationships/image" Target="../media/image1708.png"/><Relationship Id="rId507" Type="http://schemas.openxmlformats.org/officeDocument/2006/relationships/image" Target="../media/image1715.png"/><Relationship Id="rId549" Type="http://schemas.openxmlformats.org/officeDocument/2006/relationships/image" Target="../media/image1736.png"/><Relationship Id="rId50" Type="http://schemas.openxmlformats.org/officeDocument/2006/relationships/customXml" Target="../ink/ink1471.xml"/><Relationship Id="rId104" Type="http://schemas.openxmlformats.org/officeDocument/2006/relationships/customXml" Target="../ink/ink1498.xml"/><Relationship Id="rId146" Type="http://schemas.openxmlformats.org/officeDocument/2006/relationships/customXml" Target="../ink/ink1519.xml"/><Relationship Id="rId188" Type="http://schemas.openxmlformats.org/officeDocument/2006/relationships/customXml" Target="../ink/ink1540.xml"/><Relationship Id="rId311" Type="http://schemas.openxmlformats.org/officeDocument/2006/relationships/image" Target="../media/image1619.png"/><Relationship Id="rId353" Type="http://schemas.openxmlformats.org/officeDocument/2006/relationships/image" Target="../media/image1639.png"/><Relationship Id="rId395" Type="http://schemas.openxmlformats.org/officeDocument/2006/relationships/image" Target="../media/image1660.png"/><Relationship Id="rId409" Type="http://schemas.openxmlformats.org/officeDocument/2006/relationships/image" Target="../media/image1666.png"/><Relationship Id="rId560" Type="http://schemas.openxmlformats.org/officeDocument/2006/relationships/customXml" Target="../ink/ink1726.xml"/><Relationship Id="rId92" Type="http://schemas.openxmlformats.org/officeDocument/2006/relationships/customXml" Target="../ink/ink1492.xml"/><Relationship Id="rId213" Type="http://schemas.openxmlformats.org/officeDocument/2006/relationships/image" Target="../media/image1570.png"/><Relationship Id="rId420" Type="http://schemas.openxmlformats.org/officeDocument/2006/relationships/customXml" Target="../ink/ink1656.xml"/><Relationship Id="rId616" Type="http://schemas.openxmlformats.org/officeDocument/2006/relationships/image" Target="../media/image1768.png"/><Relationship Id="rId658" Type="http://schemas.openxmlformats.org/officeDocument/2006/relationships/image" Target="../media/image1789.png"/><Relationship Id="rId255" Type="http://schemas.openxmlformats.org/officeDocument/2006/relationships/image" Target="../media/image1591.png"/><Relationship Id="rId297" Type="http://schemas.openxmlformats.org/officeDocument/2006/relationships/image" Target="../media/image1612.png"/><Relationship Id="rId462" Type="http://schemas.openxmlformats.org/officeDocument/2006/relationships/customXml" Target="../ink/ink1677.xml"/><Relationship Id="rId518" Type="http://schemas.openxmlformats.org/officeDocument/2006/relationships/customXml" Target="../ink/ink1705.xml"/><Relationship Id="rId115" Type="http://schemas.openxmlformats.org/officeDocument/2006/relationships/image" Target="../media/image1521.png"/><Relationship Id="rId157" Type="http://schemas.openxmlformats.org/officeDocument/2006/relationships/image" Target="../media/image1542.png"/><Relationship Id="rId322" Type="http://schemas.openxmlformats.org/officeDocument/2006/relationships/customXml" Target="../ink/ink1607.xml"/><Relationship Id="rId364" Type="http://schemas.openxmlformats.org/officeDocument/2006/relationships/customXml" Target="../ink/ink1628.xml"/><Relationship Id="rId61" Type="http://schemas.openxmlformats.org/officeDocument/2006/relationships/image" Target="../media/image1495.png"/><Relationship Id="rId199" Type="http://schemas.openxmlformats.org/officeDocument/2006/relationships/image" Target="../media/image1563.png"/><Relationship Id="rId571" Type="http://schemas.openxmlformats.org/officeDocument/2006/relationships/image" Target="../media/image1747.png"/><Relationship Id="rId627" Type="http://schemas.openxmlformats.org/officeDocument/2006/relationships/customXml" Target="../ink/ink1760.xml"/><Relationship Id="rId669" Type="http://schemas.openxmlformats.org/officeDocument/2006/relationships/customXml" Target="../ink/ink1781.xml"/><Relationship Id="rId19" Type="http://schemas.openxmlformats.org/officeDocument/2006/relationships/image" Target="../media/image1474.png"/><Relationship Id="rId224" Type="http://schemas.openxmlformats.org/officeDocument/2006/relationships/customXml" Target="../ink/ink1558.xml"/><Relationship Id="rId266" Type="http://schemas.openxmlformats.org/officeDocument/2006/relationships/customXml" Target="../ink/ink1579.xml"/><Relationship Id="rId431" Type="http://schemas.openxmlformats.org/officeDocument/2006/relationships/image" Target="../media/image1677.png"/><Relationship Id="rId473" Type="http://schemas.openxmlformats.org/officeDocument/2006/relationships/image" Target="../media/image1698.png"/><Relationship Id="rId529" Type="http://schemas.openxmlformats.org/officeDocument/2006/relationships/image" Target="../media/image1726.png"/><Relationship Id="rId680" Type="http://schemas.openxmlformats.org/officeDocument/2006/relationships/image" Target="../media/image1800.png"/><Relationship Id="rId30" Type="http://schemas.openxmlformats.org/officeDocument/2006/relationships/customXml" Target="../ink/ink1461.xml"/><Relationship Id="rId126" Type="http://schemas.openxmlformats.org/officeDocument/2006/relationships/customXml" Target="../ink/ink1509.xml"/><Relationship Id="rId168" Type="http://schemas.openxmlformats.org/officeDocument/2006/relationships/customXml" Target="../ink/ink1530.xml"/><Relationship Id="rId333" Type="http://schemas.openxmlformats.org/officeDocument/2006/relationships/image" Target="../media/image1629.png"/><Relationship Id="rId540" Type="http://schemas.openxmlformats.org/officeDocument/2006/relationships/customXml" Target="../ink/ink1716.xml"/><Relationship Id="rId72" Type="http://schemas.openxmlformats.org/officeDocument/2006/relationships/customXml" Target="../ink/ink1482.xml"/><Relationship Id="rId375" Type="http://schemas.openxmlformats.org/officeDocument/2006/relationships/image" Target="../media/image1650.png"/><Relationship Id="rId582" Type="http://schemas.openxmlformats.org/officeDocument/2006/relationships/customXml" Target="../ink/ink1737.xml"/><Relationship Id="rId638" Type="http://schemas.openxmlformats.org/officeDocument/2006/relationships/image" Target="../media/image1779.png"/><Relationship Id="rId3" Type="http://schemas.openxmlformats.org/officeDocument/2006/relationships/image" Target="../media/image1466.png"/><Relationship Id="rId235" Type="http://schemas.openxmlformats.org/officeDocument/2006/relationships/image" Target="../media/image1581.png"/><Relationship Id="rId277" Type="http://schemas.openxmlformats.org/officeDocument/2006/relationships/image" Target="../media/image1602.png"/><Relationship Id="rId400" Type="http://schemas.openxmlformats.org/officeDocument/2006/relationships/customXml" Target="../ink/ink1646.xml"/><Relationship Id="rId442" Type="http://schemas.openxmlformats.org/officeDocument/2006/relationships/customXml" Target="../ink/ink1667.xml"/><Relationship Id="rId484" Type="http://schemas.openxmlformats.org/officeDocument/2006/relationships/customXml" Target="../ink/ink1688.xml"/><Relationship Id="rId137" Type="http://schemas.openxmlformats.org/officeDocument/2006/relationships/image" Target="../media/image1532.png"/><Relationship Id="rId302" Type="http://schemas.openxmlformats.org/officeDocument/2006/relationships/customXml" Target="../ink/ink1597.xml"/><Relationship Id="rId344" Type="http://schemas.openxmlformats.org/officeDocument/2006/relationships/customXml" Target="../ink/ink1618.xml"/><Relationship Id="rId691" Type="http://schemas.openxmlformats.org/officeDocument/2006/relationships/image" Target="../media/image1805.png"/><Relationship Id="rId41" Type="http://schemas.openxmlformats.org/officeDocument/2006/relationships/image" Target="../media/image1485.png"/><Relationship Id="rId83" Type="http://schemas.openxmlformats.org/officeDocument/2006/relationships/image" Target="../media/image1506.png"/><Relationship Id="rId179" Type="http://schemas.openxmlformats.org/officeDocument/2006/relationships/image" Target="../media/image1553.png"/><Relationship Id="rId386" Type="http://schemas.openxmlformats.org/officeDocument/2006/relationships/customXml" Target="../ink/ink1639.xml"/><Relationship Id="rId551" Type="http://schemas.openxmlformats.org/officeDocument/2006/relationships/image" Target="../media/image1737.png"/><Relationship Id="rId593" Type="http://schemas.openxmlformats.org/officeDocument/2006/relationships/image" Target="../media/image1758.png"/><Relationship Id="rId607" Type="http://schemas.openxmlformats.org/officeDocument/2006/relationships/customXml" Target="../ink/ink1750.xml"/><Relationship Id="rId649" Type="http://schemas.openxmlformats.org/officeDocument/2006/relationships/customXml" Target="../ink/ink1771.xml"/><Relationship Id="rId190" Type="http://schemas.openxmlformats.org/officeDocument/2006/relationships/customXml" Target="../ink/ink1541.xml"/><Relationship Id="rId204" Type="http://schemas.openxmlformats.org/officeDocument/2006/relationships/customXml" Target="../ink/ink1548.xml"/><Relationship Id="rId246" Type="http://schemas.openxmlformats.org/officeDocument/2006/relationships/customXml" Target="../ink/ink1569.xml"/><Relationship Id="rId288" Type="http://schemas.openxmlformats.org/officeDocument/2006/relationships/customXml" Target="../ink/ink1590.xml"/><Relationship Id="rId411" Type="http://schemas.openxmlformats.org/officeDocument/2006/relationships/image" Target="../media/image1667.png"/><Relationship Id="rId453" Type="http://schemas.openxmlformats.org/officeDocument/2006/relationships/image" Target="../media/image1688.png"/><Relationship Id="rId509" Type="http://schemas.openxmlformats.org/officeDocument/2006/relationships/image" Target="../media/image1716.png"/><Relationship Id="rId660" Type="http://schemas.openxmlformats.org/officeDocument/2006/relationships/image" Target="../media/image1790.png"/><Relationship Id="rId106" Type="http://schemas.openxmlformats.org/officeDocument/2006/relationships/customXml" Target="../ink/ink1499.xml"/><Relationship Id="rId313" Type="http://schemas.openxmlformats.org/officeDocument/2006/relationships/image" Target="../media/image1620.png"/><Relationship Id="rId495" Type="http://schemas.openxmlformats.org/officeDocument/2006/relationships/image" Target="../media/image1709.png"/><Relationship Id="rId10" Type="http://schemas.openxmlformats.org/officeDocument/2006/relationships/customXml" Target="../ink/ink1451.xml"/><Relationship Id="rId52" Type="http://schemas.openxmlformats.org/officeDocument/2006/relationships/customXml" Target="../ink/ink1472.xml"/><Relationship Id="rId94" Type="http://schemas.openxmlformats.org/officeDocument/2006/relationships/customXml" Target="../ink/ink1493.xml"/><Relationship Id="rId148" Type="http://schemas.openxmlformats.org/officeDocument/2006/relationships/customXml" Target="../ink/ink1520.xml"/><Relationship Id="rId355" Type="http://schemas.openxmlformats.org/officeDocument/2006/relationships/image" Target="../media/image1640.png"/><Relationship Id="rId397" Type="http://schemas.openxmlformats.org/officeDocument/2006/relationships/image" Target="../media/image1661.png"/><Relationship Id="rId520" Type="http://schemas.openxmlformats.org/officeDocument/2006/relationships/customXml" Target="../ink/ink1706.xml"/><Relationship Id="rId562" Type="http://schemas.openxmlformats.org/officeDocument/2006/relationships/customXml" Target="../ink/ink1727.xml"/><Relationship Id="rId618" Type="http://schemas.openxmlformats.org/officeDocument/2006/relationships/image" Target="../media/image1769.png"/><Relationship Id="rId215" Type="http://schemas.openxmlformats.org/officeDocument/2006/relationships/image" Target="../media/image1571.png"/><Relationship Id="rId257" Type="http://schemas.openxmlformats.org/officeDocument/2006/relationships/image" Target="../media/image1592.png"/><Relationship Id="rId422" Type="http://schemas.openxmlformats.org/officeDocument/2006/relationships/customXml" Target="../ink/ink1657.xml"/><Relationship Id="rId464" Type="http://schemas.openxmlformats.org/officeDocument/2006/relationships/customXml" Target="../ink/ink1678.xml"/><Relationship Id="rId299" Type="http://schemas.openxmlformats.org/officeDocument/2006/relationships/image" Target="../media/image1613.png"/><Relationship Id="rId63" Type="http://schemas.openxmlformats.org/officeDocument/2006/relationships/image" Target="../media/image1496.png"/><Relationship Id="rId159" Type="http://schemas.openxmlformats.org/officeDocument/2006/relationships/image" Target="../media/image1543.png"/><Relationship Id="rId366" Type="http://schemas.openxmlformats.org/officeDocument/2006/relationships/customXml" Target="../ink/ink1629.xml"/><Relationship Id="rId573" Type="http://schemas.openxmlformats.org/officeDocument/2006/relationships/image" Target="../media/image1748.png"/><Relationship Id="rId226" Type="http://schemas.openxmlformats.org/officeDocument/2006/relationships/customXml" Target="../ink/ink1559.xml"/><Relationship Id="rId433" Type="http://schemas.openxmlformats.org/officeDocument/2006/relationships/image" Target="../media/image1678.png"/><Relationship Id="rId640" Type="http://schemas.openxmlformats.org/officeDocument/2006/relationships/image" Target="../media/image1780.png"/><Relationship Id="rId74" Type="http://schemas.openxmlformats.org/officeDocument/2006/relationships/customXml" Target="../ink/ink1483.xml"/><Relationship Id="rId377" Type="http://schemas.openxmlformats.org/officeDocument/2006/relationships/image" Target="../media/image1651.png"/><Relationship Id="rId500" Type="http://schemas.openxmlformats.org/officeDocument/2006/relationships/customXml" Target="../ink/ink1696.xml"/><Relationship Id="rId584" Type="http://schemas.openxmlformats.org/officeDocument/2006/relationships/customXml" Target="../ink/ink1738.xml"/><Relationship Id="rId5" Type="http://schemas.openxmlformats.org/officeDocument/2006/relationships/image" Target="../media/image1467.png"/><Relationship Id="rId237" Type="http://schemas.openxmlformats.org/officeDocument/2006/relationships/image" Target="../media/image1582.png"/><Relationship Id="rId444" Type="http://schemas.openxmlformats.org/officeDocument/2006/relationships/customXml" Target="../ink/ink1668.xml"/><Relationship Id="rId651" Type="http://schemas.openxmlformats.org/officeDocument/2006/relationships/customXml" Target="../ink/ink1772.xml"/><Relationship Id="rId290" Type="http://schemas.openxmlformats.org/officeDocument/2006/relationships/customXml" Target="../ink/ink1591.xml"/><Relationship Id="rId304" Type="http://schemas.openxmlformats.org/officeDocument/2006/relationships/customXml" Target="../ink/ink1598.xml"/><Relationship Id="rId388" Type="http://schemas.openxmlformats.org/officeDocument/2006/relationships/customXml" Target="../ink/ink1640.xml"/><Relationship Id="rId511" Type="http://schemas.openxmlformats.org/officeDocument/2006/relationships/image" Target="../media/image1717.png"/><Relationship Id="rId609" Type="http://schemas.openxmlformats.org/officeDocument/2006/relationships/customXml" Target="../ink/ink1751.xml"/><Relationship Id="rId85" Type="http://schemas.openxmlformats.org/officeDocument/2006/relationships/image" Target="../media/image1507.png"/><Relationship Id="rId150" Type="http://schemas.openxmlformats.org/officeDocument/2006/relationships/customXml" Target="../ink/ink1521.xml"/><Relationship Id="rId595" Type="http://schemas.openxmlformats.org/officeDocument/2006/relationships/image" Target="../media/image1759.png"/><Relationship Id="rId248" Type="http://schemas.openxmlformats.org/officeDocument/2006/relationships/customXml" Target="../ink/ink1570.xml"/><Relationship Id="rId455" Type="http://schemas.openxmlformats.org/officeDocument/2006/relationships/image" Target="../media/image1689.png"/><Relationship Id="rId662" Type="http://schemas.openxmlformats.org/officeDocument/2006/relationships/image" Target="../media/image1791.png"/><Relationship Id="rId12" Type="http://schemas.openxmlformats.org/officeDocument/2006/relationships/customXml" Target="../ink/ink1452.xml"/><Relationship Id="rId108" Type="http://schemas.openxmlformats.org/officeDocument/2006/relationships/customXml" Target="../ink/ink1500.xml"/><Relationship Id="rId315" Type="http://schemas.openxmlformats.org/officeDocument/2006/relationships/image" Target="../media/image1621.png"/><Relationship Id="rId522" Type="http://schemas.openxmlformats.org/officeDocument/2006/relationships/customXml" Target="../ink/ink1707.xml"/><Relationship Id="rId96" Type="http://schemas.openxmlformats.org/officeDocument/2006/relationships/customXml" Target="../ink/ink1494.xml"/><Relationship Id="rId161" Type="http://schemas.openxmlformats.org/officeDocument/2006/relationships/image" Target="../media/image1544.png"/><Relationship Id="rId399" Type="http://schemas.openxmlformats.org/officeDocument/2006/relationships/image" Target="../media/image1662.png"/><Relationship Id="rId259" Type="http://schemas.openxmlformats.org/officeDocument/2006/relationships/image" Target="../media/image1593.png"/><Relationship Id="rId466" Type="http://schemas.openxmlformats.org/officeDocument/2006/relationships/customXml" Target="../ink/ink1679.xml"/><Relationship Id="rId673" Type="http://schemas.openxmlformats.org/officeDocument/2006/relationships/customXml" Target="../ink/ink1783.xml"/><Relationship Id="rId23" Type="http://schemas.openxmlformats.org/officeDocument/2006/relationships/image" Target="../media/image1476.png"/><Relationship Id="rId119" Type="http://schemas.openxmlformats.org/officeDocument/2006/relationships/image" Target="../media/image1523.png"/><Relationship Id="rId326" Type="http://schemas.openxmlformats.org/officeDocument/2006/relationships/customXml" Target="../ink/ink1609.xml"/><Relationship Id="rId533" Type="http://schemas.openxmlformats.org/officeDocument/2006/relationships/image" Target="../media/image1728.png"/><Relationship Id="rId172" Type="http://schemas.openxmlformats.org/officeDocument/2006/relationships/customXml" Target="../ink/ink1532.xml"/><Relationship Id="rId477" Type="http://schemas.openxmlformats.org/officeDocument/2006/relationships/image" Target="../media/image1700.png"/><Relationship Id="rId600" Type="http://schemas.openxmlformats.org/officeDocument/2006/relationships/image" Target="../media/image1760.png"/><Relationship Id="rId684" Type="http://schemas.openxmlformats.org/officeDocument/2006/relationships/image" Target="../media/image1802.png"/><Relationship Id="rId337" Type="http://schemas.openxmlformats.org/officeDocument/2006/relationships/image" Target="../media/image1631.png"/><Relationship Id="rId34" Type="http://schemas.openxmlformats.org/officeDocument/2006/relationships/customXml" Target="../ink/ink1463.xml"/><Relationship Id="rId544" Type="http://schemas.openxmlformats.org/officeDocument/2006/relationships/customXml" Target="../ink/ink1718.xml"/><Relationship Id="rId183" Type="http://schemas.openxmlformats.org/officeDocument/2006/relationships/image" Target="../media/image1555.png"/><Relationship Id="rId390" Type="http://schemas.openxmlformats.org/officeDocument/2006/relationships/customXml" Target="../ink/ink1641.xml"/><Relationship Id="rId404" Type="http://schemas.openxmlformats.org/officeDocument/2006/relationships/customXml" Target="../ink/ink1648.xml"/><Relationship Id="rId611" Type="http://schemas.openxmlformats.org/officeDocument/2006/relationships/customXml" Target="../ink/ink1752.xml"/><Relationship Id="rId250" Type="http://schemas.openxmlformats.org/officeDocument/2006/relationships/customXml" Target="../ink/ink1571.xml"/><Relationship Id="rId488" Type="http://schemas.openxmlformats.org/officeDocument/2006/relationships/customXml" Target="../ink/ink1690.xml"/><Relationship Id="rId45" Type="http://schemas.openxmlformats.org/officeDocument/2006/relationships/image" Target="../media/image1487.png"/><Relationship Id="rId110" Type="http://schemas.openxmlformats.org/officeDocument/2006/relationships/customXml" Target="../ink/ink1501.xml"/><Relationship Id="rId348" Type="http://schemas.openxmlformats.org/officeDocument/2006/relationships/customXml" Target="../ink/ink1620.xml"/><Relationship Id="rId555" Type="http://schemas.openxmlformats.org/officeDocument/2006/relationships/image" Target="../media/image1739.png"/><Relationship Id="rId194" Type="http://schemas.openxmlformats.org/officeDocument/2006/relationships/customXml" Target="../ink/ink1543.xml"/><Relationship Id="rId208" Type="http://schemas.openxmlformats.org/officeDocument/2006/relationships/customXml" Target="../ink/ink1550.xml"/><Relationship Id="rId415" Type="http://schemas.openxmlformats.org/officeDocument/2006/relationships/image" Target="../media/image1669.png"/><Relationship Id="rId622" Type="http://schemas.openxmlformats.org/officeDocument/2006/relationships/image" Target="../media/image1771.png"/><Relationship Id="rId261" Type="http://schemas.openxmlformats.org/officeDocument/2006/relationships/image" Target="../media/image1594.png"/><Relationship Id="rId499" Type="http://schemas.openxmlformats.org/officeDocument/2006/relationships/image" Target="../media/image1711.png"/><Relationship Id="rId56" Type="http://schemas.openxmlformats.org/officeDocument/2006/relationships/customXml" Target="../ink/ink1474.xml"/><Relationship Id="rId359" Type="http://schemas.openxmlformats.org/officeDocument/2006/relationships/image" Target="../media/image1642.png"/><Relationship Id="rId566" Type="http://schemas.openxmlformats.org/officeDocument/2006/relationships/customXml" Target="../ink/ink1729.xml"/><Relationship Id="rId121" Type="http://schemas.openxmlformats.org/officeDocument/2006/relationships/image" Target="../media/image1524.png"/><Relationship Id="rId219" Type="http://schemas.openxmlformats.org/officeDocument/2006/relationships/image" Target="../media/image1573.png"/><Relationship Id="rId426" Type="http://schemas.openxmlformats.org/officeDocument/2006/relationships/customXml" Target="../ink/ink1659.xml"/><Relationship Id="rId633" Type="http://schemas.openxmlformats.org/officeDocument/2006/relationships/customXml" Target="../ink/ink1763.xml"/><Relationship Id="rId67" Type="http://schemas.openxmlformats.org/officeDocument/2006/relationships/image" Target="../media/image1498.png"/><Relationship Id="rId272" Type="http://schemas.openxmlformats.org/officeDocument/2006/relationships/customXml" Target="../ink/ink1582.xml"/><Relationship Id="rId577" Type="http://schemas.openxmlformats.org/officeDocument/2006/relationships/image" Target="../media/image1750.png"/><Relationship Id="rId132" Type="http://schemas.openxmlformats.org/officeDocument/2006/relationships/customXml" Target="../ink/ink1512.xml"/><Relationship Id="rId437" Type="http://schemas.openxmlformats.org/officeDocument/2006/relationships/image" Target="../media/image1680.png"/><Relationship Id="rId644" Type="http://schemas.openxmlformats.org/officeDocument/2006/relationships/image" Target="../media/image1782.png"/><Relationship Id="rId283" Type="http://schemas.openxmlformats.org/officeDocument/2006/relationships/image" Target="../media/image1605.png"/><Relationship Id="rId490" Type="http://schemas.openxmlformats.org/officeDocument/2006/relationships/customXml" Target="../ink/ink1691.xml"/><Relationship Id="rId504" Type="http://schemas.openxmlformats.org/officeDocument/2006/relationships/customXml" Target="../ink/ink1698.xml"/><Relationship Id="rId78" Type="http://schemas.openxmlformats.org/officeDocument/2006/relationships/customXml" Target="../ink/ink1485.xml"/><Relationship Id="rId143" Type="http://schemas.openxmlformats.org/officeDocument/2006/relationships/image" Target="../media/image1535.png"/><Relationship Id="rId350" Type="http://schemas.openxmlformats.org/officeDocument/2006/relationships/customXml" Target="../ink/ink1621.xml"/><Relationship Id="rId588" Type="http://schemas.openxmlformats.org/officeDocument/2006/relationships/customXml" Target="../ink/ink1740.xml"/><Relationship Id="rId9" Type="http://schemas.openxmlformats.org/officeDocument/2006/relationships/image" Target="../media/image1469.png"/><Relationship Id="rId210" Type="http://schemas.openxmlformats.org/officeDocument/2006/relationships/customXml" Target="../ink/ink1551.xml"/><Relationship Id="rId448" Type="http://schemas.openxmlformats.org/officeDocument/2006/relationships/customXml" Target="../ink/ink1670.xml"/><Relationship Id="rId655" Type="http://schemas.openxmlformats.org/officeDocument/2006/relationships/customXml" Target="../ink/ink1774.xml"/><Relationship Id="rId294" Type="http://schemas.openxmlformats.org/officeDocument/2006/relationships/customXml" Target="../ink/ink1593.xml"/><Relationship Id="rId308" Type="http://schemas.openxmlformats.org/officeDocument/2006/relationships/customXml" Target="../ink/ink1600.xml"/><Relationship Id="rId515" Type="http://schemas.openxmlformats.org/officeDocument/2006/relationships/image" Target="../media/image1719.png"/><Relationship Id="rId89" Type="http://schemas.openxmlformats.org/officeDocument/2006/relationships/image" Target="../media/image93.png"/><Relationship Id="rId154" Type="http://schemas.openxmlformats.org/officeDocument/2006/relationships/customXml" Target="../ink/ink1523.xml"/><Relationship Id="rId361" Type="http://schemas.openxmlformats.org/officeDocument/2006/relationships/image" Target="../media/image1643.png"/><Relationship Id="rId599" Type="http://schemas.openxmlformats.org/officeDocument/2006/relationships/customXml" Target="../ink/ink1746.xml"/><Relationship Id="rId459" Type="http://schemas.openxmlformats.org/officeDocument/2006/relationships/image" Target="../media/image1691.png"/><Relationship Id="rId666" Type="http://schemas.openxmlformats.org/officeDocument/2006/relationships/image" Target="../media/image1793.png"/><Relationship Id="rId16" Type="http://schemas.openxmlformats.org/officeDocument/2006/relationships/customXml" Target="../ink/ink1454.xml"/><Relationship Id="rId221" Type="http://schemas.openxmlformats.org/officeDocument/2006/relationships/image" Target="../media/image1574.png"/><Relationship Id="rId319" Type="http://schemas.openxmlformats.org/officeDocument/2006/relationships/image" Target="../media/image1623.png"/><Relationship Id="rId526" Type="http://schemas.openxmlformats.org/officeDocument/2006/relationships/customXml" Target="../ink/ink1709.xml"/><Relationship Id="rId165" Type="http://schemas.openxmlformats.org/officeDocument/2006/relationships/image" Target="../media/image1546.png"/><Relationship Id="rId372" Type="http://schemas.openxmlformats.org/officeDocument/2006/relationships/customXml" Target="../ink/ink1632.xml"/><Relationship Id="rId677" Type="http://schemas.openxmlformats.org/officeDocument/2006/relationships/customXml" Target="../ink/ink1785.xml"/><Relationship Id="rId232" Type="http://schemas.openxmlformats.org/officeDocument/2006/relationships/customXml" Target="../ink/ink1562.xml"/><Relationship Id="rId27" Type="http://schemas.openxmlformats.org/officeDocument/2006/relationships/image" Target="../media/image1478.png"/><Relationship Id="rId537" Type="http://schemas.openxmlformats.org/officeDocument/2006/relationships/image" Target="../media/image1730.png"/><Relationship Id="rId80" Type="http://schemas.openxmlformats.org/officeDocument/2006/relationships/customXml" Target="../ink/ink1486.xml"/><Relationship Id="rId176" Type="http://schemas.openxmlformats.org/officeDocument/2006/relationships/customXml" Target="../ink/ink1534.xml"/><Relationship Id="rId383" Type="http://schemas.openxmlformats.org/officeDocument/2006/relationships/image" Target="../media/image1654.png"/><Relationship Id="rId590" Type="http://schemas.openxmlformats.org/officeDocument/2006/relationships/customXml" Target="../ink/ink1741.xml"/><Relationship Id="rId604" Type="http://schemas.openxmlformats.org/officeDocument/2006/relationships/image" Target="../media/image1762.png"/><Relationship Id="rId243" Type="http://schemas.openxmlformats.org/officeDocument/2006/relationships/image" Target="../media/image1585.png"/><Relationship Id="rId450" Type="http://schemas.openxmlformats.org/officeDocument/2006/relationships/customXml" Target="../ink/ink1671.xml"/><Relationship Id="rId688" Type="http://schemas.openxmlformats.org/officeDocument/2006/relationships/customXml" Target="../ink/ink1791.xml"/><Relationship Id="rId38" Type="http://schemas.openxmlformats.org/officeDocument/2006/relationships/customXml" Target="../ink/ink1465.xml"/><Relationship Id="rId103" Type="http://schemas.openxmlformats.org/officeDocument/2006/relationships/image" Target="../media/image1515.png"/><Relationship Id="rId310" Type="http://schemas.openxmlformats.org/officeDocument/2006/relationships/customXml" Target="../ink/ink1601.xml"/><Relationship Id="rId548" Type="http://schemas.openxmlformats.org/officeDocument/2006/relationships/customXml" Target="../ink/ink1720.xml"/><Relationship Id="rId91" Type="http://schemas.openxmlformats.org/officeDocument/2006/relationships/image" Target="../media/image1509.png"/><Relationship Id="rId187" Type="http://schemas.openxmlformats.org/officeDocument/2006/relationships/image" Target="../media/image1557.png"/><Relationship Id="rId394" Type="http://schemas.openxmlformats.org/officeDocument/2006/relationships/customXml" Target="../ink/ink1643.xml"/><Relationship Id="rId408" Type="http://schemas.openxmlformats.org/officeDocument/2006/relationships/customXml" Target="../ink/ink1650.xml"/><Relationship Id="rId615" Type="http://schemas.openxmlformats.org/officeDocument/2006/relationships/customXml" Target="../ink/ink1754.xml"/><Relationship Id="rId254" Type="http://schemas.openxmlformats.org/officeDocument/2006/relationships/customXml" Target="../ink/ink1573.xml"/><Relationship Id="rId49" Type="http://schemas.openxmlformats.org/officeDocument/2006/relationships/image" Target="../media/image1489.png"/><Relationship Id="rId114" Type="http://schemas.openxmlformats.org/officeDocument/2006/relationships/customXml" Target="../ink/ink1503.xml"/><Relationship Id="rId461" Type="http://schemas.openxmlformats.org/officeDocument/2006/relationships/image" Target="../media/image1692.png"/><Relationship Id="rId559" Type="http://schemas.openxmlformats.org/officeDocument/2006/relationships/image" Target="../media/image17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8.png"/><Relationship Id="rId2" Type="http://schemas.openxmlformats.org/officeDocument/2006/relationships/image" Target="../media/image18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7, 9-15-26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FIR Filter Design, Windowing,
&amp; 1D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ideal frequency responses to fixed or learnable convolution kernels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FIR /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ideal LPF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Conv1d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0–10 min • FIR vs. IIR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Linear phase, group delay, and why waveform alignment can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10–30 min • Ideal filter + Gibbs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impulse response and see what truncation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30–55 min • Window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Main-lobe width versus sidelobe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55–75 min • DSP ↔ PyTorch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Implement fixed FIR taps with Conv1d; then ask what changes when weights are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a mathematically designed FIR and a neural 1-D convolution use the same sliding weighted sum.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FIR VS. IIR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frequency-selective goal, different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19202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FIR: feedforward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 impulse response. No feedback. Exact linear phase is available when the taps have the required symmetry.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50292" cy="19202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IIR: recursive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Feedback permits sharp magnitude responses with fewer coefficients, but phase is generally nonlinear.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50292" cy="19202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7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fixed FIR can be the front end of an ML pipeline; a Conv1d layer uses the same local weighted sum but can make the coefficients trainable.</a:t>
            </a:r>
          </a:p>
        </p:txBody>
      </p:sp>
      <p:pic>
        <p:nvPicPr>
          <p:cNvPr id="18" name="Picture 17" descr="eq_d75032a14b2ce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86200"/>
            <a:ext cx="4206240" cy="10041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0" y="3886200"/>
            <a:ext cx="52120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2A323D"/>
                </a:solidFill>
                <a:latin typeface="Arial"/>
              </a:rPr>
              <a:t>Do not oversell linear phase: it is valuable when temporal alignment and waveform shape should be preserved, but not every ML task requires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28B4F5C-86F5-42C3-6224-8224E066CF44}"/>
              </a:ext>
            </a:extLst>
          </p:cNvPr>
          <p:cNvGrpSpPr/>
          <p:nvPr/>
        </p:nvGrpSpPr>
        <p:grpSpPr>
          <a:xfrm>
            <a:off x="4995142" y="4627616"/>
            <a:ext cx="297360" cy="234360"/>
            <a:chOff x="4995142" y="4627616"/>
            <a:chExt cx="29736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B839AB-66C5-1A92-A3FC-E9CBC44239B2}"/>
                    </a:ext>
                  </a:extLst>
                </p14:cNvPr>
                <p14:cNvContentPartPr/>
                <p14:nvPr/>
              </p14:nvContentPartPr>
              <p14:xfrm>
                <a:off x="5007742" y="4651736"/>
                <a:ext cx="284760" cy="210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B839AB-66C5-1A92-A3FC-E9CBC44239B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99102" y="4642736"/>
                  <a:ext cx="3024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F5C1AC-6D6E-A807-F8E1-22A39F6068F9}"/>
                    </a:ext>
                  </a:extLst>
                </p14:cNvPr>
                <p14:cNvContentPartPr/>
                <p14:nvPr/>
              </p14:nvContentPartPr>
              <p14:xfrm>
                <a:off x="4995142" y="4627616"/>
                <a:ext cx="135000" cy="87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F5C1AC-6D6E-A807-F8E1-22A39F6068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86502" y="4618976"/>
                  <a:ext cx="152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2F2292-84D5-C3C4-BCC8-77669AC21CDA}"/>
                    </a:ext>
                  </a:extLst>
                </p14:cNvPr>
                <p14:cNvContentPartPr/>
                <p14:nvPr/>
              </p14:nvContentPartPr>
              <p14:xfrm>
                <a:off x="5013142" y="4678016"/>
                <a:ext cx="13680" cy="2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2F2292-84D5-C3C4-BCC8-77669AC21CD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04142" y="4669376"/>
                  <a:ext cx="3132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3521C7-5B07-2E30-52C4-061115D42C46}"/>
              </a:ext>
            </a:extLst>
          </p:cNvPr>
          <p:cNvGrpSpPr/>
          <p:nvPr/>
        </p:nvGrpSpPr>
        <p:grpSpPr>
          <a:xfrm>
            <a:off x="5560702" y="4836776"/>
            <a:ext cx="520920" cy="191880"/>
            <a:chOff x="5560702" y="4836776"/>
            <a:chExt cx="52092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E5A302D-CB2A-3AB9-60A2-AA93D4CBAF02}"/>
                    </a:ext>
                  </a:extLst>
                </p14:cNvPr>
                <p14:cNvContentPartPr/>
                <p14:nvPr/>
              </p14:nvContentPartPr>
              <p14:xfrm>
                <a:off x="5582302" y="4869536"/>
                <a:ext cx="44640" cy="159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E5A302D-CB2A-3AB9-60A2-AA93D4CBAF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73302" y="4860536"/>
                  <a:ext cx="622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20B18B-F03D-D4ED-6D07-A658F8064ACC}"/>
                    </a:ext>
                  </a:extLst>
                </p14:cNvPr>
                <p14:cNvContentPartPr/>
                <p14:nvPr/>
              </p14:nvContentPartPr>
              <p14:xfrm>
                <a:off x="5560702" y="4842536"/>
                <a:ext cx="132120" cy="27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20B18B-F03D-D4ED-6D07-A658F8064AC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51702" y="4833536"/>
                  <a:ext cx="149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25EFBBD-E8DB-C6D2-E193-383F6863CCB3}"/>
                    </a:ext>
                  </a:extLst>
                </p14:cNvPr>
                <p14:cNvContentPartPr/>
                <p14:nvPr/>
              </p14:nvContentPartPr>
              <p14:xfrm>
                <a:off x="5633782" y="4938296"/>
                <a:ext cx="54000" cy="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25EFBBD-E8DB-C6D2-E193-383F6863CCB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25142" y="4929656"/>
                  <a:ext cx="71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DEFA88-B49E-7125-0A24-1ED5E40B1F12}"/>
                    </a:ext>
                  </a:extLst>
                </p14:cNvPr>
                <p14:cNvContentPartPr/>
                <p14:nvPr/>
              </p14:nvContentPartPr>
              <p14:xfrm>
                <a:off x="5783902" y="4901576"/>
                <a:ext cx="18360" cy="106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DEFA88-B49E-7125-0A24-1ED5E40B1F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75262" y="4892576"/>
                  <a:ext cx="36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26B4822-C526-FA87-83D9-89A9AEB78FC3}"/>
                    </a:ext>
                  </a:extLst>
                </p14:cNvPr>
                <p14:cNvContentPartPr/>
                <p14:nvPr/>
              </p14:nvContentPartPr>
              <p14:xfrm>
                <a:off x="5895142" y="4836776"/>
                <a:ext cx="186480" cy="171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26B4822-C526-FA87-83D9-89A9AEB78FC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86142" y="4828136"/>
                  <a:ext cx="20412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01B829D-7949-2EC6-A74F-667FB041EF0D}"/>
              </a:ext>
            </a:extLst>
          </p:cNvPr>
          <p:cNvGrpSpPr/>
          <p:nvPr/>
        </p:nvGrpSpPr>
        <p:grpSpPr>
          <a:xfrm>
            <a:off x="6377902" y="4751816"/>
            <a:ext cx="816840" cy="341640"/>
            <a:chOff x="6377902" y="4751816"/>
            <a:chExt cx="81684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34152B-AA6F-7F87-51A8-1759F7921FA9}"/>
                    </a:ext>
                  </a:extLst>
                </p14:cNvPr>
                <p14:cNvContentPartPr/>
                <p14:nvPr/>
              </p14:nvContentPartPr>
              <p14:xfrm>
                <a:off x="6377902" y="4751816"/>
                <a:ext cx="145440" cy="341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34152B-AA6F-7F87-51A8-1759F7921F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68902" y="4743176"/>
                  <a:ext cx="1630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037087-9BDE-D2AE-71B5-EFD42E894161}"/>
                    </a:ext>
                  </a:extLst>
                </p14:cNvPr>
                <p14:cNvContentPartPr/>
                <p14:nvPr/>
              </p14:nvContentPartPr>
              <p14:xfrm>
                <a:off x="6431902" y="4997336"/>
                <a:ext cx="86040" cy="6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037087-9BDE-D2AE-71B5-EFD42E89416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23262" y="4988696"/>
                  <a:ext cx="103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77695D-6164-7DEA-80EA-35DDA1128AB1}"/>
                    </a:ext>
                  </a:extLst>
                </p14:cNvPr>
                <p14:cNvContentPartPr/>
                <p14:nvPr/>
              </p14:nvContentPartPr>
              <p14:xfrm>
                <a:off x="6586702" y="4965296"/>
                <a:ext cx="19800" cy="43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77695D-6164-7DEA-80EA-35DDA1128A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77702" y="4956296"/>
                  <a:ext cx="37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8C5B062-9F60-E287-B2FD-9A92D28FACEF}"/>
                    </a:ext>
                  </a:extLst>
                </p14:cNvPr>
                <p14:cNvContentPartPr/>
                <p14:nvPr/>
              </p14:nvContentPartPr>
              <p14:xfrm>
                <a:off x="6560062" y="4842896"/>
                <a:ext cx="36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8C5B062-9F60-E287-B2FD-9A92D28FACE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551422" y="4834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B06ECEA-5675-5122-6EEA-56F5704C1EF3}"/>
                    </a:ext>
                  </a:extLst>
                </p14:cNvPr>
                <p14:cNvContentPartPr/>
                <p14:nvPr/>
              </p14:nvContentPartPr>
              <p14:xfrm>
                <a:off x="6665182" y="4788176"/>
                <a:ext cx="132120" cy="201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B06ECEA-5675-5122-6EEA-56F5704C1EF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56542" y="4779176"/>
                  <a:ext cx="1497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E0BE27F-57B3-FDD3-90E5-60CF1B33B1DE}"/>
                    </a:ext>
                  </a:extLst>
                </p14:cNvPr>
                <p14:cNvContentPartPr/>
                <p14:nvPr/>
              </p14:nvContentPartPr>
              <p14:xfrm>
                <a:off x="6809902" y="4784576"/>
                <a:ext cx="55800" cy="158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E0BE27F-57B3-FDD3-90E5-60CF1B33B1D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01262" y="4775576"/>
                  <a:ext cx="73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B6B500-5CA9-5235-00C8-2E00A3482CBD}"/>
                    </a:ext>
                  </a:extLst>
                </p14:cNvPr>
                <p14:cNvContentPartPr/>
                <p14:nvPr/>
              </p14:nvContentPartPr>
              <p14:xfrm>
                <a:off x="6841942" y="4880696"/>
                <a:ext cx="352800" cy="111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B6B500-5CA9-5235-00C8-2E00A3482CB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32942" y="4872056"/>
                  <a:ext cx="370440" cy="12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FFD0965-B80E-867E-C6D8-B7409F46EEEA}"/>
                  </a:ext>
                </a:extLst>
              </p14:cNvPr>
              <p14:cNvContentPartPr/>
              <p14:nvPr/>
            </p14:nvContentPartPr>
            <p14:xfrm>
              <a:off x="7518382" y="4787456"/>
              <a:ext cx="270360" cy="2322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FFD0965-B80E-867E-C6D8-B7409F46EEE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509382" y="4778456"/>
                <a:ext cx="288000" cy="24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C02A8EC1-5FCF-7E7E-666C-364982991DE2}"/>
              </a:ext>
            </a:extLst>
          </p:cNvPr>
          <p:cNvGrpSpPr/>
          <p:nvPr/>
        </p:nvGrpSpPr>
        <p:grpSpPr>
          <a:xfrm>
            <a:off x="7820062" y="4794656"/>
            <a:ext cx="851040" cy="308160"/>
            <a:chOff x="7820062" y="4794656"/>
            <a:chExt cx="85104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4F8B96-BE02-8637-5C44-C5DA6AED7E94}"/>
                    </a:ext>
                  </a:extLst>
                </p14:cNvPr>
                <p14:cNvContentPartPr/>
                <p14:nvPr/>
              </p14:nvContentPartPr>
              <p14:xfrm>
                <a:off x="7820062" y="4928576"/>
                <a:ext cx="85320" cy="174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4F8B96-BE02-8637-5C44-C5DA6AED7E9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811422" y="4919936"/>
                  <a:ext cx="102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9A0246-674D-443B-ACF1-91A00567976C}"/>
                    </a:ext>
                  </a:extLst>
                </p14:cNvPr>
                <p14:cNvContentPartPr/>
                <p14:nvPr/>
              </p14:nvContentPartPr>
              <p14:xfrm>
                <a:off x="7979902" y="4921016"/>
                <a:ext cx="263160" cy="77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9A0246-674D-443B-ACF1-91A00567976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971262" y="4912376"/>
                  <a:ext cx="2808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93002C-B998-7562-45E9-AE7B564BE596}"/>
                    </a:ext>
                  </a:extLst>
                </p14:cNvPr>
                <p14:cNvContentPartPr/>
                <p14:nvPr/>
              </p14:nvContentPartPr>
              <p14:xfrm>
                <a:off x="8345302" y="4794656"/>
                <a:ext cx="112320" cy="240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93002C-B998-7562-45E9-AE7B564BE59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36302" y="4786016"/>
                  <a:ext cx="1299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B7CC29-167F-E448-CCA4-5BF69F389350}"/>
                    </a:ext>
                  </a:extLst>
                </p14:cNvPr>
                <p14:cNvContentPartPr/>
                <p14:nvPr/>
              </p14:nvContentPartPr>
              <p14:xfrm>
                <a:off x="8532862" y="4887176"/>
                <a:ext cx="138240" cy="116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B7CC29-167F-E448-CCA4-5BF69F38935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23862" y="4878176"/>
                  <a:ext cx="15588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F210184-657B-D2C0-2AE0-DCE2554A5D78}"/>
              </a:ext>
            </a:extLst>
          </p:cNvPr>
          <p:cNvGrpSpPr/>
          <p:nvPr/>
        </p:nvGrpSpPr>
        <p:grpSpPr>
          <a:xfrm>
            <a:off x="8941102" y="4761176"/>
            <a:ext cx="1054080" cy="433440"/>
            <a:chOff x="8941102" y="4761176"/>
            <a:chExt cx="1054080" cy="43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4716F36-F2C2-C292-8301-B9EE43EC31D4}"/>
                    </a:ext>
                  </a:extLst>
                </p14:cNvPr>
                <p14:cNvContentPartPr/>
                <p14:nvPr/>
              </p14:nvContentPartPr>
              <p14:xfrm>
                <a:off x="8941102" y="4916336"/>
                <a:ext cx="97560" cy="66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4716F36-F2C2-C292-8301-B9EE43EC31D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932102" y="4907336"/>
                  <a:ext cx="115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01FAA25-5AEB-3639-695B-582C45EE73B5}"/>
                    </a:ext>
                  </a:extLst>
                </p14:cNvPr>
                <p14:cNvContentPartPr/>
                <p14:nvPr/>
              </p14:nvContentPartPr>
              <p14:xfrm>
                <a:off x="9080062" y="4915616"/>
                <a:ext cx="133920" cy="62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01FAA25-5AEB-3639-695B-582C45EE73B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71062" y="4906616"/>
                  <a:ext cx="1515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51DD0C-041F-A58F-A348-A7357EB251D5}"/>
                    </a:ext>
                  </a:extLst>
                </p14:cNvPr>
                <p14:cNvContentPartPr/>
                <p14:nvPr/>
              </p14:nvContentPartPr>
              <p14:xfrm>
                <a:off x="9237742" y="4761176"/>
                <a:ext cx="302040" cy="433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51DD0C-041F-A58F-A348-A7357EB251D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229102" y="4752176"/>
                  <a:ext cx="319680" cy="4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0B08A7E-9793-D0FC-8FDD-C620206A06E5}"/>
                    </a:ext>
                  </a:extLst>
                </p14:cNvPr>
                <p14:cNvContentPartPr/>
                <p14:nvPr/>
              </p14:nvContentPartPr>
              <p14:xfrm>
                <a:off x="9660382" y="4890056"/>
                <a:ext cx="127440" cy="70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0B08A7E-9793-D0FC-8FDD-C620206A06E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651742" y="4881056"/>
                  <a:ext cx="145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98E12E-CB12-4044-F551-4B5027AA98D3}"/>
                    </a:ext>
                  </a:extLst>
                </p14:cNvPr>
                <p14:cNvContentPartPr/>
                <p14:nvPr/>
              </p14:nvContentPartPr>
              <p14:xfrm>
                <a:off x="9829582" y="4880336"/>
                <a:ext cx="165600" cy="76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98E12E-CB12-4044-F551-4B5027AA98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820942" y="4871336"/>
                  <a:ext cx="18324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D7481C8-2303-171A-88B5-0F1848096506}"/>
              </a:ext>
            </a:extLst>
          </p:cNvPr>
          <p:cNvGrpSpPr/>
          <p:nvPr/>
        </p:nvGrpSpPr>
        <p:grpSpPr>
          <a:xfrm>
            <a:off x="10297582" y="4726256"/>
            <a:ext cx="1068840" cy="295920"/>
            <a:chOff x="10297582" y="4726256"/>
            <a:chExt cx="106884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33F652-06BD-F88C-6DDE-7B0CCC6980F0}"/>
                    </a:ext>
                  </a:extLst>
                </p14:cNvPr>
                <p14:cNvContentPartPr/>
                <p14:nvPr/>
              </p14:nvContentPartPr>
              <p14:xfrm>
                <a:off x="10297582" y="4842896"/>
                <a:ext cx="167400" cy="114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33F652-06BD-F88C-6DDE-7B0CCC6980F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88582" y="4834256"/>
                  <a:ext cx="185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EC7B09C-B8AD-0E70-BF09-161CDCF00184}"/>
                    </a:ext>
                  </a:extLst>
                </p14:cNvPr>
                <p14:cNvContentPartPr/>
                <p14:nvPr/>
              </p14:nvContentPartPr>
              <p14:xfrm>
                <a:off x="10365262" y="4869536"/>
                <a:ext cx="54720" cy="80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EC7B09C-B8AD-0E70-BF09-161CDCF0018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356622" y="4860536"/>
                  <a:ext cx="72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39B270-5C6D-55AF-4192-4DCF699F5552}"/>
                    </a:ext>
                  </a:extLst>
                </p14:cNvPr>
                <p14:cNvContentPartPr/>
                <p14:nvPr/>
              </p14:nvContentPartPr>
              <p14:xfrm>
                <a:off x="10476142" y="4726256"/>
                <a:ext cx="204480" cy="287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39B270-5C6D-55AF-4192-4DCF699F555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67142" y="4717616"/>
                  <a:ext cx="2221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467077D-6451-CB85-ECB2-7777BBD75B82}"/>
                    </a:ext>
                  </a:extLst>
                </p14:cNvPr>
                <p14:cNvContentPartPr/>
                <p14:nvPr/>
              </p14:nvContentPartPr>
              <p14:xfrm>
                <a:off x="10666942" y="4906616"/>
                <a:ext cx="168480" cy="85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467077D-6451-CB85-ECB2-7777BBD75B8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658302" y="4897976"/>
                  <a:ext cx="186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B49C1A-14AF-7F4A-CE05-8F7A1BC84483}"/>
                    </a:ext>
                  </a:extLst>
                </p14:cNvPr>
                <p14:cNvContentPartPr/>
                <p14:nvPr/>
              </p14:nvContentPartPr>
              <p14:xfrm>
                <a:off x="10940182" y="4916336"/>
                <a:ext cx="80640" cy="7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B49C1A-14AF-7F4A-CE05-8F7A1BC8448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31542" y="4907336"/>
                  <a:ext cx="98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2725BBB-7A41-5E5B-B46A-269FB6CDE906}"/>
                    </a:ext>
                  </a:extLst>
                </p14:cNvPr>
                <p14:cNvContentPartPr/>
                <p14:nvPr/>
              </p14:nvContentPartPr>
              <p14:xfrm>
                <a:off x="11062942" y="4747136"/>
                <a:ext cx="58320" cy="202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2725BBB-7A41-5E5B-B46A-269FB6CDE90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054302" y="4738496"/>
                  <a:ext cx="75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2B749C8-DF00-B047-F9B0-E252C02C30B7}"/>
                    </a:ext>
                  </a:extLst>
                </p14:cNvPr>
                <p14:cNvContentPartPr/>
                <p14:nvPr/>
              </p14:nvContentPartPr>
              <p14:xfrm>
                <a:off x="11120902" y="4872416"/>
                <a:ext cx="111600" cy="92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2B749C8-DF00-B047-F9B0-E252C02C30B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111902" y="4863416"/>
                  <a:ext cx="129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1B16821-D6D1-8837-3B82-DCDAF9F0AEA9}"/>
                    </a:ext>
                  </a:extLst>
                </p14:cNvPr>
                <p14:cNvContentPartPr/>
                <p14:nvPr/>
              </p14:nvContentPartPr>
              <p14:xfrm>
                <a:off x="11243662" y="4750736"/>
                <a:ext cx="122760" cy="271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1B16821-D6D1-8837-3B82-DCDAF9F0AEA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235022" y="4741736"/>
                  <a:ext cx="14040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55CD7CE-DBCA-57E3-409A-F8BEDB6FFA19}"/>
              </a:ext>
            </a:extLst>
          </p:cNvPr>
          <p:cNvGrpSpPr/>
          <p:nvPr/>
        </p:nvGrpSpPr>
        <p:grpSpPr>
          <a:xfrm>
            <a:off x="9814102" y="5151416"/>
            <a:ext cx="333360" cy="293040"/>
            <a:chOff x="9814102" y="5151416"/>
            <a:chExt cx="33336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3886F13-F37A-FB45-5B3F-896E1FE652AE}"/>
                    </a:ext>
                  </a:extLst>
                </p14:cNvPr>
                <p14:cNvContentPartPr/>
                <p14:nvPr/>
              </p14:nvContentPartPr>
              <p14:xfrm>
                <a:off x="9814102" y="5151416"/>
                <a:ext cx="95400" cy="293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3886F13-F37A-FB45-5B3F-896E1FE652A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05462" y="5142416"/>
                  <a:ext cx="1130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4930B94-9E94-67B9-0A9A-2FD1837290FD}"/>
                    </a:ext>
                  </a:extLst>
                </p14:cNvPr>
                <p14:cNvContentPartPr/>
                <p14:nvPr/>
              </p14:nvContentPartPr>
              <p14:xfrm>
                <a:off x="9823822" y="5337536"/>
                <a:ext cx="85680" cy="16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4930B94-9E94-67B9-0A9A-2FD1837290F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815182" y="5328896"/>
                  <a:ext cx="103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51E362-E1CD-6792-155D-6EA646485B85}"/>
                    </a:ext>
                  </a:extLst>
                </p14:cNvPr>
                <p14:cNvContentPartPr/>
                <p14:nvPr/>
              </p14:nvContentPartPr>
              <p14:xfrm>
                <a:off x="9945142" y="5288576"/>
                <a:ext cx="202320" cy="108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51E362-E1CD-6792-155D-6EA646485B8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936142" y="5279576"/>
                  <a:ext cx="21996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A82DBFE-BCCE-47DB-7ED8-312D83A05933}"/>
              </a:ext>
            </a:extLst>
          </p:cNvPr>
          <p:cNvGrpSpPr/>
          <p:nvPr/>
        </p:nvGrpSpPr>
        <p:grpSpPr>
          <a:xfrm>
            <a:off x="10346902" y="5201816"/>
            <a:ext cx="1433880" cy="265320"/>
            <a:chOff x="10346902" y="5201816"/>
            <a:chExt cx="143388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5267676-8CE6-15EF-381E-F6F4D5CB2C88}"/>
                    </a:ext>
                  </a:extLst>
                </p14:cNvPr>
                <p14:cNvContentPartPr/>
                <p14:nvPr/>
              </p14:nvContentPartPr>
              <p14:xfrm>
                <a:off x="10346902" y="5201816"/>
                <a:ext cx="51120" cy="159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5267676-8CE6-15EF-381E-F6F4D5CB2C8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37902" y="5192816"/>
                  <a:ext cx="687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7624675-98DC-C6A3-D6CC-A88F32706BFB}"/>
                    </a:ext>
                  </a:extLst>
                </p14:cNvPr>
                <p14:cNvContentPartPr/>
                <p14:nvPr/>
              </p14:nvContentPartPr>
              <p14:xfrm>
                <a:off x="10405582" y="5305496"/>
                <a:ext cx="113040" cy="86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7624675-98DC-C6A3-D6CC-A88F32706BF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96582" y="5296496"/>
                  <a:ext cx="130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0276DB2-79CF-25CB-45D8-5FE0F5562A00}"/>
                    </a:ext>
                  </a:extLst>
                </p14:cNvPr>
                <p14:cNvContentPartPr/>
                <p14:nvPr/>
              </p14:nvContentPartPr>
              <p14:xfrm>
                <a:off x="10597462" y="5358776"/>
                <a:ext cx="61920" cy="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0276DB2-79CF-25CB-45D8-5FE0F5562A0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88462" y="5349776"/>
                  <a:ext cx="79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B32DEE-0252-0F25-F9E0-F7FA365DBD8A}"/>
                    </a:ext>
                  </a:extLst>
                </p14:cNvPr>
                <p14:cNvContentPartPr/>
                <p14:nvPr/>
              </p14:nvContentPartPr>
              <p14:xfrm>
                <a:off x="10562542" y="5291816"/>
                <a:ext cx="75600" cy="14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B32DEE-0252-0F25-F9E0-F7FA365DBD8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53542" y="5283176"/>
                  <a:ext cx="93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4F65C1-BC68-1F1D-90C3-8EE400F2754D}"/>
                    </a:ext>
                  </a:extLst>
                </p14:cNvPr>
                <p14:cNvContentPartPr/>
                <p14:nvPr/>
              </p14:nvContentPartPr>
              <p14:xfrm>
                <a:off x="10725622" y="5268416"/>
                <a:ext cx="87480" cy="9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4F65C1-BC68-1F1D-90C3-8EE400F2754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16982" y="5259416"/>
                  <a:ext cx="105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999463-8548-5E8A-776A-EFA088A2F06F}"/>
                    </a:ext>
                  </a:extLst>
                </p14:cNvPr>
                <p14:cNvContentPartPr/>
                <p14:nvPr/>
              </p14:nvContentPartPr>
              <p14:xfrm>
                <a:off x="10862062" y="5401256"/>
                <a:ext cx="36720" cy="51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B999463-8548-5E8A-776A-EFA088A2F06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853062" y="5392256"/>
                  <a:ext cx="54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2C3CBB-CC4D-5415-0EA2-FBAB68E46CBD}"/>
                    </a:ext>
                  </a:extLst>
                </p14:cNvPr>
                <p14:cNvContentPartPr/>
                <p14:nvPr/>
              </p14:nvContentPartPr>
              <p14:xfrm>
                <a:off x="10993822" y="5284256"/>
                <a:ext cx="23760" cy="69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2C3CBB-CC4D-5415-0EA2-FBAB68E46CB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85182" y="5275256"/>
                  <a:ext cx="41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129CA22-AC0A-5145-9552-D407574965C2}"/>
                    </a:ext>
                  </a:extLst>
                </p14:cNvPr>
                <p14:cNvContentPartPr/>
                <p14:nvPr/>
              </p14:nvContentPartPr>
              <p14:xfrm>
                <a:off x="11096782" y="5422496"/>
                <a:ext cx="35640" cy="44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129CA22-AC0A-5145-9552-D407574965C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087782" y="5413496"/>
                  <a:ext cx="53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F4BEF73-C70B-1299-4653-65B5E9D24268}"/>
                    </a:ext>
                  </a:extLst>
                </p14:cNvPr>
                <p14:cNvContentPartPr/>
                <p14:nvPr/>
              </p14:nvContentPartPr>
              <p14:xfrm>
                <a:off x="11217022" y="5267336"/>
                <a:ext cx="125280" cy="112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F4BEF73-C70B-1299-4653-65B5E9D2426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208382" y="5258696"/>
                  <a:ext cx="142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F715C97-BA2A-6A8C-AF61-E62817B4F110}"/>
                    </a:ext>
                  </a:extLst>
                </p14:cNvPr>
                <p14:cNvContentPartPr/>
                <p14:nvPr/>
              </p14:nvContentPartPr>
              <p14:xfrm>
                <a:off x="11415022" y="5385056"/>
                <a:ext cx="31320" cy="63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F715C97-BA2A-6A8C-AF61-E62817B4F11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406022" y="5376416"/>
                  <a:ext cx="48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5341FB0-1859-C921-054F-0476B374E996}"/>
                    </a:ext>
                  </a:extLst>
                </p14:cNvPr>
                <p14:cNvContentPartPr/>
                <p14:nvPr/>
              </p14:nvContentPartPr>
              <p14:xfrm>
                <a:off x="11589262" y="5375696"/>
                <a:ext cx="191520" cy="15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5341FB0-1859-C921-054F-0476B374E99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580622" y="5366696"/>
                  <a:ext cx="2091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A1D6F9E-8FD0-83F0-96C4-DBDE91430CDB}"/>
              </a:ext>
            </a:extLst>
          </p:cNvPr>
          <p:cNvGrpSpPr/>
          <p:nvPr/>
        </p:nvGrpSpPr>
        <p:grpSpPr>
          <a:xfrm>
            <a:off x="436462" y="5683496"/>
            <a:ext cx="545400" cy="279360"/>
            <a:chOff x="436462" y="5683496"/>
            <a:chExt cx="54540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7546356-EC54-C4A3-D1CC-54E0CBB1728E}"/>
                    </a:ext>
                  </a:extLst>
                </p14:cNvPr>
                <p14:cNvContentPartPr/>
                <p14:nvPr/>
              </p14:nvContentPartPr>
              <p14:xfrm>
                <a:off x="484702" y="5725616"/>
                <a:ext cx="55080" cy="167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7546356-EC54-C4A3-D1CC-54E0CBB1728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75702" y="5716616"/>
                  <a:ext cx="72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72EDEB-CA93-8EFC-B0CA-5AF787FA5A2C}"/>
                    </a:ext>
                  </a:extLst>
                </p14:cNvPr>
                <p14:cNvContentPartPr/>
                <p14:nvPr/>
              </p14:nvContentPartPr>
              <p14:xfrm>
                <a:off x="436462" y="5688896"/>
                <a:ext cx="106200" cy="31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72EDEB-CA93-8EFC-B0CA-5AF787FA5A2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27462" y="5680256"/>
                  <a:ext cx="123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8DE377D-A764-E3F3-E3BA-853FB50FB14C}"/>
                    </a:ext>
                  </a:extLst>
                </p14:cNvPr>
                <p14:cNvContentPartPr/>
                <p14:nvPr/>
              </p14:nvContentPartPr>
              <p14:xfrm>
                <a:off x="515662" y="5948816"/>
                <a:ext cx="122400" cy="10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8DE377D-A764-E3F3-E3BA-853FB50FB14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07022" y="5939816"/>
                  <a:ext cx="140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A88E415-A3D5-17BC-DACA-F62186C204B5}"/>
                    </a:ext>
                  </a:extLst>
                </p14:cNvPr>
                <p14:cNvContentPartPr/>
                <p14:nvPr/>
              </p14:nvContentPartPr>
              <p14:xfrm>
                <a:off x="680182" y="5783936"/>
                <a:ext cx="41040" cy="128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A88E415-A3D5-17BC-DACA-F62186C204B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1542" y="5774936"/>
                  <a:ext cx="58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7466767-DBA6-3D49-5C91-B77699D278B6}"/>
                    </a:ext>
                  </a:extLst>
                </p14:cNvPr>
                <p14:cNvContentPartPr/>
                <p14:nvPr/>
              </p14:nvContentPartPr>
              <p14:xfrm>
                <a:off x="626542" y="5715896"/>
                <a:ext cx="112320" cy="30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7466767-DBA6-3D49-5C91-B77699D278B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17902" y="5707256"/>
                  <a:ext cx="129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6681315-4F39-7C8E-6132-76EDFD60DF91}"/>
                    </a:ext>
                  </a:extLst>
                </p14:cNvPr>
                <p14:cNvContentPartPr/>
                <p14:nvPr/>
              </p14:nvContentPartPr>
              <p14:xfrm>
                <a:off x="661822" y="5956016"/>
                <a:ext cx="119880" cy="6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6681315-4F39-7C8E-6132-76EDFD60DF9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2822" y="5947016"/>
                  <a:ext cx="1375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94E8F0-EFB6-FCC7-BFC5-C95CDCCEC1C3}"/>
                    </a:ext>
                  </a:extLst>
                </p14:cNvPr>
                <p14:cNvContentPartPr/>
                <p14:nvPr/>
              </p14:nvContentPartPr>
              <p14:xfrm>
                <a:off x="806902" y="5683496"/>
                <a:ext cx="174960" cy="256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94E8F0-EFB6-FCC7-BFC5-C95CDCCEC1C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97902" y="5674856"/>
                  <a:ext cx="19260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FA84A15-FB34-AFED-3B4F-F63376AC25F7}"/>
                  </a:ext>
                </a:extLst>
              </p14:cNvPr>
              <p14:cNvContentPartPr/>
              <p14:nvPr/>
            </p14:nvContentPartPr>
            <p14:xfrm>
              <a:off x="1211902" y="5762696"/>
              <a:ext cx="360" cy="14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FA84A15-FB34-AFED-3B4F-F63376AC25F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03262" y="5753696"/>
                <a:ext cx="180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7315761-B1D7-C461-2BBA-35FF69679677}"/>
                  </a:ext>
                </a:extLst>
              </p14:cNvPr>
              <p14:cNvContentPartPr/>
              <p14:nvPr/>
            </p14:nvContentPartPr>
            <p14:xfrm>
              <a:off x="1217302" y="5853056"/>
              <a:ext cx="360" cy="122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7315761-B1D7-C461-2BBA-35FF6967967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208302" y="5844056"/>
                <a:ext cx="1800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7EA78417-6B89-CB94-C9B1-AFBE58768EF5}"/>
              </a:ext>
            </a:extLst>
          </p:cNvPr>
          <p:cNvGrpSpPr/>
          <p:nvPr/>
        </p:nvGrpSpPr>
        <p:grpSpPr>
          <a:xfrm>
            <a:off x="1711222" y="5647136"/>
            <a:ext cx="952560" cy="436680"/>
            <a:chOff x="1711222" y="5647136"/>
            <a:chExt cx="952560" cy="4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16591A-0B8B-3B67-AA28-A4756D60C9B1}"/>
                    </a:ext>
                  </a:extLst>
                </p14:cNvPr>
                <p14:cNvContentPartPr/>
                <p14:nvPr/>
              </p14:nvContentPartPr>
              <p14:xfrm>
                <a:off x="1711222" y="5768816"/>
                <a:ext cx="150120" cy="315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16591A-0B8B-3B67-AA28-A4756D60C9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02582" y="5760176"/>
                  <a:ext cx="1677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AAB7B14-D15F-F6BF-92ED-8409528E6CF1}"/>
                    </a:ext>
                  </a:extLst>
                </p14:cNvPr>
                <p14:cNvContentPartPr/>
                <p14:nvPr/>
              </p14:nvContentPartPr>
              <p14:xfrm>
                <a:off x="1875382" y="5647136"/>
                <a:ext cx="179640" cy="324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AAB7B14-D15F-F6BF-92ED-8409528E6C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866382" y="5638136"/>
                  <a:ext cx="1972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AC6F9D7-8A99-8EC3-B8EE-A11C1CB33F61}"/>
                    </a:ext>
                  </a:extLst>
                </p14:cNvPr>
                <p14:cNvContentPartPr/>
                <p14:nvPr/>
              </p14:nvContentPartPr>
              <p14:xfrm>
                <a:off x="2062582" y="5847656"/>
                <a:ext cx="178560" cy="82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AC6F9D7-8A99-8EC3-B8EE-A11C1CB33F6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053582" y="5839016"/>
                  <a:ext cx="196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6832E0C-1147-7016-D621-017365B17B99}"/>
                    </a:ext>
                  </a:extLst>
                </p14:cNvPr>
                <p14:cNvContentPartPr/>
                <p14:nvPr/>
              </p14:nvContentPartPr>
              <p14:xfrm>
                <a:off x="2227462" y="5690696"/>
                <a:ext cx="186840" cy="3178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6832E0C-1147-7016-D621-017365B17B9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18462" y="5681696"/>
                  <a:ext cx="2044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09C594-61F3-019A-86A3-E5A27AF52E77}"/>
                    </a:ext>
                  </a:extLst>
                </p14:cNvPr>
                <p14:cNvContentPartPr/>
                <p14:nvPr/>
              </p14:nvContentPartPr>
              <p14:xfrm>
                <a:off x="2536342" y="5886896"/>
                <a:ext cx="127440" cy="14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09C594-61F3-019A-86A3-E5A27AF52E7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27342" y="5878256"/>
                  <a:ext cx="145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48938E-F879-63DD-D5B2-8176DD16B39D}"/>
                    </a:ext>
                  </a:extLst>
                </p14:cNvPr>
                <p14:cNvContentPartPr/>
                <p14:nvPr/>
              </p14:nvContentPartPr>
              <p14:xfrm>
                <a:off x="2503222" y="5817056"/>
                <a:ext cx="117720" cy="15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48938E-F879-63DD-D5B2-8176DD16B39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94582" y="5808056"/>
                  <a:ext cx="13536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DCC921F-0BBE-74DC-36D4-545543FB99AC}"/>
                  </a:ext>
                </a:extLst>
              </p14:cNvPr>
              <p14:cNvContentPartPr/>
              <p14:nvPr/>
            </p14:nvContentPartPr>
            <p14:xfrm>
              <a:off x="2852062" y="5707976"/>
              <a:ext cx="305640" cy="2790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DCC921F-0BBE-74DC-36D4-545543FB99A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843062" y="5698976"/>
                <a:ext cx="323280" cy="29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1220472-3C18-C830-D87B-7F5E4EC57CE6}"/>
              </a:ext>
            </a:extLst>
          </p:cNvPr>
          <p:cNvGrpSpPr/>
          <p:nvPr/>
        </p:nvGrpSpPr>
        <p:grpSpPr>
          <a:xfrm>
            <a:off x="2853862" y="6107216"/>
            <a:ext cx="409680" cy="174240"/>
            <a:chOff x="2853862" y="6107216"/>
            <a:chExt cx="40968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F4D3C5C-64EF-4449-876F-269ECB7DE2BD}"/>
                    </a:ext>
                  </a:extLst>
                </p14:cNvPr>
                <p14:cNvContentPartPr/>
                <p14:nvPr/>
              </p14:nvContentPartPr>
              <p14:xfrm>
                <a:off x="2853862" y="6107216"/>
                <a:ext cx="37080" cy="174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F4D3C5C-64EF-4449-876F-269ECB7DE2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844862" y="6098576"/>
                  <a:ext cx="547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2F9165B-1D79-32E2-6B56-E9397D7257B1}"/>
                    </a:ext>
                  </a:extLst>
                </p14:cNvPr>
                <p14:cNvContentPartPr/>
                <p14:nvPr/>
              </p14:nvContentPartPr>
              <p14:xfrm>
                <a:off x="2899222" y="6214496"/>
                <a:ext cx="128520" cy="64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2F9165B-1D79-32E2-6B56-E9397D7257B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90582" y="6205856"/>
                  <a:ext cx="146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08BA894-357A-C7A9-C6BE-5DC536F3198E}"/>
                    </a:ext>
                  </a:extLst>
                </p14:cNvPr>
                <p14:cNvContentPartPr/>
                <p14:nvPr/>
              </p14:nvContentPartPr>
              <p14:xfrm>
                <a:off x="3023422" y="6214136"/>
                <a:ext cx="102600" cy="27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08BA894-357A-C7A9-C6BE-5DC536F3198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14782" y="6205496"/>
                  <a:ext cx="120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7EE047F-2A38-C80B-765F-1D95B35F4603}"/>
                    </a:ext>
                  </a:extLst>
                </p14:cNvPr>
                <p14:cNvContentPartPr/>
                <p14:nvPr/>
              </p14:nvContentPartPr>
              <p14:xfrm>
                <a:off x="3000742" y="6161576"/>
                <a:ext cx="72360" cy="21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7EE047F-2A38-C80B-765F-1D95B35F460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91742" y="6152936"/>
                  <a:ext cx="90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776CC4B-3CEA-7D97-BD61-7C996F69A4E7}"/>
                    </a:ext>
                  </a:extLst>
                </p14:cNvPr>
                <p14:cNvContentPartPr/>
                <p14:nvPr/>
              </p14:nvContentPartPr>
              <p14:xfrm>
                <a:off x="3182182" y="6155096"/>
                <a:ext cx="81360" cy="112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776CC4B-3CEA-7D97-BD61-7C996F69A4E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73542" y="6146456"/>
                  <a:ext cx="99000" cy="12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CAC347E-262E-C762-BCF7-E3ECA3DFCE78}"/>
                  </a:ext>
                </a:extLst>
              </p14:cNvPr>
              <p14:cNvContentPartPr/>
              <p14:nvPr/>
            </p14:nvContentPartPr>
            <p14:xfrm>
              <a:off x="2859622" y="5465696"/>
              <a:ext cx="162000" cy="135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CAC347E-262E-C762-BCF7-E3ECA3DFCE7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850622" y="5457056"/>
                <a:ext cx="17964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149491E-3399-FC46-75E9-8AF300189241}"/>
              </a:ext>
            </a:extLst>
          </p:cNvPr>
          <p:cNvGrpSpPr/>
          <p:nvPr/>
        </p:nvGrpSpPr>
        <p:grpSpPr>
          <a:xfrm>
            <a:off x="3523102" y="5715896"/>
            <a:ext cx="1490040" cy="394560"/>
            <a:chOff x="3523102" y="5715896"/>
            <a:chExt cx="149004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08D4464-95A6-2B74-A2CD-DB60A58E0B88}"/>
                    </a:ext>
                  </a:extLst>
                </p14:cNvPr>
                <p14:cNvContentPartPr/>
                <p14:nvPr/>
              </p14:nvContentPartPr>
              <p14:xfrm>
                <a:off x="4040062" y="5837216"/>
                <a:ext cx="167040" cy="110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08D4464-95A6-2B74-A2CD-DB60A58E0B8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31422" y="5828216"/>
                  <a:ext cx="184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68A28C5-BAA7-B198-7A84-48C0109F76DB}"/>
                    </a:ext>
                  </a:extLst>
                </p14:cNvPr>
                <p14:cNvContentPartPr/>
                <p14:nvPr/>
              </p14:nvContentPartPr>
              <p14:xfrm>
                <a:off x="4110982" y="5863856"/>
                <a:ext cx="62280" cy="74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68A28C5-BAA7-B198-7A84-48C0109F76D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02342" y="5854856"/>
                  <a:ext cx="79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A171712-CA10-2D7E-0ECF-BB3DA53977AB}"/>
                    </a:ext>
                  </a:extLst>
                </p14:cNvPr>
                <p14:cNvContentPartPr/>
                <p14:nvPr/>
              </p14:nvContentPartPr>
              <p14:xfrm>
                <a:off x="4213582" y="5719496"/>
                <a:ext cx="201600" cy="272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A171712-CA10-2D7E-0ECF-BB3DA53977A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04942" y="5710856"/>
                  <a:ext cx="219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48D57C4-065E-EDE3-5FAC-A6C9E0AF8A20}"/>
                    </a:ext>
                  </a:extLst>
                </p14:cNvPr>
                <p14:cNvContentPartPr/>
                <p14:nvPr/>
              </p14:nvContentPartPr>
              <p14:xfrm>
                <a:off x="4423102" y="5882576"/>
                <a:ext cx="122040" cy="60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48D57C4-065E-EDE3-5FAC-A6C9E0AF8A2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14102" y="5873936"/>
                  <a:ext cx="139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11EA79-BB8E-7A1B-636E-614E83983DE8}"/>
                    </a:ext>
                  </a:extLst>
                </p14:cNvPr>
                <p14:cNvContentPartPr/>
                <p14:nvPr/>
              </p14:nvContentPartPr>
              <p14:xfrm>
                <a:off x="4632622" y="5881856"/>
                <a:ext cx="72360" cy="190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11EA79-BB8E-7A1B-636E-614E83983DE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23982" y="5873216"/>
                  <a:ext cx="90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364102A-BB71-BF52-5A9E-6D93855ACCC5}"/>
                    </a:ext>
                  </a:extLst>
                </p14:cNvPr>
                <p14:cNvContentPartPr/>
                <p14:nvPr/>
              </p14:nvContentPartPr>
              <p14:xfrm>
                <a:off x="4747102" y="5751896"/>
                <a:ext cx="39600" cy="189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364102A-BB71-BF52-5A9E-6D93855ACCC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38462" y="5743256"/>
                  <a:ext cx="57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279D456-9ACE-0CD4-6BC6-92A41558F6C8}"/>
                    </a:ext>
                  </a:extLst>
                </p14:cNvPr>
                <p14:cNvContentPartPr/>
                <p14:nvPr/>
              </p14:nvContentPartPr>
              <p14:xfrm>
                <a:off x="4790302" y="5874296"/>
                <a:ext cx="98280" cy="49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279D456-9ACE-0CD4-6BC6-92A41558F6C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81302" y="5865656"/>
                  <a:ext cx="115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3B4C7D6-982E-913A-3665-D3790D8A9140}"/>
                    </a:ext>
                  </a:extLst>
                </p14:cNvPr>
                <p14:cNvContentPartPr/>
                <p14:nvPr/>
              </p14:nvContentPartPr>
              <p14:xfrm>
                <a:off x="4890742" y="5729936"/>
                <a:ext cx="122400" cy="294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3B4C7D6-982E-913A-3665-D3790D8A914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82102" y="5720936"/>
                  <a:ext cx="1400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2C34AF5-9A08-235A-6192-938BAB9DC606}"/>
                    </a:ext>
                  </a:extLst>
                </p14:cNvPr>
                <p14:cNvContentPartPr/>
                <p14:nvPr/>
              </p14:nvContentPartPr>
              <p14:xfrm>
                <a:off x="3523102" y="5715896"/>
                <a:ext cx="203760" cy="2991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2C34AF5-9A08-235A-6192-938BAB9DC60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514102" y="5706896"/>
                  <a:ext cx="2214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3BB5385-C5FF-91D5-9862-CA2EB3D2922B}"/>
                    </a:ext>
                  </a:extLst>
                </p14:cNvPr>
                <p14:cNvContentPartPr/>
                <p14:nvPr/>
              </p14:nvContentPartPr>
              <p14:xfrm>
                <a:off x="3797782" y="5954216"/>
                <a:ext cx="51480" cy="133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3BB5385-C5FF-91D5-9862-CA2EB3D2922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89142" y="5945216"/>
                  <a:ext cx="69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704F68B-6589-E980-6F62-8D82CD89FFF7}"/>
                    </a:ext>
                  </a:extLst>
                </p14:cNvPr>
                <p14:cNvContentPartPr/>
                <p14:nvPr/>
              </p14:nvContentPartPr>
              <p14:xfrm>
                <a:off x="3847822" y="6031616"/>
                <a:ext cx="155880" cy="78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704F68B-6589-E980-6F62-8D82CD89FFF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38822" y="6022976"/>
                  <a:ext cx="17352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E62A2DE-73E6-8708-57F4-6E3F741B685B}"/>
                  </a:ext>
                </a:extLst>
              </p14:cNvPr>
              <p14:cNvContentPartPr/>
              <p14:nvPr/>
            </p14:nvContentPartPr>
            <p14:xfrm>
              <a:off x="5252542" y="5868176"/>
              <a:ext cx="104400" cy="277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E62A2DE-73E6-8708-57F4-6E3F741B685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243542" y="5859536"/>
                <a:ext cx="1220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12E58F7-DA6D-3A84-A283-8BA7616369AE}"/>
                  </a:ext>
                </a:extLst>
              </p14:cNvPr>
              <p14:cNvContentPartPr/>
              <p14:nvPr/>
            </p14:nvContentPartPr>
            <p14:xfrm>
              <a:off x="5537662" y="5721296"/>
              <a:ext cx="364320" cy="2606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12E58F7-DA6D-3A84-A283-8BA7616369A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529022" y="5712656"/>
                <a:ext cx="381960" cy="27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1B228E0-E30B-BD02-6F57-0281D3C50F1F}"/>
              </a:ext>
            </a:extLst>
          </p:cNvPr>
          <p:cNvGrpSpPr/>
          <p:nvPr/>
        </p:nvGrpSpPr>
        <p:grpSpPr>
          <a:xfrm>
            <a:off x="5565382" y="6091376"/>
            <a:ext cx="481680" cy="189720"/>
            <a:chOff x="5565382" y="6091376"/>
            <a:chExt cx="481680" cy="1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7E9E6C2-3D2F-FAB5-532F-C3F3339944EB}"/>
                    </a:ext>
                  </a:extLst>
                </p14:cNvPr>
                <p14:cNvContentPartPr/>
                <p14:nvPr/>
              </p14:nvContentPartPr>
              <p14:xfrm>
                <a:off x="5565382" y="6091376"/>
                <a:ext cx="39600" cy="180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7E9E6C2-3D2F-FAB5-532F-C3F3339944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56742" y="6082376"/>
                  <a:ext cx="57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90EB07E-F0E6-A277-55B1-2B9E07D51444}"/>
                    </a:ext>
                  </a:extLst>
                </p14:cNvPr>
                <p14:cNvContentPartPr/>
                <p14:nvPr/>
              </p14:nvContentPartPr>
              <p14:xfrm>
                <a:off x="5604622" y="6211616"/>
                <a:ext cx="138240" cy="694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90EB07E-F0E6-A277-55B1-2B9E07D5144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95622" y="6202616"/>
                  <a:ext cx="1558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D3A831D-05CF-CD7F-097F-7CA9F8E1EE8F}"/>
                    </a:ext>
                  </a:extLst>
                </p14:cNvPr>
                <p14:cNvContentPartPr/>
                <p14:nvPr/>
              </p14:nvContentPartPr>
              <p14:xfrm>
                <a:off x="5814502" y="6228536"/>
                <a:ext cx="75960" cy="129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D3A831D-05CF-CD7F-097F-7CA9F8E1EE8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805862" y="6219896"/>
                  <a:ext cx="93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2122BCD-8AB4-40C1-2D3D-D50F62DCC4DF}"/>
                    </a:ext>
                  </a:extLst>
                </p14:cNvPr>
                <p14:cNvContentPartPr/>
                <p14:nvPr/>
              </p14:nvContentPartPr>
              <p14:xfrm>
                <a:off x="5802982" y="6169136"/>
                <a:ext cx="82080" cy="14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2122BCD-8AB4-40C1-2D3D-D50F62DCC4D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94342" y="6160136"/>
                  <a:ext cx="99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38F2E17-4C6D-3FF9-15A5-B9EE55F5063E}"/>
                    </a:ext>
                  </a:extLst>
                </p14:cNvPr>
                <p14:cNvContentPartPr/>
                <p14:nvPr/>
              </p14:nvContentPartPr>
              <p14:xfrm>
                <a:off x="5991262" y="6155456"/>
                <a:ext cx="55800" cy="939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38F2E17-4C6D-3FF9-15A5-B9EE55F5063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82262" y="6146456"/>
                  <a:ext cx="7344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FC66036-D7D4-2659-FDE0-BFAF9366FBF4}"/>
                  </a:ext>
                </a:extLst>
              </p14:cNvPr>
              <p14:cNvContentPartPr/>
              <p14:nvPr/>
            </p14:nvContentPartPr>
            <p14:xfrm>
              <a:off x="5531542" y="5461736"/>
              <a:ext cx="168840" cy="1404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FC66036-D7D4-2659-FDE0-BFAF9366FBF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522542" y="5453096"/>
                <a:ext cx="18648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559C494-D9EF-CE0F-D711-FD68DDE30993}"/>
              </a:ext>
            </a:extLst>
          </p:cNvPr>
          <p:cNvGrpSpPr/>
          <p:nvPr/>
        </p:nvGrpSpPr>
        <p:grpSpPr>
          <a:xfrm>
            <a:off x="6150382" y="5682776"/>
            <a:ext cx="1753920" cy="443520"/>
            <a:chOff x="6150382" y="5682776"/>
            <a:chExt cx="175392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039870D-1819-BCD5-F9F4-6FCDFE26A5C3}"/>
                    </a:ext>
                  </a:extLst>
                </p14:cNvPr>
                <p14:cNvContentPartPr/>
                <p14:nvPr/>
              </p14:nvContentPartPr>
              <p14:xfrm>
                <a:off x="6150382" y="5853056"/>
                <a:ext cx="151200" cy="123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039870D-1819-BCD5-F9F4-6FCDFE26A5C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41742" y="5844056"/>
                  <a:ext cx="168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CE415E8-6220-F958-A139-DEA79C759A57}"/>
                    </a:ext>
                  </a:extLst>
                </p14:cNvPr>
                <p14:cNvContentPartPr/>
                <p14:nvPr/>
              </p14:nvContentPartPr>
              <p14:xfrm>
                <a:off x="6363502" y="5954216"/>
                <a:ext cx="52920" cy="161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CE415E8-6220-F958-A139-DEA79C759A5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54502" y="5945216"/>
                  <a:ext cx="70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ADD915B-410D-4934-D3CF-D4F93F6ED701}"/>
                    </a:ext>
                  </a:extLst>
                </p14:cNvPr>
                <p14:cNvContentPartPr/>
                <p14:nvPr/>
              </p14:nvContentPartPr>
              <p14:xfrm>
                <a:off x="6458182" y="6044576"/>
                <a:ext cx="107280" cy="69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ADD915B-410D-4934-D3CF-D4F93F6ED7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49182" y="6035576"/>
                  <a:ext cx="124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BAE4E62-18CB-E62B-9A92-A2909CDE6900}"/>
                    </a:ext>
                  </a:extLst>
                </p14:cNvPr>
                <p14:cNvContentPartPr/>
                <p14:nvPr/>
              </p14:nvContentPartPr>
              <p14:xfrm>
                <a:off x="6629182" y="5895536"/>
                <a:ext cx="10440" cy="151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BAE4E62-18CB-E62B-9A92-A2909CDE690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20542" y="5886896"/>
                  <a:ext cx="28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5EB2ED2-C3A7-822E-1493-291435D6B005}"/>
                    </a:ext>
                  </a:extLst>
                </p14:cNvPr>
                <p14:cNvContentPartPr/>
                <p14:nvPr/>
              </p14:nvContentPartPr>
              <p14:xfrm>
                <a:off x="6792622" y="5853056"/>
                <a:ext cx="191160" cy="267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5EB2ED2-C3A7-822E-1493-291435D6B00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83622" y="5844056"/>
                  <a:ext cx="2088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BA7F158-6BC2-AE6E-6B52-095D7AAE6752}"/>
                    </a:ext>
                  </a:extLst>
                </p14:cNvPr>
                <p14:cNvContentPartPr/>
                <p14:nvPr/>
              </p14:nvContentPartPr>
              <p14:xfrm>
                <a:off x="7009342" y="5682776"/>
                <a:ext cx="183600" cy="304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BA7F158-6BC2-AE6E-6B52-095D7AAE675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00702" y="5674136"/>
                  <a:ext cx="2012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ACAA549-DF9C-2B20-7AE5-054C739D56E2}"/>
                    </a:ext>
                  </a:extLst>
                </p14:cNvPr>
                <p14:cNvContentPartPr/>
                <p14:nvPr/>
              </p14:nvContentPartPr>
              <p14:xfrm>
                <a:off x="7176742" y="5868896"/>
                <a:ext cx="157680" cy="83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ACAA549-DF9C-2B20-7AE5-054C739D56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168102" y="5860256"/>
                  <a:ext cx="175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E458C43-DF25-6DA5-880E-1F56E7AF5655}"/>
                    </a:ext>
                  </a:extLst>
                </p14:cNvPr>
                <p14:cNvContentPartPr/>
                <p14:nvPr/>
              </p14:nvContentPartPr>
              <p14:xfrm>
                <a:off x="7426942" y="5885096"/>
                <a:ext cx="106200" cy="21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E458C43-DF25-6DA5-880E-1F56E7AF565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418302" y="5876456"/>
                  <a:ext cx="123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3A752EE-CF2E-C723-513E-CC314D811770}"/>
                    </a:ext>
                  </a:extLst>
                </p14:cNvPr>
                <p14:cNvContentPartPr/>
                <p14:nvPr/>
              </p14:nvContentPartPr>
              <p14:xfrm>
                <a:off x="7569862" y="5725616"/>
                <a:ext cx="47160" cy="2559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3A752EE-CF2E-C723-513E-CC314D81177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61222" y="5716616"/>
                  <a:ext cx="64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96AE6B5-B22D-C001-4BB2-A0028EBAA01A}"/>
                    </a:ext>
                  </a:extLst>
                </p14:cNvPr>
                <p14:cNvContentPartPr/>
                <p14:nvPr/>
              </p14:nvContentPartPr>
              <p14:xfrm>
                <a:off x="7631782" y="5885096"/>
                <a:ext cx="147960" cy="86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96AE6B5-B22D-C001-4BB2-A0028EBAA01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623142" y="5876096"/>
                  <a:ext cx="165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99B31D5-08F9-3CB7-9F2A-B23B23FF1078}"/>
                    </a:ext>
                  </a:extLst>
                </p14:cNvPr>
                <p14:cNvContentPartPr/>
                <p14:nvPr/>
              </p14:nvContentPartPr>
              <p14:xfrm>
                <a:off x="7724302" y="5707256"/>
                <a:ext cx="180000" cy="3243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99B31D5-08F9-3CB7-9F2A-B23B23FF107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715662" y="5698616"/>
                  <a:ext cx="1976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ED6FB28-2C79-7EDA-031D-C83B706FD3E5}"/>
                    </a:ext>
                  </a:extLst>
                </p14:cNvPr>
                <p14:cNvContentPartPr/>
                <p14:nvPr/>
              </p14:nvContentPartPr>
              <p14:xfrm>
                <a:off x="6368902" y="6001736"/>
                <a:ext cx="41760" cy="44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ED6FB28-2C79-7EDA-031D-C83B706FD3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59902" y="5993096"/>
                  <a:ext cx="59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1FE609D-41CC-8548-2286-779F7FD294EB}"/>
                    </a:ext>
                  </a:extLst>
                </p14:cNvPr>
                <p14:cNvContentPartPr/>
                <p14:nvPr/>
              </p14:nvContentPartPr>
              <p14:xfrm>
                <a:off x="6427222" y="6065816"/>
                <a:ext cx="12960" cy="60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1FE609D-41CC-8548-2286-779F7FD294E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418222" y="6056816"/>
                  <a:ext cx="306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69796BB-EA43-2A8F-CA5D-06B0F24A4ECF}"/>
                    </a:ext>
                  </a:extLst>
                </p14:cNvPr>
                <p14:cNvContentPartPr/>
                <p14:nvPr/>
              </p14:nvContentPartPr>
              <p14:xfrm>
                <a:off x="6442702" y="6063656"/>
                <a:ext cx="127440" cy="62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69796BB-EA43-2A8F-CA5D-06B0F24A4EC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34062" y="6054656"/>
                  <a:ext cx="14508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C38E3E8-3EE7-3B44-0B91-5BCD3822F1E4}"/>
                  </a:ext>
                </a:extLst>
              </p14:cNvPr>
              <p14:cNvContentPartPr/>
              <p14:nvPr/>
            </p14:nvContentPartPr>
            <p14:xfrm>
              <a:off x="7167742" y="4869536"/>
              <a:ext cx="80640" cy="12672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C38E3E8-3EE7-3B44-0B91-5BCD3822F1E4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158742" y="4860536"/>
                <a:ext cx="98280" cy="14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8F24DEB-49ED-F4DD-5A5A-467946C94B4C}"/>
              </a:ext>
            </a:extLst>
          </p:cNvPr>
          <p:cNvGrpSpPr/>
          <p:nvPr/>
        </p:nvGrpSpPr>
        <p:grpSpPr>
          <a:xfrm>
            <a:off x="7772182" y="5196416"/>
            <a:ext cx="647280" cy="502200"/>
            <a:chOff x="7772182" y="5196416"/>
            <a:chExt cx="647280" cy="50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2AAD7CD-DC44-FC96-55CB-8E6057830887}"/>
                    </a:ext>
                  </a:extLst>
                </p14:cNvPr>
                <p14:cNvContentPartPr/>
                <p14:nvPr/>
              </p14:nvContentPartPr>
              <p14:xfrm>
                <a:off x="7820062" y="5244656"/>
                <a:ext cx="599400" cy="453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2AAD7CD-DC44-FC96-55CB-8E605783088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11422" y="5235656"/>
                  <a:ext cx="6170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E0A270C-4AF8-4F36-87D8-C256ACE2EEFD}"/>
                    </a:ext>
                  </a:extLst>
                </p14:cNvPr>
                <p14:cNvContentPartPr/>
                <p14:nvPr/>
              </p14:nvContentPartPr>
              <p14:xfrm>
                <a:off x="7772182" y="5196416"/>
                <a:ext cx="245880" cy="109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E0A270C-4AF8-4F36-87D8-C256ACE2EEF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763182" y="5187776"/>
                  <a:ext cx="26352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72F299F-8E4C-9B76-B797-9952F68C09C5}"/>
              </a:ext>
            </a:extLst>
          </p:cNvPr>
          <p:cNvGrpSpPr/>
          <p:nvPr/>
        </p:nvGrpSpPr>
        <p:grpSpPr>
          <a:xfrm>
            <a:off x="8653102" y="5519696"/>
            <a:ext cx="419040" cy="369000"/>
            <a:chOff x="8653102" y="5519696"/>
            <a:chExt cx="41904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7B045CD-6475-0AF0-BE8E-C1E3C55EA902}"/>
                    </a:ext>
                  </a:extLst>
                </p14:cNvPr>
                <p14:cNvContentPartPr/>
                <p14:nvPr/>
              </p14:nvContentPartPr>
              <p14:xfrm>
                <a:off x="8653102" y="5519696"/>
                <a:ext cx="124560" cy="3690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7B045CD-6475-0AF0-BE8E-C1E3C55EA90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644102" y="5511056"/>
                  <a:ext cx="14220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27D157F-AABE-0476-B53D-ED6B58A95E1A}"/>
                    </a:ext>
                  </a:extLst>
                </p14:cNvPr>
                <p14:cNvContentPartPr/>
                <p14:nvPr/>
              </p14:nvContentPartPr>
              <p14:xfrm>
                <a:off x="8680822" y="5772056"/>
                <a:ext cx="128520" cy="33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27D157F-AABE-0476-B53D-ED6B58A95E1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72182" y="5763056"/>
                  <a:ext cx="146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93CF747-B27C-479E-8F99-AB7B5AA1004B}"/>
                    </a:ext>
                  </a:extLst>
                </p14:cNvPr>
                <p14:cNvContentPartPr/>
                <p14:nvPr/>
              </p14:nvContentPartPr>
              <p14:xfrm>
                <a:off x="8834902" y="5732096"/>
                <a:ext cx="123120" cy="101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93CF747-B27C-479E-8F99-AB7B5AA1004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26262" y="5723456"/>
                  <a:ext cx="1407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D2E1523-02F9-0BDF-DC7E-CA240A4DE47C}"/>
                    </a:ext>
                  </a:extLst>
                </p14:cNvPr>
                <p14:cNvContentPartPr/>
                <p14:nvPr/>
              </p14:nvContentPartPr>
              <p14:xfrm>
                <a:off x="9021022" y="5714096"/>
                <a:ext cx="51120" cy="112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D2E1523-02F9-0BDF-DC7E-CA240A4DE47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012022" y="5705456"/>
                  <a:ext cx="6876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10E2FFF-6B8C-99D3-0E77-209479A2BABE}"/>
              </a:ext>
            </a:extLst>
          </p:cNvPr>
          <p:cNvGrpSpPr/>
          <p:nvPr/>
        </p:nvGrpSpPr>
        <p:grpSpPr>
          <a:xfrm>
            <a:off x="9266182" y="5644256"/>
            <a:ext cx="452520" cy="187920"/>
            <a:chOff x="9266182" y="5644256"/>
            <a:chExt cx="45252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28C138E-7E85-C196-C901-3EEA392734DA}"/>
                    </a:ext>
                  </a:extLst>
                </p14:cNvPr>
                <p14:cNvContentPartPr/>
                <p14:nvPr/>
              </p14:nvContentPartPr>
              <p14:xfrm>
                <a:off x="9276622" y="5677736"/>
                <a:ext cx="55080" cy="146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28C138E-7E85-C196-C901-3EEA392734D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267982" y="5668736"/>
                  <a:ext cx="72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FEB1017-FA7E-7309-ECB6-0A95C6BDD4C9}"/>
                    </a:ext>
                  </a:extLst>
                </p14:cNvPr>
                <p14:cNvContentPartPr/>
                <p14:nvPr/>
              </p14:nvContentPartPr>
              <p14:xfrm>
                <a:off x="9266182" y="5644256"/>
                <a:ext cx="97200" cy="17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FEB1017-FA7E-7309-ECB6-0A95C6BDD4C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257182" y="5635616"/>
                  <a:ext cx="11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F9425EE-A172-77CC-68AE-4D5A248570F0}"/>
                    </a:ext>
                  </a:extLst>
                </p14:cNvPr>
                <p14:cNvContentPartPr/>
                <p14:nvPr/>
              </p14:nvContentPartPr>
              <p14:xfrm>
                <a:off x="9303262" y="5729936"/>
                <a:ext cx="69480" cy="22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F9425EE-A172-77CC-68AE-4D5A248570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294622" y="5720936"/>
                  <a:ext cx="87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BB5B335-D15A-9EE0-AD3B-2C19C73033BD}"/>
                    </a:ext>
                  </a:extLst>
                </p14:cNvPr>
                <p14:cNvContentPartPr/>
                <p14:nvPr/>
              </p14:nvContentPartPr>
              <p14:xfrm>
                <a:off x="9468142" y="5688176"/>
                <a:ext cx="30240" cy="122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BB5B335-D15A-9EE0-AD3B-2C19C73033B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459142" y="5679536"/>
                  <a:ext cx="47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1843FAA-0461-F31E-352D-2A7D4EC47958}"/>
                    </a:ext>
                  </a:extLst>
                </p14:cNvPr>
                <p14:cNvContentPartPr/>
                <p14:nvPr/>
              </p14:nvContentPartPr>
              <p14:xfrm>
                <a:off x="9526102" y="5661896"/>
                <a:ext cx="192600" cy="170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1843FAA-0461-F31E-352D-2A7D4EC4795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517462" y="5652896"/>
                  <a:ext cx="21024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F430913-C03E-ECC5-9099-C01AD8940E8C}"/>
              </a:ext>
            </a:extLst>
          </p:cNvPr>
          <p:cNvGrpSpPr/>
          <p:nvPr/>
        </p:nvGrpSpPr>
        <p:grpSpPr>
          <a:xfrm>
            <a:off x="9945862" y="5534096"/>
            <a:ext cx="725040" cy="394560"/>
            <a:chOff x="9945862" y="5534096"/>
            <a:chExt cx="72504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52328F9-E973-0E8C-8051-13516AB100EC}"/>
                    </a:ext>
                  </a:extLst>
                </p14:cNvPr>
                <p14:cNvContentPartPr/>
                <p14:nvPr/>
              </p14:nvContentPartPr>
              <p14:xfrm>
                <a:off x="9945862" y="5596736"/>
                <a:ext cx="117720" cy="331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52328F9-E973-0E8C-8051-13516AB100E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37222" y="5587736"/>
                  <a:ext cx="1353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A690122-4EDB-153E-E914-990CFF775D7E}"/>
                    </a:ext>
                  </a:extLst>
                </p14:cNvPr>
                <p14:cNvContentPartPr/>
                <p14:nvPr/>
              </p14:nvContentPartPr>
              <p14:xfrm>
                <a:off x="9946942" y="5783216"/>
                <a:ext cx="95760" cy="385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A690122-4EDB-153E-E914-990CFF775D7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937942" y="5774216"/>
                  <a:ext cx="113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0EB1B26-EB86-2971-A018-1BD00C2ECED6}"/>
                    </a:ext>
                  </a:extLst>
                </p14:cNvPr>
                <p14:cNvContentPartPr/>
                <p14:nvPr/>
              </p14:nvContentPartPr>
              <p14:xfrm>
                <a:off x="10095262" y="5773136"/>
                <a:ext cx="28440" cy="586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0EB1B26-EB86-2971-A018-1BD00C2ECED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86622" y="5764496"/>
                  <a:ext cx="46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E844451-82C1-49AC-9A83-E317968FECC6}"/>
                    </a:ext>
                  </a:extLst>
                </p14:cNvPr>
                <p14:cNvContentPartPr/>
                <p14:nvPr/>
              </p14:nvContentPartPr>
              <p14:xfrm>
                <a:off x="10137382" y="5534096"/>
                <a:ext cx="120600" cy="2800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E844451-82C1-49AC-9A83-E317968FECC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128742" y="5525456"/>
                  <a:ext cx="138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EA78076-149F-A9B2-E7D4-D20A6D656140}"/>
                    </a:ext>
                  </a:extLst>
                </p14:cNvPr>
                <p14:cNvContentPartPr/>
                <p14:nvPr/>
              </p14:nvContentPartPr>
              <p14:xfrm>
                <a:off x="10308022" y="5581976"/>
                <a:ext cx="55080" cy="207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EA78076-149F-A9B2-E7D4-D20A6D65614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299382" y="5572976"/>
                  <a:ext cx="727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D62B11E-8A69-74E3-01F2-D3A3F3BF9EE7}"/>
                    </a:ext>
                  </a:extLst>
                </p14:cNvPr>
                <p14:cNvContentPartPr/>
                <p14:nvPr/>
              </p14:nvContentPartPr>
              <p14:xfrm>
                <a:off x="10323862" y="5677376"/>
                <a:ext cx="347040" cy="135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D62B11E-8A69-74E3-01F2-D3A3F3BF9EE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15222" y="5668736"/>
                  <a:ext cx="36468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617F143-4AD7-9786-62EE-94BB1A577B7D}"/>
              </a:ext>
            </a:extLst>
          </p:cNvPr>
          <p:cNvGrpSpPr/>
          <p:nvPr/>
        </p:nvGrpSpPr>
        <p:grpSpPr>
          <a:xfrm>
            <a:off x="8915182" y="6011456"/>
            <a:ext cx="644400" cy="300240"/>
            <a:chOff x="8915182" y="6011456"/>
            <a:chExt cx="64440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36FB15F-8482-7274-1771-34DFB88B20DC}"/>
                    </a:ext>
                  </a:extLst>
                </p14:cNvPr>
                <p14:cNvContentPartPr/>
                <p14:nvPr/>
              </p14:nvContentPartPr>
              <p14:xfrm>
                <a:off x="8915182" y="6040616"/>
                <a:ext cx="156960" cy="198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36FB15F-8482-7274-1771-34DFB88B20D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906542" y="6031976"/>
                  <a:ext cx="174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265CDDC-1A41-8D70-684A-C84E7090252A}"/>
                    </a:ext>
                  </a:extLst>
                </p14:cNvPr>
                <p14:cNvContentPartPr/>
                <p14:nvPr/>
              </p14:nvContentPartPr>
              <p14:xfrm>
                <a:off x="9127582" y="6024776"/>
                <a:ext cx="170280" cy="244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265CDDC-1A41-8D70-684A-C84E7090252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118582" y="6016136"/>
                  <a:ext cx="187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6C80DA4-C4DC-A824-759C-AD6211A4266A}"/>
                    </a:ext>
                  </a:extLst>
                </p14:cNvPr>
                <p14:cNvContentPartPr/>
                <p14:nvPr/>
              </p14:nvContentPartPr>
              <p14:xfrm>
                <a:off x="9285622" y="6048176"/>
                <a:ext cx="32040" cy="171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6C80DA4-C4DC-A824-759C-AD6211A4266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276982" y="6039176"/>
                  <a:ext cx="49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424AA0D-D767-130D-A7A6-8DCEC017D0C6}"/>
                    </a:ext>
                  </a:extLst>
                </p14:cNvPr>
                <p14:cNvContentPartPr/>
                <p14:nvPr/>
              </p14:nvContentPartPr>
              <p14:xfrm>
                <a:off x="9329902" y="6150776"/>
                <a:ext cx="134640" cy="81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424AA0D-D767-130D-A7A6-8DCEC017D0C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320902" y="6141776"/>
                  <a:ext cx="152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85264CF-F4D0-217A-8B41-2C564F40A5AE}"/>
                    </a:ext>
                  </a:extLst>
                </p14:cNvPr>
                <p14:cNvContentPartPr/>
                <p14:nvPr/>
              </p14:nvContentPartPr>
              <p14:xfrm>
                <a:off x="9383182" y="6011456"/>
                <a:ext cx="176400" cy="3002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85264CF-F4D0-217A-8B41-2C564F40A5A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74182" y="6002456"/>
                  <a:ext cx="19404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DDEF5260-4FDF-239B-8663-97E102BD9527}"/>
              </a:ext>
            </a:extLst>
          </p:cNvPr>
          <p:cNvGrpSpPr/>
          <p:nvPr/>
        </p:nvGrpSpPr>
        <p:grpSpPr>
          <a:xfrm>
            <a:off x="9738142" y="6123776"/>
            <a:ext cx="107640" cy="80640"/>
            <a:chOff x="9738142" y="6123776"/>
            <a:chExt cx="10764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0914346-DD7A-EFB9-1FE1-E47AA27FD73D}"/>
                    </a:ext>
                  </a:extLst>
                </p14:cNvPr>
                <p14:cNvContentPartPr/>
                <p14:nvPr/>
              </p14:nvContentPartPr>
              <p14:xfrm>
                <a:off x="9755782" y="6192176"/>
                <a:ext cx="84600" cy="12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0914346-DD7A-EFB9-1FE1-E47AA27FD73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747142" y="6183176"/>
                  <a:ext cx="102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CC1CF6B-FC86-87A4-6159-36B6989643A1}"/>
                    </a:ext>
                  </a:extLst>
                </p14:cNvPr>
                <p14:cNvContentPartPr/>
                <p14:nvPr/>
              </p14:nvContentPartPr>
              <p14:xfrm>
                <a:off x="9738142" y="6123776"/>
                <a:ext cx="107640" cy="37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CC1CF6B-FC86-87A4-6159-36B6989643A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29502" y="6115136"/>
                  <a:ext cx="12528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2FE7C62-91B7-EF33-9A19-A2B294E77C8F}"/>
              </a:ext>
            </a:extLst>
          </p:cNvPr>
          <p:cNvGrpSpPr/>
          <p:nvPr/>
        </p:nvGrpSpPr>
        <p:grpSpPr>
          <a:xfrm>
            <a:off x="10036942" y="6042776"/>
            <a:ext cx="417240" cy="296640"/>
            <a:chOff x="10036942" y="6042776"/>
            <a:chExt cx="41724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368F81B-158E-165B-04E4-EA0EC0465A78}"/>
                    </a:ext>
                  </a:extLst>
                </p14:cNvPr>
                <p14:cNvContentPartPr/>
                <p14:nvPr/>
              </p14:nvContentPartPr>
              <p14:xfrm>
                <a:off x="10036942" y="6042776"/>
                <a:ext cx="165960" cy="214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368F81B-158E-165B-04E4-EA0EC0465A7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027942" y="6033776"/>
                  <a:ext cx="183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F35ED31-D733-FB3D-BE9F-36FBE5DEA177}"/>
                    </a:ext>
                  </a:extLst>
                </p14:cNvPr>
                <p14:cNvContentPartPr/>
                <p14:nvPr/>
              </p14:nvContentPartPr>
              <p14:xfrm>
                <a:off x="10265542" y="6172016"/>
                <a:ext cx="25560" cy="1400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F35ED31-D733-FB3D-BE9F-36FBE5DEA17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56542" y="6163376"/>
                  <a:ext cx="43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5B75A63-312F-8676-A12B-0ECB672959D2}"/>
                    </a:ext>
                  </a:extLst>
                </p14:cNvPr>
                <p14:cNvContentPartPr/>
                <p14:nvPr/>
              </p14:nvContentPartPr>
              <p14:xfrm>
                <a:off x="10293622" y="6235736"/>
                <a:ext cx="160560" cy="1036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5B75A63-312F-8676-A12B-0ECB672959D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84982" y="6227096"/>
                  <a:ext cx="178200" cy="121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3B592FC-E5BB-F73A-B8AC-339D3CEBBF4B}"/>
              </a:ext>
            </a:extLst>
          </p:cNvPr>
          <p:cNvGrpSpPr/>
          <p:nvPr/>
        </p:nvGrpSpPr>
        <p:grpSpPr>
          <a:xfrm>
            <a:off x="794662" y="706856"/>
            <a:ext cx="1685880" cy="226080"/>
            <a:chOff x="794662" y="706856"/>
            <a:chExt cx="168588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7A7F09F-478E-39D0-9569-1F575722EFD9}"/>
                    </a:ext>
                  </a:extLst>
                </p14:cNvPr>
                <p14:cNvContentPartPr/>
                <p14:nvPr/>
              </p14:nvContentPartPr>
              <p14:xfrm>
                <a:off x="794662" y="733496"/>
                <a:ext cx="282960" cy="199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7A7F09F-478E-39D0-9569-1F575722EF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6022" y="724496"/>
                  <a:ext cx="300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FB3503B-F9BA-EEE8-5377-0442C28FD785}"/>
                    </a:ext>
                  </a:extLst>
                </p14:cNvPr>
                <p14:cNvContentPartPr/>
                <p14:nvPr/>
              </p14:nvContentPartPr>
              <p14:xfrm>
                <a:off x="1144582" y="728096"/>
                <a:ext cx="41760" cy="180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FB3503B-F9BA-EEE8-5377-0442C28FD7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5582" y="719456"/>
                  <a:ext cx="594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F5136C-147C-630D-A40C-B5E05C186D97}"/>
                    </a:ext>
                  </a:extLst>
                </p14:cNvPr>
                <p14:cNvContentPartPr/>
                <p14:nvPr/>
              </p14:nvContentPartPr>
              <p14:xfrm>
                <a:off x="1090942" y="850136"/>
                <a:ext cx="158400" cy="11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F5136C-147C-630D-A40C-B5E05C186D9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2302" y="841136"/>
                  <a:ext cx="176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DF0CA3D-DFE7-0EAA-0F04-6C0AC2F1FFEE}"/>
                    </a:ext>
                  </a:extLst>
                </p14:cNvPr>
                <p14:cNvContentPartPr/>
                <p14:nvPr/>
              </p14:nvContentPartPr>
              <p14:xfrm>
                <a:off x="1301542" y="790376"/>
                <a:ext cx="30600" cy="106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DF0CA3D-DFE7-0EAA-0F04-6C0AC2F1FF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2542" y="781736"/>
                  <a:ext cx="48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EF0ED98-6EF3-B0AD-8065-0D5CDBE55CC6}"/>
                    </a:ext>
                  </a:extLst>
                </p14:cNvPr>
                <p14:cNvContentPartPr/>
                <p14:nvPr/>
              </p14:nvContentPartPr>
              <p14:xfrm>
                <a:off x="1424662" y="829256"/>
                <a:ext cx="159120" cy="58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EF0ED98-6EF3-B0AD-8065-0D5CDBE55C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15662" y="820256"/>
                  <a:ext cx="1767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66B6AE9-604C-20E8-C43D-D3079188FAD0}"/>
                    </a:ext>
                  </a:extLst>
                </p14:cNvPr>
                <p14:cNvContentPartPr/>
                <p14:nvPr/>
              </p14:nvContentPartPr>
              <p14:xfrm>
                <a:off x="1683142" y="823856"/>
                <a:ext cx="145800" cy="91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66B6AE9-604C-20E8-C43D-D3079188FA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74502" y="814856"/>
                  <a:ext cx="163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301AF2-27C7-EEAB-B458-07E7BD2575FC}"/>
                    </a:ext>
                  </a:extLst>
                </p14:cNvPr>
                <p14:cNvContentPartPr/>
                <p14:nvPr/>
              </p14:nvContentPartPr>
              <p14:xfrm>
                <a:off x="1839382" y="706856"/>
                <a:ext cx="38880" cy="164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301AF2-27C7-EEAB-B458-07E7BD2575F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0382" y="698216"/>
                  <a:ext cx="56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930629-2754-246A-2B02-7BD036C2649F}"/>
                    </a:ext>
                  </a:extLst>
                </p14:cNvPr>
                <p14:cNvContentPartPr/>
                <p14:nvPr/>
              </p14:nvContentPartPr>
              <p14:xfrm>
                <a:off x="1796902" y="818456"/>
                <a:ext cx="95760" cy="32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930629-2754-246A-2B02-7BD036C2649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87902" y="809816"/>
                  <a:ext cx="113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E44655-F045-390B-4C9C-F72BBA25933D}"/>
                    </a:ext>
                  </a:extLst>
                </p14:cNvPr>
                <p14:cNvContentPartPr/>
                <p14:nvPr/>
              </p14:nvContentPartPr>
              <p14:xfrm>
                <a:off x="2034862" y="842936"/>
                <a:ext cx="90000" cy="43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E44655-F045-390B-4C9C-F72BBA2593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25862" y="833936"/>
                  <a:ext cx="107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51D800B-B819-640A-5CFE-FFF3C20E9492}"/>
                    </a:ext>
                  </a:extLst>
                </p14:cNvPr>
                <p14:cNvContentPartPr/>
                <p14:nvPr/>
              </p14:nvContentPartPr>
              <p14:xfrm>
                <a:off x="2180662" y="784976"/>
                <a:ext cx="299880" cy="114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51D800B-B819-640A-5CFE-FFF3C20E94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71662" y="775976"/>
                  <a:ext cx="31752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9BBD8D-F0FC-7EC4-BBD1-BE934DC4528E}"/>
              </a:ext>
            </a:extLst>
          </p:cNvPr>
          <p:cNvGrpSpPr/>
          <p:nvPr/>
        </p:nvGrpSpPr>
        <p:grpSpPr>
          <a:xfrm>
            <a:off x="2743342" y="579416"/>
            <a:ext cx="271440" cy="389160"/>
            <a:chOff x="2743342" y="579416"/>
            <a:chExt cx="27144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1A95BB-6C28-ED55-8FDE-ABB458618C55}"/>
                    </a:ext>
                  </a:extLst>
                </p14:cNvPr>
                <p14:cNvContentPartPr/>
                <p14:nvPr/>
              </p14:nvContentPartPr>
              <p14:xfrm>
                <a:off x="2743342" y="813056"/>
                <a:ext cx="111960" cy="106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1A95BB-6C28-ED55-8FDE-ABB458618C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34702" y="804056"/>
                  <a:ext cx="129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751B1A-FC1F-C5B1-7E6A-3E5481783DC0}"/>
                    </a:ext>
                  </a:extLst>
                </p14:cNvPr>
                <p14:cNvContentPartPr/>
                <p14:nvPr/>
              </p14:nvContentPartPr>
              <p14:xfrm>
                <a:off x="2858182" y="579416"/>
                <a:ext cx="156600" cy="389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751B1A-FC1F-C5B1-7E6A-3E5481783D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49182" y="570776"/>
                  <a:ext cx="17424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945E502-9CFF-322B-5799-F3C3F69DC9B7}"/>
                    </a:ext>
                  </a:extLst>
                </p14:cNvPr>
                <p14:cNvContentPartPr/>
                <p14:nvPr/>
              </p14:nvContentPartPr>
              <p14:xfrm>
                <a:off x="2907502" y="838976"/>
                <a:ext cx="91080" cy="6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945E502-9CFF-322B-5799-F3C3F69DC9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98862" y="829976"/>
                  <a:ext cx="10872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31769D-02AA-457D-24DA-CFFC5AA07E93}"/>
              </a:ext>
            </a:extLst>
          </p:cNvPr>
          <p:cNvGrpSpPr/>
          <p:nvPr/>
        </p:nvGrpSpPr>
        <p:grpSpPr>
          <a:xfrm>
            <a:off x="3394222" y="597776"/>
            <a:ext cx="1194120" cy="335520"/>
            <a:chOff x="3394222" y="597776"/>
            <a:chExt cx="119412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375150A-77E4-88A6-69FD-9ECCCA17C420}"/>
                    </a:ext>
                  </a:extLst>
                </p14:cNvPr>
                <p14:cNvContentPartPr/>
                <p14:nvPr/>
              </p14:nvContentPartPr>
              <p14:xfrm>
                <a:off x="3394222" y="814496"/>
                <a:ext cx="75240" cy="118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375150A-77E4-88A6-69FD-9ECCCA17C4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5582" y="805856"/>
                  <a:ext cx="928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508DBC1-52A8-C9C9-A204-A16FA25FCF79}"/>
                    </a:ext>
                  </a:extLst>
                </p14:cNvPr>
                <p14:cNvContentPartPr/>
                <p14:nvPr/>
              </p14:nvContentPartPr>
              <p14:xfrm>
                <a:off x="3501502" y="826376"/>
                <a:ext cx="127800" cy="90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508DBC1-52A8-C9C9-A204-A16FA25FCF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92862" y="817736"/>
                  <a:ext cx="145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23AF53-FD0D-948B-704F-4E24C1572DE3}"/>
                    </a:ext>
                  </a:extLst>
                </p14:cNvPr>
                <p14:cNvContentPartPr/>
                <p14:nvPr/>
              </p14:nvContentPartPr>
              <p14:xfrm>
                <a:off x="3716062" y="669776"/>
                <a:ext cx="197640" cy="243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23AF53-FD0D-948B-704F-4E24C1572DE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07062" y="660776"/>
                  <a:ext cx="215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B7859A-C987-0E6E-57A6-0A44D6009044}"/>
                    </a:ext>
                  </a:extLst>
                </p14:cNvPr>
                <p14:cNvContentPartPr/>
                <p14:nvPr/>
              </p14:nvContentPartPr>
              <p14:xfrm>
                <a:off x="3832702" y="674816"/>
                <a:ext cx="360" cy="30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B7859A-C987-0E6E-57A6-0A44D60090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24062" y="666176"/>
                  <a:ext cx="18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330C49-6D1A-5135-C219-0F299994F76A}"/>
                    </a:ext>
                  </a:extLst>
                </p14:cNvPr>
                <p14:cNvContentPartPr/>
                <p14:nvPr/>
              </p14:nvContentPartPr>
              <p14:xfrm>
                <a:off x="3991102" y="808016"/>
                <a:ext cx="65880" cy="75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330C49-6D1A-5135-C219-0F299994F76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82102" y="799016"/>
                  <a:ext cx="835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DE9804E-3E91-B5B3-655C-87BC458E4ACB}"/>
                    </a:ext>
                  </a:extLst>
                </p14:cNvPr>
                <p14:cNvContentPartPr/>
                <p14:nvPr/>
              </p14:nvContentPartPr>
              <p14:xfrm>
                <a:off x="4162462" y="847256"/>
                <a:ext cx="102600" cy="34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DE9804E-3E91-B5B3-655C-87BC458E4A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53822" y="838256"/>
                  <a:ext cx="120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5ECBE2-E64F-E8EB-A5AC-C3A7E2C56A06}"/>
                    </a:ext>
                  </a:extLst>
                </p14:cNvPr>
                <p14:cNvContentPartPr/>
                <p14:nvPr/>
              </p14:nvContentPartPr>
              <p14:xfrm>
                <a:off x="4374862" y="597776"/>
                <a:ext cx="213480" cy="29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5ECBE2-E64F-E8EB-A5AC-C3A7E2C56A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65862" y="588776"/>
                  <a:ext cx="23112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72EE098-D147-F562-C7F0-87936A46D670}"/>
              </a:ext>
            </a:extLst>
          </p:cNvPr>
          <p:cNvGrpSpPr/>
          <p:nvPr/>
        </p:nvGrpSpPr>
        <p:grpSpPr>
          <a:xfrm>
            <a:off x="4946182" y="584456"/>
            <a:ext cx="768960" cy="384840"/>
            <a:chOff x="4946182" y="584456"/>
            <a:chExt cx="76896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67A28F-06AF-61C8-9D69-99C7533991C7}"/>
                    </a:ext>
                  </a:extLst>
                </p14:cNvPr>
                <p14:cNvContentPartPr/>
                <p14:nvPr/>
              </p14:nvContentPartPr>
              <p14:xfrm>
                <a:off x="4954462" y="584456"/>
                <a:ext cx="97560" cy="384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67A28F-06AF-61C8-9D69-99C7533991C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45462" y="575816"/>
                  <a:ext cx="1152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A68575-D4DE-90F4-1DF9-13AD88803C7F}"/>
                    </a:ext>
                  </a:extLst>
                </p14:cNvPr>
                <p14:cNvContentPartPr/>
                <p14:nvPr/>
              </p14:nvContentPartPr>
              <p14:xfrm>
                <a:off x="4946182" y="828536"/>
                <a:ext cx="125640" cy="11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A68575-D4DE-90F4-1DF9-13AD88803C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37542" y="819896"/>
                  <a:ext cx="143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4D5E28-0690-3DAA-6C59-BCF330F4DE7B}"/>
                    </a:ext>
                  </a:extLst>
                </p14:cNvPr>
                <p14:cNvContentPartPr/>
                <p14:nvPr/>
              </p14:nvContentPartPr>
              <p14:xfrm>
                <a:off x="5130142" y="802616"/>
                <a:ext cx="3600" cy="19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4D5E28-0690-3DAA-6C59-BCF330F4DE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21142" y="793616"/>
                  <a:ext cx="21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6D8E1FB-E512-6710-6498-242D27B7E946}"/>
                    </a:ext>
                  </a:extLst>
                </p14:cNvPr>
                <p14:cNvContentPartPr/>
                <p14:nvPr/>
              </p14:nvContentPartPr>
              <p14:xfrm>
                <a:off x="5087662" y="674816"/>
                <a:ext cx="3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6D8E1FB-E512-6710-6498-242D27B7E94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78662" y="666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5F068B2-EE27-96F9-8B0A-EF748BA24A0C}"/>
                    </a:ext>
                  </a:extLst>
                </p14:cNvPr>
                <p14:cNvContentPartPr/>
                <p14:nvPr/>
              </p14:nvContentPartPr>
              <p14:xfrm>
                <a:off x="5199622" y="586976"/>
                <a:ext cx="140760" cy="263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5F068B2-EE27-96F9-8B0A-EF748BA24A0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90982" y="578336"/>
                  <a:ext cx="1584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4DF81A-BBDC-5A1D-5DCE-116B5ECE2741}"/>
                    </a:ext>
                  </a:extLst>
                </p14:cNvPr>
                <p14:cNvContentPartPr/>
                <p14:nvPr/>
              </p14:nvContentPartPr>
              <p14:xfrm>
                <a:off x="5385382" y="611096"/>
                <a:ext cx="61920" cy="217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4DF81A-BBDC-5A1D-5DCE-116B5ECE27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76382" y="602456"/>
                  <a:ext cx="79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8962EA-FF0A-6354-1C20-899068957AE3}"/>
                    </a:ext>
                  </a:extLst>
                </p14:cNvPr>
                <p14:cNvContentPartPr/>
                <p14:nvPr/>
              </p14:nvContentPartPr>
              <p14:xfrm>
                <a:off x="5363782" y="675176"/>
                <a:ext cx="351360" cy="149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8962EA-FF0A-6354-1C20-899068957A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55142" y="666536"/>
                  <a:ext cx="3690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9CCA72-F4EC-B43C-3DEA-8D9F7834BBFB}"/>
              </a:ext>
            </a:extLst>
          </p:cNvPr>
          <p:cNvGrpSpPr/>
          <p:nvPr/>
        </p:nvGrpSpPr>
        <p:grpSpPr>
          <a:xfrm>
            <a:off x="6037342" y="517496"/>
            <a:ext cx="1396800" cy="387360"/>
            <a:chOff x="6037342" y="517496"/>
            <a:chExt cx="139680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E13FF99-7252-02D2-0285-F04A46FCFB56}"/>
                    </a:ext>
                  </a:extLst>
                </p14:cNvPr>
                <p14:cNvContentPartPr/>
                <p14:nvPr/>
              </p14:nvContentPartPr>
              <p14:xfrm>
                <a:off x="6043822" y="517496"/>
                <a:ext cx="117720" cy="387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E13FF99-7252-02D2-0285-F04A46FCFB5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35182" y="508496"/>
                  <a:ext cx="1353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88B3E4-1BC4-FDCB-6345-CFF361DFA5CF}"/>
                    </a:ext>
                  </a:extLst>
                </p14:cNvPr>
                <p14:cNvContentPartPr/>
                <p14:nvPr/>
              </p14:nvContentPartPr>
              <p14:xfrm>
                <a:off x="6037342" y="748256"/>
                <a:ext cx="135000" cy="38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88B3E4-1BC4-FDCB-6345-CFF361DFA5C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28342" y="739256"/>
                  <a:ext cx="152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3835BBA-8144-A6AE-9961-F324C0C9B5F3}"/>
                    </a:ext>
                  </a:extLst>
                </p14:cNvPr>
                <p14:cNvContentPartPr/>
                <p14:nvPr/>
              </p14:nvContentPartPr>
              <p14:xfrm>
                <a:off x="6209062" y="717656"/>
                <a:ext cx="160200" cy="92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3835BBA-8144-A6AE-9961-F324C0C9B5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00422" y="708656"/>
                  <a:ext cx="177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0D40D2E-C1B2-B067-CAC1-76CF5971ED96}"/>
                    </a:ext>
                  </a:extLst>
                </p14:cNvPr>
                <p14:cNvContentPartPr/>
                <p14:nvPr/>
              </p14:nvContentPartPr>
              <p14:xfrm>
                <a:off x="6432622" y="728096"/>
                <a:ext cx="137160" cy="65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0D40D2E-C1B2-B067-CAC1-76CF5971ED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23622" y="719456"/>
                  <a:ext cx="154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0EAE49-8166-8082-3C97-925FDCE5044F}"/>
                    </a:ext>
                  </a:extLst>
                </p14:cNvPr>
                <p14:cNvContentPartPr/>
                <p14:nvPr/>
              </p14:nvContentPartPr>
              <p14:xfrm>
                <a:off x="6646102" y="712256"/>
                <a:ext cx="67680" cy="115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0EAE49-8166-8082-3C97-925FDCE5044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37462" y="703256"/>
                  <a:ext cx="85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6A53A2-D3F4-98A2-B27C-5760E25E684E}"/>
                    </a:ext>
                  </a:extLst>
                </p14:cNvPr>
                <p14:cNvContentPartPr/>
                <p14:nvPr/>
              </p14:nvContentPartPr>
              <p14:xfrm>
                <a:off x="6746182" y="579416"/>
                <a:ext cx="165240" cy="230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6A53A2-D3F4-98A2-B27C-5760E25E68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37182" y="570416"/>
                  <a:ext cx="1828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9BB353-9195-9603-0576-7B7E17134A56}"/>
                    </a:ext>
                  </a:extLst>
                </p14:cNvPr>
                <p14:cNvContentPartPr/>
                <p14:nvPr/>
              </p14:nvContentPartPr>
              <p14:xfrm>
                <a:off x="6857782" y="541976"/>
                <a:ext cx="14040" cy="44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9BB353-9195-9603-0576-7B7E17134A5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49142" y="533336"/>
                  <a:ext cx="31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C1B1A75-7662-D3A9-36DA-EB3210B140CE}"/>
                    </a:ext>
                  </a:extLst>
                </p14:cNvPr>
                <p14:cNvContentPartPr/>
                <p14:nvPr/>
              </p14:nvContentPartPr>
              <p14:xfrm>
                <a:off x="6994942" y="715856"/>
                <a:ext cx="65880" cy="76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C1B1A75-7662-D3A9-36DA-EB3210B140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85942" y="706856"/>
                  <a:ext cx="83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C50A71-F6D1-42CE-755A-901F3BDEB577}"/>
                    </a:ext>
                  </a:extLst>
                </p14:cNvPr>
                <p14:cNvContentPartPr/>
                <p14:nvPr/>
              </p14:nvContentPartPr>
              <p14:xfrm>
                <a:off x="7128862" y="712256"/>
                <a:ext cx="151920" cy="91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C50A71-F6D1-42CE-755A-901F3BDEB5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20222" y="703256"/>
                  <a:ext cx="169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B020648-9E48-1B44-B15F-82C9CF701DE6}"/>
                    </a:ext>
                  </a:extLst>
                </p14:cNvPr>
                <p14:cNvContentPartPr/>
                <p14:nvPr/>
              </p14:nvContentPartPr>
              <p14:xfrm>
                <a:off x="7397782" y="637736"/>
                <a:ext cx="36360" cy="170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B020648-9E48-1B44-B15F-82C9CF701D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89142" y="629096"/>
                  <a:ext cx="54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D8EAF4-C29E-09DF-1255-5204892EE0FB}"/>
                    </a:ext>
                  </a:extLst>
                </p14:cNvPr>
                <p14:cNvContentPartPr/>
                <p14:nvPr/>
              </p14:nvContentPartPr>
              <p14:xfrm>
                <a:off x="7416142" y="658976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D8EAF4-C29E-09DF-1255-5204892EE0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07142" y="650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B1F8FD-EE2A-CE68-4403-C37D1C2120B1}"/>
                  </a:ext>
                </a:extLst>
              </p14:cNvPr>
              <p14:cNvContentPartPr/>
              <p14:nvPr/>
            </p14:nvContentPartPr>
            <p14:xfrm>
              <a:off x="3921622" y="1413896"/>
              <a:ext cx="430920" cy="2509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B1F8FD-EE2A-CE68-4403-C37D1C2120B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912982" y="1404896"/>
                <a:ext cx="4485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8E5EDAC-3387-F0EA-2C3D-CFF94C1922D9}"/>
                  </a:ext>
                </a:extLst>
              </p14:cNvPr>
              <p14:cNvContentPartPr/>
              <p14:nvPr/>
            </p14:nvContentPartPr>
            <p14:xfrm>
              <a:off x="942262" y="1388696"/>
              <a:ext cx="148680" cy="2707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8E5EDAC-3387-F0EA-2C3D-CFF94C1922D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33622" y="1379696"/>
                <a:ext cx="16632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B192A90-A2AC-B89E-6046-C961068396F9}"/>
                  </a:ext>
                </a:extLst>
              </p14:cNvPr>
              <p14:cNvContentPartPr/>
              <p14:nvPr/>
            </p14:nvContentPartPr>
            <p14:xfrm>
              <a:off x="1169422" y="1573376"/>
              <a:ext cx="4680" cy="18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B192A90-A2AC-B89E-6046-C961068396F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60422" y="1564736"/>
                <a:ext cx="22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F10FC69-54F6-1A06-D04F-5E9FA68B04B0}"/>
                  </a:ext>
                </a:extLst>
              </p14:cNvPr>
              <p14:cNvContentPartPr/>
              <p14:nvPr/>
            </p14:nvContentPartPr>
            <p14:xfrm>
              <a:off x="1100302" y="1451336"/>
              <a:ext cx="20160" cy="147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F10FC69-54F6-1A06-D04F-5E9FA68B04B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91302" y="1442336"/>
                <a:ext cx="378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4D09F19-CFEA-26B0-55DB-CED112E02F39}"/>
                  </a:ext>
                </a:extLst>
              </p14:cNvPr>
              <p14:cNvContentPartPr/>
              <p14:nvPr/>
            </p14:nvContentPartPr>
            <p14:xfrm>
              <a:off x="1274542" y="1355936"/>
              <a:ext cx="118440" cy="3088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4D09F19-CFEA-26B0-55DB-CED112E02F3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65902" y="1347296"/>
                <a:ext cx="1360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727706B-4CEA-E307-265B-52E49188B7A2}"/>
                  </a:ext>
                </a:extLst>
              </p14:cNvPr>
              <p14:cNvContentPartPr/>
              <p14:nvPr/>
            </p14:nvContentPartPr>
            <p14:xfrm>
              <a:off x="1290382" y="1573016"/>
              <a:ext cx="75960" cy="27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727706B-4CEA-E307-265B-52E49188B7A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81742" y="1564016"/>
                <a:ext cx="936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FE801B1-6F69-B16C-15DD-8DD7B314A734}"/>
                  </a:ext>
                </a:extLst>
              </p14:cNvPr>
              <p14:cNvContentPartPr/>
              <p14:nvPr/>
            </p14:nvContentPartPr>
            <p14:xfrm>
              <a:off x="1387582" y="1376456"/>
              <a:ext cx="133200" cy="300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FE801B1-6F69-B16C-15DD-8DD7B314A73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378582" y="1367816"/>
                <a:ext cx="15084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9E9D868-36C8-983F-E191-0C28F39FEF01}"/>
                  </a:ext>
                </a:extLst>
              </p14:cNvPr>
              <p14:cNvContentPartPr/>
              <p14:nvPr/>
            </p14:nvContentPartPr>
            <p14:xfrm>
              <a:off x="1424662" y="1509296"/>
              <a:ext cx="576000" cy="129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9E9D868-36C8-983F-E191-0C28F39FEF0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415662" y="1500296"/>
                <a:ext cx="593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68CEC25-E89C-3EBA-5402-90E525C642B7}"/>
                  </a:ext>
                </a:extLst>
              </p14:cNvPr>
              <p14:cNvContentPartPr/>
              <p14:nvPr/>
            </p14:nvContentPartPr>
            <p14:xfrm>
              <a:off x="2081302" y="1535936"/>
              <a:ext cx="295560" cy="1339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68CEC25-E89C-3EBA-5402-90E525C642B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072662" y="1527296"/>
                <a:ext cx="3132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7035499-64BC-D498-566E-5770D7421AEF}"/>
                  </a:ext>
                </a:extLst>
              </p14:cNvPr>
              <p14:cNvContentPartPr/>
              <p14:nvPr/>
            </p14:nvContentPartPr>
            <p14:xfrm>
              <a:off x="2610142" y="1477256"/>
              <a:ext cx="201240" cy="1432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7035499-64BC-D498-566E-5770D7421AE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01142" y="1468616"/>
                <a:ext cx="2188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5667C5F-E95E-A36E-5FD7-170FDAB2DFEA}"/>
                  </a:ext>
                </a:extLst>
              </p14:cNvPr>
              <p14:cNvContentPartPr/>
              <p14:nvPr/>
            </p14:nvContentPartPr>
            <p14:xfrm>
              <a:off x="2841622" y="1490216"/>
              <a:ext cx="151920" cy="200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5667C5F-E95E-A36E-5FD7-170FDAB2DFE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832982" y="1481216"/>
                <a:ext cx="1695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2CE04E9-5002-FB4D-8B69-74C5B60AE4ED}"/>
                  </a:ext>
                </a:extLst>
              </p14:cNvPr>
              <p14:cNvContentPartPr/>
              <p14:nvPr/>
            </p14:nvContentPartPr>
            <p14:xfrm>
              <a:off x="2944942" y="1579496"/>
              <a:ext cx="89280" cy="579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2CE04E9-5002-FB4D-8B69-74C5B60AE4E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936302" y="1570856"/>
                <a:ext cx="1069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68B72B6-205B-2A27-1958-DB62FCFFC418}"/>
                  </a:ext>
                </a:extLst>
              </p14:cNvPr>
              <p14:cNvContentPartPr/>
              <p14:nvPr/>
            </p14:nvContentPartPr>
            <p14:xfrm>
              <a:off x="4004062" y="1180616"/>
              <a:ext cx="165600" cy="1148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68B72B6-205B-2A27-1958-DB62FCFFC41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995062" y="1171616"/>
                <a:ext cx="1832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CA7894C-51B3-5133-24F1-7B0024DCE48F}"/>
                  </a:ext>
                </a:extLst>
              </p14:cNvPr>
              <p14:cNvContentPartPr/>
              <p14:nvPr/>
            </p14:nvContentPartPr>
            <p14:xfrm>
              <a:off x="4588702" y="1477976"/>
              <a:ext cx="143640" cy="1717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CA7894C-51B3-5133-24F1-7B0024DCE48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579702" y="1469336"/>
                <a:ext cx="1612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2DC7FCE-688F-69DB-CCCA-FB0ED8CF69A5}"/>
                  </a:ext>
                </a:extLst>
              </p14:cNvPr>
              <p14:cNvContentPartPr/>
              <p14:nvPr/>
            </p14:nvContentPartPr>
            <p14:xfrm>
              <a:off x="4807222" y="1626656"/>
              <a:ext cx="24840" cy="130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2DC7FCE-688F-69DB-CCCA-FB0ED8CF69A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98222" y="1617656"/>
                <a:ext cx="424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CE8B26D-0546-ACBE-EB6B-41B73E2420E7}"/>
                  </a:ext>
                </a:extLst>
              </p14:cNvPr>
              <p14:cNvContentPartPr/>
              <p14:nvPr/>
            </p14:nvContentPartPr>
            <p14:xfrm>
              <a:off x="4831342" y="1695776"/>
              <a:ext cx="126720" cy="716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CE8B26D-0546-ACBE-EB6B-41B73E2420E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822342" y="1686776"/>
                <a:ext cx="1443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EDB4D5C-C458-1A9C-E0E6-111A95D99F0E}"/>
                  </a:ext>
                </a:extLst>
              </p14:cNvPr>
              <p14:cNvContentPartPr/>
              <p14:nvPr/>
            </p14:nvContentPartPr>
            <p14:xfrm>
              <a:off x="5068942" y="1497776"/>
              <a:ext cx="151920" cy="1202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EDB4D5C-C458-1A9C-E0E6-111A95D99F0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59942" y="1489136"/>
                <a:ext cx="1695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B151083-8143-0050-65D7-DD38DF192B01}"/>
                  </a:ext>
                </a:extLst>
              </p14:cNvPr>
              <p14:cNvContentPartPr/>
              <p14:nvPr/>
            </p14:nvContentPartPr>
            <p14:xfrm>
              <a:off x="5104222" y="1541696"/>
              <a:ext cx="79560" cy="626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B151083-8143-0050-65D7-DD38DF192B0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095222" y="1532696"/>
                <a:ext cx="972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806475E-9A92-7FBF-773D-A834E1F06A1E}"/>
                  </a:ext>
                </a:extLst>
              </p14:cNvPr>
              <p14:cNvContentPartPr/>
              <p14:nvPr/>
            </p14:nvContentPartPr>
            <p14:xfrm>
              <a:off x="5213662" y="1386536"/>
              <a:ext cx="189720" cy="2520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806475E-9A92-7FBF-773D-A834E1F06A1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05022" y="1377536"/>
                <a:ext cx="2073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74CA317-0BEC-5F2E-7F81-2710B68169D0}"/>
                  </a:ext>
                </a:extLst>
              </p14:cNvPr>
              <p14:cNvContentPartPr/>
              <p14:nvPr/>
            </p14:nvContentPartPr>
            <p14:xfrm>
              <a:off x="5406622" y="1541696"/>
              <a:ext cx="175320" cy="712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74CA317-0BEC-5F2E-7F81-2710B68169D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397622" y="1532696"/>
                <a:ext cx="1929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AB1D7D6-32B6-20A9-FA84-0B45BD76CB40}"/>
                  </a:ext>
                </a:extLst>
              </p14:cNvPr>
              <p14:cNvContentPartPr/>
              <p14:nvPr/>
            </p14:nvContentPartPr>
            <p14:xfrm>
              <a:off x="5671222" y="1557536"/>
              <a:ext cx="86400" cy="108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AB1D7D6-32B6-20A9-FA84-0B45BD76CB4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662582" y="1548896"/>
                <a:ext cx="1040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8B9FEBD-E4DE-BAE9-A581-45EFFA0C5C0A}"/>
                  </a:ext>
                </a:extLst>
              </p14:cNvPr>
              <p14:cNvContentPartPr/>
              <p14:nvPr/>
            </p14:nvContentPartPr>
            <p14:xfrm>
              <a:off x="5862022" y="1435136"/>
              <a:ext cx="35280" cy="1630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8B9FEBD-E4DE-BAE9-A581-45EFFA0C5C0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853382" y="1426496"/>
                <a:ext cx="529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50BEB6C-869D-63F8-2C1E-81C14B20DBF1}"/>
                  </a:ext>
                </a:extLst>
              </p14:cNvPr>
              <p14:cNvContentPartPr/>
              <p14:nvPr/>
            </p14:nvContentPartPr>
            <p14:xfrm>
              <a:off x="5906662" y="1552136"/>
              <a:ext cx="164880" cy="759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50BEB6C-869D-63F8-2C1E-81C14B20DBF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898022" y="1543496"/>
                <a:ext cx="18252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A709B52-1BD5-D235-AF44-5755BB7A9EAF}"/>
                  </a:ext>
                </a:extLst>
              </p14:cNvPr>
              <p14:cNvContentPartPr/>
              <p14:nvPr/>
            </p14:nvContentPartPr>
            <p14:xfrm>
              <a:off x="5980462" y="1389416"/>
              <a:ext cx="156600" cy="3128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A709B52-1BD5-D235-AF44-5755BB7A9EA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971822" y="1380416"/>
                <a:ext cx="17424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FC9D472-1BEC-5CF2-C9BD-754D2F9D8242}"/>
                  </a:ext>
                </a:extLst>
              </p14:cNvPr>
              <p14:cNvContentPartPr/>
              <p14:nvPr/>
            </p14:nvContentPartPr>
            <p14:xfrm>
              <a:off x="6510742" y="1578776"/>
              <a:ext cx="76320" cy="115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FC9D472-1BEC-5CF2-C9BD-754D2F9D824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502102" y="1569776"/>
                <a:ext cx="939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62C8571-C2A3-5965-01F1-816B960A9076}"/>
                  </a:ext>
                </a:extLst>
              </p14:cNvPr>
              <p14:cNvContentPartPr/>
              <p14:nvPr/>
            </p14:nvContentPartPr>
            <p14:xfrm>
              <a:off x="6495982" y="1517216"/>
              <a:ext cx="91080" cy="190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62C8571-C2A3-5965-01F1-816B960A907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486982" y="1508576"/>
                <a:ext cx="108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FA650A7-8E70-9444-47F1-F5F734819B43}"/>
                  </a:ext>
                </a:extLst>
              </p14:cNvPr>
              <p14:cNvContentPartPr/>
              <p14:nvPr/>
            </p14:nvContentPartPr>
            <p14:xfrm>
              <a:off x="6844462" y="1425056"/>
              <a:ext cx="313560" cy="243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FA650A7-8E70-9444-47F1-F5F734819B4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835822" y="1416416"/>
                <a:ext cx="33120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0DB369B-A5EA-0D42-12D1-BBBA26729DE2}"/>
                  </a:ext>
                </a:extLst>
              </p14:cNvPr>
              <p14:cNvContentPartPr/>
              <p14:nvPr/>
            </p14:nvContentPartPr>
            <p14:xfrm>
              <a:off x="6793702" y="1817456"/>
              <a:ext cx="56520" cy="1634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0DB369B-A5EA-0D42-12D1-BBBA26729DE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785062" y="1808456"/>
                <a:ext cx="741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C415C8A-DE44-22DF-19DD-7402F1D683EC}"/>
                  </a:ext>
                </a:extLst>
              </p14:cNvPr>
              <p14:cNvContentPartPr/>
              <p14:nvPr/>
            </p14:nvContentPartPr>
            <p14:xfrm>
              <a:off x="6860302" y="1924376"/>
              <a:ext cx="146520" cy="597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C415C8A-DE44-22DF-19DD-7402F1D683E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851302" y="1915376"/>
                <a:ext cx="1641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4B8864B-31B0-60FE-7F31-5567E7E1E2E8}"/>
                  </a:ext>
                </a:extLst>
              </p14:cNvPr>
              <p14:cNvContentPartPr/>
              <p14:nvPr/>
            </p14:nvContentPartPr>
            <p14:xfrm>
              <a:off x="7023022" y="1944896"/>
              <a:ext cx="69120" cy="277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4B8864B-31B0-60FE-7F31-5567E7E1E2E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14022" y="1935896"/>
                <a:ext cx="867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6E68F74-F32D-D5ED-CB24-BAA03433F24F}"/>
                  </a:ext>
                </a:extLst>
              </p14:cNvPr>
              <p14:cNvContentPartPr/>
              <p14:nvPr/>
            </p14:nvContentPartPr>
            <p14:xfrm>
              <a:off x="7017262" y="1876496"/>
              <a:ext cx="85320" cy="2160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6E68F74-F32D-D5ED-CB24-BAA03433F24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008262" y="1867856"/>
                <a:ext cx="102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A9FB248-E4A0-1A29-484A-2170EE82E9DC}"/>
                  </a:ext>
                </a:extLst>
              </p14:cNvPr>
              <p14:cNvContentPartPr/>
              <p14:nvPr/>
            </p14:nvContentPartPr>
            <p14:xfrm>
              <a:off x="7161622" y="1892336"/>
              <a:ext cx="95760" cy="792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A9FB248-E4A0-1A29-484A-2170EE82E9D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152622" y="1883696"/>
                <a:ext cx="1134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2196C14-9062-AC85-D53C-7EF9DD8BFF86}"/>
                  </a:ext>
                </a:extLst>
              </p14:cNvPr>
              <p14:cNvContentPartPr/>
              <p14:nvPr/>
            </p14:nvContentPartPr>
            <p14:xfrm>
              <a:off x="6830782" y="1177736"/>
              <a:ext cx="197280" cy="1108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2196C14-9062-AC85-D53C-7EF9DD8BFF8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822142" y="1169096"/>
                <a:ext cx="2149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66596A4-2213-8525-C96B-124B554E5064}"/>
                  </a:ext>
                </a:extLst>
              </p14:cNvPr>
              <p14:cNvContentPartPr/>
              <p14:nvPr/>
            </p14:nvContentPartPr>
            <p14:xfrm>
              <a:off x="7422262" y="1540616"/>
              <a:ext cx="147240" cy="1090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66596A4-2213-8525-C96B-124B554E506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413262" y="1531976"/>
                <a:ext cx="1648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2341D872-447D-B291-4464-3745C3A160BB}"/>
                  </a:ext>
                </a:extLst>
              </p14:cNvPr>
              <p14:cNvContentPartPr/>
              <p14:nvPr/>
            </p14:nvContentPartPr>
            <p14:xfrm>
              <a:off x="7649782" y="1578776"/>
              <a:ext cx="55080" cy="2030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2341D872-447D-B291-4464-3745C3A160B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640782" y="1569776"/>
                <a:ext cx="727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3251BAF-4DF0-1F4E-194A-D32ADC7FA5D9}"/>
                  </a:ext>
                </a:extLst>
              </p14:cNvPr>
              <p14:cNvContentPartPr/>
              <p14:nvPr/>
            </p14:nvContentPartPr>
            <p14:xfrm>
              <a:off x="7718902" y="1701176"/>
              <a:ext cx="165600" cy="694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3251BAF-4DF0-1F4E-194A-D32ADC7FA5D9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709902" y="1692176"/>
                <a:ext cx="18324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71F5585-A0C8-4BB6-F402-D76B9B345B73}"/>
                  </a:ext>
                </a:extLst>
              </p14:cNvPr>
              <p14:cNvContentPartPr/>
              <p14:nvPr/>
            </p14:nvContentPartPr>
            <p14:xfrm>
              <a:off x="7910422" y="1589216"/>
              <a:ext cx="1440" cy="3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71F5585-A0C8-4BB6-F402-D76B9B345B7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01782" y="1580576"/>
                <a:ext cx="19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30864CF-8860-E03B-E16E-AAB0E1479E6E}"/>
                  </a:ext>
                </a:extLst>
              </p14:cNvPr>
              <p14:cNvContentPartPr/>
              <p14:nvPr/>
            </p14:nvContentPartPr>
            <p14:xfrm>
              <a:off x="8037862" y="1557536"/>
              <a:ext cx="160560" cy="24444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30864CF-8860-E03B-E16E-AAB0E1479E6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8029222" y="1548536"/>
                <a:ext cx="178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B838867-63EF-11FD-2413-741B34D69103}"/>
                  </a:ext>
                </a:extLst>
              </p14:cNvPr>
              <p14:cNvContentPartPr/>
              <p14:nvPr/>
            </p14:nvContentPartPr>
            <p14:xfrm>
              <a:off x="8247382" y="1424336"/>
              <a:ext cx="181800" cy="2682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B838867-63EF-11FD-2413-741B34D69103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238382" y="1415336"/>
                <a:ext cx="1994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B47ED1E-2F03-4A52-E6B8-2489AB3EBD1A}"/>
                  </a:ext>
                </a:extLst>
              </p14:cNvPr>
              <p14:cNvContentPartPr/>
              <p14:nvPr/>
            </p14:nvContentPartPr>
            <p14:xfrm>
              <a:off x="8436742" y="1584176"/>
              <a:ext cx="149760" cy="691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B47ED1E-2F03-4A52-E6B8-2489AB3EBD1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8428102" y="1575176"/>
                <a:ext cx="1674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36161C5-69CC-CD98-72D6-12A0823C0D11}"/>
                  </a:ext>
                </a:extLst>
              </p14:cNvPr>
              <p14:cNvContentPartPr/>
              <p14:nvPr/>
            </p14:nvContentPartPr>
            <p14:xfrm>
              <a:off x="8682262" y="1595696"/>
              <a:ext cx="73800" cy="100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36161C5-69CC-CD98-72D6-12A0823C0D11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673262" y="1586696"/>
                <a:ext cx="914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714D496-89C1-E14F-6FF4-F91AA8F9BFCA}"/>
                  </a:ext>
                </a:extLst>
              </p14:cNvPr>
              <p14:cNvContentPartPr/>
              <p14:nvPr/>
            </p14:nvContentPartPr>
            <p14:xfrm>
              <a:off x="8851462" y="1451336"/>
              <a:ext cx="43200" cy="2026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714D496-89C1-E14F-6FF4-F91AA8F9BFC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842462" y="1442336"/>
                <a:ext cx="608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35095E5-D7AB-710F-097D-6E42DE44285F}"/>
                  </a:ext>
                </a:extLst>
              </p14:cNvPr>
              <p14:cNvContentPartPr/>
              <p14:nvPr/>
            </p14:nvContentPartPr>
            <p14:xfrm>
              <a:off x="8904742" y="1589216"/>
              <a:ext cx="125640" cy="644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35095E5-D7AB-710F-097D-6E42DE44285F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895742" y="1580576"/>
                <a:ext cx="1432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61FDD4E-57E2-9CD6-EDDF-274D3C19DFB1}"/>
                  </a:ext>
                </a:extLst>
              </p14:cNvPr>
              <p14:cNvContentPartPr/>
              <p14:nvPr/>
            </p14:nvContentPartPr>
            <p14:xfrm>
              <a:off x="9000142" y="1414256"/>
              <a:ext cx="154080" cy="322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61FDD4E-57E2-9CD6-EDDF-274D3C19DFB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991502" y="1405616"/>
                <a:ext cx="17172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81B475E-A6D6-A27B-82A1-FC51D8B57969}"/>
                  </a:ext>
                </a:extLst>
              </p14:cNvPr>
              <p14:cNvContentPartPr/>
              <p14:nvPr/>
            </p14:nvContentPartPr>
            <p14:xfrm>
              <a:off x="2838382" y="3078176"/>
              <a:ext cx="42480" cy="3495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81B475E-A6D6-A27B-82A1-FC51D8B57969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829742" y="3069536"/>
                <a:ext cx="601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CD7F31C-6FE0-D3DE-A695-B0FC1ABAE155}"/>
                  </a:ext>
                </a:extLst>
              </p14:cNvPr>
              <p14:cNvContentPartPr/>
              <p14:nvPr/>
            </p14:nvContentPartPr>
            <p14:xfrm>
              <a:off x="2798062" y="2904656"/>
              <a:ext cx="530280" cy="10980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CD7F31C-6FE0-D3DE-A695-B0FC1ABAE155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789422" y="2895656"/>
                <a:ext cx="5479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F1677B40-CC66-8276-F940-DC73C30FF9E2}"/>
                  </a:ext>
                </a:extLst>
              </p14:cNvPr>
              <p14:cNvContentPartPr/>
              <p14:nvPr/>
            </p14:nvContentPartPr>
            <p14:xfrm>
              <a:off x="3418342" y="2913296"/>
              <a:ext cx="59760" cy="4410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F1677B40-CC66-8276-F940-DC73C30FF9E2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3409342" y="2904296"/>
                <a:ext cx="7740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58DC367-ACF6-2035-D5AF-3B34DF7E1A7A}"/>
                  </a:ext>
                </a:extLst>
              </p14:cNvPr>
              <p14:cNvContentPartPr/>
              <p14:nvPr/>
            </p14:nvContentPartPr>
            <p14:xfrm>
              <a:off x="2853142" y="3450056"/>
              <a:ext cx="724680" cy="273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58DC367-ACF6-2035-D5AF-3B34DF7E1A7A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2844502" y="3441056"/>
                <a:ext cx="742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95CEDC3-4163-322A-5059-517B41C35415}"/>
                  </a:ext>
                </a:extLst>
              </p14:cNvPr>
              <p14:cNvContentPartPr/>
              <p14:nvPr/>
            </p14:nvContentPartPr>
            <p14:xfrm>
              <a:off x="3029542" y="3098336"/>
              <a:ext cx="194760" cy="2397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95CEDC3-4163-322A-5059-517B41C3541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020542" y="3089696"/>
                <a:ext cx="21240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09DE1A7-C3BB-A88D-629C-D7ACC2688F42}"/>
                  </a:ext>
                </a:extLst>
              </p14:cNvPr>
              <p14:cNvContentPartPr/>
              <p14:nvPr/>
            </p14:nvContentPartPr>
            <p14:xfrm>
              <a:off x="4512382" y="2984936"/>
              <a:ext cx="60840" cy="4240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09DE1A7-C3BB-A88D-629C-D7ACC2688F42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503742" y="2975936"/>
                <a:ext cx="7848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69C2579-9AAF-FDF9-CA1E-5355E492D67F}"/>
                  </a:ext>
                </a:extLst>
              </p14:cNvPr>
              <p14:cNvContentPartPr/>
              <p14:nvPr/>
            </p14:nvContentPartPr>
            <p14:xfrm>
              <a:off x="4443622" y="2862896"/>
              <a:ext cx="501840" cy="720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69C2579-9AAF-FDF9-CA1E-5355E492D67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434982" y="2853896"/>
                <a:ext cx="5194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06BA224-C80B-DCF4-A382-3FDE81D37A2B}"/>
                  </a:ext>
                </a:extLst>
              </p14:cNvPr>
              <p14:cNvContentPartPr/>
              <p14:nvPr/>
            </p14:nvContentPartPr>
            <p14:xfrm>
              <a:off x="4567822" y="2857856"/>
              <a:ext cx="627840" cy="5342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06BA224-C80B-DCF4-A382-3FDE81D37A2B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558822" y="2848856"/>
                <a:ext cx="64548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0B1A35E2-BEA6-F87E-BA9D-65AEBCDC9B7E}"/>
                  </a:ext>
                </a:extLst>
              </p14:cNvPr>
              <p14:cNvContentPartPr/>
              <p14:nvPr/>
            </p14:nvContentPartPr>
            <p14:xfrm>
              <a:off x="4799302" y="3125696"/>
              <a:ext cx="11880" cy="1119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0B1A35E2-BEA6-F87E-BA9D-65AEBCDC9B7E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790662" y="3117056"/>
                <a:ext cx="2952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7851B67-8C15-EF1B-850F-EDAA2E9B7D27}"/>
                  </a:ext>
                </a:extLst>
              </p14:cNvPr>
              <p14:cNvContentPartPr/>
              <p14:nvPr/>
            </p14:nvContentPartPr>
            <p14:xfrm>
              <a:off x="4747102" y="3074216"/>
              <a:ext cx="181800" cy="2070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7851B67-8C15-EF1B-850F-EDAA2E9B7D2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4738462" y="3065216"/>
                <a:ext cx="199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B409F36-55B4-6BEC-DC70-59675001CFFB}"/>
                  </a:ext>
                </a:extLst>
              </p14:cNvPr>
              <p14:cNvContentPartPr/>
              <p14:nvPr/>
            </p14:nvContentPartPr>
            <p14:xfrm>
              <a:off x="3617422" y="3194816"/>
              <a:ext cx="864360" cy="324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B409F36-55B4-6BEC-DC70-59675001CFFB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3608782" y="3186176"/>
                <a:ext cx="8820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34E1974-F455-5F32-C5E5-07A2F4287305}"/>
                  </a:ext>
                </a:extLst>
              </p14:cNvPr>
              <p14:cNvContentPartPr/>
              <p14:nvPr/>
            </p14:nvContentPartPr>
            <p14:xfrm>
              <a:off x="2052142" y="3135056"/>
              <a:ext cx="25920" cy="1292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34E1974-F455-5F32-C5E5-07A2F4287305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2043502" y="3126056"/>
                <a:ext cx="435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C0240C0-06E7-8A29-9501-DBC0F51CF3C7}"/>
                  </a:ext>
                </a:extLst>
              </p14:cNvPr>
              <p14:cNvContentPartPr/>
              <p14:nvPr/>
            </p14:nvContentPartPr>
            <p14:xfrm>
              <a:off x="2019022" y="3210296"/>
              <a:ext cx="97200" cy="1152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C0240C0-06E7-8A29-9501-DBC0F51CF3C7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010022" y="3201656"/>
                <a:ext cx="1148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BE24A3D-01ED-4BCC-1F55-BF97000DC834}"/>
                  </a:ext>
                </a:extLst>
              </p14:cNvPr>
              <p14:cNvContentPartPr/>
              <p14:nvPr/>
            </p14:nvContentPartPr>
            <p14:xfrm>
              <a:off x="1913182" y="3052256"/>
              <a:ext cx="303840" cy="2818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BE24A3D-01ED-4BCC-1F55-BF97000DC834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1904542" y="3043256"/>
                <a:ext cx="3214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93A9D44-6CEC-B822-425E-4BF894012EF6}"/>
                  </a:ext>
                </a:extLst>
              </p14:cNvPr>
              <p14:cNvContentPartPr/>
              <p14:nvPr/>
            </p14:nvContentPartPr>
            <p14:xfrm>
              <a:off x="1143862" y="3189416"/>
              <a:ext cx="748800" cy="115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93A9D44-6CEC-B822-425E-4BF894012EF6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1135222" y="3180776"/>
                <a:ext cx="7664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4F5EFE1-AF1E-E214-6BBF-6CE3F4965E5A}"/>
                  </a:ext>
                </a:extLst>
              </p14:cNvPr>
              <p14:cNvContentPartPr/>
              <p14:nvPr/>
            </p14:nvContentPartPr>
            <p14:xfrm>
              <a:off x="2304502" y="3216056"/>
              <a:ext cx="520560" cy="111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4F5EFE1-AF1E-E214-6BBF-6CE3F4965E5A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2295502" y="3207416"/>
                <a:ext cx="5382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7BDCA3D2-1A16-FABC-99AF-DDA9042A43EF}"/>
                  </a:ext>
                </a:extLst>
              </p14:cNvPr>
              <p14:cNvContentPartPr/>
              <p14:nvPr/>
            </p14:nvContentPartPr>
            <p14:xfrm>
              <a:off x="2741542" y="3171416"/>
              <a:ext cx="108000" cy="1126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7BDCA3D2-1A16-FABC-99AF-DDA9042A43EF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2732902" y="3162776"/>
                <a:ext cx="1256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0C84059-CF6B-6312-0246-F6EA601FCEE1}"/>
                  </a:ext>
                </a:extLst>
              </p14:cNvPr>
              <p14:cNvContentPartPr/>
              <p14:nvPr/>
            </p14:nvContentPartPr>
            <p14:xfrm>
              <a:off x="4290622" y="3122096"/>
              <a:ext cx="222480" cy="1306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0C84059-CF6B-6312-0246-F6EA601FCEE1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4281982" y="3113456"/>
                <a:ext cx="2401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B485D10-5089-922D-8CE1-A04F56253071}"/>
                  </a:ext>
                </a:extLst>
              </p14:cNvPr>
              <p14:cNvContentPartPr/>
              <p14:nvPr/>
            </p14:nvContentPartPr>
            <p14:xfrm>
              <a:off x="5191702" y="3141536"/>
              <a:ext cx="416160" cy="378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B485D10-5089-922D-8CE1-A04F56253071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5183062" y="3132536"/>
                <a:ext cx="4338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2F386E20-276E-D2A0-396B-DD167179A8CE}"/>
                  </a:ext>
                </a:extLst>
              </p14:cNvPr>
              <p14:cNvContentPartPr/>
              <p14:nvPr/>
            </p14:nvContentPartPr>
            <p14:xfrm>
              <a:off x="5486542" y="3704936"/>
              <a:ext cx="155520" cy="1202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2F386E20-276E-D2A0-396B-DD167179A8CE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477902" y="3696296"/>
                <a:ext cx="1731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FE28F40-56FB-6E51-00D9-230494C1C259}"/>
                  </a:ext>
                </a:extLst>
              </p14:cNvPr>
              <p14:cNvContentPartPr/>
              <p14:nvPr/>
            </p14:nvContentPartPr>
            <p14:xfrm>
              <a:off x="5683102" y="3810776"/>
              <a:ext cx="138600" cy="1083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FE28F40-56FB-6E51-00D9-230494C1C259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5674102" y="3801776"/>
                <a:ext cx="1562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83C0D62C-F680-85BD-A03D-098FA012B162}"/>
                  </a:ext>
                </a:extLst>
              </p14:cNvPr>
              <p14:cNvContentPartPr/>
              <p14:nvPr/>
            </p14:nvContentPartPr>
            <p14:xfrm>
              <a:off x="5368822" y="3619976"/>
              <a:ext cx="554040" cy="3675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83C0D62C-F680-85BD-A03D-098FA012B162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5360182" y="3611336"/>
                <a:ext cx="57168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01FF2A5-0C9C-1803-607B-62C47E521DBB}"/>
                  </a:ext>
                </a:extLst>
              </p14:cNvPr>
              <p14:cNvContentPartPr/>
              <p14:nvPr/>
            </p14:nvContentPartPr>
            <p14:xfrm>
              <a:off x="5565022" y="3203096"/>
              <a:ext cx="33480" cy="3751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01FF2A5-0C9C-1803-607B-62C47E521DBB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5556022" y="3194456"/>
                <a:ext cx="5112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2AFD07CE-1F3C-9E39-57B1-14014526034C}"/>
                  </a:ext>
                </a:extLst>
              </p14:cNvPr>
              <p14:cNvContentPartPr/>
              <p14:nvPr/>
            </p14:nvContentPartPr>
            <p14:xfrm>
              <a:off x="5483662" y="3499736"/>
              <a:ext cx="204840" cy="1317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2AFD07CE-1F3C-9E39-57B1-14014526034C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5474662" y="3491096"/>
                <a:ext cx="22248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676B52F-23FD-AC14-2BE0-5D667ED88872}"/>
                  </a:ext>
                </a:extLst>
              </p14:cNvPr>
              <p14:cNvContentPartPr/>
              <p14:nvPr/>
            </p14:nvContentPartPr>
            <p14:xfrm>
              <a:off x="4056262" y="3243776"/>
              <a:ext cx="54360" cy="2955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676B52F-23FD-AC14-2BE0-5D667ED88872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4047262" y="3235136"/>
                <a:ext cx="720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B5F5A1B-2AAB-EDE2-FAF1-DD19533F1356}"/>
                  </a:ext>
                </a:extLst>
              </p14:cNvPr>
              <p14:cNvContentPartPr/>
              <p14:nvPr/>
            </p14:nvContentPartPr>
            <p14:xfrm>
              <a:off x="4022782" y="3799616"/>
              <a:ext cx="114480" cy="1227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B5F5A1B-2AAB-EDE2-FAF1-DD19533F1356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4014142" y="3790616"/>
                <a:ext cx="132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8C61D57-2E1F-8705-C4F9-54E39AC741FF}"/>
                  </a:ext>
                </a:extLst>
              </p14:cNvPr>
              <p14:cNvContentPartPr/>
              <p14:nvPr/>
            </p14:nvContentPartPr>
            <p14:xfrm>
              <a:off x="4231582" y="3901856"/>
              <a:ext cx="23760" cy="486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8C61D57-2E1F-8705-C4F9-54E39AC741FF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4222582" y="3893216"/>
                <a:ext cx="414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7613CECB-5F43-26DE-2EDF-6029C6A2099D}"/>
                  </a:ext>
                </a:extLst>
              </p14:cNvPr>
              <p14:cNvContentPartPr/>
              <p14:nvPr/>
            </p14:nvContentPartPr>
            <p14:xfrm>
              <a:off x="3875902" y="3684056"/>
              <a:ext cx="505440" cy="3499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7613CECB-5F43-26DE-2EDF-6029C6A2099D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3867262" y="3675416"/>
                <a:ext cx="5230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7EA6656-C8BF-8807-F677-807FF99E1428}"/>
                  </a:ext>
                </a:extLst>
              </p14:cNvPr>
              <p14:cNvContentPartPr/>
              <p14:nvPr/>
            </p14:nvContentPartPr>
            <p14:xfrm>
              <a:off x="4119982" y="3545816"/>
              <a:ext cx="19440" cy="712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7EA6656-C8BF-8807-F677-807FF99E1428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4110982" y="3536816"/>
                <a:ext cx="370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6CAA52A-0AEC-82E7-8F94-78D1B926C25F}"/>
                  </a:ext>
                </a:extLst>
              </p14:cNvPr>
              <p14:cNvContentPartPr/>
              <p14:nvPr/>
            </p14:nvContentPartPr>
            <p14:xfrm>
              <a:off x="4027822" y="3512336"/>
              <a:ext cx="172440" cy="1342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6CAA52A-0AEC-82E7-8F94-78D1B926C25F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4018822" y="3503696"/>
                <a:ext cx="1900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EC9FCFC-0744-43C2-8569-EF15F8BF34C7}"/>
                  </a:ext>
                </a:extLst>
              </p14:cNvPr>
              <p14:cNvContentPartPr/>
              <p14:nvPr/>
            </p14:nvContentPartPr>
            <p14:xfrm>
              <a:off x="4178662" y="4252856"/>
              <a:ext cx="28440" cy="1008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EC9FCFC-0744-43C2-8569-EF15F8BF34C7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4169662" y="4243856"/>
                <a:ext cx="4608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CC6D613B-26B0-928B-6A3F-42086C76BA68}"/>
                  </a:ext>
                </a:extLst>
              </p14:cNvPr>
              <p14:cNvContentPartPr/>
              <p14:nvPr/>
            </p14:nvContentPartPr>
            <p14:xfrm>
              <a:off x="4145182" y="4316576"/>
              <a:ext cx="102600" cy="57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CC6D613B-26B0-928B-6A3F-42086C76BA68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4136542" y="4307576"/>
                <a:ext cx="1202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A7D850B-E606-F61E-8C17-418AFC7DAFD0}"/>
                  </a:ext>
                </a:extLst>
              </p14:cNvPr>
              <p14:cNvContentPartPr/>
              <p14:nvPr/>
            </p14:nvContentPartPr>
            <p14:xfrm>
              <a:off x="4056262" y="4208936"/>
              <a:ext cx="229680" cy="1944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A7D850B-E606-F61E-8C17-418AFC7DAFD0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4047262" y="4200296"/>
                <a:ext cx="2473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81DD6D05-1C5D-82BA-0D4B-ECE1510E511F}"/>
                  </a:ext>
                </a:extLst>
              </p14:cNvPr>
              <p14:cNvContentPartPr/>
              <p14:nvPr/>
            </p14:nvContentPartPr>
            <p14:xfrm>
              <a:off x="4116022" y="4029656"/>
              <a:ext cx="36360" cy="1440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81DD6D05-1C5D-82BA-0D4B-ECE1510E511F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4107382" y="4020656"/>
                <a:ext cx="540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108AFF20-46E4-C211-53E8-D12C4AB906C8}"/>
                  </a:ext>
                </a:extLst>
              </p14:cNvPr>
              <p14:cNvContentPartPr/>
              <p14:nvPr/>
            </p14:nvContentPartPr>
            <p14:xfrm>
              <a:off x="5560702" y="4026416"/>
              <a:ext cx="42480" cy="2206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108AFF20-46E4-C211-53E8-D12C4AB906C8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5551702" y="4017776"/>
                <a:ext cx="6012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07799E1-B6D6-09D2-FDEF-0F46603A4888}"/>
                  </a:ext>
                </a:extLst>
              </p14:cNvPr>
              <p14:cNvContentPartPr/>
              <p14:nvPr/>
            </p14:nvContentPartPr>
            <p14:xfrm>
              <a:off x="4362622" y="4247456"/>
              <a:ext cx="1208880" cy="698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07799E1-B6D6-09D2-FDEF-0F46603A4888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4353622" y="4238456"/>
                <a:ext cx="12265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EB9528D-9C1D-E727-DA70-D93AC4C1D25B}"/>
                  </a:ext>
                </a:extLst>
              </p14:cNvPr>
              <p14:cNvContentPartPr/>
              <p14:nvPr/>
            </p14:nvContentPartPr>
            <p14:xfrm>
              <a:off x="4347502" y="4262216"/>
              <a:ext cx="110520" cy="831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EB9528D-9C1D-E727-DA70-D93AC4C1D25B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4338502" y="4253216"/>
                <a:ext cx="1281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CF52AC4-944A-971A-064E-E91B3C77565A}"/>
                  </a:ext>
                </a:extLst>
              </p14:cNvPr>
              <p14:cNvContentPartPr/>
              <p14:nvPr/>
            </p14:nvContentPartPr>
            <p14:xfrm>
              <a:off x="4078582" y="4134416"/>
              <a:ext cx="100440" cy="597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CF52AC4-944A-971A-064E-E91B3C77565A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4069582" y="4125416"/>
                <a:ext cx="1180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707D20C-2398-3D1E-0467-214ADCBFF17F}"/>
                  </a:ext>
                </a:extLst>
              </p14:cNvPr>
              <p14:cNvContentPartPr/>
              <p14:nvPr/>
            </p14:nvContentPartPr>
            <p14:xfrm>
              <a:off x="2676382" y="4284536"/>
              <a:ext cx="1311120" cy="219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707D20C-2398-3D1E-0467-214ADCBFF17F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2667382" y="4275536"/>
                <a:ext cx="13287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CE636B1-3B77-D204-D244-C6148BF44E83}"/>
                  </a:ext>
                </a:extLst>
              </p14:cNvPr>
              <p14:cNvContentPartPr/>
              <p14:nvPr/>
            </p14:nvContentPartPr>
            <p14:xfrm>
              <a:off x="2178862" y="3446456"/>
              <a:ext cx="457200" cy="8557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CE636B1-3B77-D204-D244-C6148BF44E83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2169862" y="3437816"/>
                <a:ext cx="474840" cy="87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4724A9C-F765-1CCE-04FB-93C477DE71CF}"/>
                  </a:ext>
                </a:extLst>
              </p14:cNvPr>
              <p14:cNvContentPartPr/>
              <p14:nvPr/>
            </p14:nvContentPartPr>
            <p14:xfrm>
              <a:off x="2131342" y="3384176"/>
              <a:ext cx="164160" cy="1008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4724A9C-F765-1CCE-04FB-93C477DE71CF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2122342" y="3375536"/>
                <a:ext cx="1818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8DE4D44-9433-3E5A-4D0F-0251E9913D22}"/>
                  </a:ext>
                </a:extLst>
              </p14:cNvPr>
              <p14:cNvContentPartPr/>
              <p14:nvPr/>
            </p14:nvContentPartPr>
            <p14:xfrm>
              <a:off x="2035582" y="3667856"/>
              <a:ext cx="112320" cy="82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8DE4D44-9433-3E5A-4D0F-0251E9913D22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2026582" y="3658856"/>
                <a:ext cx="1299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1019998-FE65-E14F-EFA8-5691B284776A}"/>
                  </a:ext>
                </a:extLst>
              </p14:cNvPr>
              <p14:cNvContentPartPr/>
              <p14:nvPr/>
            </p14:nvContentPartPr>
            <p14:xfrm>
              <a:off x="1740742" y="3149816"/>
              <a:ext cx="162720" cy="1094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1019998-FE65-E14F-EFA8-5691B284776A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732102" y="3140816"/>
                <a:ext cx="1803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1F9B5882-6A80-561D-2A21-6A802D62690A}"/>
                  </a:ext>
                </a:extLst>
              </p14:cNvPr>
              <p14:cNvContentPartPr/>
              <p14:nvPr/>
            </p14:nvContentPartPr>
            <p14:xfrm>
              <a:off x="771262" y="2835536"/>
              <a:ext cx="116640" cy="11952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1F9B5882-6A80-561D-2A21-6A802D62690A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762622" y="2826896"/>
                <a:ext cx="1342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E7B2A89-93B1-8FF8-5627-93B609DA2593}"/>
                  </a:ext>
                </a:extLst>
              </p14:cNvPr>
              <p14:cNvContentPartPr/>
              <p14:nvPr/>
            </p14:nvContentPartPr>
            <p14:xfrm>
              <a:off x="801862" y="2856776"/>
              <a:ext cx="59760" cy="10800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E7B2A89-93B1-8FF8-5627-93B609DA2593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792862" y="2848136"/>
                <a:ext cx="774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744357B-4F03-E534-6973-7685516D8358}"/>
                  </a:ext>
                </a:extLst>
              </p14:cNvPr>
              <p14:cNvContentPartPr/>
              <p14:nvPr/>
            </p14:nvContentPartPr>
            <p14:xfrm>
              <a:off x="892942" y="2726456"/>
              <a:ext cx="144720" cy="2293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744357B-4F03-E534-6973-7685516D8358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883942" y="2717816"/>
                <a:ext cx="1623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9F7B950-C85A-3CBE-15B3-3D7F3D1F5700}"/>
                  </a:ext>
                </a:extLst>
              </p14:cNvPr>
              <p14:cNvContentPartPr/>
              <p14:nvPr/>
            </p14:nvContentPartPr>
            <p14:xfrm>
              <a:off x="1055302" y="2830136"/>
              <a:ext cx="132840" cy="666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9F7B950-C85A-3CBE-15B3-3D7F3D1F5700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1046302" y="2821136"/>
                <a:ext cx="15048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1EBAA79D-D5F8-9ADB-C9C1-7A85DACA96EA}"/>
                  </a:ext>
                </a:extLst>
              </p14:cNvPr>
              <p14:cNvContentPartPr/>
              <p14:nvPr/>
            </p14:nvContentPartPr>
            <p14:xfrm>
              <a:off x="1174822" y="2714576"/>
              <a:ext cx="154800" cy="2322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1EBAA79D-D5F8-9ADB-C9C1-7A85DACA96EA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1165822" y="2705576"/>
                <a:ext cx="17244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1FAEDF08-4F42-E246-5256-AD2C890916EC}"/>
                  </a:ext>
                </a:extLst>
              </p14:cNvPr>
              <p14:cNvContentPartPr/>
              <p14:nvPr/>
            </p14:nvContentPartPr>
            <p14:xfrm>
              <a:off x="2350222" y="2506136"/>
              <a:ext cx="117000" cy="1904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1FAEDF08-4F42-E246-5256-AD2C890916EC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2341222" y="2497136"/>
                <a:ext cx="1346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1A07A3E-D661-BC43-15CC-8D1BDE95370F}"/>
                  </a:ext>
                </a:extLst>
              </p14:cNvPr>
              <p14:cNvContentPartPr/>
              <p14:nvPr/>
            </p14:nvContentPartPr>
            <p14:xfrm>
              <a:off x="2496382" y="2668496"/>
              <a:ext cx="120600" cy="702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1A07A3E-D661-BC43-15CC-8D1BDE95370F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487742" y="2659496"/>
                <a:ext cx="1382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3F96643-0613-4067-7E8E-43631C98AD12}"/>
                  </a:ext>
                </a:extLst>
              </p14:cNvPr>
              <p14:cNvContentPartPr/>
              <p14:nvPr/>
            </p14:nvContentPartPr>
            <p14:xfrm>
              <a:off x="3756382" y="2535656"/>
              <a:ext cx="126720" cy="1548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3F96643-0613-4067-7E8E-43631C98AD12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3747382" y="2527016"/>
                <a:ext cx="144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358A0677-3228-CE4C-5413-D8D921DE8373}"/>
                  </a:ext>
                </a:extLst>
              </p14:cNvPr>
              <p14:cNvContentPartPr/>
              <p14:nvPr/>
            </p14:nvContentPartPr>
            <p14:xfrm>
              <a:off x="3976342" y="2695136"/>
              <a:ext cx="6480" cy="342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358A0677-3228-CE4C-5413-D8D921DE8373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3967702" y="2686496"/>
                <a:ext cx="241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9B2C3C7-2C12-E4B7-ACB2-1C1E79328242}"/>
                  </a:ext>
                </a:extLst>
              </p14:cNvPr>
              <p14:cNvContentPartPr/>
              <p14:nvPr/>
            </p14:nvContentPartPr>
            <p14:xfrm>
              <a:off x="5434342" y="2531696"/>
              <a:ext cx="91800" cy="1594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9B2C3C7-2C12-E4B7-ACB2-1C1E79328242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5425342" y="2523056"/>
                <a:ext cx="1094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1F8A043-4387-04A3-4354-04AA745CF44A}"/>
                  </a:ext>
                </a:extLst>
              </p14:cNvPr>
              <p14:cNvContentPartPr/>
              <p14:nvPr/>
            </p14:nvContentPartPr>
            <p14:xfrm>
              <a:off x="5587342" y="2681816"/>
              <a:ext cx="111600" cy="889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1F8A043-4387-04A3-4354-04AA745CF44A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5578342" y="2673176"/>
                <a:ext cx="1292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DC2D6F5-B2B8-3F9E-681B-8105E30F7F0E}"/>
                  </a:ext>
                </a:extLst>
              </p14:cNvPr>
              <p14:cNvContentPartPr/>
              <p14:nvPr/>
            </p14:nvContentPartPr>
            <p14:xfrm>
              <a:off x="5295022" y="2461136"/>
              <a:ext cx="543960" cy="3679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DC2D6F5-B2B8-3F9E-681B-8105E30F7F0E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5286022" y="2452136"/>
                <a:ext cx="56160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9E9060F9-5492-AF2E-4422-622541F82D71}"/>
                  </a:ext>
                </a:extLst>
              </p14:cNvPr>
              <p14:cNvContentPartPr/>
              <p14:nvPr/>
            </p14:nvContentPartPr>
            <p14:xfrm>
              <a:off x="3599422" y="2444936"/>
              <a:ext cx="510480" cy="3718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9E9060F9-5492-AF2E-4422-622541F82D71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3590782" y="2436296"/>
                <a:ext cx="52812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E5B7B9E-410D-0E10-C3FD-0C5BE0E02BD8}"/>
                  </a:ext>
                </a:extLst>
              </p14:cNvPr>
              <p14:cNvContentPartPr/>
              <p14:nvPr/>
            </p14:nvContentPartPr>
            <p14:xfrm>
              <a:off x="2152942" y="2412176"/>
              <a:ext cx="568800" cy="42732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E5B7B9E-410D-0E10-C3FD-0C5BE0E02BD8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2143942" y="2403536"/>
                <a:ext cx="58644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34A4772-5C7E-325F-0812-562ABBD87069}"/>
                  </a:ext>
                </a:extLst>
              </p14:cNvPr>
              <p14:cNvContentPartPr/>
              <p14:nvPr/>
            </p14:nvContentPartPr>
            <p14:xfrm>
              <a:off x="2462902" y="2902856"/>
              <a:ext cx="67320" cy="2876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34A4772-5C7E-325F-0812-562ABBD87069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2454262" y="2893856"/>
                <a:ext cx="849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1EBA49E-79A1-F0CB-3DEC-14E76B287793}"/>
                  </a:ext>
                </a:extLst>
              </p14:cNvPr>
              <p14:cNvContentPartPr/>
              <p14:nvPr/>
            </p14:nvContentPartPr>
            <p14:xfrm>
              <a:off x="2404222" y="2875136"/>
              <a:ext cx="110520" cy="6480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1EBA49E-79A1-F0CB-3DEC-14E76B287793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395582" y="2866136"/>
                <a:ext cx="1281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5B3E527B-71A6-DD1F-2AD1-1D572F9C3C44}"/>
                  </a:ext>
                </a:extLst>
              </p14:cNvPr>
              <p14:cNvContentPartPr/>
              <p14:nvPr/>
            </p14:nvContentPartPr>
            <p14:xfrm>
              <a:off x="3938902" y="2886656"/>
              <a:ext cx="51480" cy="24300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5B3E527B-71A6-DD1F-2AD1-1D572F9C3C44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3929902" y="2877656"/>
                <a:ext cx="691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73F284D-B837-0B7B-A743-3CEE7B8F8160}"/>
                  </a:ext>
                </a:extLst>
              </p14:cNvPr>
              <p14:cNvContentPartPr/>
              <p14:nvPr/>
            </p14:nvContentPartPr>
            <p14:xfrm>
              <a:off x="3887062" y="2875856"/>
              <a:ext cx="120240" cy="914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73F284D-B837-0B7B-A743-3CEE7B8F8160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3878062" y="2867216"/>
                <a:ext cx="137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D3C6ABD-124E-5A6C-1773-B7AAF5EADE62}"/>
                  </a:ext>
                </a:extLst>
              </p14:cNvPr>
              <p14:cNvContentPartPr/>
              <p14:nvPr/>
            </p14:nvContentPartPr>
            <p14:xfrm>
              <a:off x="5527582" y="2921576"/>
              <a:ext cx="42120" cy="1836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D3C6ABD-124E-5A6C-1773-B7AAF5EADE62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5518942" y="2912576"/>
                <a:ext cx="597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5F6F6406-30B2-1641-78FE-04DB2D73E1D8}"/>
                  </a:ext>
                </a:extLst>
              </p14:cNvPr>
              <p14:cNvContentPartPr/>
              <p14:nvPr/>
            </p14:nvContentPartPr>
            <p14:xfrm>
              <a:off x="5518222" y="2907896"/>
              <a:ext cx="135000" cy="6372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5F6F6406-30B2-1641-78FE-04DB2D73E1D8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5509222" y="2898896"/>
                <a:ext cx="1526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3AF910E-56F7-5727-CE24-698A43CEEF5B}"/>
                  </a:ext>
                </a:extLst>
              </p14:cNvPr>
              <p14:cNvContentPartPr/>
              <p14:nvPr/>
            </p14:nvContentPartPr>
            <p14:xfrm>
              <a:off x="3959782" y="1827896"/>
              <a:ext cx="16560" cy="1522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3AF910E-56F7-5727-CE24-698A43CEEF5B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3950782" y="1819256"/>
                <a:ext cx="342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3BFD315-1D62-FA7E-36AD-4E6B321E4BB8}"/>
                  </a:ext>
                </a:extLst>
              </p14:cNvPr>
              <p14:cNvContentPartPr/>
              <p14:nvPr/>
            </p14:nvContentPartPr>
            <p14:xfrm>
              <a:off x="3991822" y="1913576"/>
              <a:ext cx="105840" cy="698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3BFD315-1D62-FA7E-36AD-4E6B321E4BB8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983182" y="1904936"/>
                <a:ext cx="1234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11DE6DB-04CB-092F-6840-117C6C198E85}"/>
                  </a:ext>
                </a:extLst>
              </p14:cNvPr>
              <p14:cNvContentPartPr/>
              <p14:nvPr/>
            </p14:nvContentPartPr>
            <p14:xfrm>
              <a:off x="4173622" y="1961456"/>
              <a:ext cx="7956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11DE6DB-04CB-092F-6840-117C6C198E85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4164622" y="1952816"/>
                <a:ext cx="972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0A7641D-7B8F-B070-5CE4-760DC4825377}"/>
                  </a:ext>
                </a:extLst>
              </p14:cNvPr>
              <p14:cNvContentPartPr/>
              <p14:nvPr/>
            </p14:nvContentPartPr>
            <p14:xfrm>
              <a:off x="4162822" y="1908536"/>
              <a:ext cx="74520" cy="36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0A7641D-7B8F-B070-5CE4-760DC4825377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4154182" y="1899536"/>
                <a:ext cx="921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947444B6-6BCA-2BD7-658B-1D64166C1329}"/>
                  </a:ext>
                </a:extLst>
              </p14:cNvPr>
              <p14:cNvContentPartPr/>
              <p14:nvPr/>
            </p14:nvContentPartPr>
            <p14:xfrm>
              <a:off x="4342822" y="1902416"/>
              <a:ext cx="102240" cy="1065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947444B6-6BCA-2BD7-658B-1D64166C1329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4334182" y="1893416"/>
                <a:ext cx="1198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5F234DB-383B-525E-41EF-756CF30485E9}"/>
                  </a:ext>
                </a:extLst>
              </p14:cNvPr>
              <p14:cNvContentPartPr/>
              <p14:nvPr/>
            </p14:nvContentPartPr>
            <p14:xfrm>
              <a:off x="3817942" y="2083856"/>
              <a:ext cx="20880" cy="1008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5F234DB-383B-525E-41EF-756CF30485E9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3808942" y="2074856"/>
                <a:ext cx="3852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EFEE9061-9301-A1C5-A238-244AE2AD1FC7}"/>
                  </a:ext>
                </a:extLst>
              </p14:cNvPr>
              <p14:cNvContentPartPr/>
              <p14:nvPr/>
            </p14:nvContentPartPr>
            <p14:xfrm>
              <a:off x="3778342" y="2151536"/>
              <a:ext cx="102960" cy="97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EFEE9061-9301-A1C5-A238-244AE2AD1FC7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3769342" y="2142896"/>
                <a:ext cx="1206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3FFFC886-8D35-C030-D37D-E846A986EE7E}"/>
                  </a:ext>
                </a:extLst>
              </p14:cNvPr>
              <p14:cNvContentPartPr/>
              <p14:nvPr/>
            </p14:nvContentPartPr>
            <p14:xfrm>
              <a:off x="3673222" y="2051816"/>
              <a:ext cx="303480" cy="1987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3FFFC886-8D35-C030-D37D-E846A986EE7E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3664582" y="2043176"/>
                <a:ext cx="32112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1538C44F-0029-87A7-04E4-C77E53758E82}"/>
                  </a:ext>
                </a:extLst>
              </p14:cNvPr>
              <p14:cNvContentPartPr/>
              <p14:nvPr/>
            </p14:nvContentPartPr>
            <p14:xfrm>
              <a:off x="5443702" y="2096816"/>
              <a:ext cx="18720" cy="1148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1538C44F-0029-87A7-04E4-C77E53758E82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5434702" y="2087816"/>
                <a:ext cx="363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2E5D0B0-6537-0492-1AC1-B614EE966D44}"/>
                  </a:ext>
                </a:extLst>
              </p14:cNvPr>
              <p14:cNvContentPartPr/>
              <p14:nvPr/>
            </p14:nvContentPartPr>
            <p14:xfrm>
              <a:off x="5359102" y="2163056"/>
              <a:ext cx="149040" cy="115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2E5D0B0-6537-0492-1AC1-B614EE966D44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5350102" y="2154416"/>
                <a:ext cx="1666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35D6D122-2D69-45EF-65E8-2D307959294A}"/>
                  </a:ext>
                </a:extLst>
              </p14:cNvPr>
              <p14:cNvContentPartPr/>
              <p14:nvPr/>
            </p14:nvContentPartPr>
            <p14:xfrm>
              <a:off x="5337502" y="2063696"/>
              <a:ext cx="244800" cy="1918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35D6D122-2D69-45EF-65E8-2D307959294A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5328502" y="2054696"/>
                <a:ext cx="2624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D32481AF-2364-6A23-97A1-B1BA69A3916F}"/>
                  </a:ext>
                </a:extLst>
              </p14:cNvPr>
              <p14:cNvContentPartPr/>
              <p14:nvPr/>
            </p14:nvContentPartPr>
            <p14:xfrm>
              <a:off x="3779782" y="2304536"/>
              <a:ext cx="38160" cy="1260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D32481AF-2364-6A23-97A1-B1BA69A3916F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3770782" y="2295536"/>
                <a:ext cx="558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A16C242-F9D8-3645-4179-CAABE72DCA9E}"/>
                  </a:ext>
                </a:extLst>
              </p14:cNvPr>
              <p14:cNvContentPartPr/>
              <p14:nvPr/>
            </p14:nvContentPartPr>
            <p14:xfrm>
              <a:off x="3699862" y="2264216"/>
              <a:ext cx="111960" cy="4608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A16C242-F9D8-3645-4179-CAABE72DCA9E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3691222" y="2255216"/>
                <a:ext cx="12960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C69B798E-A002-F1FF-10AA-A3168C3656C4}"/>
                  </a:ext>
                </a:extLst>
              </p14:cNvPr>
              <p14:cNvContentPartPr/>
              <p14:nvPr/>
            </p14:nvContentPartPr>
            <p14:xfrm>
              <a:off x="5445502" y="2327576"/>
              <a:ext cx="22320" cy="975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C69B798E-A002-F1FF-10AA-A3168C3656C4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5436862" y="2318576"/>
                <a:ext cx="399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BE56DD2-B2E3-3F9B-7DF5-E21E966FE9C3}"/>
                  </a:ext>
                </a:extLst>
              </p14:cNvPr>
              <p14:cNvContentPartPr/>
              <p14:nvPr/>
            </p14:nvContentPartPr>
            <p14:xfrm>
              <a:off x="5432902" y="2303456"/>
              <a:ext cx="55080" cy="5940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BE56DD2-B2E3-3F9B-7DF5-E21E966FE9C3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5424262" y="2294816"/>
                <a:ext cx="727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55882C8-A1BE-2699-5875-9D739F1BC834}"/>
                  </a:ext>
                </a:extLst>
              </p14:cNvPr>
              <p14:cNvContentPartPr/>
              <p14:nvPr/>
            </p14:nvContentPartPr>
            <p14:xfrm>
              <a:off x="2379742" y="2167736"/>
              <a:ext cx="1202040" cy="2656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55882C8-A1BE-2699-5875-9D739F1BC834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2371102" y="2159096"/>
                <a:ext cx="121968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69B7755-4A34-DEA0-6EFE-D31ECF22C10A}"/>
                  </a:ext>
                </a:extLst>
              </p14:cNvPr>
              <p14:cNvContentPartPr/>
              <p14:nvPr/>
            </p14:nvContentPartPr>
            <p14:xfrm>
              <a:off x="3488902" y="2135336"/>
              <a:ext cx="163440" cy="8784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69B7755-4A34-DEA0-6EFE-D31ECF22C10A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3480262" y="2126336"/>
                <a:ext cx="1810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BC0BC29C-64FB-5D76-85F3-D7A628830FD3}"/>
                  </a:ext>
                </a:extLst>
              </p14:cNvPr>
              <p14:cNvContentPartPr/>
              <p14:nvPr/>
            </p14:nvContentPartPr>
            <p14:xfrm>
              <a:off x="4046902" y="2116256"/>
              <a:ext cx="1241280" cy="1227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BC0BC29C-64FB-5D76-85F3-D7A628830FD3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4037902" y="2107256"/>
                <a:ext cx="12589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3C343DF-0C52-BC64-5CF5-0D10CFE248EE}"/>
                  </a:ext>
                </a:extLst>
              </p14:cNvPr>
              <p14:cNvContentPartPr/>
              <p14:nvPr/>
            </p14:nvContentPartPr>
            <p14:xfrm>
              <a:off x="5621182" y="2200856"/>
              <a:ext cx="1077480" cy="1123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3C343DF-0C52-BC64-5CF5-0D10CFE248EE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5612542" y="2191856"/>
                <a:ext cx="10951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4BEBFC8-9E34-E6D4-0663-DFD5B55C4F1F}"/>
                  </a:ext>
                </a:extLst>
              </p14:cNvPr>
              <p14:cNvContentPartPr/>
              <p14:nvPr/>
            </p14:nvContentPartPr>
            <p14:xfrm>
              <a:off x="6688582" y="2231816"/>
              <a:ext cx="179640" cy="16524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4BEBFC8-9E34-E6D4-0663-DFD5B55C4F1F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6679942" y="2223176"/>
                <a:ext cx="19728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7D6F15B-73AE-1835-F007-C00C069FF52B}"/>
              </a:ext>
            </a:extLst>
          </p:cNvPr>
          <p:cNvGrpSpPr/>
          <p:nvPr/>
        </p:nvGrpSpPr>
        <p:grpSpPr>
          <a:xfrm>
            <a:off x="7188982" y="2205176"/>
            <a:ext cx="795600" cy="432720"/>
            <a:chOff x="7188982" y="2205176"/>
            <a:chExt cx="79560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93409E0-2085-5550-8817-2EEAB088DD6E}"/>
                    </a:ext>
                  </a:extLst>
                </p14:cNvPr>
                <p14:cNvContentPartPr/>
                <p14:nvPr/>
              </p14:nvContentPartPr>
              <p14:xfrm>
                <a:off x="7188982" y="2320016"/>
                <a:ext cx="148320" cy="2656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93409E0-2085-5550-8817-2EEAB088DD6E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179982" y="2311376"/>
                  <a:ext cx="165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D93E6D3-1C6A-89BD-94CD-6D53A4C27036}"/>
                    </a:ext>
                  </a:extLst>
                </p14:cNvPr>
                <p14:cNvContentPartPr/>
                <p14:nvPr/>
              </p14:nvContentPartPr>
              <p14:xfrm>
                <a:off x="7417582" y="2205176"/>
                <a:ext cx="184680" cy="3254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D93E6D3-1C6A-89BD-94CD-6D53A4C2703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408942" y="2196176"/>
                  <a:ext cx="2023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372B3FE-994C-3342-FC91-581562D25A65}"/>
                    </a:ext>
                  </a:extLst>
                </p14:cNvPr>
                <p14:cNvContentPartPr/>
                <p14:nvPr/>
              </p14:nvContentPartPr>
              <p14:xfrm>
                <a:off x="7611262" y="2385896"/>
                <a:ext cx="223200" cy="102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372B3FE-994C-3342-FC91-581562D25A65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602262" y="2377256"/>
                  <a:ext cx="2408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D489B27-B348-B92D-A37F-50519F1B604D}"/>
                    </a:ext>
                  </a:extLst>
                </p14:cNvPr>
                <p14:cNvContentPartPr/>
                <p14:nvPr/>
              </p14:nvContentPartPr>
              <p14:xfrm>
                <a:off x="7841302" y="2277896"/>
                <a:ext cx="143280" cy="360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D489B27-B348-B92D-A37F-50519F1B604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832662" y="2268896"/>
                  <a:ext cx="160920" cy="37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81F72CA5-45F1-923D-829E-3625546564E5}"/>
                  </a:ext>
                </a:extLst>
              </p14:cNvPr>
              <p14:cNvContentPartPr/>
              <p14:nvPr/>
            </p14:nvContentPartPr>
            <p14:xfrm>
              <a:off x="3996502" y="3189416"/>
              <a:ext cx="106200" cy="1069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81F72CA5-45F1-923D-829E-3625546564E5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3987862" y="3180776"/>
                <a:ext cx="1238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C95A96C-1BB5-58F4-0ABB-B7B8508AE2F5}"/>
                  </a:ext>
                </a:extLst>
              </p14:cNvPr>
              <p14:cNvContentPartPr/>
              <p14:nvPr/>
            </p14:nvContentPartPr>
            <p14:xfrm>
              <a:off x="5540902" y="3130376"/>
              <a:ext cx="78480" cy="903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C95A96C-1BB5-58F4-0ABB-B7B8508AE2F5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5532262" y="3121376"/>
                <a:ext cx="9612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3649C54-FAE8-B0BA-7001-D35A2C7CB520}"/>
              </a:ext>
            </a:extLst>
          </p:cNvPr>
          <p:cNvGrpSpPr/>
          <p:nvPr/>
        </p:nvGrpSpPr>
        <p:grpSpPr>
          <a:xfrm>
            <a:off x="7808542" y="3115256"/>
            <a:ext cx="1103400" cy="265320"/>
            <a:chOff x="7808542" y="3115256"/>
            <a:chExt cx="110340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B85F247-69E7-B5AF-D0FE-F5B18F96FB93}"/>
                    </a:ext>
                  </a:extLst>
                </p14:cNvPr>
                <p14:cNvContentPartPr/>
                <p14:nvPr/>
              </p14:nvContentPartPr>
              <p14:xfrm>
                <a:off x="7808542" y="3115256"/>
                <a:ext cx="230040" cy="2246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B85F247-69E7-B5AF-D0FE-F5B18F96FB9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799542" y="3106256"/>
                  <a:ext cx="247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9C8B8A7-20E6-62F4-11E2-6B686EFB9FB3}"/>
                    </a:ext>
                  </a:extLst>
                </p14:cNvPr>
                <p14:cNvContentPartPr/>
                <p14:nvPr/>
              </p14:nvContentPartPr>
              <p14:xfrm>
                <a:off x="8069902" y="3233336"/>
                <a:ext cx="558360" cy="120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9C8B8A7-20E6-62F4-11E2-6B686EFB9FB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061262" y="3224336"/>
                  <a:ext cx="576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8236D9A-464A-09D0-095F-072D13BFEC0F}"/>
                    </a:ext>
                  </a:extLst>
                </p14:cNvPr>
                <p14:cNvContentPartPr/>
                <p14:nvPr/>
              </p14:nvContentPartPr>
              <p14:xfrm>
                <a:off x="8685862" y="3123536"/>
                <a:ext cx="226080" cy="2570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8236D9A-464A-09D0-095F-072D13BFEC0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677222" y="3114896"/>
                  <a:ext cx="24372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A3FC32CF-D88F-5A3F-E756-AAE8E0CFCB8C}"/>
              </a:ext>
            </a:extLst>
          </p:cNvPr>
          <p:cNvGrpSpPr/>
          <p:nvPr/>
        </p:nvGrpSpPr>
        <p:grpSpPr>
          <a:xfrm>
            <a:off x="9197062" y="3061976"/>
            <a:ext cx="703080" cy="304200"/>
            <a:chOff x="9197062" y="3061976"/>
            <a:chExt cx="70308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61D84ED-164B-2A10-AD0F-D4873CC502D5}"/>
                    </a:ext>
                  </a:extLst>
                </p14:cNvPr>
                <p14:cNvContentPartPr/>
                <p14:nvPr/>
              </p14:nvContentPartPr>
              <p14:xfrm>
                <a:off x="9197062" y="3188336"/>
                <a:ext cx="193680" cy="160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61D84ED-164B-2A10-AD0F-D4873CC502D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188062" y="3179696"/>
                  <a:ext cx="211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15C3B10-5822-DADD-3B71-C9AA33DAD88F}"/>
                    </a:ext>
                  </a:extLst>
                </p14:cNvPr>
                <p14:cNvContentPartPr/>
                <p14:nvPr/>
              </p14:nvContentPartPr>
              <p14:xfrm>
                <a:off x="9409462" y="3061976"/>
                <a:ext cx="25560" cy="10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15C3B10-5822-DADD-3B71-C9AA33DAD88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400822" y="3053336"/>
                  <a:ext cx="43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F32214F-CF8F-C58B-DAB3-C86241CC344D}"/>
                    </a:ext>
                  </a:extLst>
                </p14:cNvPr>
                <p14:cNvContentPartPr/>
                <p14:nvPr/>
              </p14:nvContentPartPr>
              <p14:xfrm>
                <a:off x="9507742" y="3258536"/>
                <a:ext cx="136440" cy="38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F32214F-CF8F-C58B-DAB3-C86241CC344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499102" y="3249896"/>
                  <a:ext cx="154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D2E99E2-33ED-0CB7-D35D-E0D6FC447E63}"/>
                    </a:ext>
                  </a:extLst>
                </p14:cNvPr>
                <p14:cNvContentPartPr/>
                <p14:nvPr/>
              </p14:nvContentPartPr>
              <p14:xfrm>
                <a:off x="9813742" y="3110216"/>
                <a:ext cx="86400" cy="255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D2E99E2-33ED-0CB7-D35D-E0D6FC447E6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805102" y="3101216"/>
                  <a:ext cx="10404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C8A9DA4-E38B-771B-3D72-211E3B4A05A7}"/>
              </a:ext>
            </a:extLst>
          </p:cNvPr>
          <p:cNvGrpSpPr/>
          <p:nvPr/>
        </p:nvGrpSpPr>
        <p:grpSpPr>
          <a:xfrm>
            <a:off x="10164022" y="3074216"/>
            <a:ext cx="703440" cy="259920"/>
            <a:chOff x="10164022" y="3074216"/>
            <a:chExt cx="70344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B4AADB2-849D-CC7F-B2C7-FDC317956591}"/>
                    </a:ext>
                  </a:extLst>
                </p14:cNvPr>
                <p14:cNvContentPartPr/>
                <p14:nvPr/>
              </p14:nvContentPartPr>
              <p14:xfrm>
                <a:off x="10164022" y="3237656"/>
                <a:ext cx="114120" cy="907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B4AADB2-849D-CC7F-B2C7-FDC317956591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155022" y="3229016"/>
                  <a:ext cx="131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32466CF-C389-5EB1-0642-351D2E66B2C2}"/>
                    </a:ext>
                  </a:extLst>
                </p14:cNvPr>
                <p14:cNvContentPartPr/>
                <p14:nvPr/>
              </p14:nvContentPartPr>
              <p14:xfrm>
                <a:off x="10324582" y="3212096"/>
                <a:ext cx="37080" cy="105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32466CF-C389-5EB1-0642-351D2E66B2C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315942" y="3203096"/>
                  <a:ext cx="54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AD73FB9-8D19-F05B-AE9B-61B6913D4B2E}"/>
                    </a:ext>
                  </a:extLst>
                </p14:cNvPr>
                <p14:cNvContentPartPr/>
                <p14:nvPr/>
              </p14:nvContentPartPr>
              <p14:xfrm>
                <a:off x="10518982" y="3074216"/>
                <a:ext cx="348480" cy="2599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AD73FB9-8D19-F05B-AE9B-61B6913D4B2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10342" y="3065576"/>
                  <a:ext cx="36612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F12ABE10-57E4-41BD-246B-59C23B3BC499}"/>
              </a:ext>
            </a:extLst>
          </p:cNvPr>
          <p:cNvGrpSpPr/>
          <p:nvPr/>
        </p:nvGrpSpPr>
        <p:grpSpPr>
          <a:xfrm>
            <a:off x="7852102" y="3604136"/>
            <a:ext cx="1349280" cy="320400"/>
            <a:chOff x="7852102" y="3604136"/>
            <a:chExt cx="134928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C5AF0FD-4A81-AC4A-F662-4F23D1033C2D}"/>
                    </a:ext>
                  </a:extLst>
                </p14:cNvPr>
                <p14:cNvContentPartPr/>
                <p14:nvPr/>
              </p14:nvContentPartPr>
              <p14:xfrm>
                <a:off x="7852102" y="3733016"/>
                <a:ext cx="68400" cy="145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C5AF0FD-4A81-AC4A-F662-4F23D1033C2D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843462" y="3724376"/>
                  <a:ext cx="86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2C8DD06-320A-E534-DCFA-05B8296C1CE1}"/>
                    </a:ext>
                  </a:extLst>
                </p14:cNvPr>
                <p14:cNvContentPartPr/>
                <p14:nvPr/>
              </p14:nvContentPartPr>
              <p14:xfrm>
                <a:off x="8004022" y="3790616"/>
                <a:ext cx="106560" cy="532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2C8DD06-320A-E534-DCFA-05B8296C1CE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995382" y="3781616"/>
                  <a:ext cx="124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ABCDB2B-2FB2-E1F5-CEE0-0A54EA81F012}"/>
                    </a:ext>
                  </a:extLst>
                </p14:cNvPr>
                <p14:cNvContentPartPr/>
                <p14:nvPr/>
              </p14:nvContentPartPr>
              <p14:xfrm>
                <a:off x="8176102" y="3604136"/>
                <a:ext cx="183240" cy="249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ABCDB2B-2FB2-E1F5-CEE0-0A54EA81F01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167462" y="3595496"/>
                  <a:ext cx="200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332BBE3-CBB2-BCA2-06E1-4DE26CE1AA07}"/>
                    </a:ext>
                  </a:extLst>
                </p14:cNvPr>
                <p14:cNvContentPartPr/>
                <p14:nvPr/>
              </p14:nvContentPartPr>
              <p14:xfrm>
                <a:off x="8298502" y="3641576"/>
                <a:ext cx="24840" cy="49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332BBE3-CBB2-BCA2-06E1-4DE26CE1AA0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289862" y="3632576"/>
                  <a:ext cx="42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82640AF-EBF2-788C-9C44-21FA2F3BF185}"/>
                    </a:ext>
                  </a:extLst>
                </p14:cNvPr>
                <p14:cNvContentPartPr/>
                <p14:nvPr/>
              </p14:nvContentPartPr>
              <p14:xfrm>
                <a:off x="8489302" y="3774056"/>
                <a:ext cx="386640" cy="1036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82640AF-EBF2-788C-9C44-21FA2F3BF18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480662" y="3765416"/>
                  <a:ext cx="4042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01C1035-9A25-0DDE-D246-BCEC5CE2A4DA}"/>
                    </a:ext>
                  </a:extLst>
                </p14:cNvPr>
                <p14:cNvContentPartPr/>
                <p14:nvPr/>
              </p14:nvContentPartPr>
              <p14:xfrm>
                <a:off x="8898982" y="3605576"/>
                <a:ext cx="302400" cy="318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01C1035-9A25-0DDE-D246-BCEC5CE2A4D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890342" y="3596576"/>
                  <a:ext cx="32004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C0F7CA6-C20C-D7C4-95F7-686B81B89539}"/>
              </a:ext>
            </a:extLst>
          </p:cNvPr>
          <p:cNvGrpSpPr/>
          <p:nvPr/>
        </p:nvGrpSpPr>
        <p:grpSpPr>
          <a:xfrm>
            <a:off x="9452302" y="3635456"/>
            <a:ext cx="802800" cy="318240"/>
            <a:chOff x="9452302" y="3635456"/>
            <a:chExt cx="80280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7B1E98B-EC3B-67F2-CCCB-81647F894AEB}"/>
                    </a:ext>
                  </a:extLst>
                </p14:cNvPr>
                <p14:cNvContentPartPr/>
                <p14:nvPr/>
              </p14:nvContentPartPr>
              <p14:xfrm>
                <a:off x="9480022" y="3635456"/>
                <a:ext cx="89280" cy="318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7B1E98B-EC3B-67F2-CCCB-81647F894AE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471382" y="3626816"/>
                  <a:ext cx="1069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F45A76D-91F4-1081-02E1-2029538B3D42}"/>
                    </a:ext>
                  </a:extLst>
                </p14:cNvPr>
                <p14:cNvContentPartPr/>
                <p14:nvPr/>
              </p14:nvContentPartPr>
              <p14:xfrm>
                <a:off x="9452302" y="3821216"/>
                <a:ext cx="117360" cy="38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F45A76D-91F4-1081-02E1-2029538B3D4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443302" y="3812576"/>
                  <a:ext cx="135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030EF48-677C-3FAE-B7A4-643895B8748D}"/>
                    </a:ext>
                  </a:extLst>
                </p14:cNvPr>
                <p14:cNvContentPartPr/>
                <p14:nvPr/>
              </p14:nvContentPartPr>
              <p14:xfrm>
                <a:off x="9670462" y="3864776"/>
                <a:ext cx="10440" cy="475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030EF48-677C-3FAE-B7A4-643895B8748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661822" y="3855776"/>
                  <a:ext cx="28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A3F466C-E585-5D03-9242-9CCD7E5D8163}"/>
                    </a:ext>
                  </a:extLst>
                </p14:cNvPr>
                <p14:cNvContentPartPr/>
                <p14:nvPr/>
              </p14:nvContentPartPr>
              <p14:xfrm>
                <a:off x="9643462" y="3715736"/>
                <a:ext cx="360" cy="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A3F466C-E585-5D03-9242-9CCD7E5D816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34822" y="37070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04C8C4B-ED82-2D6B-DCD1-C7A9CF47512C}"/>
                    </a:ext>
                  </a:extLst>
                </p14:cNvPr>
                <p14:cNvContentPartPr/>
                <p14:nvPr/>
              </p14:nvContentPartPr>
              <p14:xfrm>
                <a:off x="9801862" y="3655616"/>
                <a:ext cx="121680" cy="282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04C8C4B-ED82-2D6B-DCD1-C7A9CF47512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793222" y="3646616"/>
                  <a:ext cx="1393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4E82AC7-8DDD-0D6C-4652-E8579A72DC2C}"/>
                    </a:ext>
                  </a:extLst>
                </p14:cNvPr>
                <p14:cNvContentPartPr/>
                <p14:nvPr/>
              </p14:nvContentPartPr>
              <p14:xfrm>
                <a:off x="9957382" y="3652016"/>
                <a:ext cx="91440" cy="2455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4E82AC7-8DDD-0D6C-4652-E8579A72DC2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948382" y="3643376"/>
                  <a:ext cx="109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EDE1316-DA8B-175E-745B-8431F990C1D0}"/>
                    </a:ext>
                  </a:extLst>
                </p14:cNvPr>
                <p14:cNvContentPartPr/>
                <p14:nvPr/>
              </p14:nvContentPartPr>
              <p14:xfrm>
                <a:off x="9957382" y="3718256"/>
                <a:ext cx="297720" cy="1576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EDE1316-DA8B-175E-745B-8431F990C1D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948382" y="3709256"/>
                  <a:ext cx="31536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8886C15D-176F-E311-1E1D-04136370F851}"/>
              </a:ext>
            </a:extLst>
          </p:cNvPr>
          <p:cNvGrpSpPr/>
          <p:nvPr/>
        </p:nvGrpSpPr>
        <p:grpSpPr>
          <a:xfrm>
            <a:off x="10461022" y="3609536"/>
            <a:ext cx="1168920" cy="383400"/>
            <a:chOff x="10461022" y="3609536"/>
            <a:chExt cx="116892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54FC598-275A-D794-D884-479DE838CA9E}"/>
                    </a:ext>
                  </a:extLst>
                </p14:cNvPr>
                <p14:cNvContentPartPr/>
                <p14:nvPr/>
              </p14:nvContentPartPr>
              <p14:xfrm>
                <a:off x="10461022" y="3612056"/>
                <a:ext cx="90000" cy="380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54FC598-275A-D794-D884-479DE838CA9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452022" y="3603416"/>
                  <a:ext cx="1076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F2F0491-30BD-E8EC-B53B-7BF125368C4A}"/>
                    </a:ext>
                  </a:extLst>
                </p14:cNvPr>
                <p14:cNvContentPartPr/>
                <p14:nvPr/>
              </p14:nvContentPartPr>
              <p14:xfrm>
                <a:off x="10477582" y="3842816"/>
                <a:ext cx="80640" cy="223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F2F0491-30BD-E8EC-B53B-7BF125368C4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468942" y="3834176"/>
                  <a:ext cx="98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299B6E3-8988-1146-136C-A4D4EF41FE01}"/>
                    </a:ext>
                  </a:extLst>
                </p14:cNvPr>
                <p14:cNvContentPartPr/>
                <p14:nvPr/>
              </p14:nvContentPartPr>
              <p14:xfrm>
                <a:off x="10621582" y="3820856"/>
                <a:ext cx="338040" cy="745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299B6E3-8988-1146-136C-A4D4EF41FE01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612942" y="3811856"/>
                  <a:ext cx="3556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207C7EB-1C49-60E1-E2FA-63FE56046C2B}"/>
                    </a:ext>
                  </a:extLst>
                </p14:cNvPr>
                <p14:cNvContentPartPr/>
                <p14:nvPr/>
              </p14:nvContentPartPr>
              <p14:xfrm>
                <a:off x="10818142" y="3843536"/>
                <a:ext cx="33480" cy="72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207C7EB-1C49-60E1-E2FA-63FE56046C2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809502" y="3834536"/>
                  <a:ext cx="51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DB66BE4-D16D-299D-701A-560CFFCCA76F}"/>
                    </a:ext>
                  </a:extLst>
                </p14:cNvPr>
                <p14:cNvContentPartPr/>
                <p14:nvPr/>
              </p14:nvContentPartPr>
              <p14:xfrm>
                <a:off x="10987702" y="3807176"/>
                <a:ext cx="88920" cy="1216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DB66BE4-D16D-299D-701A-560CFFCCA76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78702" y="3798176"/>
                  <a:ext cx="106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267837B-D43B-D126-9359-4E6D3BC0BBB4}"/>
                    </a:ext>
                  </a:extLst>
                </p14:cNvPr>
                <p14:cNvContentPartPr/>
                <p14:nvPr/>
              </p14:nvContentPartPr>
              <p14:xfrm>
                <a:off x="11094982" y="3609536"/>
                <a:ext cx="144000" cy="2923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267837B-D43B-D126-9359-4E6D3BC0BBB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1085982" y="3600896"/>
                  <a:ext cx="1616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A134C4B-18B3-6201-8BD6-E5C1C848D191}"/>
                    </a:ext>
                  </a:extLst>
                </p14:cNvPr>
                <p14:cNvContentPartPr/>
                <p14:nvPr/>
              </p14:nvContentPartPr>
              <p14:xfrm>
                <a:off x="11190742" y="3631136"/>
                <a:ext cx="17640" cy="26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A134C4B-18B3-6201-8BD6-E5C1C848D191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1181742" y="3622496"/>
                  <a:ext cx="35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3164FAD-C9AC-8673-2C8F-4657EC3B224D}"/>
                    </a:ext>
                  </a:extLst>
                </p14:cNvPr>
                <p14:cNvContentPartPr/>
                <p14:nvPr/>
              </p14:nvContentPartPr>
              <p14:xfrm>
                <a:off x="11312422" y="3768656"/>
                <a:ext cx="317520" cy="759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3164FAD-C9AC-8673-2C8F-4657EC3B224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1303782" y="3759656"/>
                  <a:ext cx="33516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D393D6EE-2EF3-AFAA-9E53-A543E2FA9D80}"/>
              </a:ext>
            </a:extLst>
          </p:cNvPr>
          <p:cNvGrpSpPr/>
          <p:nvPr/>
        </p:nvGrpSpPr>
        <p:grpSpPr>
          <a:xfrm>
            <a:off x="1610782" y="5066096"/>
            <a:ext cx="1201680" cy="416880"/>
            <a:chOff x="1610782" y="5066096"/>
            <a:chExt cx="120168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1E8C2BF-A379-DFF0-B2BE-15290D78E688}"/>
                    </a:ext>
                  </a:extLst>
                </p14:cNvPr>
                <p14:cNvContentPartPr/>
                <p14:nvPr/>
              </p14:nvContentPartPr>
              <p14:xfrm>
                <a:off x="1610782" y="5066096"/>
                <a:ext cx="141480" cy="3938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1E8C2BF-A379-DFF0-B2BE-15290D78E68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601782" y="5057456"/>
                  <a:ext cx="1591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F5415FC-15C7-DAA1-4F7A-2D2262BFD385}"/>
                    </a:ext>
                  </a:extLst>
                </p14:cNvPr>
                <p14:cNvContentPartPr/>
                <p14:nvPr/>
              </p14:nvContentPartPr>
              <p14:xfrm>
                <a:off x="1679902" y="5289656"/>
                <a:ext cx="118800" cy="378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F5415FC-15C7-DAA1-4F7A-2D2262BFD38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670902" y="5280656"/>
                  <a:ext cx="136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A05F53A-3831-6A29-2921-7C87EE05CC34}"/>
                    </a:ext>
                  </a:extLst>
                </p14:cNvPr>
                <p14:cNvContentPartPr/>
                <p14:nvPr/>
              </p14:nvContentPartPr>
              <p14:xfrm>
                <a:off x="1743622" y="5167256"/>
                <a:ext cx="148320" cy="2271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A05F53A-3831-6A29-2921-7C87EE05CC3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734622" y="5158256"/>
                  <a:ext cx="165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ADCFB22-4CEE-4AA7-3038-1EC60DEBF8F4}"/>
                    </a:ext>
                  </a:extLst>
                </p14:cNvPr>
                <p14:cNvContentPartPr/>
                <p14:nvPr/>
              </p14:nvContentPartPr>
              <p14:xfrm>
                <a:off x="1877542" y="5076896"/>
                <a:ext cx="153360" cy="3261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ADCFB22-4CEE-4AA7-3038-1EC60DEBF8F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868902" y="5067896"/>
                  <a:ext cx="1710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0C94FC3E-1882-2996-3686-92E69360FAA2}"/>
                    </a:ext>
                  </a:extLst>
                </p14:cNvPr>
                <p14:cNvContentPartPr/>
                <p14:nvPr/>
              </p14:nvContentPartPr>
              <p14:xfrm>
                <a:off x="1988062" y="5209016"/>
                <a:ext cx="278640" cy="182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0C94FC3E-1882-2996-3686-92E69360FAA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979422" y="5200376"/>
                  <a:ext cx="296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F0DE460-41C7-E7DD-37BC-238020859626}"/>
                    </a:ext>
                  </a:extLst>
                </p14:cNvPr>
                <p14:cNvContentPartPr/>
                <p14:nvPr/>
              </p14:nvContentPartPr>
              <p14:xfrm>
                <a:off x="2116222" y="5305496"/>
                <a:ext cx="127440" cy="72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F0DE460-41C7-E7DD-37BC-23802085962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107582" y="5296496"/>
                  <a:ext cx="145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8A97ACB-5124-79EF-0B1C-8DED606986A4}"/>
                    </a:ext>
                  </a:extLst>
                </p14:cNvPr>
                <p14:cNvContentPartPr/>
                <p14:nvPr/>
              </p14:nvContentPartPr>
              <p14:xfrm>
                <a:off x="2237902" y="5103536"/>
                <a:ext cx="233640" cy="3794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8A97ACB-5124-79EF-0B1C-8DED606986A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229262" y="5094536"/>
                  <a:ext cx="25128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F32710F-4049-FB58-A6D6-2FB069939370}"/>
                    </a:ext>
                  </a:extLst>
                </p14:cNvPr>
                <p14:cNvContentPartPr/>
                <p14:nvPr/>
              </p14:nvContentPartPr>
              <p14:xfrm>
                <a:off x="2706262" y="5310176"/>
                <a:ext cx="106200" cy="115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F32710F-4049-FB58-A6D6-2FB06993937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697262" y="5301536"/>
                  <a:ext cx="123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32C9A04-6EEE-3E3D-CE15-035C02E868DF}"/>
                    </a:ext>
                  </a:extLst>
                </p14:cNvPr>
                <p14:cNvContentPartPr/>
                <p14:nvPr/>
              </p14:nvContentPartPr>
              <p14:xfrm>
                <a:off x="2771062" y="5240696"/>
                <a:ext cx="25560" cy="6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32C9A04-6EEE-3E3D-CE15-035C02E868D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762062" y="5231696"/>
                  <a:ext cx="432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E3CDA031-1862-5445-E4B6-DD92FAAF6415}"/>
              </a:ext>
            </a:extLst>
          </p:cNvPr>
          <p:cNvGrpSpPr/>
          <p:nvPr/>
        </p:nvGrpSpPr>
        <p:grpSpPr>
          <a:xfrm>
            <a:off x="3075622" y="4739936"/>
            <a:ext cx="2522520" cy="539640"/>
            <a:chOff x="3075622" y="4739936"/>
            <a:chExt cx="2522520" cy="53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F4E5815-BD83-1217-3E7E-667558937E86}"/>
                    </a:ext>
                  </a:extLst>
                </p14:cNvPr>
                <p14:cNvContentPartPr/>
                <p14:nvPr/>
              </p14:nvContentPartPr>
              <p14:xfrm>
                <a:off x="3131062" y="4913096"/>
                <a:ext cx="160920" cy="1803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F4E5815-BD83-1217-3E7E-667558937E8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122422" y="4904456"/>
                  <a:ext cx="1785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0BDAB93-FB62-C484-2832-0C15C874D496}"/>
                    </a:ext>
                  </a:extLst>
                </p14:cNvPr>
                <p14:cNvContentPartPr/>
                <p14:nvPr/>
              </p14:nvContentPartPr>
              <p14:xfrm>
                <a:off x="3351022" y="5027936"/>
                <a:ext cx="94320" cy="1177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0BDAB93-FB62-C484-2832-0C15C874D49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342382" y="5019296"/>
                  <a:ext cx="111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68B46DF-DD72-838D-DAC2-4ADB2C47A8D7}"/>
                    </a:ext>
                  </a:extLst>
                </p14:cNvPr>
                <p14:cNvContentPartPr/>
                <p14:nvPr/>
              </p14:nvContentPartPr>
              <p14:xfrm>
                <a:off x="3604102" y="4954496"/>
                <a:ext cx="39960" cy="96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68B46DF-DD72-838D-DAC2-4ADB2C47A8D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595462" y="4945856"/>
                  <a:ext cx="57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B84DBB7B-73C8-478A-0D9F-F2A400743E4C}"/>
                    </a:ext>
                  </a:extLst>
                </p14:cNvPr>
                <p14:cNvContentPartPr/>
                <p14:nvPr/>
              </p14:nvContentPartPr>
              <p14:xfrm>
                <a:off x="3558382" y="5004536"/>
                <a:ext cx="126000" cy="11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B84DBB7B-73C8-478A-0D9F-F2A400743E4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549742" y="4995536"/>
                  <a:ext cx="143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58FB813-B87F-3219-31C3-171631C3B944}"/>
                    </a:ext>
                  </a:extLst>
                </p14:cNvPr>
                <p14:cNvContentPartPr/>
                <p14:nvPr/>
              </p14:nvContentPartPr>
              <p14:xfrm>
                <a:off x="3821182" y="4855136"/>
                <a:ext cx="183240" cy="1839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58FB813-B87F-3219-31C3-171631C3B94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812542" y="4846496"/>
                  <a:ext cx="200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CFB1088-C2FD-46C6-2937-EB7EF36A571C}"/>
                    </a:ext>
                  </a:extLst>
                </p14:cNvPr>
                <p14:cNvContentPartPr/>
                <p14:nvPr/>
              </p14:nvContentPartPr>
              <p14:xfrm>
                <a:off x="4087942" y="5061056"/>
                <a:ext cx="22320" cy="698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CFB1088-C2FD-46C6-2937-EB7EF36A571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079302" y="5052056"/>
                  <a:ext cx="39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A384251-0180-7F8B-3971-C2E127083A12}"/>
                    </a:ext>
                  </a:extLst>
                </p14:cNvPr>
                <p14:cNvContentPartPr/>
                <p14:nvPr/>
              </p14:nvContentPartPr>
              <p14:xfrm>
                <a:off x="4135822" y="4922816"/>
                <a:ext cx="141480" cy="1332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A384251-0180-7F8B-3971-C2E127083A1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127182" y="4913816"/>
                  <a:ext cx="159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1E9AF22-B2DE-A0B8-C680-C877409A63F6}"/>
                    </a:ext>
                  </a:extLst>
                </p14:cNvPr>
                <p14:cNvContentPartPr/>
                <p14:nvPr/>
              </p14:nvContentPartPr>
              <p14:xfrm>
                <a:off x="4186222" y="4991936"/>
                <a:ext cx="77760" cy="118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1E9AF22-B2DE-A0B8-C680-C877409A63F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177222" y="4982936"/>
                  <a:ext cx="95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A1BFD83-99D1-2AF8-E229-6A31B5E35185}"/>
                    </a:ext>
                  </a:extLst>
                </p14:cNvPr>
                <p14:cNvContentPartPr/>
                <p14:nvPr/>
              </p14:nvContentPartPr>
              <p14:xfrm>
                <a:off x="4278022" y="4878536"/>
                <a:ext cx="91800" cy="126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A1BFD83-99D1-2AF8-E229-6A31B5E3518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269382" y="4869536"/>
                  <a:ext cx="109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A28C589-45BB-D000-F0DA-F1B95E2D8200}"/>
                    </a:ext>
                  </a:extLst>
                </p14:cNvPr>
                <p14:cNvContentPartPr/>
                <p14:nvPr/>
              </p14:nvContentPartPr>
              <p14:xfrm>
                <a:off x="4412302" y="4805816"/>
                <a:ext cx="38880" cy="111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A28C589-45BB-D000-F0DA-F1B95E2D8200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403662" y="4796816"/>
                  <a:ext cx="56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A3B160E-547B-548C-59BE-C942018875F3}"/>
                    </a:ext>
                  </a:extLst>
                </p14:cNvPr>
                <p14:cNvContentPartPr/>
                <p14:nvPr/>
              </p14:nvContentPartPr>
              <p14:xfrm>
                <a:off x="4651702" y="4949456"/>
                <a:ext cx="51120" cy="1112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A3B160E-547B-548C-59BE-C942018875F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642702" y="4940456"/>
                  <a:ext cx="68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6646FE9-958F-A4A1-61B4-E07EBD2C5763}"/>
                    </a:ext>
                  </a:extLst>
                </p14:cNvPr>
                <p14:cNvContentPartPr/>
                <p14:nvPr/>
              </p14:nvContentPartPr>
              <p14:xfrm>
                <a:off x="4626862" y="5013896"/>
                <a:ext cx="99720" cy="75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6646FE9-958F-A4A1-61B4-E07EBD2C576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617862" y="5005256"/>
                  <a:ext cx="117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A64F57F-031F-050A-06E2-CACA2CA2C68F}"/>
                    </a:ext>
                  </a:extLst>
                </p14:cNvPr>
                <p14:cNvContentPartPr/>
                <p14:nvPr/>
              </p14:nvContentPartPr>
              <p14:xfrm>
                <a:off x="4816222" y="4880336"/>
                <a:ext cx="154800" cy="1728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A64F57F-031F-050A-06E2-CACA2CA2C68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807582" y="4871336"/>
                  <a:ext cx="1724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92B262B-778D-461F-3769-FDF4EC34B10C}"/>
                    </a:ext>
                  </a:extLst>
                </p14:cNvPr>
                <p14:cNvContentPartPr/>
                <p14:nvPr/>
              </p14:nvContentPartPr>
              <p14:xfrm>
                <a:off x="5002342" y="5017496"/>
                <a:ext cx="68760" cy="1015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92B262B-778D-461F-3769-FDF4EC34B10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993702" y="5008856"/>
                  <a:ext cx="86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6F88C18-2B4E-0021-8356-356F17C6FF7B}"/>
                    </a:ext>
                  </a:extLst>
                </p14:cNvPr>
                <p14:cNvContentPartPr/>
                <p14:nvPr/>
              </p14:nvContentPartPr>
              <p14:xfrm>
                <a:off x="5178022" y="4885736"/>
                <a:ext cx="159480" cy="1447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6F88C18-2B4E-0021-8356-356F17C6FF7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169022" y="4877096"/>
                  <a:ext cx="177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AA3B2B0-366E-7EBA-1050-2C4EE0DA0CD5}"/>
                    </a:ext>
                  </a:extLst>
                </p14:cNvPr>
                <p14:cNvContentPartPr/>
                <p14:nvPr/>
              </p14:nvContentPartPr>
              <p14:xfrm>
                <a:off x="5219782" y="4954496"/>
                <a:ext cx="101880" cy="1332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AA3B2B0-366E-7EBA-1050-2C4EE0DA0CD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211142" y="4945856"/>
                  <a:ext cx="119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9DFA27A-CCF9-58C5-1C75-82C38A06263D}"/>
                    </a:ext>
                  </a:extLst>
                </p14:cNvPr>
                <p14:cNvContentPartPr/>
                <p14:nvPr/>
              </p14:nvContentPartPr>
              <p14:xfrm>
                <a:off x="5379262" y="4791416"/>
                <a:ext cx="96840" cy="147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9DFA27A-CCF9-58C5-1C75-82C38A06263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370262" y="4782776"/>
                  <a:ext cx="114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C319170-9B49-F7DE-1A9B-270D480E59B6}"/>
                    </a:ext>
                  </a:extLst>
                </p14:cNvPr>
                <p14:cNvContentPartPr/>
                <p14:nvPr/>
              </p14:nvContentPartPr>
              <p14:xfrm>
                <a:off x="5491582" y="4739936"/>
                <a:ext cx="106560" cy="1414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C319170-9B49-F7DE-1A9B-270D480E59B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482582" y="4730936"/>
                  <a:ext cx="1242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7C82B6D-AD6C-D1D4-559A-C895A16102ED}"/>
                    </a:ext>
                  </a:extLst>
                </p14:cNvPr>
                <p14:cNvContentPartPr/>
                <p14:nvPr/>
              </p14:nvContentPartPr>
              <p14:xfrm>
                <a:off x="3248782" y="5236016"/>
                <a:ext cx="2211840" cy="435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7C82B6D-AD6C-D1D4-559A-C895A16102E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240142" y="5227016"/>
                  <a:ext cx="2229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02A7C02-1D7D-261E-FE4A-2F24299CAB85}"/>
                    </a:ext>
                  </a:extLst>
                </p14:cNvPr>
                <p14:cNvContentPartPr/>
                <p14:nvPr/>
              </p14:nvContentPartPr>
              <p14:xfrm>
                <a:off x="3075622" y="5216216"/>
                <a:ext cx="167400" cy="108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02A7C02-1D7D-261E-FE4A-2F24299CAB8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066622" y="5207216"/>
                  <a:ext cx="1850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A489A2D4-5BD9-C4AF-F3EC-E27C33D579F5}"/>
              </a:ext>
            </a:extLst>
          </p:cNvPr>
          <p:cNvGrpSpPr/>
          <p:nvPr/>
        </p:nvGrpSpPr>
        <p:grpSpPr>
          <a:xfrm>
            <a:off x="3323662" y="5449136"/>
            <a:ext cx="2518920" cy="367200"/>
            <a:chOff x="3323662" y="5449136"/>
            <a:chExt cx="251892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46A006D-6A0C-6457-FEA6-A601A2313A23}"/>
                    </a:ext>
                  </a:extLst>
                </p14:cNvPr>
                <p14:cNvContentPartPr/>
                <p14:nvPr/>
              </p14:nvContentPartPr>
              <p14:xfrm>
                <a:off x="3323662" y="5517176"/>
                <a:ext cx="95760" cy="208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46A006D-6A0C-6457-FEA6-A601A2313A2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3315022" y="5508536"/>
                  <a:ext cx="1134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6388B73-9262-E10C-4D88-029BBEB6CF4B}"/>
                    </a:ext>
                  </a:extLst>
                </p14:cNvPr>
                <p14:cNvContentPartPr/>
                <p14:nvPr/>
              </p14:nvContentPartPr>
              <p14:xfrm>
                <a:off x="3700942" y="5554256"/>
                <a:ext cx="73440" cy="1512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6388B73-9262-E10C-4D88-029BBEB6CF4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692302" y="5545616"/>
                  <a:ext cx="91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EEAD3E03-2138-685D-4CEF-0B41134526FC}"/>
                    </a:ext>
                  </a:extLst>
                </p14:cNvPr>
                <p14:cNvContentPartPr/>
                <p14:nvPr/>
              </p14:nvContentPartPr>
              <p14:xfrm>
                <a:off x="3678622" y="5629856"/>
                <a:ext cx="122760" cy="19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EEAD3E03-2138-685D-4CEF-0B41134526F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669982" y="5620856"/>
                  <a:ext cx="140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03B50DF-23AD-6631-45C7-D28E17EB736F}"/>
                    </a:ext>
                  </a:extLst>
                </p14:cNvPr>
                <p14:cNvContentPartPr/>
                <p14:nvPr/>
              </p14:nvContentPartPr>
              <p14:xfrm>
                <a:off x="3990742" y="5587376"/>
                <a:ext cx="130680" cy="118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03B50DF-23AD-6631-45C7-D28E17EB736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981742" y="5578736"/>
                  <a:ext cx="148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25D98BA-8B5D-8A75-3452-679C8E5353D5}"/>
                    </a:ext>
                  </a:extLst>
                </p14:cNvPr>
                <p14:cNvContentPartPr/>
                <p14:nvPr/>
              </p14:nvContentPartPr>
              <p14:xfrm>
                <a:off x="4199542" y="5714816"/>
                <a:ext cx="36720" cy="619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25D98BA-8B5D-8A75-3452-679C8E5353D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4190902" y="5706176"/>
                  <a:ext cx="54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A8BD3EA-D5DE-6F8B-1E32-B3F643763B6A}"/>
                    </a:ext>
                  </a:extLst>
                </p14:cNvPr>
                <p14:cNvContentPartPr/>
                <p14:nvPr/>
              </p14:nvContentPartPr>
              <p14:xfrm>
                <a:off x="4215742" y="5572976"/>
                <a:ext cx="187920" cy="158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A8BD3EA-D5DE-6F8B-1E32-B3F643763B6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206742" y="5563976"/>
                  <a:ext cx="205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7B9399A7-F7B7-268B-CA60-0A72BAE67D83}"/>
                    </a:ext>
                  </a:extLst>
                </p14:cNvPr>
                <p14:cNvContentPartPr/>
                <p14:nvPr/>
              </p14:nvContentPartPr>
              <p14:xfrm>
                <a:off x="4317982" y="5640296"/>
                <a:ext cx="105480" cy="90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7B9399A7-F7B7-268B-CA60-0A72BAE67D8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309342" y="5631656"/>
                  <a:ext cx="123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45FC168-8829-6F5B-89EB-968627F75D34}"/>
                    </a:ext>
                  </a:extLst>
                </p14:cNvPr>
                <p14:cNvContentPartPr/>
                <p14:nvPr/>
              </p14:nvContentPartPr>
              <p14:xfrm>
                <a:off x="4386382" y="5508536"/>
                <a:ext cx="100800" cy="72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45FC168-8829-6F5B-89EB-968627F75D3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377382" y="5499536"/>
                  <a:ext cx="11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BA4FB56-3456-83A0-B98A-41A7FEEA85D3}"/>
                    </a:ext>
                  </a:extLst>
                </p14:cNvPr>
                <p14:cNvContentPartPr/>
                <p14:nvPr/>
              </p14:nvContentPartPr>
              <p14:xfrm>
                <a:off x="4529302" y="5449136"/>
                <a:ext cx="49320" cy="127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BA4FB56-3456-83A0-B98A-41A7FEEA85D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520302" y="5440136"/>
                  <a:ext cx="669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72D5C9D-D029-8A81-75E8-2EB98ABCFDDF}"/>
                    </a:ext>
                  </a:extLst>
                </p14:cNvPr>
                <p14:cNvContentPartPr/>
                <p14:nvPr/>
              </p14:nvContentPartPr>
              <p14:xfrm>
                <a:off x="4784542" y="5587376"/>
                <a:ext cx="47520" cy="90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72D5C9D-D029-8A81-75E8-2EB98ABCFDDF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775542" y="5578376"/>
                  <a:ext cx="65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3A4C5E2-C2F7-E761-D8A3-AFB58398CF85}"/>
                    </a:ext>
                  </a:extLst>
                </p14:cNvPr>
                <p14:cNvContentPartPr/>
                <p14:nvPr/>
              </p14:nvContentPartPr>
              <p14:xfrm>
                <a:off x="4762582" y="5651096"/>
                <a:ext cx="96840" cy="140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3A4C5E2-C2F7-E761-D8A3-AFB58398CF8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753582" y="5642096"/>
                  <a:ext cx="114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C8A6563-FD69-F618-B40A-91255A464BD6}"/>
                    </a:ext>
                  </a:extLst>
                </p14:cNvPr>
                <p14:cNvContentPartPr/>
                <p14:nvPr/>
              </p14:nvContentPartPr>
              <p14:xfrm>
                <a:off x="4985422" y="5585576"/>
                <a:ext cx="104400" cy="1238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C8A6563-FD69-F618-B40A-91255A464BD6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976422" y="5576936"/>
                  <a:ext cx="122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3DCB1818-D27D-0446-1578-FB6F99256F84}"/>
                    </a:ext>
                  </a:extLst>
                </p14:cNvPr>
                <p14:cNvContentPartPr/>
                <p14:nvPr/>
              </p14:nvContentPartPr>
              <p14:xfrm>
                <a:off x="5156782" y="5704016"/>
                <a:ext cx="161640" cy="1123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3DCB1818-D27D-0446-1578-FB6F99256F84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147782" y="5695376"/>
                  <a:ext cx="179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DB43CFD-02AF-74B3-B40C-A1BC62AD6387}"/>
                    </a:ext>
                  </a:extLst>
                </p14:cNvPr>
                <p14:cNvContentPartPr/>
                <p14:nvPr/>
              </p14:nvContentPartPr>
              <p14:xfrm>
                <a:off x="5347942" y="5551376"/>
                <a:ext cx="150480" cy="1810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DB43CFD-02AF-74B3-B40C-A1BC62AD638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339302" y="5542376"/>
                  <a:ext cx="168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9E3F111-87D1-0D07-FFAE-F435C6DED658}"/>
                    </a:ext>
                  </a:extLst>
                </p14:cNvPr>
                <p14:cNvContentPartPr/>
                <p14:nvPr/>
              </p14:nvContentPartPr>
              <p14:xfrm>
                <a:off x="5369542" y="5656496"/>
                <a:ext cx="111960" cy="90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9E3F111-87D1-0D07-FFAE-F435C6DED65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360542" y="5647496"/>
                  <a:ext cx="1296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79A977C-91B3-CB9E-C446-304D47F2D62D}"/>
                    </a:ext>
                  </a:extLst>
                </p14:cNvPr>
                <p14:cNvContentPartPr/>
                <p14:nvPr/>
              </p14:nvContentPartPr>
              <p14:xfrm>
                <a:off x="5543782" y="5515016"/>
                <a:ext cx="96840" cy="97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79A977C-91B3-CB9E-C446-304D47F2D62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535142" y="5506016"/>
                  <a:ext cx="114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09D3AF1-D0C1-6E78-0F4A-7C40B60FAA52}"/>
                    </a:ext>
                  </a:extLst>
                </p14:cNvPr>
                <p14:cNvContentPartPr/>
                <p14:nvPr/>
              </p14:nvContentPartPr>
              <p14:xfrm>
                <a:off x="5683102" y="5449856"/>
                <a:ext cx="73800" cy="1562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09D3AF1-D0C1-6E78-0F4A-7C40B60FAA5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674102" y="5441216"/>
                  <a:ext cx="91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43C3DC8-08CA-6A4C-1D4A-4E3E4D07B766}"/>
                    </a:ext>
                  </a:extLst>
                </p14:cNvPr>
                <p14:cNvContentPartPr/>
                <p14:nvPr/>
              </p14:nvContentPartPr>
              <p14:xfrm>
                <a:off x="5725582" y="5598536"/>
                <a:ext cx="117000" cy="158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43C3DC8-08CA-6A4C-1D4A-4E3E4D07B766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716582" y="5589896"/>
                  <a:ext cx="13464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11EB1C0E-32EA-8C09-2DEF-4497881B4D8A}"/>
                  </a:ext>
                </a:extLst>
              </p14:cNvPr>
              <p14:cNvContentPartPr/>
              <p14:nvPr/>
            </p14:nvContentPartPr>
            <p14:xfrm>
              <a:off x="8787742" y="574016"/>
              <a:ext cx="360" cy="36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11EB1C0E-32EA-8C09-2DEF-4497881B4D8A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8778742" y="5650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D03F326F-1A6C-9189-B354-C40B08D57D19}"/>
                  </a:ext>
                </a:extLst>
              </p14:cNvPr>
              <p14:cNvContentPartPr/>
              <p14:nvPr/>
            </p14:nvContentPartPr>
            <p14:xfrm>
              <a:off x="1748302" y="1886576"/>
              <a:ext cx="4812120" cy="115416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D03F326F-1A6C-9189-B354-C40B08D57D19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1739662" y="1877936"/>
                <a:ext cx="4829760" cy="11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2F2E1588-ADE3-2DB7-BD0C-BDF718E78B98}"/>
                  </a:ext>
                </a:extLst>
              </p14:cNvPr>
              <p14:cNvContentPartPr/>
              <p14:nvPr/>
            </p14:nvContentPartPr>
            <p14:xfrm>
              <a:off x="2247262" y="3003656"/>
              <a:ext cx="4047480" cy="60120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2F2E1588-ADE3-2DB7-BD0C-BDF718E78B98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2238262" y="2994656"/>
                <a:ext cx="406512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507EF78F-CFD5-17E9-2614-F528BFE3DE2F}"/>
                  </a:ext>
                </a:extLst>
              </p14:cNvPr>
              <p14:cNvContentPartPr/>
              <p14:nvPr/>
            </p14:nvContentPartPr>
            <p14:xfrm>
              <a:off x="6532342" y="2906456"/>
              <a:ext cx="268920" cy="208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507EF78F-CFD5-17E9-2614-F528BFE3DE2F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6523342" y="2897816"/>
                <a:ext cx="286560" cy="3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1" name="Group 310">
            <a:extLst>
              <a:ext uri="{FF2B5EF4-FFF2-40B4-BE49-F238E27FC236}">
                <a16:creationId xmlns:a16="http://schemas.microsoft.com/office/drawing/2014/main" id="{E2775C7E-2822-1C49-89D9-6B334C5EBFF5}"/>
              </a:ext>
            </a:extLst>
          </p:cNvPr>
          <p:cNvGrpSpPr/>
          <p:nvPr/>
        </p:nvGrpSpPr>
        <p:grpSpPr>
          <a:xfrm>
            <a:off x="7028062" y="2784416"/>
            <a:ext cx="515520" cy="243360"/>
            <a:chOff x="7028062" y="2784416"/>
            <a:chExt cx="51552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F165F2B-DFB1-8AFC-1AAA-633E78129EBB}"/>
                    </a:ext>
                  </a:extLst>
                </p14:cNvPr>
                <p14:cNvContentPartPr/>
                <p14:nvPr/>
              </p14:nvContentPartPr>
              <p14:xfrm>
                <a:off x="7066582" y="2891336"/>
                <a:ext cx="59760" cy="136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F165F2B-DFB1-8AFC-1AAA-633E78129EB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057942" y="2882696"/>
                  <a:ext cx="77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6879328-AA28-C27B-0691-0A354B7C3642}"/>
                    </a:ext>
                  </a:extLst>
                </p14:cNvPr>
                <p14:cNvContentPartPr/>
                <p14:nvPr/>
              </p14:nvContentPartPr>
              <p14:xfrm>
                <a:off x="7028062" y="2797376"/>
                <a:ext cx="160200" cy="84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6879328-AA28-C27B-0691-0A354B7C364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019062" y="2788736"/>
                  <a:ext cx="177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D068E35-E0A6-E795-B4D2-03DB0A1FF3EB}"/>
                    </a:ext>
                  </a:extLst>
                </p14:cNvPr>
                <p14:cNvContentPartPr/>
                <p14:nvPr/>
              </p14:nvContentPartPr>
              <p14:xfrm>
                <a:off x="7075942" y="2908616"/>
                <a:ext cx="84960" cy="154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D068E35-E0A6-E795-B4D2-03DB0A1FF3E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066942" y="2899976"/>
                  <a:ext cx="102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151BFB6-B528-EF2F-30FE-E5621D8BB480}"/>
                    </a:ext>
                  </a:extLst>
                </p14:cNvPr>
                <p14:cNvContentPartPr/>
                <p14:nvPr/>
              </p14:nvContentPartPr>
              <p14:xfrm>
                <a:off x="7251262" y="2870456"/>
                <a:ext cx="53280" cy="1116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151BFB6-B528-EF2F-30FE-E5621D8BB48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242262" y="2861816"/>
                  <a:ext cx="70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1859725C-E365-0EBB-DAA1-089EFF2F5531}"/>
                    </a:ext>
                  </a:extLst>
                </p14:cNvPr>
                <p14:cNvContentPartPr/>
                <p14:nvPr/>
              </p14:nvContentPartPr>
              <p14:xfrm>
                <a:off x="7345942" y="2784416"/>
                <a:ext cx="197640" cy="2170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1859725C-E365-0EBB-DAA1-089EFF2F553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337302" y="2775416"/>
                  <a:ext cx="21528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50D1E64E-252A-6B8A-71C5-8AC5A7E99E21}"/>
              </a:ext>
            </a:extLst>
          </p:cNvPr>
          <p:cNvGrpSpPr/>
          <p:nvPr/>
        </p:nvGrpSpPr>
        <p:grpSpPr>
          <a:xfrm>
            <a:off x="7868302" y="2684696"/>
            <a:ext cx="595080" cy="342720"/>
            <a:chOff x="7868302" y="2684696"/>
            <a:chExt cx="595080" cy="34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AC24301-FDC8-D424-CBB7-D9AC7B495B89}"/>
                    </a:ext>
                  </a:extLst>
                </p14:cNvPr>
                <p14:cNvContentPartPr/>
                <p14:nvPr/>
              </p14:nvContentPartPr>
              <p14:xfrm>
                <a:off x="7868302" y="2816816"/>
                <a:ext cx="122040" cy="2106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AC24301-FDC8-D424-CBB7-D9AC7B495B8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859302" y="2807816"/>
                  <a:ext cx="139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88649BF-5FFF-9786-7F2A-D358BCE0FD48}"/>
                    </a:ext>
                  </a:extLst>
                </p14:cNvPr>
                <p14:cNvContentPartPr/>
                <p14:nvPr/>
              </p14:nvContentPartPr>
              <p14:xfrm>
                <a:off x="8027422" y="2769296"/>
                <a:ext cx="244440" cy="1764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88649BF-5FFF-9786-7F2A-D358BCE0FD4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018422" y="2760656"/>
                  <a:ext cx="262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744ED18-456F-BAC3-957E-276148FF62DD}"/>
                    </a:ext>
                  </a:extLst>
                </p14:cNvPr>
                <p14:cNvContentPartPr/>
                <p14:nvPr/>
              </p14:nvContentPartPr>
              <p14:xfrm>
                <a:off x="8325142" y="2684696"/>
                <a:ext cx="106920" cy="2188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744ED18-456F-BAC3-957E-276148FF62D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316142" y="2675696"/>
                  <a:ext cx="124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FCEC03B-EB3A-854D-BE5D-C414583EABF5}"/>
                    </a:ext>
                  </a:extLst>
                </p14:cNvPr>
                <p14:cNvContentPartPr/>
                <p14:nvPr/>
              </p14:nvContentPartPr>
              <p14:xfrm>
                <a:off x="8382022" y="2826896"/>
                <a:ext cx="81360" cy="86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FCEC03B-EB3A-854D-BE5D-C414583EABF5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373382" y="2817896"/>
                  <a:ext cx="990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89B7E034-C586-F778-453A-2243198691A8}"/>
              </a:ext>
            </a:extLst>
          </p:cNvPr>
          <p:cNvGrpSpPr/>
          <p:nvPr/>
        </p:nvGrpSpPr>
        <p:grpSpPr>
          <a:xfrm>
            <a:off x="1667662" y="2827976"/>
            <a:ext cx="5127480" cy="1733040"/>
            <a:chOff x="1667662" y="2827976"/>
            <a:chExt cx="5127480" cy="173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036C610-3E74-BACB-2A1C-16ED2F32D714}"/>
                    </a:ext>
                  </a:extLst>
                </p14:cNvPr>
                <p14:cNvContentPartPr/>
                <p14:nvPr/>
              </p14:nvContentPartPr>
              <p14:xfrm>
                <a:off x="2153302" y="2827976"/>
                <a:ext cx="4370040" cy="17330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036C610-3E74-BACB-2A1C-16ED2F32D71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144302" y="2818976"/>
                  <a:ext cx="4387680" cy="17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F58DC370-2B40-C0D3-8ADB-602D5F022CCC}"/>
                    </a:ext>
                  </a:extLst>
                </p14:cNvPr>
                <p14:cNvContentPartPr/>
                <p14:nvPr/>
              </p14:nvContentPartPr>
              <p14:xfrm>
                <a:off x="1667662" y="2875136"/>
                <a:ext cx="608040" cy="11599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F58DC370-2B40-C0D3-8ADB-602D5F022CC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658662" y="2866496"/>
                  <a:ext cx="625680" cy="11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A7DCF90-0533-BE99-C39D-8FBEEAE351A6}"/>
                    </a:ext>
                  </a:extLst>
                </p14:cNvPr>
                <p14:cNvContentPartPr/>
                <p14:nvPr/>
              </p14:nvContentPartPr>
              <p14:xfrm>
                <a:off x="6405982" y="4258256"/>
                <a:ext cx="389160" cy="2354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A7DCF90-0533-BE99-C39D-8FBEEAE351A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396982" y="4249256"/>
                  <a:ext cx="40680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34171CA4-4EAD-5460-1A0B-CC3C46201E91}"/>
              </a:ext>
            </a:extLst>
          </p:cNvPr>
          <p:cNvGrpSpPr/>
          <p:nvPr/>
        </p:nvGrpSpPr>
        <p:grpSpPr>
          <a:xfrm>
            <a:off x="7107622" y="4411616"/>
            <a:ext cx="475920" cy="244080"/>
            <a:chOff x="7107622" y="4411616"/>
            <a:chExt cx="47592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74FD0D0-C401-6E61-EF8C-36FAEB7A96A0}"/>
                    </a:ext>
                  </a:extLst>
                </p14:cNvPr>
                <p14:cNvContentPartPr/>
                <p14:nvPr/>
              </p14:nvContentPartPr>
              <p14:xfrm>
                <a:off x="7107622" y="4454816"/>
                <a:ext cx="25200" cy="1562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74FD0D0-C401-6E61-EF8C-36FAEB7A96A0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7098622" y="4446176"/>
                  <a:ext cx="428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5C32BC7-D3AF-525D-33F1-5C82D5CDEC08}"/>
                    </a:ext>
                  </a:extLst>
                </p14:cNvPr>
                <p14:cNvContentPartPr/>
                <p14:nvPr/>
              </p14:nvContentPartPr>
              <p14:xfrm>
                <a:off x="7197982" y="4491896"/>
                <a:ext cx="61560" cy="1638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5C32BC7-D3AF-525D-33F1-5C82D5CDEC0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189342" y="4483256"/>
                  <a:ext cx="79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55E26FF-35C4-3040-4DEA-350B9CE22433}"/>
                    </a:ext>
                  </a:extLst>
                </p14:cNvPr>
                <p14:cNvContentPartPr/>
                <p14:nvPr/>
              </p14:nvContentPartPr>
              <p14:xfrm>
                <a:off x="7319302" y="4411616"/>
                <a:ext cx="264240" cy="2275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55E26FF-35C4-3040-4DEA-350B9CE2243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7310302" y="4402616"/>
                  <a:ext cx="2818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48922956-2CE6-7F07-0276-9D777F0EA50F}"/>
              </a:ext>
            </a:extLst>
          </p:cNvPr>
          <p:cNvGrpSpPr/>
          <p:nvPr/>
        </p:nvGrpSpPr>
        <p:grpSpPr>
          <a:xfrm>
            <a:off x="7814662" y="4359056"/>
            <a:ext cx="729000" cy="420840"/>
            <a:chOff x="7814662" y="4359056"/>
            <a:chExt cx="729000" cy="42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CE8FEC44-BD62-25F7-0790-562460A5C474}"/>
                    </a:ext>
                  </a:extLst>
                </p14:cNvPr>
                <p14:cNvContentPartPr/>
                <p14:nvPr/>
              </p14:nvContentPartPr>
              <p14:xfrm>
                <a:off x="7814662" y="4554536"/>
                <a:ext cx="106920" cy="2253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CE8FEC44-BD62-25F7-0790-562460A5C474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805662" y="4545536"/>
                  <a:ext cx="124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9081B86-798B-06BC-20AE-918177EA673D}"/>
                    </a:ext>
                  </a:extLst>
                </p14:cNvPr>
                <p14:cNvContentPartPr/>
                <p14:nvPr/>
              </p14:nvContentPartPr>
              <p14:xfrm>
                <a:off x="7983862" y="4509176"/>
                <a:ext cx="343440" cy="1324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9081B86-798B-06BC-20AE-918177EA673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974862" y="4500176"/>
                  <a:ext cx="3610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9C4A0F9-68A2-EBFE-1564-39293C1396C8}"/>
                    </a:ext>
                  </a:extLst>
                </p14:cNvPr>
                <p14:cNvContentPartPr/>
                <p14:nvPr/>
              </p14:nvContentPartPr>
              <p14:xfrm>
                <a:off x="8410102" y="4359056"/>
                <a:ext cx="106200" cy="2948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9C4A0F9-68A2-EBFE-1564-39293C1396C8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401462" y="4350416"/>
                  <a:ext cx="123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B58C8A2-02C1-77AB-A0D3-70EB98CFB24E}"/>
                    </a:ext>
                  </a:extLst>
                </p14:cNvPr>
                <p14:cNvContentPartPr/>
                <p14:nvPr/>
              </p14:nvContentPartPr>
              <p14:xfrm>
                <a:off x="8396422" y="4544456"/>
                <a:ext cx="147240" cy="223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B58C8A2-02C1-77AB-A0D3-70EB98CFB24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387422" y="4535456"/>
                  <a:ext cx="1648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DF0FDBEC-2867-D3DC-C1F3-A44B8E72F178}"/>
              </a:ext>
            </a:extLst>
          </p:cNvPr>
          <p:cNvGrpSpPr/>
          <p:nvPr/>
        </p:nvGrpSpPr>
        <p:grpSpPr>
          <a:xfrm>
            <a:off x="9308662" y="4470656"/>
            <a:ext cx="1195920" cy="245160"/>
            <a:chOff x="9308662" y="4470656"/>
            <a:chExt cx="119592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835E293-60B5-E543-3D52-407E5AAC57BF}"/>
                    </a:ext>
                  </a:extLst>
                </p14:cNvPr>
                <p14:cNvContentPartPr/>
                <p14:nvPr/>
              </p14:nvContentPartPr>
              <p14:xfrm>
                <a:off x="9308662" y="4495136"/>
                <a:ext cx="195120" cy="2192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835E293-60B5-E543-3D52-407E5AAC57B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299662" y="4486496"/>
                  <a:ext cx="212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E870A10-62B8-5CA4-9360-BF9C173A423D}"/>
                    </a:ext>
                  </a:extLst>
                </p14:cNvPr>
                <p14:cNvContentPartPr/>
                <p14:nvPr/>
              </p14:nvContentPartPr>
              <p14:xfrm>
                <a:off x="9473542" y="4583696"/>
                <a:ext cx="192600" cy="1321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E870A10-62B8-5CA4-9360-BF9C173A423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464542" y="4575056"/>
                  <a:ext cx="210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71B67AD-F4A5-35D6-FBA6-9462DC52AA61}"/>
                    </a:ext>
                  </a:extLst>
                </p14:cNvPr>
                <p14:cNvContentPartPr/>
                <p14:nvPr/>
              </p14:nvContentPartPr>
              <p14:xfrm>
                <a:off x="9746062" y="4623656"/>
                <a:ext cx="169200" cy="921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71B67AD-F4A5-35D6-FBA6-9462DC52AA61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737422" y="4615016"/>
                  <a:ext cx="186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E0E5C59-B6EA-AFD9-9242-3AC728CC544F}"/>
                    </a:ext>
                  </a:extLst>
                </p14:cNvPr>
                <p14:cNvContentPartPr/>
                <p14:nvPr/>
              </p14:nvContentPartPr>
              <p14:xfrm>
                <a:off x="9894382" y="4470656"/>
                <a:ext cx="48600" cy="1674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E0E5C59-B6EA-AFD9-9242-3AC728CC544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885382" y="4462016"/>
                  <a:ext cx="66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D2669C2-2FE2-69C8-474B-5BDD784435BF}"/>
                    </a:ext>
                  </a:extLst>
                </p14:cNvPr>
                <p14:cNvContentPartPr/>
                <p14:nvPr/>
              </p14:nvContentPartPr>
              <p14:xfrm>
                <a:off x="9840382" y="4592696"/>
                <a:ext cx="138600" cy="115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D2669C2-2FE2-69C8-474B-5BDD784435BF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831382" y="4583696"/>
                  <a:ext cx="156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8170DCD-1FEE-73B8-75C0-F176EEFBC88A}"/>
                    </a:ext>
                  </a:extLst>
                </p14:cNvPr>
                <p14:cNvContentPartPr/>
                <p14:nvPr/>
              </p14:nvContentPartPr>
              <p14:xfrm>
                <a:off x="10042342" y="4619696"/>
                <a:ext cx="111600" cy="432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8170DCD-1FEE-73B8-75C0-F176EEFBC88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033342" y="4610696"/>
                  <a:ext cx="129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0DB00E7A-FEF5-7C8E-3BAB-23F72BD907FA}"/>
                    </a:ext>
                  </a:extLst>
                </p14:cNvPr>
                <p14:cNvContentPartPr/>
                <p14:nvPr/>
              </p14:nvContentPartPr>
              <p14:xfrm>
                <a:off x="10254382" y="4555256"/>
                <a:ext cx="250200" cy="1090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0DB00E7A-FEF5-7C8E-3BAB-23F72BD907FA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245382" y="4546256"/>
                  <a:ext cx="26784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755123EC-7D63-FAC1-6D3E-E6EC4EDD712D}"/>
              </a:ext>
            </a:extLst>
          </p:cNvPr>
          <p:cNvGrpSpPr/>
          <p:nvPr/>
        </p:nvGrpSpPr>
        <p:grpSpPr>
          <a:xfrm>
            <a:off x="10700422" y="4466336"/>
            <a:ext cx="156960" cy="191520"/>
            <a:chOff x="10700422" y="4466336"/>
            <a:chExt cx="15696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83A809D-D943-CF00-61BC-6DD77A8C88ED}"/>
                    </a:ext>
                  </a:extLst>
                </p14:cNvPr>
                <p14:cNvContentPartPr/>
                <p14:nvPr/>
              </p14:nvContentPartPr>
              <p14:xfrm>
                <a:off x="10700422" y="4466336"/>
                <a:ext cx="113400" cy="802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83A809D-D943-CF00-61BC-6DD77A8C88E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691782" y="4457336"/>
                  <a:ext cx="131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C9D25DD-A9A8-DCE8-8043-DFF0D83FBBC4}"/>
                    </a:ext>
                  </a:extLst>
                </p14:cNvPr>
                <p14:cNvContentPartPr/>
                <p14:nvPr/>
              </p14:nvContentPartPr>
              <p14:xfrm>
                <a:off x="10743262" y="4561016"/>
                <a:ext cx="114120" cy="968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C9D25DD-A9A8-DCE8-8043-DFF0D83FBBC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734622" y="4552376"/>
                  <a:ext cx="13176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0A798A60-B0D7-AB67-7AC4-EEFC2ECE7396}"/>
              </a:ext>
            </a:extLst>
          </p:cNvPr>
          <p:cNvGrpSpPr/>
          <p:nvPr/>
        </p:nvGrpSpPr>
        <p:grpSpPr>
          <a:xfrm>
            <a:off x="8941822" y="2412536"/>
            <a:ext cx="1547280" cy="425880"/>
            <a:chOff x="8941822" y="2412536"/>
            <a:chExt cx="1547280" cy="42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C9AC83B-8069-CA55-E6A0-E4255549A087}"/>
                    </a:ext>
                  </a:extLst>
                </p14:cNvPr>
                <p14:cNvContentPartPr/>
                <p14:nvPr/>
              </p14:nvContentPartPr>
              <p14:xfrm>
                <a:off x="8941822" y="2559416"/>
                <a:ext cx="183600" cy="27900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C9AC83B-8069-CA55-E6A0-E4255549A08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932822" y="2550416"/>
                  <a:ext cx="2012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E369EA8-D9B8-2E18-1DC1-5564545A834C}"/>
                    </a:ext>
                  </a:extLst>
                </p14:cNvPr>
                <p14:cNvContentPartPr/>
                <p14:nvPr/>
              </p14:nvContentPartPr>
              <p14:xfrm>
                <a:off x="9133342" y="2674976"/>
                <a:ext cx="188640" cy="1119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E369EA8-D9B8-2E18-1DC1-5564545A834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124342" y="2665976"/>
                  <a:ext cx="206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54920A3-F22A-3D98-B0A0-E2BCB7EB7704}"/>
                    </a:ext>
                  </a:extLst>
                </p14:cNvPr>
                <p14:cNvContentPartPr/>
                <p14:nvPr/>
              </p14:nvContentPartPr>
              <p14:xfrm>
                <a:off x="9337102" y="2689736"/>
                <a:ext cx="120600" cy="11340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54920A3-F22A-3D98-B0A0-E2BCB7EB7704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328102" y="2681096"/>
                  <a:ext cx="138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4390659F-D896-91D9-66B7-A0F47EBC5BDB}"/>
                    </a:ext>
                  </a:extLst>
                </p14:cNvPr>
                <p14:cNvContentPartPr/>
                <p14:nvPr/>
              </p14:nvContentPartPr>
              <p14:xfrm>
                <a:off x="9494782" y="2541056"/>
                <a:ext cx="60120" cy="2134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4390659F-D896-91D9-66B7-A0F47EBC5BD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485782" y="2532056"/>
                  <a:ext cx="77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B985556B-225D-1776-A03F-751709146381}"/>
                    </a:ext>
                  </a:extLst>
                </p14:cNvPr>
                <p14:cNvContentPartPr/>
                <p14:nvPr/>
              </p14:nvContentPartPr>
              <p14:xfrm>
                <a:off x="9448702" y="2689016"/>
                <a:ext cx="147600" cy="169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B985556B-225D-1776-A03F-751709146381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439702" y="2680376"/>
                  <a:ext cx="165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8CE5ACB1-CF63-84FF-F6EA-FA48EE7DE10E}"/>
                    </a:ext>
                  </a:extLst>
                </p14:cNvPr>
                <p14:cNvContentPartPr/>
                <p14:nvPr/>
              </p14:nvContentPartPr>
              <p14:xfrm>
                <a:off x="9706102" y="2680376"/>
                <a:ext cx="181800" cy="626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8CE5ACB1-CF63-84FF-F6EA-FA48EE7DE10E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697462" y="2671376"/>
                  <a:ext cx="199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0CE139C-D1AA-7DA3-11AD-FCEBB4FE62A3}"/>
                    </a:ext>
                  </a:extLst>
                </p14:cNvPr>
                <p14:cNvContentPartPr/>
                <p14:nvPr/>
              </p14:nvContentPartPr>
              <p14:xfrm>
                <a:off x="9925342" y="2556536"/>
                <a:ext cx="282240" cy="1918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0CE139C-D1AA-7DA3-11AD-FCEBB4FE62A3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916342" y="2547536"/>
                  <a:ext cx="299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01ECD2B8-C9BD-08F0-58B8-E8D2A4988C57}"/>
                    </a:ext>
                  </a:extLst>
                </p14:cNvPr>
                <p14:cNvContentPartPr/>
                <p14:nvPr/>
              </p14:nvContentPartPr>
              <p14:xfrm>
                <a:off x="10286782" y="2412536"/>
                <a:ext cx="153360" cy="2689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01ECD2B8-C9BD-08F0-58B8-E8D2A4988C5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278142" y="2403536"/>
                  <a:ext cx="171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E412B6A-9835-51CC-5788-E1743C1777E0}"/>
                    </a:ext>
                  </a:extLst>
                </p14:cNvPr>
                <p14:cNvContentPartPr/>
                <p14:nvPr/>
              </p14:nvContentPartPr>
              <p14:xfrm>
                <a:off x="10368142" y="2594336"/>
                <a:ext cx="120960" cy="108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E412B6A-9835-51CC-5788-E1743C1777E0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0359502" y="2585336"/>
                  <a:ext cx="138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8D1AC07-BB32-A8BE-E823-44760C7BC318}"/>
                    </a:ext>
                  </a:extLst>
                </p14:cNvPr>
                <p14:cNvContentPartPr/>
                <p14:nvPr/>
              </p14:nvContentPartPr>
              <p14:xfrm>
                <a:off x="10292182" y="2417936"/>
                <a:ext cx="172440" cy="2588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8D1AC07-BB32-A8BE-E823-44760C7BC31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283542" y="2409296"/>
                  <a:ext cx="1900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7AD2F37-A732-AA99-BE90-796E34CF9B98}"/>
                    </a:ext>
                  </a:extLst>
                </p14:cNvPr>
                <p14:cNvContentPartPr/>
                <p14:nvPr/>
              </p14:nvContentPartPr>
              <p14:xfrm>
                <a:off x="10404502" y="2588576"/>
                <a:ext cx="77760" cy="273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7AD2F37-A732-AA99-BE90-796E34CF9B98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0395502" y="2579576"/>
                  <a:ext cx="95400" cy="4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9914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Symmetric FIR taps give a constant delay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eq_f2b9a7754d2813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3017520" cy="351666"/>
          </a:xfrm>
          <a:prstGeom prst="rect">
            <a:avLst/>
          </a:prstGeom>
        </p:spPr>
      </p:pic>
      <p:pic>
        <p:nvPicPr>
          <p:cNvPr id="7" name="Picture 6" descr="eq_ffac0f6a2f2e9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5669280" cy="772599"/>
          </a:xfrm>
          <a:prstGeom prst="rect">
            <a:avLst/>
          </a:prstGeom>
        </p:spPr>
      </p:pic>
      <p:pic>
        <p:nvPicPr>
          <p:cNvPr id="8" name="Picture 7" descr="eq_721118a216609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6217920" cy="10343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417320"/>
            <a:ext cx="45720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00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Physical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01952"/>
            <a:ext cx="43434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passband frequency component is delayed by the same number of samples, apart from sign-related phase jumps where the real amplitude term changes 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520440"/>
            <a:ext cx="4572000" cy="17373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3520440"/>
            <a:ext cx="50292" cy="17373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0024" y="363016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4005072"/>
            <a:ext cx="434340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a transient shape is a feature, constant delay avoids frequency-dependent smearing before MFCCs, peaks, onsets, or time-localized descriptors are computed.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AD18C77-5230-B779-1C10-BE00B26DA61F}"/>
                  </a:ext>
                </a:extLst>
              </p14:cNvPr>
              <p14:cNvContentPartPr/>
              <p14:nvPr/>
            </p14:nvContentPartPr>
            <p14:xfrm>
              <a:off x="1328902" y="1865336"/>
              <a:ext cx="1814400" cy="331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AD18C77-5230-B779-1C10-BE00B26DA6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9902" y="1856696"/>
                <a:ext cx="1832040" cy="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7566AB3-1C77-C78A-661B-8E982DBAF7B8}"/>
              </a:ext>
            </a:extLst>
          </p:cNvPr>
          <p:cNvGrpSpPr/>
          <p:nvPr/>
        </p:nvGrpSpPr>
        <p:grpSpPr>
          <a:xfrm>
            <a:off x="5044462" y="1184216"/>
            <a:ext cx="124920" cy="546840"/>
            <a:chOff x="5044462" y="1184216"/>
            <a:chExt cx="124920" cy="54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951AD49-CC82-75EC-176A-3DA7120A415B}"/>
                    </a:ext>
                  </a:extLst>
                </p14:cNvPr>
                <p14:cNvContentPartPr/>
                <p14:nvPr/>
              </p14:nvContentPartPr>
              <p14:xfrm>
                <a:off x="5089462" y="1272056"/>
                <a:ext cx="78120" cy="45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951AD49-CC82-75EC-176A-3DA7120A41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80822" y="1263416"/>
                  <a:ext cx="957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5A3166B-47A4-E23A-18E2-4226B1303968}"/>
                    </a:ext>
                  </a:extLst>
                </p14:cNvPr>
                <p14:cNvContentPartPr/>
                <p14:nvPr/>
              </p14:nvContentPartPr>
              <p14:xfrm>
                <a:off x="5044462" y="1184216"/>
                <a:ext cx="124920" cy="8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5A3166B-47A4-E23A-18E2-4226B130396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35462" y="1175576"/>
                  <a:ext cx="1425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0FA0C2-8044-D4F5-3375-2EA294BF201D}"/>
              </a:ext>
            </a:extLst>
          </p:cNvPr>
          <p:cNvGrpSpPr/>
          <p:nvPr/>
        </p:nvGrpSpPr>
        <p:grpSpPr>
          <a:xfrm>
            <a:off x="4838542" y="1447016"/>
            <a:ext cx="101160" cy="315720"/>
            <a:chOff x="4838542" y="1447016"/>
            <a:chExt cx="10116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3387B9-4716-6E61-69DC-967EE3B3906D}"/>
                    </a:ext>
                  </a:extLst>
                </p14:cNvPr>
                <p14:cNvContentPartPr/>
                <p14:nvPr/>
              </p14:nvContentPartPr>
              <p14:xfrm>
                <a:off x="4885342" y="1530896"/>
                <a:ext cx="11520" cy="231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3387B9-4716-6E61-69DC-967EE3B3906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76342" y="1522256"/>
                  <a:ext cx="291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727F0CC-35FE-9ECD-664E-A6A18B286AAD}"/>
                    </a:ext>
                  </a:extLst>
                </p14:cNvPr>
                <p14:cNvContentPartPr/>
                <p14:nvPr/>
              </p14:nvContentPartPr>
              <p14:xfrm>
                <a:off x="4838542" y="1447016"/>
                <a:ext cx="101160" cy="90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727F0CC-35FE-9ECD-664E-A6A18B286AA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29902" y="1438376"/>
                  <a:ext cx="1188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325BC83-5413-E273-BACF-36085E41A481}"/>
              </a:ext>
            </a:extLst>
          </p:cNvPr>
          <p:cNvGrpSpPr/>
          <p:nvPr/>
        </p:nvGrpSpPr>
        <p:grpSpPr>
          <a:xfrm>
            <a:off x="5332102" y="1425776"/>
            <a:ext cx="85680" cy="296280"/>
            <a:chOff x="5332102" y="1425776"/>
            <a:chExt cx="8568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7082BC-8AF8-C845-C118-2CF2B8CFF121}"/>
                    </a:ext>
                  </a:extLst>
                </p14:cNvPr>
                <p14:cNvContentPartPr/>
                <p14:nvPr/>
              </p14:nvContentPartPr>
              <p14:xfrm>
                <a:off x="5357302" y="1456016"/>
                <a:ext cx="28440" cy="266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7082BC-8AF8-C845-C118-2CF2B8CFF12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348662" y="1447376"/>
                  <a:ext cx="460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68BD6DC-BE3F-767A-4063-4D61C5233F07}"/>
                    </a:ext>
                  </a:extLst>
                </p14:cNvPr>
                <p14:cNvContentPartPr/>
                <p14:nvPr/>
              </p14:nvContentPartPr>
              <p14:xfrm>
                <a:off x="5332102" y="1425776"/>
                <a:ext cx="85680" cy="90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68BD6DC-BE3F-767A-4063-4D61C5233F0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23102" y="1417136"/>
                  <a:ext cx="10332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E052B7C-57E3-AC1A-D298-A8157C9C9029}"/>
              </a:ext>
            </a:extLst>
          </p:cNvPr>
          <p:cNvGrpSpPr/>
          <p:nvPr/>
        </p:nvGrpSpPr>
        <p:grpSpPr>
          <a:xfrm>
            <a:off x="4612822" y="1815656"/>
            <a:ext cx="89640" cy="216000"/>
            <a:chOff x="4612822" y="1815656"/>
            <a:chExt cx="8964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A6ADE48-EF60-0911-40D5-2AD1D6A6FE6B}"/>
                    </a:ext>
                  </a:extLst>
                </p14:cNvPr>
                <p14:cNvContentPartPr/>
                <p14:nvPr/>
              </p14:nvContentPartPr>
              <p14:xfrm>
                <a:off x="4657102" y="1815656"/>
                <a:ext cx="16920" cy="147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A6ADE48-EF60-0911-40D5-2AD1D6A6FE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48102" y="1806656"/>
                  <a:ext cx="34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FEB15E-6ACC-536F-4E3A-024FAE779945}"/>
                    </a:ext>
                  </a:extLst>
                </p14:cNvPr>
                <p14:cNvContentPartPr/>
                <p14:nvPr/>
              </p14:nvContentPartPr>
              <p14:xfrm>
                <a:off x="4612822" y="1944176"/>
                <a:ext cx="89640" cy="87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FEB15E-6ACC-536F-4E3A-024FAE77994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04182" y="1935536"/>
                  <a:ext cx="10728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0A34789-12AF-207B-A21D-6DB3118377F1}"/>
              </a:ext>
            </a:extLst>
          </p:cNvPr>
          <p:cNvGrpSpPr/>
          <p:nvPr/>
        </p:nvGrpSpPr>
        <p:grpSpPr>
          <a:xfrm>
            <a:off x="5640982" y="1831136"/>
            <a:ext cx="100800" cy="190080"/>
            <a:chOff x="5640982" y="1831136"/>
            <a:chExt cx="10080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241A71E-B727-15D7-48E8-B6DE0DB4CCA9}"/>
                    </a:ext>
                  </a:extLst>
                </p14:cNvPr>
                <p14:cNvContentPartPr/>
                <p14:nvPr/>
              </p14:nvContentPartPr>
              <p14:xfrm>
                <a:off x="5674462" y="1831136"/>
                <a:ext cx="25200" cy="150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241A71E-B727-15D7-48E8-B6DE0DB4CC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65462" y="1822136"/>
                  <a:ext cx="42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980DF6F-FCB6-8429-E7EA-A8092B56CB7C}"/>
                    </a:ext>
                  </a:extLst>
                </p14:cNvPr>
                <p14:cNvContentPartPr/>
                <p14:nvPr/>
              </p14:nvContentPartPr>
              <p14:xfrm>
                <a:off x="5640982" y="1976576"/>
                <a:ext cx="100800" cy="44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980DF6F-FCB6-8429-E7EA-A8092B56CB7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32342" y="1967576"/>
                  <a:ext cx="11844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AE183F-C8FB-0C0E-44C1-3FBB0E62FF76}"/>
              </a:ext>
            </a:extLst>
          </p:cNvPr>
          <p:cNvGrpSpPr/>
          <p:nvPr/>
        </p:nvGrpSpPr>
        <p:grpSpPr>
          <a:xfrm>
            <a:off x="4348222" y="1579856"/>
            <a:ext cx="145440" cy="195120"/>
            <a:chOff x="4348222" y="1579856"/>
            <a:chExt cx="14544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7B0548-6985-EA66-BCF6-00E8C2898D67}"/>
                    </a:ext>
                  </a:extLst>
                </p14:cNvPr>
                <p14:cNvContentPartPr/>
                <p14:nvPr/>
              </p14:nvContentPartPr>
              <p14:xfrm>
                <a:off x="4417342" y="1646816"/>
                <a:ext cx="15120" cy="128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7B0548-6985-EA66-BCF6-00E8C2898D6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08702" y="1637816"/>
                  <a:ext cx="32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94F817-9A19-01D4-FEE1-2F83585B956C}"/>
                    </a:ext>
                  </a:extLst>
                </p14:cNvPr>
                <p14:cNvContentPartPr/>
                <p14:nvPr/>
              </p14:nvContentPartPr>
              <p14:xfrm>
                <a:off x="4348222" y="1579856"/>
                <a:ext cx="145440" cy="84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94F817-9A19-01D4-FEE1-2F83585B95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39222" y="1571216"/>
                  <a:ext cx="16308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482ECA9-CD02-0104-DCC9-7CF6468930F0}"/>
              </a:ext>
            </a:extLst>
          </p:cNvPr>
          <p:cNvGrpSpPr/>
          <p:nvPr/>
        </p:nvGrpSpPr>
        <p:grpSpPr>
          <a:xfrm>
            <a:off x="5821342" y="1562576"/>
            <a:ext cx="96120" cy="194760"/>
            <a:chOff x="5821342" y="1562576"/>
            <a:chExt cx="9612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43F76B8-15CA-5350-C6E0-4C2AEB4B2F29}"/>
                    </a:ext>
                  </a:extLst>
                </p14:cNvPr>
                <p14:cNvContentPartPr/>
                <p14:nvPr/>
              </p14:nvContentPartPr>
              <p14:xfrm>
                <a:off x="5863822" y="1657976"/>
                <a:ext cx="12960" cy="99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43F76B8-15CA-5350-C6E0-4C2AEB4B2F2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854822" y="1648976"/>
                  <a:ext cx="30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8B3463-0CFB-F012-FA96-90B383617605}"/>
                    </a:ext>
                  </a:extLst>
                </p14:cNvPr>
                <p14:cNvContentPartPr/>
                <p14:nvPr/>
              </p14:nvContentPartPr>
              <p14:xfrm>
                <a:off x="5821342" y="1562576"/>
                <a:ext cx="96120" cy="65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8B3463-0CFB-F012-FA96-90B38361760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812342" y="1553936"/>
                  <a:ext cx="1137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B3AA07-F56D-84D9-6F97-416E9735B048}"/>
              </a:ext>
            </a:extLst>
          </p:cNvPr>
          <p:cNvGrpSpPr/>
          <p:nvPr/>
        </p:nvGrpSpPr>
        <p:grpSpPr>
          <a:xfrm>
            <a:off x="5167222" y="1962176"/>
            <a:ext cx="211320" cy="298440"/>
            <a:chOff x="5167222" y="1962176"/>
            <a:chExt cx="2113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3D29CCB-C73E-DC6C-F9A3-213B1CEADFB7}"/>
                    </a:ext>
                  </a:extLst>
                </p14:cNvPr>
                <p14:cNvContentPartPr/>
                <p14:nvPr/>
              </p14:nvContentPartPr>
              <p14:xfrm>
                <a:off x="5188462" y="1988096"/>
                <a:ext cx="190080" cy="272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3D29CCB-C73E-DC6C-F9A3-213B1CEADFB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179822" y="1979456"/>
                  <a:ext cx="2077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66CC3B-5295-3898-823D-FC94B36C67D9}"/>
                    </a:ext>
                  </a:extLst>
                </p14:cNvPr>
                <p14:cNvContentPartPr/>
                <p14:nvPr/>
              </p14:nvContentPartPr>
              <p14:xfrm>
                <a:off x="5167222" y="1962176"/>
                <a:ext cx="78480" cy="62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66CC3B-5295-3898-823D-FC94B36C67D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58582" y="1953536"/>
                  <a:ext cx="9612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9FE2A02-D717-3783-083F-B01703F1D868}"/>
              </a:ext>
            </a:extLst>
          </p:cNvPr>
          <p:cNvGrpSpPr/>
          <p:nvPr/>
        </p:nvGrpSpPr>
        <p:grpSpPr>
          <a:xfrm>
            <a:off x="5014942" y="2168816"/>
            <a:ext cx="2539800" cy="689040"/>
            <a:chOff x="5014942" y="2168816"/>
            <a:chExt cx="2539800" cy="6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6FA905C-B0C1-873A-6054-86086601C855}"/>
                    </a:ext>
                  </a:extLst>
                </p14:cNvPr>
                <p14:cNvContentPartPr/>
                <p14:nvPr/>
              </p14:nvContentPartPr>
              <p14:xfrm>
                <a:off x="5014942" y="2338736"/>
                <a:ext cx="205200" cy="58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6FA905C-B0C1-873A-6054-86086601C85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06302" y="2330096"/>
                  <a:ext cx="222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503822A-F5FE-24D5-111E-39D85C8782F7}"/>
                    </a:ext>
                  </a:extLst>
                </p14:cNvPr>
                <p14:cNvContentPartPr/>
                <p14:nvPr/>
              </p14:nvContentPartPr>
              <p14:xfrm>
                <a:off x="5325622" y="2381576"/>
                <a:ext cx="11160" cy="30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503822A-F5FE-24D5-111E-39D85C8782F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316622" y="2372576"/>
                  <a:ext cx="28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3D2A495-6CBB-84BD-0B19-FAC95C4A5C4F}"/>
                    </a:ext>
                  </a:extLst>
                </p14:cNvPr>
                <p14:cNvContentPartPr/>
                <p14:nvPr/>
              </p14:nvContentPartPr>
              <p14:xfrm>
                <a:off x="5225902" y="2253776"/>
                <a:ext cx="26280" cy="42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3D2A495-6CBB-84BD-0B19-FAC95C4A5C4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216902" y="2245136"/>
                  <a:ext cx="43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4F60446-2C99-8E85-7CAC-3BE75AB6D239}"/>
                    </a:ext>
                  </a:extLst>
                </p14:cNvPr>
                <p14:cNvContentPartPr/>
                <p14:nvPr/>
              </p14:nvContentPartPr>
              <p14:xfrm>
                <a:off x="5433622" y="2237936"/>
                <a:ext cx="110880" cy="176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4F60446-2C99-8E85-7CAC-3BE75AB6D23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24622" y="2228936"/>
                  <a:ext cx="128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02870C-A3D9-4C40-CF8E-B1618DED4FCB}"/>
                    </a:ext>
                  </a:extLst>
                </p14:cNvPr>
                <p14:cNvContentPartPr/>
                <p14:nvPr/>
              </p14:nvContentPartPr>
              <p14:xfrm>
                <a:off x="5625142" y="2321096"/>
                <a:ext cx="84600" cy="160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02870C-A3D9-4C40-CF8E-B1618DED4FC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16142" y="2312096"/>
                  <a:ext cx="102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907363B-9F64-03F1-2161-AF58FDAEDBEB}"/>
                    </a:ext>
                  </a:extLst>
                </p14:cNvPr>
                <p14:cNvContentPartPr/>
                <p14:nvPr/>
              </p14:nvContentPartPr>
              <p14:xfrm>
                <a:off x="5767342" y="2317136"/>
                <a:ext cx="90000" cy="75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907363B-9F64-03F1-2161-AF58FDAEDBE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58702" y="2308136"/>
                  <a:ext cx="107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0A00B6B-E7B0-5C03-AFD8-75E03BB9A3F8}"/>
                    </a:ext>
                  </a:extLst>
                </p14:cNvPr>
                <p14:cNvContentPartPr/>
                <p14:nvPr/>
              </p14:nvContentPartPr>
              <p14:xfrm>
                <a:off x="5959222" y="2339096"/>
                <a:ext cx="9000" cy="38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0A00B6B-E7B0-5C03-AFD8-75E03BB9A3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50582" y="2330096"/>
                  <a:ext cx="26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DE6ACD8-4674-AED7-D77C-5A7CCA048C82}"/>
                    </a:ext>
                  </a:extLst>
                </p14:cNvPr>
                <p14:cNvContentPartPr/>
                <p14:nvPr/>
              </p14:nvContentPartPr>
              <p14:xfrm>
                <a:off x="5916742" y="2227496"/>
                <a:ext cx="4680" cy="1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DE6ACD8-4674-AED7-D77C-5A7CCA048C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08102" y="2218496"/>
                  <a:ext cx="22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7FEA92-947E-9A76-32B0-4D989B91DC35}"/>
                    </a:ext>
                  </a:extLst>
                </p14:cNvPr>
                <p14:cNvContentPartPr/>
                <p14:nvPr/>
              </p14:nvContentPartPr>
              <p14:xfrm>
                <a:off x="6012502" y="2303816"/>
                <a:ext cx="131040" cy="55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7FEA92-947E-9A76-32B0-4D989B91DC3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03862" y="2294816"/>
                  <a:ext cx="148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239173-6187-0053-F2C6-A1C980773D06}"/>
                    </a:ext>
                  </a:extLst>
                </p14:cNvPr>
                <p14:cNvContentPartPr/>
                <p14:nvPr/>
              </p14:nvContentPartPr>
              <p14:xfrm>
                <a:off x="6134902" y="2168816"/>
                <a:ext cx="109080" cy="195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239173-6187-0053-F2C6-A1C980773D0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25902" y="2160176"/>
                  <a:ext cx="126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20D04FF-AEEF-CB09-4819-EF84F640D875}"/>
                    </a:ext>
                  </a:extLst>
                </p14:cNvPr>
                <p14:cNvContentPartPr/>
                <p14:nvPr/>
              </p14:nvContentPartPr>
              <p14:xfrm>
                <a:off x="6185662" y="2283296"/>
                <a:ext cx="55800" cy="18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20D04FF-AEEF-CB09-4819-EF84F640D87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77022" y="2274656"/>
                  <a:ext cx="734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F2EF021-C6A8-190F-6083-9BA67B102A3D}"/>
                    </a:ext>
                  </a:extLst>
                </p14:cNvPr>
                <p14:cNvContentPartPr/>
                <p14:nvPr/>
              </p14:nvContentPartPr>
              <p14:xfrm>
                <a:off x="5931142" y="2614496"/>
                <a:ext cx="87120" cy="60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F2EF021-C6A8-190F-6083-9BA67B102A3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922502" y="2605496"/>
                  <a:ext cx="104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7D55AF7-C756-A923-F29E-827A137FDADE}"/>
                    </a:ext>
                  </a:extLst>
                </p14:cNvPr>
                <p14:cNvContentPartPr/>
                <p14:nvPr/>
              </p14:nvContentPartPr>
              <p14:xfrm>
                <a:off x="6074062" y="2486336"/>
                <a:ext cx="88200" cy="291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7D55AF7-C756-A923-F29E-827A137FDAD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65422" y="2477336"/>
                  <a:ext cx="105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48DBAB4-4391-76C7-0C63-92EE195B544E}"/>
                    </a:ext>
                  </a:extLst>
                </p14:cNvPr>
                <p14:cNvContentPartPr/>
                <p14:nvPr/>
              </p14:nvContentPartPr>
              <p14:xfrm>
                <a:off x="6054982" y="2683256"/>
                <a:ext cx="111960" cy="28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48DBAB4-4391-76C7-0C63-92EE195B544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045982" y="2674616"/>
                  <a:ext cx="129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B3035E8-F3DD-34AC-B92E-723122A23D17}"/>
                    </a:ext>
                  </a:extLst>
                </p14:cNvPr>
                <p14:cNvContentPartPr/>
                <p14:nvPr/>
              </p14:nvContentPartPr>
              <p14:xfrm>
                <a:off x="6323182" y="2552576"/>
                <a:ext cx="109800" cy="118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B3035E8-F3DD-34AC-B92E-723122A23D1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314182" y="2543576"/>
                  <a:ext cx="127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7255AED-DE90-1F79-67B4-118051C421F3}"/>
                    </a:ext>
                  </a:extLst>
                </p14:cNvPr>
                <p14:cNvContentPartPr/>
                <p14:nvPr/>
              </p14:nvContentPartPr>
              <p14:xfrm>
                <a:off x="6464302" y="2615576"/>
                <a:ext cx="96480" cy="141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7255AED-DE90-1F79-67B4-118051C421F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55662" y="2606576"/>
                  <a:ext cx="114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D7468AA-E97C-D5B1-8BA7-3C2703245B2E}"/>
                    </a:ext>
                  </a:extLst>
                </p14:cNvPr>
                <p14:cNvContentPartPr/>
                <p14:nvPr/>
              </p14:nvContentPartPr>
              <p14:xfrm>
                <a:off x="6415702" y="2673896"/>
                <a:ext cx="134280" cy="169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D7468AA-E97C-D5B1-8BA7-3C2703245B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07062" y="2665256"/>
                  <a:ext cx="1519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92806E-BCB9-F994-3F91-C2B9DBFFC54A}"/>
                    </a:ext>
                  </a:extLst>
                </p14:cNvPr>
                <p14:cNvContentPartPr/>
                <p14:nvPr/>
              </p14:nvContentPartPr>
              <p14:xfrm>
                <a:off x="6609382" y="2590376"/>
                <a:ext cx="182160" cy="47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92806E-BCB9-F994-3F91-C2B9DBFFC54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00742" y="2581376"/>
                  <a:ext cx="1998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66809FD-B716-16FF-1A89-4D88D615350D}"/>
                    </a:ext>
                  </a:extLst>
                </p14:cNvPr>
                <p14:cNvContentPartPr/>
                <p14:nvPr/>
              </p14:nvContentPartPr>
              <p14:xfrm>
                <a:off x="6825742" y="2574536"/>
                <a:ext cx="170640" cy="42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66809FD-B716-16FF-1A89-4D88D615350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17102" y="2565896"/>
                  <a:ext cx="188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0BD3D97-A928-D0F2-3EA1-146C5B9C9BD8}"/>
                    </a:ext>
                  </a:extLst>
                </p14:cNvPr>
                <p14:cNvContentPartPr/>
                <p14:nvPr/>
              </p14:nvContentPartPr>
              <p14:xfrm>
                <a:off x="7068742" y="2542136"/>
                <a:ext cx="118440" cy="122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0BD3D97-A928-D0F2-3EA1-146C5B9C9BD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59742" y="2533496"/>
                  <a:ext cx="136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A1407F-AFCE-DD95-EA27-262D15A9C292}"/>
                    </a:ext>
                  </a:extLst>
                </p14:cNvPr>
                <p14:cNvContentPartPr/>
                <p14:nvPr/>
              </p14:nvContentPartPr>
              <p14:xfrm>
                <a:off x="7182142" y="2439896"/>
                <a:ext cx="68040" cy="234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A1407F-AFCE-DD95-EA27-262D15A9C29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73142" y="2431256"/>
                  <a:ext cx="856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DDA860E-0B2E-F529-63D6-B30C587C7D59}"/>
                    </a:ext>
                  </a:extLst>
                </p14:cNvPr>
                <p14:cNvContentPartPr/>
                <p14:nvPr/>
              </p14:nvContentPartPr>
              <p14:xfrm>
                <a:off x="7199062" y="2531696"/>
                <a:ext cx="166680" cy="121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DDA860E-0B2E-F529-63D6-B30C587C7D5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90062" y="2522696"/>
                  <a:ext cx="184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D4763ED-2D0C-DAC8-409D-E5642DDDCBF9}"/>
                    </a:ext>
                  </a:extLst>
                </p14:cNvPr>
                <p14:cNvContentPartPr/>
                <p14:nvPr/>
              </p14:nvContentPartPr>
              <p14:xfrm>
                <a:off x="7447822" y="2604776"/>
                <a:ext cx="106920" cy="253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D4763ED-2D0C-DAC8-409D-E5642DDDCB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39182" y="2596136"/>
                  <a:ext cx="12456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A8D8CAD-F0A2-9D99-ECEB-6EEB8EB58113}"/>
                  </a:ext>
                </a:extLst>
              </p14:cNvPr>
              <p14:cNvContentPartPr/>
              <p14:nvPr/>
            </p14:nvContentPartPr>
            <p14:xfrm>
              <a:off x="4103062" y="1481936"/>
              <a:ext cx="171360" cy="601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A8D8CAD-F0A2-9D99-ECEB-6EEB8EB5811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094422" y="1472936"/>
                <a:ext cx="18900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C768CBEA-5566-4001-8089-7F7EAC7C4F28}"/>
              </a:ext>
            </a:extLst>
          </p:cNvPr>
          <p:cNvGrpSpPr/>
          <p:nvPr/>
        </p:nvGrpSpPr>
        <p:grpSpPr>
          <a:xfrm>
            <a:off x="3641542" y="1132016"/>
            <a:ext cx="570600" cy="258840"/>
            <a:chOff x="3641542" y="1132016"/>
            <a:chExt cx="57060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36863B2-E9CF-EE6B-0D10-32F5F876C798}"/>
                    </a:ext>
                  </a:extLst>
                </p14:cNvPr>
                <p14:cNvContentPartPr/>
                <p14:nvPr/>
              </p14:nvContentPartPr>
              <p14:xfrm>
                <a:off x="3641542" y="1200416"/>
                <a:ext cx="152280" cy="170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36863B2-E9CF-EE6B-0D10-32F5F876C79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632542" y="1191776"/>
                  <a:ext cx="169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484543C-290E-4759-FB96-741C6E28728D}"/>
                    </a:ext>
                  </a:extLst>
                </p14:cNvPr>
                <p14:cNvContentPartPr/>
                <p14:nvPr/>
              </p14:nvContentPartPr>
              <p14:xfrm>
                <a:off x="3799582" y="1180256"/>
                <a:ext cx="125280" cy="171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484543C-290E-4759-FB96-741C6E28728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90582" y="1171616"/>
                  <a:ext cx="142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97E1178-84A8-B5F8-8F3A-3CEA0101AC95}"/>
                    </a:ext>
                  </a:extLst>
                </p14:cNvPr>
                <p14:cNvContentPartPr/>
                <p14:nvPr/>
              </p14:nvContentPartPr>
              <p14:xfrm>
                <a:off x="3970942" y="1226696"/>
                <a:ext cx="102960" cy="122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97E1178-84A8-B5F8-8F3A-3CEA0101AC9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961942" y="1217696"/>
                  <a:ext cx="120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DDCB4B-077F-203F-63E0-05F26427C513}"/>
                    </a:ext>
                  </a:extLst>
                </p14:cNvPr>
                <p14:cNvContentPartPr/>
                <p14:nvPr/>
              </p14:nvContentPartPr>
              <p14:xfrm>
                <a:off x="4024222" y="1132016"/>
                <a:ext cx="187920" cy="258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DDCB4B-077F-203F-63E0-05F26427C51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015582" y="1123376"/>
                  <a:ext cx="20556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DE5BCD6-4EC8-459E-09FC-05D8B5593471}"/>
              </a:ext>
            </a:extLst>
          </p:cNvPr>
          <p:cNvGrpSpPr/>
          <p:nvPr/>
        </p:nvGrpSpPr>
        <p:grpSpPr>
          <a:xfrm>
            <a:off x="5932942" y="990896"/>
            <a:ext cx="1121760" cy="503280"/>
            <a:chOff x="5932942" y="990896"/>
            <a:chExt cx="112176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A03008-0CF8-BB34-7698-89A26514E55B}"/>
                    </a:ext>
                  </a:extLst>
                </p14:cNvPr>
                <p14:cNvContentPartPr/>
                <p14:nvPr/>
              </p14:nvContentPartPr>
              <p14:xfrm>
                <a:off x="5932942" y="1367096"/>
                <a:ext cx="119160" cy="127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A03008-0CF8-BB34-7698-89A26514E55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923942" y="1358456"/>
                  <a:ext cx="136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B7B21D4-E2B5-6AAF-64D2-2CDBD61D3524}"/>
                    </a:ext>
                  </a:extLst>
                </p14:cNvPr>
                <p14:cNvContentPartPr/>
                <p14:nvPr/>
              </p14:nvContentPartPr>
              <p14:xfrm>
                <a:off x="6124102" y="1134536"/>
                <a:ext cx="168120" cy="194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B7B21D4-E2B5-6AAF-64D2-2CDBD61D35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115102" y="1125536"/>
                  <a:ext cx="185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CAA00E-005A-7448-63E5-E6F580F7BAE8}"/>
                    </a:ext>
                  </a:extLst>
                </p14:cNvPr>
                <p14:cNvContentPartPr/>
                <p14:nvPr/>
              </p14:nvContentPartPr>
              <p14:xfrm>
                <a:off x="6334702" y="1081616"/>
                <a:ext cx="132840" cy="248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CAA00E-005A-7448-63E5-E6F580F7BAE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325702" y="1072976"/>
                  <a:ext cx="150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E3BBC61-5CE2-6542-FDDA-C8E7C6233B70}"/>
                    </a:ext>
                  </a:extLst>
                </p14:cNvPr>
                <p14:cNvContentPartPr/>
                <p14:nvPr/>
              </p14:nvContentPartPr>
              <p14:xfrm>
                <a:off x="6479422" y="1106816"/>
                <a:ext cx="148320" cy="162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E3BBC61-5CE2-6542-FDDA-C8E7C6233B7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70422" y="1097816"/>
                  <a:ext cx="165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C2CF835-5E50-C039-CC8E-523DEAC8D407}"/>
                    </a:ext>
                  </a:extLst>
                </p14:cNvPr>
                <p14:cNvContentPartPr/>
                <p14:nvPr/>
              </p14:nvContentPartPr>
              <p14:xfrm>
                <a:off x="6693622" y="1179176"/>
                <a:ext cx="100800" cy="12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C2CF835-5E50-C039-CC8E-523DEAC8D40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684622" y="1170176"/>
                  <a:ext cx="118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5680DE2-2E37-3365-7C8F-A31FCD60DB43}"/>
                    </a:ext>
                  </a:extLst>
                </p14:cNvPr>
                <p14:cNvContentPartPr/>
                <p14:nvPr/>
              </p14:nvContentPartPr>
              <p14:xfrm>
                <a:off x="6831142" y="1100336"/>
                <a:ext cx="72720" cy="138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5680DE2-2E37-3365-7C8F-A31FCD60DB4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22502" y="1091336"/>
                  <a:ext cx="90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FD880A1-593A-5B5E-DD72-C688DCC92612}"/>
                    </a:ext>
                  </a:extLst>
                </p14:cNvPr>
                <p14:cNvContentPartPr/>
                <p14:nvPr/>
              </p14:nvContentPartPr>
              <p14:xfrm>
                <a:off x="6868582" y="990896"/>
                <a:ext cx="186120" cy="321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FD880A1-593A-5B5E-DD72-C688DCC926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859582" y="982256"/>
                  <a:ext cx="20376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A99700C-3C86-02B0-7FA0-80BCAE9F57A7}"/>
              </a:ext>
            </a:extLst>
          </p:cNvPr>
          <p:cNvGrpSpPr/>
          <p:nvPr/>
        </p:nvGrpSpPr>
        <p:grpSpPr>
          <a:xfrm>
            <a:off x="7590022" y="295736"/>
            <a:ext cx="1394640" cy="698400"/>
            <a:chOff x="7590022" y="295736"/>
            <a:chExt cx="1394640" cy="69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6BCBB5A-7D72-B4C4-88B7-DD08FE115AAD}"/>
                    </a:ext>
                  </a:extLst>
                </p14:cNvPr>
                <p14:cNvContentPartPr/>
                <p14:nvPr/>
              </p14:nvContentPartPr>
              <p14:xfrm>
                <a:off x="7604782" y="798296"/>
                <a:ext cx="206640" cy="191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6BCBB5A-7D72-B4C4-88B7-DD08FE115AA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96142" y="789296"/>
                  <a:ext cx="224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6EB381C-9924-9D50-0D35-6451248E2D8C}"/>
                    </a:ext>
                  </a:extLst>
                </p14:cNvPr>
                <p14:cNvContentPartPr/>
                <p14:nvPr/>
              </p14:nvContentPartPr>
              <p14:xfrm>
                <a:off x="7990342" y="855176"/>
                <a:ext cx="138600" cy="11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6EB381C-9924-9D50-0D35-6451248E2D8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981702" y="846536"/>
                  <a:ext cx="156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6EE70FE-E70A-D557-EA5C-8D118521B46E}"/>
                    </a:ext>
                  </a:extLst>
                </p14:cNvPr>
                <p14:cNvContentPartPr/>
                <p14:nvPr/>
              </p14:nvContentPartPr>
              <p14:xfrm>
                <a:off x="7943902" y="769856"/>
                <a:ext cx="163800" cy="32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6EE70FE-E70A-D557-EA5C-8D118521B46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34902" y="761216"/>
                  <a:ext cx="181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C9FA104-1D7A-2E2F-624A-9E84E0A0836E}"/>
                    </a:ext>
                  </a:extLst>
                </p14:cNvPr>
                <p14:cNvContentPartPr/>
                <p14:nvPr/>
              </p14:nvContentPartPr>
              <p14:xfrm>
                <a:off x="8186902" y="705416"/>
                <a:ext cx="169920" cy="288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C9FA104-1D7A-2E2F-624A-9E84E0A0836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77902" y="696776"/>
                  <a:ext cx="187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6B180D-AA62-1417-8F36-FDE9FAD671CB}"/>
                    </a:ext>
                  </a:extLst>
                </p14:cNvPr>
                <p14:cNvContentPartPr/>
                <p14:nvPr/>
              </p14:nvContentPartPr>
              <p14:xfrm>
                <a:off x="8215702" y="860576"/>
                <a:ext cx="189720" cy="27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6B180D-AA62-1417-8F36-FDE9FAD671C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206702" y="851576"/>
                  <a:ext cx="207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6E18D5C-AC87-6387-0FA8-9E4283EB9A6D}"/>
                    </a:ext>
                  </a:extLst>
                </p14:cNvPr>
                <p14:cNvContentPartPr/>
                <p14:nvPr/>
              </p14:nvContentPartPr>
              <p14:xfrm>
                <a:off x="7590022" y="554576"/>
                <a:ext cx="188640" cy="1162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6E18D5C-AC87-6387-0FA8-9E4283EB9A6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581022" y="545576"/>
                  <a:ext cx="206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329FD8F-B76C-0A9A-33FF-847A0887C7FC}"/>
                    </a:ext>
                  </a:extLst>
                </p14:cNvPr>
                <p14:cNvContentPartPr/>
                <p14:nvPr/>
              </p14:nvContentPartPr>
              <p14:xfrm>
                <a:off x="7735102" y="541976"/>
                <a:ext cx="187560" cy="75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329FD8F-B76C-0A9A-33FF-847A0887C7F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26102" y="533336"/>
                  <a:ext cx="205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6A376B7-2259-25E9-384F-A55C4007CF82}"/>
                    </a:ext>
                  </a:extLst>
                </p14:cNvPr>
                <p14:cNvContentPartPr/>
                <p14:nvPr/>
              </p14:nvContentPartPr>
              <p14:xfrm>
                <a:off x="7831222" y="552776"/>
                <a:ext cx="58320" cy="968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6A376B7-2259-25E9-384F-A55C4007CF8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822222" y="543776"/>
                  <a:ext cx="75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90A6170-5E27-9C27-4DC9-5073D1040480}"/>
                    </a:ext>
                  </a:extLst>
                </p14:cNvPr>
                <p14:cNvContentPartPr/>
                <p14:nvPr/>
              </p14:nvContentPartPr>
              <p14:xfrm>
                <a:off x="8058022" y="514616"/>
                <a:ext cx="155880" cy="68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90A6170-5E27-9C27-4DC9-5073D104048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049022" y="505616"/>
                  <a:ext cx="173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D8753C2-DAF5-F57B-BBEA-014D18E5F223}"/>
                    </a:ext>
                  </a:extLst>
                </p14:cNvPr>
                <p14:cNvContentPartPr/>
                <p14:nvPr/>
              </p14:nvContentPartPr>
              <p14:xfrm>
                <a:off x="8213542" y="504896"/>
                <a:ext cx="245160" cy="59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D8753C2-DAF5-F57B-BBEA-014D18E5F22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04542" y="495896"/>
                  <a:ext cx="262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6913B57-A10C-953C-A255-4F03FB6B71ED}"/>
                    </a:ext>
                  </a:extLst>
                </p14:cNvPr>
                <p14:cNvContentPartPr/>
                <p14:nvPr/>
              </p14:nvContentPartPr>
              <p14:xfrm>
                <a:off x="8526022" y="457016"/>
                <a:ext cx="114480" cy="236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6913B57-A10C-953C-A255-4F03FB6B71E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517022" y="448376"/>
                  <a:ext cx="132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793DFE9-CAEF-BCB2-3ED5-DEB684C64A82}"/>
                    </a:ext>
                  </a:extLst>
                </p14:cNvPr>
                <p14:cNvContentPartPr/>
                <p14:nvPr/>
              </p14:nvContentPartPr>
              <p14:xfrm>
                <a:off x="8664262" y="295736"/>
                <a:ext cx="320400" cy="283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793DFE9-CAEF-BCB2-3ED5-DEB684C64A8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55622" y="287096"/>
                  <a:ext cx="338040" cy="30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D478052-12F0-4BBF-C9EA-D6502516F7D3}"/>
                  </a:ext>
                </a:extLst>
              </p14:cNvPr>
              <p14:cNvContentPartPr/>
              <p14:nvPr/>
            </p14:nvContentPartPr>
            <p14:xfrm>
              <a:off x="5018542" y="611096"/>
              <a:ext cx="38880" cy="900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D478052-12F0-4BBF-C9EA-D6502516F7D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009542" y="602456"/>
                <a:ext cx="56520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30BE636-3BF0-EED8-8594-623B886E574C}"/>
              </a:ext>
            </a:extLst>
          </p:cNvPr>
          <p:cNvGrpSpPr/>
          <p:nvPr/>
        </p:nvGrpSpPr>
        <p:grpSpPr>
          <a:xfrm>
            <a:off x="5044102" y="786776"/>
            <a:ext cx="23400" cy="257040"/>
            <a:chOff x="5044102" y="786776"/>
            <a:chExt cx="23400" cy="2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AF358EF-219E-171C-B736-D8F3ED67E8BC}"/>
                    </a:ext>
                  </a:extLst>
                </p14:cNvPr>
                <p14:cNvContentPartPr/>
                <p14:nvPr/>
              </p14:nvContentPartPr>
              <p14:xfrm>
                <a:off x="5044822" y="786776"/>
                <a:ext cx="22680" cy="209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AF358EF-219E-171C-B736-D8F3ED67E8B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35822" y="777776"/>
                  <a:ext cx="403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648BCAC-75BC-8BA2-0651-0DE0D6DA826E}"/>
                    </a:ext>
                  </a:extLst>
                </p14:cNvPr>
                <p14:cNvContentPartPr/>
                <p14:nvPr/>
              </p14:nvContentPartPr>
              <p14:xfrm>
                <a:off x="5044102" y="1004576"/>
                <a:ext cx="6480" cy="39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648BCAC-75BC-8BA2-0651-0DE0D6DA826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035102" y="995936"/>
                  <a:ext cx="2412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7D29D139-2D79-8F31-B135-F60E3A7E5464}"/>
                  </a:ext>
                </a:extLst>
              </p14:cNvPr>
              <p14:cNvContentPartPr/>
              <p14:nvPr/>
            </p14:nvContentPartPr>
            <p14:xfrm>
              <a:off x="5066062" y="1233176"/>
              <a:ext cx="360" cy="21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7D29D139-2D79-8F31-B135-F60E3A7E546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057422" y="1224536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E5F1530-6D34-D232-EBB4-460FCCA6C2E7}"/>
                  </a:ext>
                </a:extLst>
              </p14:cNvPr>
              <p14:cNvContentPartPr/>
              <p14:nvPr/>
            </p14:nvContentPartPr>
            <p14:xfrm>
              <a:off x="5124742" y="1727456"/>
              <a:ext cx="360" cy="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E5F1530-6D34-D232-EBB4-460FCCA6C2E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115742" y="171881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34A2BEF-6B19-736B-324B-6794DC0D8F71}"/>
              </a:ext>
            </a:extLst>
          </p:cNvPr>
          <p:cNvGrpSpPr/>
          <p:nvPr/>
        </p:nvGrpSpPr>
        <p:grpSpPr>
          <a:xfrm>
            <a:off x="5156782" y="2110496"/>
            <a:ext cx="48960" cy="212040"/>
            <a:chOff x="5156782" y="2110496"/>
            <a:chExt cx="48960" cy="21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ECB4863-0ADA-EE86-BFAE-112E257F74A8}"/>
                    </a:ext>
                  </a:extLst>
                </p14:cNvPr>
                <p14:cNvContentPartPr/>
                <p14:nvPr/>
              </p14:nvContentPartPr>
              <p14:xfrm>
                <a:off x="5156782" y="2115536"/>
                <a:ext cx="5760" cy="106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ECB4863-0ADA-EE86-BFAE-112E257F74A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47782" y="2106896"/>
                  <a:ext cx="23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65A30E2-5F09-0EA8-A600-25BD21651E64}"/>
                    </a:ext>
                  </a:extLst>
                </p14:cNvPr>
                <p14:cNvContentPartPr/>
                <p14:nvPr/>
              </p14:nvContentPartPr>
              <p14:xfrm>
                <a:off x="5182702" y="2227496"/>
                <a:ext cx="23040" cy="95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65A30E2-5F09-0EA8-A600-25BD21651E6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73702" y="2218496"/>
                  <a:ext cx="40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306DCC4-7390-9F55-B576-7D5CDD5D23D6}"/>
                    </a:ext>
                  </a:extLst>
                </p14:cNvPr>
                <p14:cNvContentPartPr/>
                <p14:nvPr/>
              </p14:nvContentPartPr>
              <p14:xfrm>
                <a:off x="5193862" y="2110496"/>
                <a:ext cx="360" cy="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306DCC4-7390-9F55-B576-7D5CDD5D23D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84862" y="21014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DF67942-C372-A24F-688D-685524A6CB47}"/>
              </a:ext>
            </a:extLst>
          </p:cNvPr>
          <p:cNvGrpSpPr/>
          <p:nvPr/>
        </p:nvGrpSpPr>
        <p:grpSpPr>
          <a:xfrm>
            <a:off x="5151382" y="1934816"/>
            <a:ext cx="21600" cy="360"/>
            <a:chOff x="5151382" y="1934816"/>
            <a:chExt cx="2160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81C9FC5-E4FD-9DA8-5EDA-B663D5218551}"/>
                    </a:ext>
                  </a:extLst>
                </p14:cNvPr>
                <p14:cNvContentPartPr/>
                <p14:nvPr/>
              </p14:nvContentPartPr>
              <p14:xfrm>
                <a:off x="5151382" y="1934816"/>
                <a:ext cx="360" cy="3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81C9FC5-E4FD-9DA8-5EDA-B663D5218551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42382" y="1926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E8A1E3B-E46F-4D17-1455-1F70016419C0}"/>
                    </a:ext>
                  </a:extLst>
                </p14:cNvPr>
                <p14:cNvContentPartPr/>
                <p14:nvPr/>
              </p14:nvContentPartPr>
              <p14:xfrm>
                <a:off x="5172622" y="1934816"/>
                <a:ext cx="360" cy="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E8A1E3B-E46F-4D17-1455-1F70016419C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163622" y="1926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060A87C-A893-35F8-2C1F-468A91468A94}"/>
                  </a:ext>
                </a:extLst>
              </p14:cNvPr>
              <p14:cNvContentPartPr/>
              <p14:nvPr/>
            </p14:nvContentPartPr>
            <p14:xfrm>
              <a:off x="4342462" y="1950296"/>
              <a:ext cx="95400" cy="90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060A87C-A893-35F8-2C1F-468A91468A9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333822" y="1941296"/>
                <a:ext cx="11304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9A8642D3-1B40-7EF1-16D2-925AD4FD8E6E}"/>
              </a:ext>
            </a:extLst>
          </p:cNvPr>
          <p:cNvGrpSpPr/>
          <p:nvPr/>
        </p:nvGrpSpPr>
        <p:grpSpPr>
          <a:xfrm>
            <a:off x="4149862" y="1126976"/>
            <a:ext cx="2319480" cy="905400"/>
            <a:chOff x="4149862" y="1126976"/>
            <a:chExt cx="2319480" cy="90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83DB7D-845D-27BD-FC0C-F783A1C9B407}"/>
                    </a:ext>
                  </a:extLst>
                </p14:cNvPr>
                <p14:cNvContentPartPr/>
                <p14:nvPr/>
              </p14:nvContentPartPr>
              <p14:xfrm>
                <a:off x="5071462" y="1173416"/>
                <a:ext cx="1440" cy="1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83DB7D-845D-27BD-FC0C-F783A1C9B40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062822" y="1164776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88F42C-AFE3-72D7-6D6F-F2D9D8EEAFFB}"/>
                    </a:ext>
                  </a:extLst>
                </p14:cNvPr>
                <p14:cNvContentPartPr/>
                <p14:nvPr/>
              </p14:nvContentPartPr>
              <p14:xfrm>
                <a:off x="4375222" y="1126976"/>
                <a:ext cx="81360" cy="766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E88F42C-AFE3-72D7-6D6F-F2D9D8EEAFF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366222" y="1118336"/>
                  <a:ext cx="99000" cy="7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A53640-AC0C-6E41-E80E-202A776D6E68}"/>
                    </a:ext>
                  </a:extLst>
                </p14:cNvPr>
                <p14:cNvContentPartPr/>
                <p14:nvPr/>
              </p14:nvContentPartPr>
              <p14:xfrm>
                <a:off x="4149862" y="1787576"/>
                <a:ext cx="1969560" cy="56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A53640-AC0C-6E41-E80E-202A776D6E6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40862" y="1778936"/>
                  <a:ext cx="19872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499B5C6-8D6F-0AC6-9C09-B7B3FF36E823}"/>
                    </a:ext>
                  </a:extLst>
                </p14:cNvPr>
                <p14:cNvContentPartPr/>
                <p14:nvPr/>
              </p14:nvContentPartPr>
              <p14:xfrm>
                <a:off x="4630102" y="1742216"/>
                <a:ext cx="27720" cy="70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499B5C6-8D6F-0AC6-9C09-B7B3FF36E82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621102" y="1733576"/>
                  <a:ext cx="45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739366-F799-6773-CA62-549A94D31619}"/>
                    </a:ext>
                  </a:extLst>
                </p14:cNvPr>
                <p14:cNvContentPartPr/>
                <p14:nvPr/>
              </p14:nvContentPartPr>
              <p14:xfrm>
                <a:off x="4901542" y="1770296"/>
                <a:ext cx="27720" cy="54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739366-F799-6773-CA62-549A94D3161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892542" y="1761296"/>
                  <a:ext cx="45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48EAFC-DAB3-97E5-045A-73DB4847C307}"/>
                    </a:ext>
                  </a:extLst>
                </p14:cNvPr>
                <p14:cNvContentPartPr/>
                <p14:nvPr/>
              </p14:nvContentPartPr>
              <p14:xfrm>
                <a:off x="5156782" y="1786136"/>
                <a:ext cx="24120" cy="6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48EAFC-DAB3-97E5-045A-73DB4847C30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147782" y="1777136"/>
                  <a:ext cx="41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FB0FE0D-8D84-677C-EC0D-C8795A20C7BD}"/>
                    </a:ext>
                  </a:extLst>
                </p14:cNvPr>
                <p14:cNvContentPartPr/>
                <p14:nvPr/>
              </p14:nvContentPartPr>
              <p14:xfrm>
                <a:off x="5379982" y="1780736"/>
                <a:ext cx="39960" cy="61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FB0FE0D-8D84-677C-EC0D-C8795A20C7B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70982" y="1772096"/>
                  <a:ext cx="57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B731D8-6FC2-D701-59B6-5448905495B5}"/>
                    </a:ext>
                  </a:extLst>
                </p14:cNvPr>
                <p14:cNvContentPartPr/>
                <p14:nvPr/>
              </p14:nvContentPartPr>
              <p14:xfrm>
                <a:off x="5651062" y="1786136"/>
                <a:ext cx="37440" cy="83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B731D8-6FC2-D701-59B6-5448905495B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642062" y="1777136"/>
                  <a:ext cx="55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BE5010E-21D6-44B7-F4AE-07E21E03146D}"/>
                    </a:ext>
                  </a:extLst>
                </p14:cNvPr>
                <p14:cNvContentPartPr/>
                <p14:nvPr/>
              </p14:nvContentPartPr>
              <p14:xfrm>
                <a:off x="4321942" y="1939136"/>
                <a:ext cx="142200" cy="93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BE5010E-21D6-44B7-F4AE-07E21E03146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313302" y="1930136"/>
                  <a:ext cx="159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3223D7E-F0FB-E9DD-691E-1F4BD0228B71}"/>
                    </a:ext>
                  </a:extLst>
                </p14:cNvPr>
                <p14:cNvContentPartPr/>
                <p14:nvPr/>
              </p14:nvContentPartPr>
              <p14:xfrm>
                <a:off x="4624342" y="1590296"/>
                <a:ext cx="22320" cy="64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3223D7E-F0FB-E9DD-691E-1F4BD0228B7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615342" y="1581296"/>
                  <a:ext cx="39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3A1D1CD-26A6-EF52-71FB-2ABB4046ACC2}"/>
                    </a:ext>
                  </a:extLst>
                </p14:cNvPr>
                <p14:cNvContentPartPr/>
                <p14:nvPr/>
              </p14:nvContentPartPr>
              <p14:xfrm>
                <a:off x="4811182" y="1907816"/>
                <a:ext cx="127800" cy="64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3A1D1CD-26A6-EF52-71FB-2ABB4046ACC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802182" y="1899176"/>
                  <a:ext cx="145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BBEDA51-A214-D88E-12B2-39AA887BA800}"/>
                    </a:ext>
                  </a:extLst>
                </p14:cNvPr>
                <p14:cNvContentPartPr/>
                <p14:nvPr/>
              </p14:nvContentPartPr>
              <p14:xfrm>
                <a:off x="5366302" y="1907456"/>
                <a:ext cx="82440" cy="39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BBEDA51-A214-D88E-12B2-39AA887BA80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357662" y="1898456"/>
                  <a:ext cx="1000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DE7DD68-C9EA-8675-037B-70B7A18BB99B}"/>
                    </a:ext>
                  </a:extLst>
                </p14:cNvPr>
                <p14:cNvContentPartPr/>
                <p14:nvPr/>
              </p14:nvContentPartPr>
              <p14:xfrm>
                <a:off x="5438302" y="1918976"/>
                <a:ext cx="10800" cy="619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DE7DD68-C9EA-8675-037B-70B7A18BB99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29662" y="1910336"/>
                  <a:ext cx="28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BA1C23F-F862-4F2C-AA2D-CDA713129000}"/>
                    </a:ext>
                  </a:extLst>
                </p14:cNvPr>
                <p14:cNvContentPartPr/>
                <p14:nvPr/>
              </p14:nvContentPartPr>
              <p14:xfrm>
                <a:off x="5588062" y="1653296"/>
                <a:ext cx="48240" cy="64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BA1C23F-F862-4F2C-AA2D-CDA71312900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579062" y="1644296"/>
                  <a:ext cx="658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9A2F67D-B5EB-BDCD-EF83-AF0CE7F387E3}"/>
                    </a:ext>
                  </a:extLst>
                </p14:cNvPr>
                <p14:cNvContentPartPr/>
                <p14:nvPr/>
              </p14:nvContentPartPr>
              <p14:xfrm>
                <a:off x="5576542" y="1594256"/>
                <a:ext cx="96840" cy="43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9A2F67D-B5EB-BDCD-EF83-AF0CE7F387E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567902" y="1585256"/>
                  <a:ext cx="114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6BB1FCC-5F13-D843-5849-44A081F41664}"/>
                    </a:ext>
                  </a:extLst>
                </p14:cNvPr>
                <p14:cNvContentPartPr/>
                <p14:nvPr/>
              </p14:nvContentPartPr>
              <p14:xfrm>
                <a:off x="5841502" y="1889456"/>
                <a:ext cx="64440" cy="103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6BB1FCC-5F13-D843-5849-44A081F4166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832502" y="1880456"/>
                  <a:ext cx="820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56A6981-0D8A-EAAF-0706-C37F50047530}"/>
                    </a:ext>
                  </a:extLst>
                </p14:cNvPr>
                <p14:cNvContentPartPr/>
                <p14:nvPr/>
              </p14:nvContentPartPr>
              <p14:xfrm>
                <a:off x="6104302" y="1736816"/>
                <a:ext cx="126000" cy="102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56A6981-0D8A-EAAF-0706-C37F5004753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095302" y="1728176"/>
                  <a:ext cx="143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720B528-2371-29B0-15EA-67BEB0A9BA81}"/>
                    </a:ext>
                  </a:extLst>
                </p14:cNvPr>
                <p14:cNvContentPartPr/>
                <p14:nvPr/>
              </p14:nvContentPartPr>
              <p14:xfrm>
                <a:off x="6342622" y="1732496"/>
                <a:ext cx="126720" cy="91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720B528-2371-29B0-15EA-67BEB0A9BA8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33982" y="1723856"/>
                  <a:ext cx="144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1DF9630-F5B5-8676-F25B-A3A7E42B6F1D}"/>
                    </a:ext>
                  </a:extLst>
                </p14:cNvPr>
                <p14:cNvContentPartPr/>
                <p14:nvPr/>
              </p14:nvContentPartPr>
              <p14:xfrm>
                <a:off x="5061742" y="1881176"/>
                <a:ext cx="93600" cy="97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1DF9630-F5B5-8676-F25B-A3A7E42B6F1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052742" y="1872176"/>
                  <a:ext cx="111240" cy="11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A1E303B-13CC-C1D8-3442-4C2AFD20E323}"/>
                  </a:ext>
                </a:extLst>
              </p14:cNvPr>
              <p14:cNvContentPartPr/>
              <p14:nvPr/>
            </p14:nvContentPartPr>
            <p14:xfrm>
              <a:off x="9659662" y="871376"/>
              <a:ext cx="208440" cy="1137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A1E303B-13CC-C1D8-3442-4C2AFD20E323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9650662" y="862376"/>
                <a:ext cx="22608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EC7131C7-5DB6-901B-E9EE-6E43FED59914}"/>
              </a:ext>
            </a:extLst>
          </p:cNvPr>
          <p:cNvGrpSpPr/>
          <p:nvPr/>
        </p:nvGrpSpPr>
        <p:grpSpPr>
          <a:xfrm>
            <a:off x="9500182" y="511736"/>
            <a:ext cx="450360" cy="264960"/>
            <a:chOff x="9500182" y="511736"/>
            <a:chExt cx="4503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AED26F7-262C-BE18-5553-F0B8A0CD0FD3}"/>
                    </a:ext>
                  </a:extLst>
                </p14:cNvPr>
                <p14:cNvContentPartPr/>
                <p14:nvPr/>
              </p14:nvContentPartPr>
              <p14:xfrm>
                <a:off x="9500182" y="542336"/>
                <a:ext cx="141840" cy="126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AED26F7-262C-BE18-5553-F0B8A0CD0FD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491182" y="533696"/>
                  <a:ext cx="159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6B63976-2EBF-9845-8F6C-EC17533AC7B7}"/>
                    </a:ext>
                  </a:extLst>
                </p14:cNvPr>
                <p14:cNvContentPartPr/>
                <p14:nvPr/>
              </p14:nvContentPartPr>
              <p14:xfrm>
                <a:off x="9708622" y="551336"/>
                <a:ext cx="131760" cy="38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6B63976-2EBF-9845-8F6C-EC17533AC7B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699982" y="542696"/>
                  <a:ext cx="149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0D64049-AABD-9597-6DD1-E5F3E5A533A5}"/>
                    </a:ext>
                  </a:extLst>
                </p14:cNvPr>
                <p14:cNvContentPartPr/>
                <p14:nvPr/>
              </p14:nvContentPartPr>
              <p14:xfrm>
                <a:off x="9919942" y="515336"/>
                <a:ext cx="30600" cy="129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0D64049-AABD-9597-6DD1-E5F3E5A533A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911302" y="506696"/>
                  <a:ext cx="48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7392B9-D8A8-F8A4-864A-A354D7254F82}"/>
                    </a:ext>
                  </a:extLst>
                </p14:cNvPr>
                <p14:cNvContentPartPr/>
                <p14:nvPr/>
              </p14:nvContentPartPr>
              <p14:xfrm>
                <a:off x="9539422" y="733496"/>
                <a:ext cx="397080" cy="43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7392B9-D8A8-F8A4-864A-A354D7254F8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530422" y="724496"/>
                  <a:ext cx="414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9401E73-D32B-3909-973E-895BD2FE02FF}"/>
                    </a:ext>
                  </a:extLst>
                </p14:cNvPr>
                <p14:cNvContentPartPr/>
                <p14:nvPr/>
              </p14:nvContentPartPr>
              <p14:xfrm>
                <a:off x="9638062" y="511736"/>
                <a:ext cx="11520" cy="99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9401E73-D32B-3909-973E-895BD2FE02F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629422" y="502736"/>
                  <a:ext cx="291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52EFA02-94C1-4DE2-12A9-6ADC54542E0A}"/>
                  </a:ext>
                </a:extLst>
              </p14:cNvPr>
              <p14:cNvContentPartPr/>
              <p14:nvPr/>
            </p14:nvContentPartPr>
            <p14:xfrm>
              <a:off x="10118302" y="663296"/>
              <a:ext cx="14760" cy="54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52EFA02-94C1-4DE2-12A9-6ADC54542E0A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10109302" y="654296"/>
                <a:ext cx="324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4E6810CA-7DCB-6576-7075-BB2CC85FC499}"/>
                  </a:ext>
                </a:extLst>
              </p14:cNvPr>
              <p14:cNvContentPartPr/>
              <p14:nvPr/>
            </p14:nvContentPartPr>
            <p14:xfrm>
              <a:off x="10127302" y="775976"/>
              <a:ext cx="360" cy="3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4E6810CA-7DCB-6576-7075-BB2CC85FC49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118662" y="76733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685CAAC-1613-96F2-0F6A-610324417460}"/>
              </a:ext>
            </a:extLst>
          </p:cNvPr>
          <p:cNvGrpSpPr/>
          <p:nvPr/>
        </p:nvGrpSpPr>
        <p:grpSpPr>
          <a:xfrm>
            <a:off x="10297582" y="435776"/>
            <a:ext cx="1218960" cy="367920"/>
            <a:chOff x="10297582" y="435776"/>
            <a:chExt cx="1218960" cy="3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E433857-BDC0-3C90-EE03-0B7036AD4195}"/>
                    </a:ext>
                  </a:extLst>
                </p14:cNvPr>
                <p14:cNvContentPartPr/>
                <p14:nvPr/>
              </p14:nvContentPartPr>
              <p14:xfrm>
                <a:off x="10297582" y="674816"/>
                <a:ext cx="144000" cy="60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E433857-BDC0-3C90-EE03-0B7036AD419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88582" y="666176"/>
                  <a:ext cx="161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D2C581B-9417-BF3E-E1DF-5A62979D2F8B}"/>
                    </a:ext>
                  </a:extLst>
                </p14:cNvPr>
                <p14:cNvContentPartPr/>
                <p14:nvPr/>
              </p14:nvContentPartPr>
              <p14:xfrm>
                <a:off x="10494142" y="674816"/>
                <a:ext cx="61200" cy="694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D2C581B-9417-BF3E-E1DF-5A62979D2F8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85502" y="666176"/>
                  <a:ext cx="78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DDEDAF0-860C-DDC4-893E-540C70F009A1}"/>
                    </a:ext>
                  </a:extLst>
                </p14:cNvPr>
                <p14:cNvContentPartPr/>
                <p14:nvPr/>
              </p14:nvContentPartPr>
              <p14:xfrm>
                <a:off x="10498102" y="566456"/>
                <a:ext cx="6480" cy="16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DDEDAF0-860C-DDC4-893E-540C70F009A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89462" y="557456"/>
                  <a:ext cx="24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77FAAE9-6882-B1C2-C591-EE718FFEF199}"/>
                    </a:ext>
                  </a:extLst>
                </p14:cNvPr>
                <p14:cNvContentPartPr/>
                <p14:nvPr/>
              </p14:nvContentPartPr>
              <p14:xfrm>
                <a:off x="10632022" y="505256"/>
                <a:ext cx="97920" cy="217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77FAAE9-6882-B1C2-C591-EE718FFEF19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23382" y="496616"/>
                  <a:ext cx="115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44DC7E1-5924-B14F-BFCB-C0FCF38AB0DC}"/>
                    </a:ext>
                  </a:extLst>
                </p14:cNvPr>
                <p14:cNvContentPartPr/>
                <p14:nvPr/>
              </p14:nvContentPartPr>
              <p14:xfrm>
                <a:off x="10809142" y="615416"/>
                <a:ext cx="95400" cy="1882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44DC7E1-5924-B14F-BFCB-C0FCF38AB0D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00142" y="606776"/>
                  <a:ext cx="113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9E0AED5-D4D9-4DCE-705D-22EDB4ABD949}"/>
                    </a:ext>
                  </a:extLst>
                </p14:cNvPr>
                <p14:cNvContentPartPr/>
                <p14:nvPr/>
              </p14:nvContentPartPr>
              <p14:xfrm>
                <a:off x="10981942" y="626576"/>
                <a:ext cx="72000" cy="81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9E0AED5-D4D9-4DCE-705D-22EDB4ABD94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73302" y="617576"/>
                  <a:ext cx="89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858A3D-7B86-BC2F-CC62-86945DA5A2E4}"/>
                    </a:ext>
                  </a:extLst>
                </p14:cNvPr>
                <p14:cNvContentPartPr/>
                <p14:nvPr/>
              </p14:nvContentPartPr>
              <p14:xfrm>
                <a:off x="11116222" y="616496"/>
                <a:ext cx="60480" cy="853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3858A3D-7B86-BC2F-CC62-86945DA5A2E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07222" y="607856"/>
                  <a:ext cx="78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C2ECD9D-0314-B4B2-A624-B92BBD8A518B}"/>
                    </a:ext>
                  </a:extLst>
                </p14:cNvPr>
                <p14:cNvContentPartPr/>
                <p14:nvPr/>
              </p14:nvContentPartPr>
              <p14:xfrm>
                <a:off x="11116222" y="519656"/>
                <a:ext cx="33120" cy="19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C2ECD9D-0314-B4B2-A624-B92BBD8A518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107222" y="510656"/>
                  <a:ext cx="50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73CD7B7-1916-B89F-9B11-4700BC7D2A70}"/>
                    </a:ext>
                  </a:extLst>
                </p14:cNvPr>
                <p14:cNvContentPartPr/>
                <p14:nvPr/>
              </p14:nvContentPartPr>
              <p14:xfrm>
                <a:off x="11243662" y="617216"/>
                <a:ext cx="140040" cy="52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73CD7B7-1916-B89F-9B11-4700BC7D2A7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235022" y="608576"/>
                  <a:ext cx="157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11B141C-6C47-D808-9515-1F96005B2A1A}"/>
                    </a:ext>
                  </a:extLst>
                </p14:cNvPr>
                <p14:cNvContentPartPr/>
                <p14:nvPr/>
              </p14:nvContentPartPr>
              <p14:xfrm>
                <a:off x="11408542" y="435776"/>
                <a:ext cx="108000" cy="227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11B141C-6C47-D808-9515-1F96005B2A1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399902" y="426776"/>
                  <a:ext cx="125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B7916EB-6D5C-031C-A897-E59967A73C80}"/>
                    </a:ext>
                  </a:extLst>
                </p14:cNvPr>
                <p14:cNvContentPartPr/>
                <p14:nvPr/>
              </p14:nvContentPartPr>
              <p14:xfrm>
                <a:off x="11425462" y="558176"/>
                <a:ext cx="63360" cy="97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B7916EB-6D5C-031C-A897-E59967A73C8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416462" y="549176"/>
                  <a:ext cx="810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230273C4-4639-1EAB-735D-42CF708AC7CC}"/>
              </a:ext>
            </a:extLst>
          </p:cNvPr>
          <p:cNvGrpSpPr/>
          <p:nvPr/>
        </p:nvGrpSpPr>
        <p:grpSpPr>
          <a:xfrm>
            <a:off x="2979142" y="3109136"/>
            <a:ext cx="1786320" cy="118080"/>
            <a:chOff x="2979142" y="3109136"/>
            <a:chExt cx="178632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092826B-F54C-6206-DE44-BCFABF737452}"/>
                    </a:ext>
                  </a:extLst>
                </p14:cNvPr>
                <p14:cNvContentPartPr/>
                <p14:nvPr/>
              </p14:nvContentPartPr>
              <p14:xfrm>
                <a:off x="2979142" y="3109136"/>
                <a:ext cx="1786320" cy="97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092826B-F54C-6206-DE44-BCFABF73745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970142" y="3100136"/>
                  <a:ext cx="1803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CB9910D-8CDC-F1B7-BFCA-6C0989DFBE3B}"/>
                    </a:ext>
                  </a:extLst>
                </p14:cNvPr>
                <p14:cNvContentPartPr/>
                <p14:nvPr/>
              </p14:nvContentPartPr>
              <p14:xfrm>
                <a:off x="3306382" y="3141536"/>
                <a:ext cx="1341000" cy="85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CB9910D-8CDC-F1B7-BFCA-6C0989DFBE3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297742" y="3132896"/>
                  <a:ext cx="13586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7B1D2DF5-2A6A-86B9-2AFA-6D87F6938B00}"/>
              </a:ext>
            </a:extLst>
          </p:cNvPr>
          <p:cNvGrpSpPr/>
          <p:nvPr/>
        </p:nvGrpSpPr>
        <p:grpSpPr>
          <a:xfrm>
            <a:off x="531502" y="3166736"/>
            <a:ext cx="2478600" cy="700200"/>
            <a:chOff x="531502" y="3166736"/>
            <a:chExt cx="2478600" cy="70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09A5F31-BC7F-14FE-BDC8-EAB2FEAC1A46}"/>
                    </a:ext>
                  </a:extLst>
                </p14:cNvPr>
                <p14:cNvContentPartPr/>
                <p14:nvPr/>
              </p14:nvContentPartPr>
              <p14:xfrm>
                <a:off x="1340062" y="3166736"/>
                <a:ext cx="258840" cy="1501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09A5F31-BC7F-14FE-BDC8-EAB2FEAC1A4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331422" y="3158096"/>
                  <a:ext cx="276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03AB0A4-FA54-29FF-0F0A-4EBF4B276371}"/>
                    </a:ext>
                  </a:extLst>
                </p14:cNvPr>
                <p14:cNvContentPartPr/>
                <p14:nvPr/>
              </p14:nvContentPartPr>
              <p14:xfrm>
                <a:off x="549142" y="3438536"/>
                <a:ext cx="39600" cy="108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03AB0A4-FA54-29FF-0F0A-4EBF4B27637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0142" y="3429536"/>
                  <a:ext cx="57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EC212D6-3378-CCCE-4F78-DF6064FF459A}"/>
                    </a:ext>
                  </a:extLst>
                </p14:cNvPr>
                <p14:cNvContentPartPr/>
                <p14:nvPr/>
              </p14:nvContentPartPr>
              <p14:xfrm>
                <a:off x="531502" y="3407576"/>
                <a:ext cx="108720" cy="144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EC212D6-3378-CCCE-4F78-DF6064FF459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22502" y="3398576"/>
                  <a:ext cx="126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7A677F1-5FD3-01C2-DC0F-48DBAD650A75}"/>
                    </a:ext>
                  </a:extLst>
                </p14:cNvPr>
                <p14:cNvContentPartPr/>
                <p14:nvPr/>
              </p14:nvContentPartPr>
              <p14:xfrm>
                <a:off x="744262" y="3439616"/>
                <a:ext cx="33840" cy="78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7A677F1-5FD3-01C2-DC0F-48DBAD650A7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35262" y="3430616"/>
                  <a:ext cx="51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016FD31-68B7-6AC1-C085-31CAC1202EFD}"/>
                    </a:ext>
                  </a:extLst>
                </p14:cNvPr>
                <p14:cNvContentPartPr/>
                <p14:nvPr/>
              </p14:nvContentPartPr>
              <p14:xfrm>
                <a:off x="649222" y="3386336"/>
                <a:ext cx="148320" cy="2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016FD31-68B7-6AC1-C085-31CAC1202EF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0222" y="3377696"/>
                  <a:ext cx="165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1699071-33F2-30E7-9A76-4E3BEFEAD8C0}"/>
                    </a:ext>
                  </a:extLst>
                </p14:cNvPr>
                <p14:cNvContentPartPr/>
                <p14:nvPr/>
              </p14:nvContentPartPr>
              <p14:xfrm>
                <a:off x="887542" y="3428816"/>
                <a:ext cx="33480" cy="82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1699071-33F2-30E7-9A76-4E3BEFEAD8C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8902" y="3420176"/>
                  <a:ext cx="51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8E36551-EC40-A592-6E94-78E49088F292}"/>
                    </a:ext>
                  </a:extLst>
                </p14:cNvPr>
                <p14:cNvContentPartPr/>
                <p14:nvPr/>
              </p14:nvContentPartPr>
              <p14:xfrm>
                <a:off x="855862" y="3353576"/>
                <a:ext cx="102600" cy="331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8E36551-EC40-A592-6E94-78E49088F29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46862" y="3344576"/>
                  <a:ext cx="120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5420E3D-DB28-CA51-C9C1-4A2E73B96792}"/>
                    </a:ext>
                  </a:extLst>
                </p14:cNvPr>
                <p14:cNvContentPartPr/>
                <p14:nvPr/>
              </p14:nvContentPartPr>
              <p14:xfrm>
                <a:off x="903742" y="3430616"/>
                <a:ext cx="66600" cy="7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5420E3D-DB28-CA51-C9C1-4A2E73B9679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94742" y="3421976"/>
                  <a:ext cx="84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BCB8F83-D4B6-EB29-2689-DF9C4ED3522E}"/>
                    </a:ext>
                  </a:extLst>
                </p14:cNvPr>
                <p14:cNvContentPartPr/>
                <p14:nvPr/>
              </p14:nvContentPartPr>
              <p14:xfrm>
                <a:off x="1100302" y="3396776"/>
                <a:ext cx="41040" cy="914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BCB8F83-D4B6-EB29-2689-DF9C4ED3522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1302" y="3388136"/>
                  <a:ext cx="58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09418EE-6AB3-C476-484E-7D916494A61A}"/>
                    </a:ext>
                  </a:extLst>
                </p14:cNvPr>
                <p14:cNvContentPartPr/>
                <p14:nvPr/>
              </p14:nvContentPartPr>
              <p14:xfrm>
                <a:off x="994822" y="3343136"/>
                <a:ext cx="180360" cy="22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09418EE-6AB3-C476-484E-7D916494A61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86182" y="3334496"/>
                  <a:ext cx="198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DB610EB-6922-1AD9-7889-9BFD3E80DB37}"/>
                    </a:ext>
                  </a:extLst>
                </p14:cNvPr>
                <p14:cNvContentPartPr/>
                <p14:nvPr/>
              </p14:nvContentPartPr>
              <p14:xfrm>
                <a:off x="1401262" y="3428456"/>
                <a:ext cx="99360" cy="496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DB610EB-6922-1AD9-7889-9BFD3E80DB3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392622" y="3419456"/>
                  <a:ext cx="117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61B41BA-A27B-111A-6E0E-1B1FD8153442}"/>
                    </a:ext>
                  </a:extLst>
                </p14:cNvPr>
                <p14:cNvContentPartPr/>
                <p14:nvPr/>
              </p14:nvContentPartPr>
              <p14:xfrm>
                <a:off x="1542382" y="3295616"/>
                <a:ext cx="106560" cy="256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61B41BA-A27B-111A-6E0E-1B1FD815344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33382" y="3286976"/>
                  <a:ext cx="1242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E74B94F-FC1D-7DC2-195D-91F3ABE868DC}"/>
                    </a:ext>
                  </a:extLst>
                </p14:cNvPr>
                <p14:cNvContentPartPr/>
                <p14:nvPr/>
              </p14:nvContentPartPr>
              <p14:xfrm>
                <a:off x="1546702" y="3469496"/>
                <a:ext cx="117360" cy="12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E74B94F-FC1D-7DC2-195D-91F3ABE868D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38062" y="3460856"/>
                  <a:ext cx="135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648B75A-761F-3B38-3027-6ABED69778FB}"/>
                    </a:ext>
                  </a:extLst>
                </p14:cNvPr>
                <p14:cNvContentPartPr/>
                <p14:nvPr/>
              </p14:nvContentPartPr>
              <p14:xfrm>
                <a:off x="1797982" y="3259616"/>
                <a:ext cx="170280" cy="183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648B75A-761F-3B38-3027-6ABED69778F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788982" y="3250976"/>
                  <a:ext cx="187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AED9BA4-07D6-8AE9-6BFA-EDB8C2B71AA5}"/>
                    </a:ext>
                  </a:extLst>
                </p14:cNvPr>
                <p14:cNvContentPartPr/>
                <p14:nvPr/>
              </p14:nvContentPartPr>
              <p14:xfrm>
                <a:off x="1987342" y="3202016"/>
                <a:ext cx="147600" cy="2221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AED9BA4-07D6-8AE9-6BFA-EDB8C2B71AA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978702" y="3193376"/>
                  <a:ext cx="165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7D5E53-FDC4-1F5E-5897-D7C1F6A9C723}"/>
                    </a:ext>
                  </a:extLst>
                </p14:cNvPr>
                <p14:cNvContentPartPr/>
                <p14:nvPr/>
              </p14:nvContentPartPr>
              <p14:xfrm>
                <a:off x="2142142" y="3327656"/>
                <a:ext cx="132840" cy="702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7D5E53-FDC4-1F5E-5897-D7C1F6A9C72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133502" y="3319016"/>
                  <a:ext cx="150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067F100-3D87-61FC-2E6F-F48CE49BF938}"/>
                    </a:ext>
                  </a:extLst>
                </p14:cNvPr>
                <p14:cNvContentPartPr/>
                <p14:nvPr/>
              </p14:nvContentPartPr>
              <p14:xfrm>
                <a:off x="2237902" y="3204536"/>
                <a:ext cx="140040" cy="2134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067F100-3D87-61FC-2E6F-F48CE49BF93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229262" y="3195896"/>
                  <a:ext cx="1576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66F6E8B-7435-EAC3-B3E9-EB6829537F57}"/>
                    </a:ext>
                  </a:extLst>
                </p14:cNvPr>
                <p14:cNvContentPartPr/>
                <p14:nvPr/>
              </p14:nvContentPartPr>
              <p14:xfrm>
                <a:off x="831742" y="3747776"/>
                <a:ext cx="120240" cy="107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66F6E8B-7435-EAC3-B3E9-EB6829537F5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22742" y="3739136"/>
                  <a:ext cx="137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925B123-9B94-23A7-04EC-D1EB7AEFC5DD}"/>
                    </a:ext>
                  </a:extLst>
                </p14:cNvPr>
                <p14:cNvContentPartPr/>
                <p14:nvPr/>
              </p14:nvContentPartPr>
              <p14:xfrm>
                <a:off x="963862" y="3652016"/>
                <a:ext cx="78120" cy="163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925B123-9B94-23A7-04EC-D1EB7AEFC5D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55222" y="3643376"/>
                  <a:ext cx="95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396ED31-EB21-8136-4484-158B09EA4A2E}"/>
                    </a:ext>
                  </a:extLst>
                </p14:cNvPr>
                <p14:cNvContentPartPr/>
                <p14:nvPr/>
              </p14:nvContentPartPr>
              <p14:xfrm>
                <a:off x="950182" y="3748856"/>
                <a:ext cx="97560" cy="23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396ED31-EB21-8136-4484-158B09EA4A2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41182" y="3740216"/>
                  <a:ext cx="115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0693A9-A66B-AF6D-7641-5F1D499FDD5E}"/>
                    </a:ext>
                  </a:extLst>
                </p14:cNvPr>
                <p14:cNvContentPartPr/>
                <p14:nvPr/>
              </p14:nvContentPartPr>
              <p14:xfrm>
                <a:off x="1117942" y="3742376"/>
                <a:ext cx="158040" cy="43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0693A9-A66B-AF6D-7641-5F1D499FDD5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08942" y="3733736"/>
                  <a:ext cx="175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861220E-076B-A52A-C6BA-792080199BB1}"/>
                    </a:ext>
                  </a:extLst>
                </p14:cNvPr>
                <p14:cNvContentPartPr/>
                <p14:nvPr/>
              </p14:nvContentPartPr>
              <p14:xfrm>
                <a:off x="1263742" y="3677936"/>
                <a:ext cx="54360" cy="100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861220E-076B-A52A-C6BA-792080199BB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254742" y="3669296"/>
                  <a:ext cx="720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41496E2-9E5B-FF75-B64B-443D7BE3BE98}"/>
                    </a:ext>
                  </a:extLst>
                </p14:cNvPr>
                <p14:cNvContentPartPr/>
                <p14:nvPr/>
              </p14:nvContentPartPr>
              <p14:xfrm>
                <a:off x="1365982" y="3577856"/>
                <a:ext cx="82440" cy="185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41496E2-9E5B-FF75-B64B-443D7BE3BE9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357342" y="3568856"/>
                  <a:ext cx="100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B05CB3D-99C9-13BA-77A9-27A9DE2AFE3F}"/>
                    </a:ext>
                  </a:extLst>
                </p14:cNvPr>
                <p14:cNvContentPartPr/>
                <p14:nvPr/>
              </p14:nvContentPartPr>
              <p14:xfrm>
                <a:off x="1392622" y="3711056"/>
                <a:ext cx="171360" cy="320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B05CB3D-99C9-13BA-77A9-27A9DE2AFE3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83982" y="3702416"/>
                  <a:ext cx="189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9B5B5AC-D415-9948-F154-E37957485578}"/>
                    </a:ext>
                  </a:extLst>
                </p14:cNvPr>
                <p14:cNvContentPartPr/>
                <p14:nvPr/>
              </p14:nvContentPartPr>
              <p14:xfrm>
                <a:off x="1495582" y="3614936"/>
                <a:ext cx="3600" cy="86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9B5B5AC-D415-9948-F154-E379574855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86942" y="3605936"/>
                  <a:ext cx="21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749E19D-C4E4-4075-4D21-E30AE3A5249F}"/>
                    </a:ext>
                  </a:extLst>
                </p14:cNvPr>
                <p14:cNvContentPartPr/>
                <p14:nvPr/>
              </p14:nvContentPartPr>
              <p14:xfrm>
                <a:off x="1605382" y="3684056"/>
                <a:ext cx="146520" cy="51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749E19D-C4E4-4075-4D21-E30AE3A5249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596382" y="3675056"/>
                  <a:ext cx="164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4F74F0A-782B-6879-AA10-1EB41ED832C4}"/>
                    </a:ext>
                  </a:extLst>
                </p14:cNvPr>
                <p14:cNvContentPartPr/>
                <p14:nvPr/>
              </p14:nvContentPartPr>
              <p14:xfrm>
                <a:off x="1790062" y="3639416"/>
                <a:ext cx="86760" cy="227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4F74F0A-782B-6879-AA10-1EB41ED832C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781422" y="3630416"/>
                  <a:ext cx="104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8441059-BFB2-C065-B7EB-78EC604BB989}"/>
                    </a:ext>
                  </a:extLst>
                </p14:cNvPr>
                <p14:cNvContentPartPr/>
                <p14:nvPr/>
              </p14:nvContentPartPr>
              <p14:xfrm>
                <a:off x="2076982" y="3628976"/>
                <a:ext cx="176760" cy="817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8441059-BFB2-C065-B7EB-78EC604BB98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067982" y="3620336"/>
                  <a:ext cx="194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6D0B7C4-8583-E4C6-3C88-5B48A773F604}"/>
                    </a:ext>
                  </a:extLst>
                </p14:cNvPr>
                <p14:cNvContentPartPr/>
                <p14:nvPr/>
              </p14:nvContentPartPr>
              <p14:xfrm>
                <a:off x="2224582" y="3497576"/>
                <a:ext cx="101880" cy="191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6D0B7C4-8583-E4C6-3C88-5B48A773F60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215582" y="3488936"/>
                  <a:ext cx="119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341B15D-363E-4895-3F95-0A66E9A75E92}"/>
                    </a:ext>
                  </a:extLst>
                </p14:cNvPr>
                <p14:cNvContentPartPr/>
                <p14:nvPr/>
              </p14:nvContentPartPr>
              <p14:xfrm>
                <a:off x="2219182" y="3582896"/>
                <a:ext cx="114840" cy="26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341B15D-363E-4895-3F95-0A66E9A75E9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210182" y="3574256"/>
                  <a:ext cx="132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B84C392-C9EA-6285-9868-02440372C40A}"/>
                    </a:ext>
                  </a:extLst>
                </p14:cNvPr>
                <p14:cNvContentPartPr/>
                <p14:nvPr/>
              </p14:nvContentPartPr>
              <p14:xfrm>
                <a:off x="2439862" y="3535736"/>
                <a:ext cx="151200" cy="68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B84C392-C9EA-6285-9868-02440372C40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431222" y="3526736"/>
                  <a:ext cx="168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7E25E05-1FE9-62FE-0B09-78A08B31D9A6}"/>
                    </a:ext>
                  </a:extLst>
                </p14:cNvPr>
                <p14:cNvContentPartPr/>
                <p14:nvPr/>
              </p14:nvContentPartPr>
              <p14:xfrm>
                <a:off x="2663782" y="3552296"/>
                <a:ext cx="111240" cy="20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7E25E05-1FE9-62FE-0B09-78A08B31D9A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655142" y="3543656"/>
                  <a:ext cx="128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DA53B7C-1F31-70A4-7057-B0EEC8D61D70}"/>
                    </a:ext>
                  </a:extLst>
                </p14:cNvPr>
                <p14:cNvContentPartPr/>
                <p14:nvPr/>
              </p14:nvContentPartPr>
              <p14:xfrm>
                <a:off x="2633542" y="3491816"/>
                <a:ext cx="104760" cy="22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DA53B7C-1F31-70A4-7057-B0EEC8D61D7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624542" y="3482816"/>
                  <a:ext cx="122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8A6A06A-27B7-2585-AC42-D306EA87B975}"/>
                    </a:ext>
                  </a:extLst>
                </p14:cNvPr>
                <p14:cNvContentPartPr/>
                <p14:nvPr/>
              </p14:nvContentPartPr>
              <p14:xfrm>
                <a:off x="2799862" y="3414056"/>
                <a:ext cx="210240" cy="121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8A6A06A-27B7-2585-AC42-D306EA87B97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790862" y="3405416"/>
                  <a:ext cx="22788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6FC172CD-8D93-A9F9-DE16-CB45A0988CD5}"/>
              </a:ext>
            </a:extLst>
          </p:cNvPr>
          <p:cNvGrpSpPr/>
          <p:nvPr/>
        </p:nvGrpSpPr>
        <p:grpSpPr>
          <a:xfrm>
            <a:off x="4998742" y="3145856"/>
            <a:ext cx="714600" cy="263520"/>
            <a:chOff x="4998742" y="3145856"/>
            <a:chExt cx="71460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30F00B5-D5E8-306F-604A-6359F6D2CF68}"/>
                    </a:ext>
                  </a:extLst>
                </p14:cNvPr>
                <p14:cNvContentPartPr/>
                <p14:nvPr/>
              </p14:nvContentPartPr>
              <p14:xfrm>
                <a:off x="4998742" y="3145856"/>
                <a:ext cx="639360" cy="44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30F00B5-D5E8-306F-604A-6359F6D2CF6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989742" y="3137216"/>
                  <a:ext cx="657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2BF3812-870D-D9CF-CC86-E2C07FA1A5F0}"/>
                    </a:ext>
                  </a:extLst>
                </p14:cNvPr>
                <p14:cNvContentPartPr/>
                <p14:nvPr/>
              </p14:nvContentPartPr>
              <p14:xfrm>
                <a:off x="5417062" y="3230816"/>
                <a:ext cx="296280" cy="178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2BF3812-870D-D9CF-CC86-E2C07FA1A5F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408062" y="3221816"/>
                  <a:ext cx="3139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E667FD4-28BE-1274-2C91-8B1C7DAF0F8C}"/>
                    </a:ext>
                  </a:extLst>
                </p14:cNvPr>
                <p14:cNvContentPartPr/>
                <p14:nvPr/>
              </p14:nvContentPartPr>
              <p14:xfrm>
                <a:off x="5372062" y="3226136"/>
                <a:ext cx="109080" cy="77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E667FD4-28BE-1274-2C91-8B1C7DAF0F8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363062" y="3217136"/>
                  <a:ext cx="12672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989C2D8A-F8E7-E6D6-6AF7-CE009B5A267B}"/>
              </a:ext>
            </a:extLst>
          </p:cNvPr>
          <p:cNvGrpSpPr/>
          <p:nvPr/>
        </p:nvGrpSpPr>
        <p:grpSpPr>
          <a:xfrm>
            <a:off x="5927542" y="3235496"/>
            <a:ext cx="792360" cy="216000"/>
            <a:chOff x="5927542" y="3235496"/>
            <a:chExt cx="79236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10EEB3A-4F03-7434-7B3A-19AC161E475F}"/>
                    </a:ext>
                  </a:extLst>
                </p14:cNvPr>
                <p14:cNvContentPartPr/>
                <p14:nvPr/>
              </p14:nvContentPartPr>
              <p14:xfrm>
                <a:off x="5975062" y="3313256"/>
                <a:ext cx="36360" cy="1285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10EEB3A-4F03-7434-7B3A-19AC161E475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966422" y="3304616"/>
                  <a:ext cx="54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AFCB5C7-E7C0-9E56-7FAD-0EF2F0207069}"/>
                    </a:ext>
                  </a:extLst>
                </p14:cNvPr>
                <p14:cNvContentPartPr/>
                <p14:nvPr/>
              </p14:nvContentPartPr>
              <p14:xfrm>
                <a:off x="5927542" y="3272216"/>
                <a:ext cx="190800" cy="179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AFCB5C7-E7C0-9E56-7FAD-0EF2F020706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918542" y="3263216"/>
                  <a:ext cx="208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94C0C82-E4B8-DEF5-39B6-F89B8BBC37F1}"/>
                    </a:ext>
                  </a:extLst>
                </p14:cNvPr>
                <p14:cNvContentPartPr/>
                <p14:nvPr/>
              </p14:nvContentPartPr>
              <p14:xfrm>
                <a:off x="6225262" y="3327656"/>
                <a:ext cx="43560" cy="957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94C0C82-E4B8-DEF5-39B6-F89B8BBC37F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216262" y="3319016"/>
                  <a:ext cx="61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6542CA0-0254-5396-D44D-A37A4A8682D3}"/>
                    </a:ext>
                  </a:extLst>
                </p14:cNvPr>
                <p14:cNvContentPartPr/>
                <p14:nvPr/>
              </p14:nvContentPartPr>
              <p14:xfrm>
                <a:off x="6092422" y="3284456"/>
                <a:ext cx="223560" cy="277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6542CA0-0254-5396-D44D-A37A4A8682D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83422" y="3275816"/>
                  <a:ext cx="241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E7287E9-37F5-503F-E778-8C8DAAF036F0}"/>
                    </a:ext>
                  </a:extLst>
                </p14:cNvPr>
                <p14:cNvContentPartPr/>
                <p14:nvPr/>
              </p14:nvContentPartPr>
              <p14:xfrm>
                <a:off x="6395182" y="3317216"/>
                <a:ext cx="38160" cy="111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E7287E9-37F5-503F-E778-8C8DAAF036F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386542" y="3308216"/>
                  <a:ext cx="55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DE27D34-AAE6-4C49-FD94-732AD89368EC}"/>
                    </a:ext>
                  </a:extLst>
                </p14:cNvPr>
                <p14:cNvContentPartPr/>
                <p14:nvPr/>
              </p14:nvContentPartPr>
              <p14:xfrm>
                <a:off x="6379342" y="3235496"/>
                <a:ext cx="69120" cy="662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DE27D34-AAE6-4C49-FD94-732AD89368E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370702" y="3226496"/>
                  <a:ext cx="86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1BB23D9-F7E8-1DC5-3401-875D9812C6F2}"/>
                    </a:ext>
                  </a:extLst>
                </p14:cNvPr>
                <p14:cNvContentPartPr/>
                <p14:nvPr/>
              </p14:nvContentPartPr>
              <p14:xfrm>
                <a:off x="6379342" y="3342776"/>
                <a:ext cx="90000" cy="115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1BB23D9-F7E8-1DC5-3401-875D9812C6F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70702" y="3334136"/>
                  <a:ext cx="107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9F7F745-F165-DA6A-E79C-B2E420D0B025}"/>
                    </a:ext>
                  </a:extLst>
                </p14:cNvPr>
                <p14:cNvContentPartPr/>
                <p14:nvPr/>
              </p14:nvContentPartPr>
              <p14:xfrm>
                <a:off x="6592102" y="3317216"/>
                <a:ext cx="60480" cy="979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9F7F745-F165-DA6A-E79C-B2E420D0B02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583102" y="3308216"/>
                  <a:ext cx="78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2BC2802-0858-EC4A-762D-007E00407CF4}"/>
                    </a:ext>
                  </a:extLst>
                </p14:cNvPr>
                <p14:cNvContentPartPr/>
                <p14:nvPr/>
              </p14:nvContentPartPr>
              <p14:xfrm>
                <a:off x="6509302" y="3265016"/>
                <a:ext cx="210600" cy="252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2BC2802-0858-EC4A-762D-007E00407CF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00302" y="3256376"/>
                  <a:ext cx="2282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606EE191-EE83-A6CB-414A-4F479562F999}"/>
              </a:ext>
            </a:extLst>
          </p:cNvPr>
          <p:cNvGrpSpPr/>
          <p:nvPr/>
        </p:nvGrpSpPr>
        <p:grpSpPr>
          <a:xfrm>
            <a:off x="6964342" y="3194816"/>
            <a:ext cx="298080" cy="311400"/>
            <a:chOff x="6964342" y="3194816"/>
            <a:chExt cx="29808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D9BB97E-0582-4C83-EBAA-CADD84BF1FA8}"/>
                    </a:ext>
                  </a:extLst>
                </p14:cNvPr>
                <p14:cNvContentPartPr/>
                <p14:nvPr/>
              </p14:nvContentPartPr>
              <p14:xfrm>
                <a:off x="6964342" y="3343856"/>
                <a:ext cx="134640" cy="810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D9BB97E-0582-4C83-EBAA-CADD84BF1FA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955702" y="3334856"/>
                  <a:ext cx="152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D3B887D-AC32-F795-5691-33BFA966774F}"/>
                    </a:ext>
                  </a:extLst>
                </p14:cNvPr>
                <p14:cNvContentPartPr/>
                <p14:nvPr/>
              </p14:nvContentPartPr>
              <p14:xfrm>
                <a:off x="7135342" y="3194816"/>
                <a:ext cx="127080" cy="3114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D3B887D-AC32-F795-5691-33BFA966774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126342" y="3185816"/>
                  <a:ext cx="1447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712AB81-21CA-9DBA-7713-B72C141A0796}"/>
                    </a:ext>
                  </a:extLst>
                </p14:cNvPr>
                <p14:cNvContentPartPr/>
                <p14:nvPr/>
              </p14:nvContentPartPr>
              <p14:xfrm>
                <a:off x="7134262" y="3406856"/>
                <a:ext cx="122760" cy="169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712AB81-21CA-9DBA-7713-B72C141A079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25262" y="3398216"/>
                  <a:ext cx="14040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6EAB9E08-DD58-9541-C8BA-EF1F65D81A72}"/>
              </a:ext>
            </a:extLst>
          </p:cNvPr>
          <p:cNvGrpSpPr/>
          <p:nvPr/>
        </p:nvGrpSpPr>
        <p:grpSpPr>
          <a:xfrm>
            <a:off x="7510822" y="3189416"/>
            <a:ext cx="1623240" cy="315360"/>
            <a:chOff x="7510822" y="3189416"/>
            <a:chExt cx="162324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3262D98-1795-A1A2-B080-5575F722F849}"/>
                    </a:ext>
                  </a:extLst>
                </p14:cNvPr>
                <p14:cNvContentPartPr/>
                <p14:nvPr/>
              </p14:nvContentPartPr>
              <p14:xfrm>
                <a:off x="7510822" y="3290216"/>
                <a:ext cx="147600" cy="1137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3262D98-1795-A1A2-B080-5575F722F84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502182" y="3281216"/>
                  <a:ext cx="165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A91D6F1-232C-82B0-AB3B-223AEE98CE87}"/>
                    </a:ext>
                  </a:extLst>
                </p14:cNvPr>
                <p14:cNvContentPartPr/>
                <p14:nvPr/>
              </p14:nvContentPartPr>
              <p14:xfrm>
                <a:off x="7663102" y="3327656"/>
                <a:ext cx="161640" cy="177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A91D6F1-232C-82B0-AB3B-223AEE98CE8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654102" y="3319016"/>
                  <a:ext cx="1792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9092118-884E-1C40-A8FF-94217BF20CB5}"/>
                    </a:ext>
                  </a:extLst>
                </p14:cNvPr>
                <p14:cNvContentPartPr/>
                <p14:nvPr/>
              </p14:nvContentPartPr>
              <p14:xfrm>
                <a:off x="7835182" y="3311816"/>
                <a:ext cx="290160" cy="734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9092118-884E-1C40-A8FF-94217BF20CB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826542" y="3303176"/>
                  <a:ext cx="307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E296BC6-9B85-13CD-B664-EA0775F26A0C}"/>
                    </a:ext>
                  </a:extLst>
                </p14:cNvPr>
                <p14:cNvContentPartPr/>
                <p14:nvPr/>
              </p14:nvContentPartPr>
              <p14:xfrm>
                <a:off x="8165662" y="3327656"/>
                <a:ext cx="215640" cy="49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E296BC6-9B85-13CD-B664-EA0775F26A0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56662" y="3319016"/>
                  <a:ext cx="233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B21C36B-49D4-B3FE-CB55-6ADB9534707A}"/>
                    </a:ext>
                  </a:extLst>
                </p14:cNvPr>
                <p14:cNvContentPartPr/>
                <p14:nvPr/>
              </p14:nvContentPartPr>
              <p14:xfrm>
                <a:off x="8437822" y="3295256"/>
                <a:ext cx="110520" cy="867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B21C36B-49D4-B3FE-CB55-6ADB9534707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428822" y="3286256"/>
                  <a:ext cx="1281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07BD095-01BA-BAB2-9104-D6F68C2244BC}"/>
                    </a:ext>
                  </a:extLst>
                </p14:cNvPr>
                <p14:cNvContentPartPr/>
                <p14:nvPr/>
              </p14:nvContentPartPr>
              <p14:xfrm>
                <a:off x="8574982" y="3189416"/>
                <a:ext cx="81720" cy="200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07BD095-01BA-BAB2-9104-D6F68C2244B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565982" y="3180776"/>
                  <a:ext cx="99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DD55F1D-54A6-A114-A78F-417CFF1A0D16}"/>
                    </a:ext>
                  </a:extLst>
                </p14:cNvPr>
                <p14:cNvContentPartPr/>
                <p14:nvPr/>
              </p14:nvContentPartPr>
              <p14:xfrm>
                <a:off x="8575342" y="3301376"/>
                <a:ext cx="111600" cy="115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DD55F1D-54A6-A114-A78F-417CFF1A0D1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566702" y="3292376"/>
                  <a:ext cx="129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595EFB8-0C46-2D1A-208E-1A274A919455}"/>
                    </a:ext>
                  </a:extLst>
                </p14:cNvPr>
                <p14:cNvContentPartPr/>
                <p14:nvPr/>
              </p14:nvContentPartPr>
              <p14:xfrm>
                <a:off x="8713222" y="3282656"/>
                <a:ext cx="67680" cy="939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595EFB8-0C46-2D1A-208E-1A274A91945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704222" y="3274016"/>
                  <a:ext cx="85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4EC01EB-9B87-7215-FCCC-3D68923C549C}"/>
                    </a:ext>
                  </a:extLst>
                </p14:cNvPr>
                <p14:cNvContentPartPr/>
                <p14:nvPr/>
              </p14:nvContentPartPr>
              <p14:xfrm>
                <a:off x="8888542" y="3295976"/>
                <a:ext cx="27000" cy="745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4EC01EB-9B87-7215-FCCC-3D68923C549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79902" y="3286976"/>
                  <a:ext cx="44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849A0F4-0E5D-9CB5-3E8E-B2A60FB445FC}"/>
                    </a:ext>
                  </a:extLst>
                </p14:cNvPr>
                <p14:cNvContentPartPr/>
                <p14:nvPr/>
              </p14:nvContentPartPr>
              <p14:xfrm>
                <a:off x="8830222" y="3191576"/>
                <a:ext cx="4680" cy="39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849A0F4-0E5D-9CB5-3E8E-B2A60FB445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821222" y="318257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4701BB3-FD1A-EFDD-060D-8F382BB9F01D}"/>
                    </a:ext>
                  </a:extLst>
                </p14:cNvPr>
                <p14:cNvContentPartPr/>
                <p14:nvPr/>
              </p14:nvContentPartPr>
              <p14:xfrm>
                <a:off x="8978182" y="3279416"/>
                <a:ext cx="155880" cy="1098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4701BB3-FD1A-EFDD-060D-8F382BB9F01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969182" y="3270416"/>
                  <a:ext cx="17352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C5F3413-BA32-E168-6A03-79BE4B71CDFC}"/>
              </a:ext>
            </a:extLst>
          </p:cNvPr>
          <p:cNvGrpSpPr/>
          <p:nvPr/>
        </p:nvGrpSpPr>
        <p:grpSpPr>
          <a:xfrm>
            <a:off x="9335302" y="3233336"/>
            <a:ext cx="940680" cy="185400"/>
            <a:chOff x="9335302" y="3233336"/>
            <a:chExt cx="94068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A83A0716-2A19-6A40-CD75-39D34A64858D}"/>
                    </a:ext>
                  </a:extLst>
                </p14:cNvPr>
                <p14:cNvContentPartPr/>
                <p14:nvPr/>
              </p14:nvContentPartPr>
              <p14:xfrm>
                <a:off x="9335302" y="3274736"/>
                <a:ext cx="122760" cy="1072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A83A0716-2A19-6A40-CD75-39D34A64858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326302" y="3265736"/>
                  <a:ext cx="140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7C90C58-B2A2-3E70-9359-34989D86E2E0}"/>
                    </a:ext>
                  </a:extLst>
                </p14:cNvPr>
                <p14:cNvContentPartPr/>
                <p14:nvPr/>
              </p14:nvContentPartPr>
              <p14:xfrm>
                <a:off x="9530782" y="3285176"/>
                <a:ext cx="178200" cy="1119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7C90C58-B2A2-3E70-9359-34989D86E2E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22142" y="3276536"/>
                  <a:ext cx="1958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4C72A59-2B4C-15BD-0A46-B0CCAE6D8D32}"/>
                    </a:ext>
                  </a:extLst>
                </p14:cNvPr>
                <p14:cNvContentPartPr/>
                <p14:nvPr/>
              </p14:nvContentPartPr>
              <p14:xfrm>
                <a:off x="9769462" y="3266096"/>
                <a:ext cx="86760" cy="1476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4C72A59-2B4C-15BD-0A46-B0CCAE6D8D3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60822" y="3257456"/>
                  <a:ext cx="1044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8C49552-21DA-7F1F-9966-49020E5DB0F3}"/>
                    </a:ext>
                  </a:extLst>
                </p14:cNvPr>
                <p14:cNvContentPartPr/>
                <p14:nvPr/>
              </p14:nvContentPartPr>
              <p14:xfrm>
                <a:off x="9914542" y="3327656"/>
                <a:ext cx="31320" cy="622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8C49552-21DA-7F1F-9966-49020E5DB0F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905902" y="3319016"/>
                  <a:ext cx="48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89DD83A-D9BA-0074-7940-4B20CE14D552}"/>
                    </a:ext>
                  </a:extLst>
                </p14:cNvPr>
                <p14:cNvContentPartPr/>
                <p14:nvPr/>
              </p14:nvContentPartPr>
              <p14:xfrm>
                <a:off x="9882862" y="3233336"/>
                <a:ext cx="1440" cy="15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89DD83A-D9BA-0074-7940-4B20CE14D55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873862" y="3224696"/>
                  <a:ext cx="19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CCABD0E-6AC3-2629-E34C-42B19947FB32}"/>
                    </a:ext>
                  </a:extLst>
                </p14:cNvPr>
                <p14:cNvContentPartPr/>
                <p14:nvPr/>
              </p14:nvContentPartPr>
              <p14:xfrm>
                <a:off x="10009222" y="3305696"/>
                <a:ext cx="83160" cy="918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CCABD0E-6AC3-2629-E34C-42B19947FB3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000582" y="3297056"/>
                  <a:ext cx="100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6D91905-2C45-1499-AC73-3D3AA9456755}"/>
                    </a:ext>
                  </a:extLst>
                </p14:cNvPr>
                <p14:cNvContentPartPr/>
                <p14:nvPr/>
              </p14:nvContentPartPr>
              <p14:xfrm>
                <a:off x="10138102" y="3359696"/>
                <a:ext cx="137880" cy="590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6D91905-2C45-1499-AC73-3D3AA945675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129102" y="3351056"/>
                  <a:ext cx="15552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1E0E19C5-C667-BB4A-62B9-F16159F03338}"/>
              </a:ext>
            </a:extLst>
          </p:cNvPr>
          <p:cNvGrpSpPr/>
          <p:nvPr/>
        </p:nvGrpSpPr>
        <p:grpSpPr>
          <a:xfrm>
            <a:off x="10579462" y="3166736"/>
            <a:ext cx="1031040" cy="357120"/>
            <a:chOff x="10579462" y="3166736"/>
            <a:chExt cx="103104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C9B3C21-98F0-4C91-1F5A-833C5B4E814E}"/>
                    </a:ext>
                  </a:extLst>
                </p14:cNvPr>
                <p14:cNvContentPartPr/>
                <p14:nvPr/>
              </p14:nvContentPartPr>
              <p14:xfrm>
                <a:off x="10579462" y="3355736"/>
                <a:ext cx="114480" cy="73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C9B3C21-98F0-4C91-1F5A-833C5B4E814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570822" y="3346736"/>
                  <a:ext cx="132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4886142-2119-4079-BDEE-9FB9336FB371}"/>
                    </a:ext>
                  </a:extLst>
                </p14:cNvPr>
                <p14:cNvContentPartPr/>
                <p14:nvPr/>
              </p14:nvContentPartPr>
              <p14:xfrm>
                <a:off x="10690342" y="3172856"/>
                <a:ext cx="128520" cy="3510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4886142-2119-4079-BDEE-9FB9336FB371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681342" y="3163856"/>
                  <a:ext cx="1461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C92E0F4-2282-7A8D-A158-5966B9884AEE}"/>
                    </a:ext>
                  </a:extLst>
                </p14:cNvPr>
                <p14:cNvContentPartPr/>
                <p14:nvPr/>
              </p14:nvContentPartPr>
              <p14:xfrm>
                <a:off x="10669102" y="3418016"/>
                <a:ext cx="123120" cy="324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C92E0F4-2282-7A8D-A158-5966B9884AE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660462" y="3409016"/>
                  <a:ext cx="140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4B391F6-B2E9-2855-8823-C624456A4877}"/>
                    </a:ext>
                  </a:extLst>
                </p14:cNvPr>
                <p14:cNvContentPartPr/>
                <p14:nvPr/>
              </p14:nvContentPartPr>
              <p14:xfrm>
                <a:off x="10951342" y="3195896"/>
                <a:ext cx="205920" cy="1936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4B391F6-B2E9-2855-8823-C624456A487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942342" y="3186896"/>
                  <a:ext cx="223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FE8792D-C0EF-EC29-352E-D01D7259D15E}"/>
                    </a:ext>
                  </a:extLst>
                </p14:cNvPr>
                <p14:cNvContentPartPr/>
                <p14:nvPr/>
              </p14:nvContentPartPr>
              <p14:xfrm>
                <a:off x="11165182" y="3178616"/>
                <a:ext cx="159840" cy="214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FE8792D-C0EF-EC29-352E-D01D7259D15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156542" y="3169976"/>
                  <a:ext cx="177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0BDB18E-4F1A-3556-4B15-ECF3D1F86D60}"/>
                    </a:ext>
                  </a:extLst>
                </p14:cNvPr>
                <p14:cNvContentPartPr/>
                <p14:nvPr/>
              </p14:nvContentPartPr>
              <p14:xfrm>
                <a:off x="11360662" y="3311816"/>
                <a:ext cx="161640" cy="730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0BDB18E-4F1A-3556-4B15-ECF3D1F86D6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52022" y="3303176"/>
                  <a:ext cx="179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788F4B1-7CCC-A00A-53B9-EB99E284F232}"/>
                    </a:ext>
                  </a:extLst>
                </p14:cNvPr>
                <p14:cNvContentPartPr/>
                <p14:nvPr/>
              </p14:nvContentPartPr>
              <p14:xfrm>
                <a:off x="11477662" y="3166736"/>
                <a:ext cx="132840" cy="2516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788F4B1-7CCC-A00A-53B9-EB99E284F23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469022" y="3157736"/>
                  <a:ext cx="15048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6B46AF9B-2F14-AD2A-96CF-269DF12F19CE}"/>
              </a:ext>
            </a:extLst>
          </p:cNvPr>
          <p:cNvGrpSpPr/>
          <p:nvPr/>
        </p:nvGrpSpPr>
        <p:grpSpPr>
          <a:xfrm>
            <a:off x="2142142" y="1928336"/>
            <a:ext cx="1600560" cy="615960"/>
            <a:chOff x="2142142" y="1928336"/>
            <a:chExt cx="1600560" cy="61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2605B84-1794-B847-D2FE-C0CE11FD9C72}"/>
                    </a:ext>
                  </a:extLst>
                </p14:cNvPr>
                <p14:cNvContentPartPr/>
                <p14:nvPr/>
              </p14:nvContentPartPr>
              <p14:xfrm>
                <a:off x="3136462" y="2317136"/>
                <a:ext cx="272520" cy="227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2605B84-1794-B847-D2FE-C0CE11FD9C7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127462" y="2308496"/>
                  <a:ext cx="2901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B5B73FE-7F6E-C469-4451-942E5CB6B1CC}"/>
                    </a:ext>
                  </a:extLst>
                </p14:cNvPr>
                <p14:cNvContentPartPr/>
                <p14:nvPr/>
              </p14:nvContentPartPr>
              <p14:xfrm>
                <a:off x="2205142" y="2143256"/>
                <a:ext cx="115560" cy="1072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B5B73FE-7F6E-C469-4451-942E5CB6B1C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196502" y="2134616"/>
                  <a:ext cx="133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F3F55C8-C9B0-0DD2-6F8F-96F499F8D615}"/>
                    </a:ext>
                  </a:extLst>
                </p14:cNvPr>
                <p14:cNvContentPartPr/>
                <p14:nvPr/>
              </p14:nvContentPartPr>
              <p14:xfrm>
                <a:off x="2327542" y="2009696"/>
                <a:ext cx="229320" cy="2286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F3F55C8-C9B0-0DD2-6F8F-96F499F8D61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318902" y="2000696"/>
                  <a:ext cx="246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4D1512E-60C7-5E39-1665-30440292BA82}"/>
                    </a:ext>
                  </a:extLst>
                </p14:cNvPr>
                <p14:cNvContentPartPr/>
                <p14:nvPr/>
              </p14:nvContentPartPr>
              <p14:xfrm>
                <a:off x="2634262" y="2006096"/>
                <a:ext cx="104760" cy="1839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4D1512E-60C7-5E39-1665-30440292BA82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625622" y="1997096"/>
                  <a:ext cx="122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547434C-A00D-9908-83C4-F53C1AF59E75}"/>
                    </a:ext>
                  </a:extLst>
                </p14:cNvPr>
                <p14:cNvContentPartPr/>
                <p14:nvPr/>
              </p14:nvContentPartPr>
              <p14:xfrm>
                <a:off x="2675302" y="2105096"/>
                <a:ext cx="41400" cy="9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547434C-A00D-9908-83C4-F53C1AF59E7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666302" y="2096096"/>
                  <a:ext cx="59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933F5B5-5DEC-3247-15F8-DA98B213D921}"/>
                    </a:ext>
                  </a:extLst>
                </p14:cNvPr>
                <p14:cNvContentPartPr/>
                <p14:nvPr/>
              </p14:nvContentPartPr>
              <p14:xfrm>
                <a:off x="2705902" y="1988096"/>
                <a:ext cx="298440" cy="2005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933F5B5-5DEC-3247-15F8-DA98B213D92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696902" y="1979456"/>
                  <a:ext cx="316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6C12499-2A18-4DC4-D906-DBA3FA335A3D}"/>
                    </a:ext>
                  </a:extLst>
                </p14:cNvPr>
                <p14:cNvContentPartPr/>
                <p14:nvPr/>
              </p14:nvContentPartPr>
              <p14:xfrm>
                <a:off x="3074902" y="2040296"/>
                <a:ext cx="103680" cy="1666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6C12499-2A18-4DC4-D906-DBA3FA335A3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066262" y="2031656"/>
                  <a:ext cx="121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5905229-CFD7-D5FA-877E-37AC205C6688}"/>
                    </a:ext>
                  </a:extLst>
                </p14:cNvPr>
                <p14:cNvContentPartPr/>
                <p14:nvPr/>
              </p14:nvContentPartPr>
              <p14:xfrm>
                <a:off x="3194782" y="1929776"/>
                <a:ext cx="164880" cy="1594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5905229-CFD7-D5FA-877E-37AC205C668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186142" y="1920776"/>
                  <a:ext cx="182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AC32590-BAB1-287E-275B-DB4BCE2BE1F3}"/>
                    </a:ext>
                  </a:extLst>
                </p14:cNvPr>
                <p14:cNvContentPartPr/>
                <p14:nvPr/>
              </p14:nvContentPartPr>
              <p14:xfrm>
                <a:off x="3390622" y="1993496"/>
                <a:ext cx="89640" cy="712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AC32590-BAB1-287E-275B-DB4BCE2BE1F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381982" y="1984496"/>
                  <a:ext cx="1072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3A2B43D-079E-8F11-1B5B-EB453914D4C8}"/>
                    </a:ext>
                  </a:extLst>
                </p14:cNvPr>
                <p14:cNvContentPartPr/>
                <p14:nvPr/>
              </p14:nvContentPartPr>
              <p14:xfrm>
                <a:off x="3523102" y="1928336"/>
                <a:ext cx="219600" cy="1184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3A2B43D-079E-8F11-1B5B-EB453914D4C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514462" y="1919696"/>
                  <a:ext cx="2372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95FA7E4-0B86-12F7-2555-B02E29EBE86C}"/>
                    </a:ext>
                  </a:extLst>
                </p14:cNvPr>
                <p14:cNvContentPartPr/>
                <p14:nvPr/>
              </p14:nvContentPartPr>
              <p14:xfrm>
                <a:off x="2190022" y="2471936"/>
                <a:ext cx="37080" cy="55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95FA7E4-0B86-12F7-2555-B02E29EBE86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181382" y="2462936"/>
                  <a:ext cx="54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3CE94AC-6967-239B-8E2B-AF58A2715146}"/>
                    </a:ext>
                  </a:extLst>
                </p14:cNvPr>
                <p14:cNvContentPartPr/>
                <p14:nvPr/>
              </p14:nvContentPartPr>
              <p14:xfrm>
                <a:off x="2142142" y="2369696"/>
                <a:ext cx="360" cy="10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3CE94AC-6967-239B-8E2B-AF58A271514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133502" y="236069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0363F2E-48A7-AAA6-B10F-6978E97B82AD}"/>
                    </a:ext>
                  </a:extLst>
                </p14:cNvPr>
                <p14:cNvContentPartPr/>
                <p14:nvPr/>
              </p14:nvContentPartPr>
              <p14:xfrm>
                <a:off x="2281462" y="2413256"/>
                <a:ext cx="85680" cy="1076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0363F2E-48A7-AAA6-B10F-6978E97B82A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272462" y="2404616"/>
                  <a:ext cx="103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10A3D69-D65F-E13A-EE00-F59B6CB38C66}"/>
                    </a:ext>
                  </a:extLst>
                </p14:cNvPr>
                <p14:cNvContentPartPr/>
                <p14:nvPr/>
              </p14:nvContentPartPr>
              <p14:xfrm>
                <a:off x="2519782" y="2418656"/>
                <a:ext cx="31320" cy="511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10A3D69-D65F-E13A-EE00-F59B6CB38C6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510782" y="2410016"/>
                  <a:ext cx="489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FFD9809-75E8-23C2-00A8-8835E622D6C0}"/>
                    </a:ext>
                  </a:extLst>
                </p14:cNvPr>
                <p14:cNvContentPartPr/>
                <p14:nvPr/>
              </p14:nvContentPartPr>
              <p14:xfrm>
                <a:off x="2498542" y="2322896"/>
                <a:ext cx="4680" cy="198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FFD9809-75E8-23C2-00A8-8835E622D6C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489542" y="2314256"/>
                  <a:ext cx="2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925EFC4-49D2-1DB1-FF7D-81CBF276BD0D}"/>
                    </a:ext>
                  </a:extLst>
                </p14:cNvPr>
                <p14:cNvContentPartPr/>
                <p14:nvPr/>
              </p14:nvContentPartPr>
              <p14:xfrm>
                <a:off x="2583502" y="2380496"/>
                <a:ext cx="181440" cy="496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925EFC4-49D2-1DB1-FF7D-81CBF276BD0D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574862" y="2371856"/>
                  <a:ext cx="19908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678F0E1-A884-5457-04AA-A723033DF182}"/>
              </a:ext>
            </a:extLst>
          </p:cNvPr>
          <p:cNvGrpSpPr/>
          <p:nvPr/>
        </p:nvGrpSpPr>
        <p:grpSpPr>
          <a:xfrm>
            <a:off x="3310342" y="2179976"/>
            <a:ext cx="565200" cy="181800"/>
            <a:chOff x="3310342" y="2179976"/>
            <a:chExt cx="5652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42E9A0C-FE39-AEA2-C5ED-C6EA54B20059}"/>
                    </a:ext>
                  </a:extLst>
                </p14:cNvPr>
                <p14:cNvContentPartPr/>
                <p14:nvPr/>
              </p14:nvContentPartPr>
              <p14:xfrm>
                <a:off x="3310342" y="2215256"/>
                <a:ext cx="177480" cy="1465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42E9A0C-FE39-AEA2-C5ED-C6EA54B2005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01342" y="2206256"/>
                  <a:ext cx="195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90DCC04-388C-0569-6382-B0E4B65EC0EF}"/>
                    </a:ext>
                  </a:extLst>
                </p14:cNvPr>
                <p14:cNvContentPartPr/>
                <p14:nvPr/>
              </p14:nvContentPartPr>
              <p14:xfrm>
                <a:off x="3523102" y="2216696"/>
                <a:ext cx="182880" cy="1227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90DCC04-388C-0569-6382-B0E4B65EC0E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514102" y="2207696"/>
                  <a:ext cx="200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A68A5A9-B757-8BE6-649D-5E13E079DE6F}"/>
                    </a:ext>
                  </a:extLst>
                </p14:cNvPr>
                <p14:cNvContentPartPr/>
                <p14:nvPr/>
              </p14:nvContentPartPr>
              <p14:xfrm>
                <a:off x="3757822" y="2179976"/>
                <a:ext cx="117720" cy="1000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A68A5A9-B757-8BE6-649D-5E13E079DE6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749182" y="2170976"/>
                  <a:ext cx="13536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42BC92CD-1C86-AF7D-065E-3B49011DA12D}"/>
              </a:ext>
            </a:extLst>
          </p:cNvPr>
          <p:cNvGrpSpPr/>
          <p:nvPr/>
        </p:nvGrpSpPr>
        <p:grpSpPr>
          <a:xfrm>
            <a:off x="5771662" y="2729696"/>
            <a:ext cx="1917720" cy="341640"/>
            <a:chOff x="5771662" y="2729696"/>
            <a:chExt cx="191772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4E0DE9A-1C14-29DF-8CD2-FCA4F39BD092}"/>
                    </a:ext>
                  </a:extLst>
                </p14:cNvPr>
                <p14:cNvContentPartPr/>
                <p14:nvPr/>
              </p14:nvContentPartPr>
              <p14:xfrm>
                <a:off x="5805142" y="2929136"/>
                <a:ext cx="342000" cy="482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4E0DE9A-1C14-29DF-8CD2-FCA4F39BD09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796502" y="2920496"/>
                  <a:ext cx="359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3FC10DC-B987-2E1D-5A0D-E12802CFBEA6}"/>
                    </a:ext>
                  </a:extLst>
                </p14:cNvPr>
                <p14:cNvContentPartPr/>
                <p14:nvPr/>
              </p14:nvContentPartPr>
              <p14:xfrm>
                <a:off x="5771662" y="2867216"/>
                <a:ext cx="145440" cy="108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3FC10DC-B987-2E1D-5A0D-E12802CFBEA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762662" y="2858216"/>
                  <a:ext cx="163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CB04A30-1435-13BA-CF69-97FA7A3BEE6C}"/>
                    </a:ext>
                  </a:extLst>
                </p14:cNvPr>
                <p14:cNvContentPartPr/>
                <p14:nvPr/>
              </p14:nvContentPartPr>
              <p14:xfrm>
                <a:off x="6279262" y="2939216"/>
                <a:ext cx="243720" cy="1321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CB04A30-1435-13BA-CF69-97FA7A3BEE6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270262" y="2930576"/>
                  <a:ext cx="261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0A85741-3F7C-9B95-263E-8CED1E3F5D09}"/>
                    </a:ext>
                  </a:extLst>
                </p14:cNvPr>
                <p14:cNvContentPartPr/>
                <p14:nvPr/>
              </p14:nvContentPartPr>
              <p14:xfrm>
                <a:off x="6497782" y="2812496"/>
                <a:ext cx="243000" cy="2188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0A85741-3F7C-9B95-263E-8CED1E3F5D0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489142" y="2803496"/>
                  <a:ext cx="260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1D9DC42-C4EA-00D0-AE6B-EB9ED85135A1}"/>
                    </a:ext>
                  </a:extLst>
                </p14:cNvPr>
                <p14:cNvContentPartPr/>
                <p14:nvPr/>
              </p14:nvContentPartPr>
              <p14:xfrm>
                <a:off x="6845542" y="2880896"/>
                <a:ext cx="97920" cy="1368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1D9DC42-C4EA-00D0-AE6B-EB9ED85135A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836902" y="2872256"/>
                  <a:ext cx="115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7206D6B-DFDC-D5D1-12BF-8874F556802D}"/>
                    </a:ext>
                  </a:extLst>
                </p14:cNvPr>
                <p14:cNvContentPartPr/>
                <p14:nvPr/>
              </p14:nvContentPartPr>
              <p14:xfrm>
                <a:off x="7026262" y="2765336"/>
                <a:ext cx="312480" cy="2448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7206D6B-DFDC-D5D1-12BF-8874F556802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017262" y="2756696"/>
                  <a:ext cx="3301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9C5489A-3D72-B118-768E-EE9CF5743901}"/>
                    </a:ext>
                  </a:extLst>
                </p14:cNvPr>
                <p14:cNvContentPartPr/>
                <p14:nvPr/>
              </p14:nvContentPartPr>
              <p14:xfrm>
                <a:off x="7320382" y="2923736"/>
                <a:ext cx="41040" cy="352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9C5489A-3D72-B118-768E-EE9CF574390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311382" y="2915096"/>
                  <a:ext cx="586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209FACE-DC7C-E2D3-C77A-2157734D4382}"/>
                    </a:ext>
                  </a:extLst>
                </p14:cNvPr>
                <p14:cNvContentPartPr/>
                <p14:nvPr/>
              </p14:nvContentPartPr>
              <p14:xfrm>
                <a:off x="7415422" y="2850296"/>
                <a:ext cx="74520" cy="1587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209FACE-DC7C-E2D3-C77A-2157734D438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406782" y="2841656"/>
                  <a:ext cx="92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1D445A6-05EC-1259-ED0D-8DF7FFBFA0ED}"/>
                    </a:ext>
                  </a:extLst>
                </p14:cNvPr>
                <p14:cNvContentPartPr/>
                <p14:nvPr/>
              </p14:nvContentPartPr>
              <p14:xfrm>
                <a:off x="7596142" y="2729696"/>
                <a:ext cx="93240" cy="2721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1D445A6-05EC-1259-ED0D-8DF7FFBFA0E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587502" y="2720696"/>
                  <a:ext cx="11088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97522809-6C73-654A-12E0-6854A802F92F}"/>
              </a:ext>
            </a:extLst>
          </p:cNvPr>
          <p:cNvGrpSpPr/>
          <p:nvPr/>
        </p:nvGrpSpPr>
        <p:grpSpPr>
          <a:xfrm>
            <a:off x="796102" y="4945496"/>
            <a:ext cx="822240" cy="381960"/>
            <a:chOff x="796102" y="4945496"/>
            <a:chExt cx="82224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7F927B7-9B1F-EF80-1803-D688AEFD65D6}"/>
                    </a:ext>
                  </a:extLst>
                </p14:cNvPr>
                <p14:cNvContentPartPr/>
                <p14:nvPr/>
              </p14:nvContentPartPr>
              <p14:xfrm>
                <a:off x="796102" y="5081936"/>
                <a:ext cx="139680" cy="2455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7F927B7-9B1F-EF80-1803-D688AEFD65D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87462" y="5073296"/>
                  <a:ext cx="157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E0E2887B-46FA-7E86-C35A-1A9833B6B2C3}"/>
                    </a:ext>
                  </a:extLst>
                </p14:cNvPr>
                <p14:cNvContentPartPr/>
                <p14:nvPr/>
              </p14:nvContentPartPr>
              <p14:xfrm>
                <a:off x="887542" y="4945496"/>
                <a:ext cx="266040" cy="2307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E0E2887B-46FA-7E86-C35A-1A9833B6B2C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78902" y="4936496"/>
                  <a:ext cx="283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7FBEC7C-0525-3BF9-3E2D-4D10A7AE4EFE}"/>
                    </a:ext>
                  </a:extLst>
                </p14:cNvPr>
                <p14:cNvContentPartPr/>
                <p14:nvPr/>
              </p14:nvContentPartPr>
              <p14:xfrm>
                <a:off x="1207942" y="5071496"/>
                <a:ext cx="136440" cy="752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7FBEC7C-0525-3BF9-3E2D-4D10A7AE4EF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99302" y="5062856"/>
                  <a:ext cx="154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2E7D2C1-F204-C872-9D0C-CC08E7D25D71}"/>
                    </a:ext>
                  </a:extLst>
                </p14:cNvPr>
                <p14:cNvContentPartPr/>
                <p14:nvPr/>
              </p14:nvContentPartPr>
              <p14:xfrm>
                <a:off x="1380742" y="5013176"/>
                <a:ext cx="237600" cy="1605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2E7D2C1-F204-C872-9D0C-CC08E7D25D7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371742" y="5004176"/>
                  <a:ext cx="25524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41FCAB50-BD74-A00A-907D-DB6DCD6901AE}"/>
              </a:ext>
            </a:extLst>
          </p:cNvPr>
          <p:cNvGrpSpPr/>
          <p:nvPr/>
        </p:nvGrpSpPr>
        <p:grpSpPr>
          <a:xfrm>
            <a:off x="2046742" y="5009216"/>
            <a:ext cx="458280" cy="100440"/>
            <a:chOff x="2046742" y="5009216"/>
            <a:chExt cx="458280" cy="10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C24826A-2777-9D64-F5D6-0B46858D8534}"/>
                    </a:ext>
                  </a:extLst>
                </p14:cNvPr>
                <p14:cNvContentPartPr/>
                <p14:nvPr/>
              </p14:nvContentPartPr>
              <p14:xfrm>
                <a:off x="2046742" y="5066096"/>
                <a:ext cx="149040" cy="57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C24826A-2777-9D64-F5D6-0B46858D853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037742" y="5057456"/>
                  <a:ext cx="166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0C9EFF6D-1ABB-EC64-3B6B-A0078A97A496}"/>
                    </a:ext>
                  </a:extLst>
                </p14:cNvPr>
                <p14:cNvContentPartPr/>
                <p14:nvPr/>
              </p14:nvContentPartPr>
              <p14:xfrm>
                <a:off x="2285782" y="5009216"/>
                <a:ext cx="219240" cy="1004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0C9EFF6D-1ABB-EC64-3B6B-A0078A97A496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276782" y="5000216"/>
                  <a:ext cx="23688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96EE7F1-7DD4-63A3-BD43-A79F0FEB4A9C}"/>
              </a:ext>
            </a:extLst>
          </p:cNvPr>
          <p:cNvGrpSpPr/>
          <p:nvPr/>
        </p:nvGrpSpPr>
        <p:grpSpPr>
          <a:xfrm>
            <a:off x="2622382" y="4779176"/>
            <a:ext cx="447840" cy="150480"/>
            <a:chOff x="2622382" y="4779176"/>
            <a:chExt cx="44784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6D3179D-FC49-DF0C-6BB8-50F2B29F7DFF}"/>
                    </a:ext>
                  </a:extLst>
                </p14:cNvPr>
                <p14:cNvContentPartPr/>
                <p14:nvPr/>
              </p14:nvContentPartPr>
              <p14:xfrm>
                <a:off x="2622382" y="4798256"/>
                <a:ext cx="152640" cy="1314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6D3179D-FC49-DF0C-6BB8-50F2B29F7DF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613742" y="4789616"/>
                  <a:ext cx="170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B1491AA-9FA5-0420-886A-6AE43E779D54}"/>
                    </a:ext>
                  </a:extLst>
                </p14:cNvPr>
                <p14:cNvContentPartPr/>
                <p14:nvPr/>
              </p14:nvContentPartPr>
              <p14:xfrm>
                <a:off x="2851342" y="4854776"/>
                <a:ext cx="110160" cy="126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B1491AA-9FA5-0420-886A-6AE43E779D5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2842342" y="4845776"/>
                  <a:ext cx="127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F428621-BD55-C115-BE5A-7EA46ED61370}"/>
                    </a:ext>
                  </a:extLst>
                </p14:cNvPr>
                <p14:cNvContentPartPr/>
                <p14:nvPr/>
              </p14:nvContentPartPr>
              <p14:xfrm>
                <a:off x="3008662" y="4779176"/>
                <a:ext cx="61560" cy="1126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F428621-BD55-C115-BE5A-7EA46ED6137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000022" y="4770176"/>
                  <a:ext cx="7920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AC37904-8840-562F-149B-BA1B4BCBC93C}"/>
                  </a:ext>
                </a:extLst>
              </p14:cNvPr>
              <p14:cNvContentPartPr/>
              <p14:nvPr/>
            </p14:nvContentPartPr>
            <p14:xfrm>
              <a:off x="2685022" y="5014976"/>
              <a:ext cx="382680" cy="1368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AC37904-8840-562F-149B-BA1B4BCBC93C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2676022" y="5005976"/>
                <a:ext cx="4003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4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43A241B3-82BD-EAC8-A095-566E9382230E}"/>
                  </a:ext>
                </a:extLst>
              </p14:cNvPr>
              <p14:cNvContentPartPr/>
              <p14:nvPr/>
            </p14:nvContentPartPr>
            <p14:xfrm>
              <a:off x="2801662" y="5124776"/>
              <a:ext cx="217080" cy="1296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43A241B3-82BD-EAC8-A095-566E9382230E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2792662" y="5115776"/>
                <a:ext cx="23472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Group 325">
            <a:extLst>
              <a:ext uri="{FF2B5EF4-FFF2-40B4-BE49-F238E27FC236}">
                <a16:creationId xmlns:a16="http://schemas.microsoft.com/office/drawing/2014/main" id="{0F7A549F-330A-9D74-4CE7-4CF937E0BA58}"/>
              </a:ext>
            </a:extLst>
          </p:cNvPr>
          <p:cNvGrpSpPr/>
          <p:nvPr/>
        </p:nvGrpSpPr>
        <p:grpSpPr>
          <a:xfrm>
            <a:off x="644902" y="5624456"/>
            <a:ext cx="954360" cy="500760"/>
            <a:chOff x="644902" y="5624456"/>
            <a:chExt cx="954360" cy="50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A78C2E4-3E14-BF47-21EA-5D67ABC46969}"/>
                    </a:ext>
                  </a:extLst>
                </p14:cNvPr>
                <p14:cNvContentPartPr/>
                <p14:nvPr/>
              </p14:nvContentPartPr>
              <p14:xfrm>
                <a:off x="775942" y="5757296"/>
                <a:ext cx="48240" cy="1717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A78C2E4-3E14-BF47-21EA-5D67ABC4696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67302" y="5748656"/>
                  <a:ext cx="65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06E91E5-11AE-AEFC-1051-952D2E402C7E}"/>
                    </a:ext>
                  </a:extLst>
                </p14:cNvPr>
                <p14:cNvContentPartPr/>
                <p14:nvPr/>
              </p14:nvContentPartPr>
              <p14:xfrm>
                <a:off x="644902" y="5672696"/>
                <a:ext cx="237960" cy="1123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06E91E5-11AE-AEFC-1051-952D2E402C7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35902" y="5663696"/>
                  <a:ext cx="255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7A6C337-7B79-0825-E009-B772AEC49120}"/>
                    </a:ext>
                  </a:extLst>
                </p14:cNvPr>
                <p14:cNvContentPartPr/>
                <p14:nvPr/>
              </p14:nvContentPartPr>
              <p14:xfrm>
                <a:off x="926782" y="5909576"/>
                <a:ext cx="100080" cy="2156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7A6C337-7B79-0825-E009-B772AEC49120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18142" y="5900936"/>
                  <a:ext cx="117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AA24F96-4B01-3D9D-7125-72DE74B5596B}"/>
                    </a:ext>
                  </a:extLst>
                </p14:cNvPr>
                <p14:cNvContentPartPr/>
                <p14:nvPr/>
              </p14:nvContentPartPr>
              <p14:xfrm>
                <a:off x="1126222" y="5661176"/>
                <a:ext cx="85680" cy="2977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AA24F96-4B01-3D9D-7125-72DE74B5596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17222" y="5652176"/>
                  <a:ext cx="1033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BC5BD3D-B429-D35D-EF51-D3F2858D7DB9}"/>
                    </a:ext>
                  </a:extLst>
                </p14:cNvPr>
                <p14:cNvContentPartPr/>
                <p14:nvPr/>
              </p14:nvContentPartPr>
              <p14:xfrm>
                <a:off x="1252582" y="5795816"/>
                <a:ext cx="258840" cy="1213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BC5BD3D-B429-D35D-EF51-D3F2858D7DB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243942" y="5787176"/>
                  <a:ext cx="276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63219E7-4F82-48DB-2782-21266E7243E2}"/>
                    </a:ext>
                  </a:extLst>
                </p14:cNvPr>
                <p14:cNvContentPartPr/>
                <p14:nvPr/>
              </p14:nvContentPartPr>
              <p14:xfrm>
                <a:off x="1472542" y="5624456"/>
                <a:ext cx="126720" cy="3009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63219E7-4F82-48DB-2782-21266E7243E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463542" y="5615456"/>
                  <a:ext cx="14436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371911C2-1FFA-DA68-0CBA-96BFA409CE6A}"/>
              </a:ext>
            </a:extLst>
          </p:cNvPr>
          <p:cNvGrpSpPr/>
          <p:nvPr/>
        </p:nvGrpSpPr>
        <p:grpSpPr>
          <a:xfrm>
            <a:off x="1813102" y="5451656"/>
            <a:ext cx="2148120" cy="679680"/>
            <a:chOff x="1813102" y="5451656"/>
            <a:chExt cx="2148120" cy="67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10DDC93-1CE5-BE5D-2023-CAFE1B0BC347}"/>
                    </a:ext>
                  </a:extLst>
                </p14:cNvPr>
                <p14:cNvContentPartPr/>
                <p14:nvPr/>
              </p14:nvContentPartPr>
              <p14:xfrm>
                <a:off x="2529862" y="5451656"/>
                <a:ext cx="123120" cy="2433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10DDC93-1CE5-BE5D-2023-CAFE1B0BC34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520862" y="5443016"/>
                  <a:ext cx="140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B2EE0B1-D778-E45D-244D-BFFF2354F27B}"/>
                    </a:ext>
                  </a:extLst>
                </p14:cNvPr>
                <p14:cNvContentPartPr/>
                <p14:nvPr/>
              </p14:nvContentPartPr>
              <p14:xfrm>
                <a:off x="1813102" y="5842256"/>
                <a:ext cx="117000" cy="10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B2EE0B1-D778-E45D-244D-BFFF2354F27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804462" y="5833616"/>
                  <a:ext cx="134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4A4F7FE-8DD8-B1FA-53A5-4BD483EDD6EA}"/>
                    </a:ext>
                  </a:extLst>
                </p14:cNvPr>
                <p14:cNvContentPartPr/>
                <p14:nvPr/>
              </p14:nvContentPartPr>
              <p14:xfrm>
                <a:off x="1817062" y="5782856"/>
                <a:ext cx="91440" cy="165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4A4F7FE-8DD8-B1FA-53A5-4BD483EDD6E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808422" y="5773856"/>
                  <a:ext cx="109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185498F-DC7D-2633-25B8-5306BEC559BD}"/>
                    </a:ext>
                  </a:extLst>
                </p14:cNvPr>
                <p14:cNvContentPartPr/>
                <p14:nvPr/>
              </p14:nvContentPartPr>
              <p14:xfrm>
                <a:off x="2120182" y="5810216"/>
                <a:ext cx="128880" cy="50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185498F-DC7D-2633-25B8-5306BEC559B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111542" y="5801216"/>
                  <a:ext cx="146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7A54E0B-A4F4-72A7-10FD-A9D20DAEB0AA}"/>
                    </a:ext>
                  </a:extLst>
                </p14:cNvPr>
                <p14:cNvContentPartPr/>
                <p14:nvPr/>
              </p14:nvContentPartPr>
              <p14:xfrm>
                <a:off x="2425462" y="5805176"/>
                <a:ext cx="354960" cy="97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7A54E0B-A4F4-72A7-10FD-A9D20DAEB0A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416822" y="5796536"/>
                  <a:ext cx="372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C932412-CE8C-A6B1-82B9-C5D89B8AC759}"/>
                    </a:ext>
                  </a:extLst>
                </p14:cNvPr>
                <p14:cNvContentPartPr/>
                <p14:nvPr/>
              </p14:nvContentPartPr>
              <p14:xfrm>
                <a:off x="2465782" y="5926496"/>
                <a:ext cx="124920" cy="204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C932412-CE8C-A6B1-82B9-C5D89B8AC759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456782" y="5917496"/>
                  <a:ext cx="142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0E7D7B2-EEE0-DF6D-6E95-6552C44D00AC}"/>
                    </a:ext>
                  </a:extLst>
                </p14:cNvPr>
                <p14:cNvContentPartPr/>
                <p14:nvPr/>
              </p14:nvContentPartPr>
              <p14:xfrm>
                <a:off x="2625982" y="6007496"/>
                <a:ext cx="186480" cy="856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0E7D7B2-EEE0-DF6D-6E95-6552C44D00AC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617342" y="5998856"/>
                  <a:ext cx="204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0999EEB-B32F-83C3-A03E-4CE150F03DB3}"/>
                    </a:ext>
                  </a:extLst>
                </p14:cNvPr>
                <p14:cNvContentPartPr/>
                <p14:nvPr/>
              </p14:nvContentPartPr>
              <p14:xfrm>
                <a:off x="2889142" y="5585576"/>
                <a:ext cx="124560" cy="4068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0999EEB-B32F-83C3-A03E-4CE150F03DB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880502" y="5576576"/>
                  <a:ext cx="1422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277DD82-EEDC-BD0B-704E-BAFB1579796F}"/>
                    </a:ext>
                  </a:extLst>
                </p14:cNvPr>
                <p14:cNvContentPartPr/>
                <p14:nvPr/>
              </p14:nvContentPartPr>
              <p14:xfrm>
                <a:off x="3077782" y="5825336"/>
                <a:ext cx="61560" cy="181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277DD82-EEDC-BD0B-704E-BAFB1579796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069142" y="5816696"/>
                  <a:ext cx="792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7ECA973-F49B-C3EF-0426-26320FF007CD}"/>
                    </a:ext>
                  </a:extLst>
                </p14:cNvPr>
                <p14:cNvContentPartPr/>
                <p14:nvPr/>
              </p14:nvContentPartPr>
              <p14:xfrm>
                <a:off x="3200182" y="5634536"/>
                <a:ext cx="150840" cy="2001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7ECA973-F49B-C3EF-0426-26320FF007C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191542" y="5625896"/>
                  <a:ext cx="168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637D3B1-E08A-46B5-ECB6-B6AB73E7B46D}"/>
                    </a:ext>
                  </a:extLst>
                </p14:cNvPr>
                <p14:cNvContentPartPr/>
                <p14:nvPr/>
              </p14:nvContentPartPr>
              <p14:xfrm>
                <a:off x="3401062" y="5768096"/>
                <a:ext cx="122040" cy="90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637D3B1-E08A-46B5-ECB6-B6AB73E7B46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392062" y="5759096"/>
                  <a:ext cx="139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E12DAB4F-8C45-63BF-3306-FEFCF1DDBE48}"/>
                    </a:ext>
                  </a:extLst>
                </p14:cNvPr>
                <p14:cNvContentPartPr/>
                <p14:nvPr/>
              </p14:nvContentPartPr>
              <p14:xfrm>
                <a:off x="3565942" y="5720216"/>
                <a:ext cx="224280" cy="1454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E12DAB4F-8C45-63BF-3306-FEFCF1DDBE4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557302" y="5711216"/>
                  <a:ext cx="241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59F5F0F-7435-1F6E-3A1D-AC707EFCB54F}"/>
                    </a:ext>
                  </a:extLst>
                </p14:cNvPr>
                <p14:cNvContentPartPr/>
                <p14:nvPr/>
              </p14:nvContentPartPr>
              <p14:xfrm>
                <a:off x="3822262" y="5577656"/>
                <a:ext cx="138960" cy="37584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59F5F0F-7435-1F6E-3A1D-AC707EFCB54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813262" y="5569016"/>
                  <a:ext cx="15660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0BBCF21-9E15-D4B7-3D03-C8D3F85D9162}"/>
              </a:ext>
            </a:extLst>
          </p:cNvPr>
          <p:cNvGrpSpPr/>
          <p:nvPr/>
        </p:nvGrpSpPr>
        <p:grpSpPr>
          <a:xfrm>
            <a:off x="4259662" y="5828936"/>
            <a:ext cx="110520" cy="72360"/>
            <a:chOff x="4259662" y="5828936"/>
            <a:chExt cx="110520" cy="7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7230666-9DFC-A5EA-CC6B-4059D9560DD7}"/>
                    </a:ext>
                  </a:extLst>
                </p14:cNvPr>
                <p14:cNvContentPartPr/>
                <p14:nvPr/>
              </p14:nvContentPartPr>
              <p14:xfrm>
                <a:off x="4259662" y="5885096"/>
                <a:ext cx="93240" cy="162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7230666-9DFC-A5EA-CC6B-4059D9560DD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251022" y="5876096"/>
                  <a:ext cx="110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A970BE6-7B4A-A3F3-6533-19C35620EF57}"/>
                    </a:ext>
                  </a:extLst>
                </p14:cNvPr>
                <p14:cNvContentPartPr/>
                <p14:nvPr/>
              </p14:nvContentPartPr>
              <p14:xfrm>
                <a:off x="4279822" y="5828936"/>
                <a:ext cx="90360" cy="2232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A970BE6-7B4A-A3F3-6533-19C35620EF5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271182" y="5819936"/>
                  <a:ext cx="1080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765CAF81-9E23-EC63-CC91-5206F0E2552C}"/>
              </a:ext>
            </a:extLst>
          </p:cNvPr>
          <p:cNvGrpSpPr/>
          <p:nvPr/>
        </p:nvGrpSpPr>
        <p:grpSpPr>
          <a:xfrm>
            <a:off x="4667182" y="5549936"/>
            <a:ext cx="585720" cy="332640"/>
            <a:chOff x="4667182" y="5549936"/>
            <a:chExt cx="58572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02E1BCB-D780-A28E-E6F6-E5F19DF5C3E5}"/>
                    </a:ext>
                  </a:extLst>
                </p14:cNvPr>
                <p14:cNvContentPartPr/>
                <p14:nvPr/>
              </p14:nvContentPartPr>
              <p14:xfrm>
                <a:off x="4667182" y="5578736"/>
                <a:ext cx="192960" cy="2019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02E1BCB-D780-A28E-E6F6-E5F19DF5C3E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658542" y="5570096"/>
                  <a:ext cx="210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F75B685-B143-AFBF-FAD5-C2557C662D8E}"/>
                    </a:ext>
                  </a:extLst>
                </p14:cNvPr>
                <p14:cNvContentPartPr/>
                <p14:nvPr/>
              </p14:nvContentPartPr>
              <p14:xfrm>
                <a:off x="4981102" y="5645336"/>
                <a:ext cx="83520" cy="100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F75B685-B143-AFBF-FAD5-C2557C662D8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972462" y="5636696"/>
                  <a:ext cx="101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072A4CF-C991-4D8D-A9EA-279A46C9515C}"/>
                    </a:ext>
                  </a:extLst>
                </p14:cNvPr>
                <p14:cNvContentPartPr/>
                <p14:nvPr/>
              </p14:nvContentPartPr>
              <p14:xfrm>
                <a:off x="5183062" y="5549936"/>
                <a:ext cx="69840" cy="1540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072A4CF-C991-4D8D-A9EA-279A46C9515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174422" y="5541296"/>
                  <a:ext cx="87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025789E-4383-2F41-4DC0-8F004F16FE89}"/>
                    </a:ext>
                  </a:extLst>
                </p14:cNvPr>
                <p14:cNvContentPartPr/>
                <p14:nvPr/>
              </p14:nvContentPartPr>
              <p14:xfrm>
                <a:off x="4694182" y="5810576"/>
                <a:ext cx="532080" cy="720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025789E-4383-2F41-4DC0-8F004F16FE89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685182" y="5801576"/>
                  <a:ext cx="549720" cy="8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0E6BF9F4-F545-8989-5F8A-77113C154A1A}"/>
                  </a:ext>
                </a:extLst>
              </p14:cNvPr>
              <p14:cNvContentPartPr/>
              <p14:nvPr/>
            </p14:nvContentPartPr>
            <p14:xfrm>
              <a:off x="4890742" y="6006056"/>
              <a:ext cx="202320" cy="14004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0E6BF9F4-F545-8989-5F8A-77113C154A1A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882102" y="5997416"/>
                <a:ext cx="21996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1" name="Group 360">
            <a:extLst>
              <a:ext uri="{FF2B5EF4-FFF2-40B4-BE49-F238E27FC236}">
                <a16:creationId xmlns:a16="http://schemas.microsoft.com/office/drawing/2014/main" id="{67AA5CE9-4CD5-960C-E744-6D021586E504}"/>
              </a:ext>
            </a:extLst>
          </p:cNvPr>
          <p:cNvGrpSpPr/>
          <p:nvPr/>
        </p:nvGrpSpPr>
        <p:grpSpPr>
          <a:xfrm>
            <a:off x="6818182" y="5669456"/>
            <a:ext cx="1125000" cy="296280"/>
            <a:chOff x="6818182" y="5669456"/>
            <a:chExt cx="112500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6C5EFB1-3E19-43A0-0DB3-0982E49A497E}"/>
                    </a:ext>
                  </a:extLst>
                </p14:cNvPr>
                <p14:cNvContentPartPr/>
                <p14:nvPr/>
              </p14:nvContentPartPr>
              <p14:xfrm>
                <a:off x="6818182" y="5795456"/>
                <a:ext cx="108360" cy="1180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6C5EFB1-3E19-43A0-0DB3-0982E49A497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809542" y="5786816"/>
                  <a:ext cx="126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0C65002-BB49-CC00-68AB-D4ED06045BF8}"/>
                    </a:ext>
                  </a:extLst>
                </p14:cNvPr>
                <p14:cNvContentPartPr/>
                <p14:nvPr/>
              </p14:nvContentPartPr>
              <p14:xfrm>
                <a:off x="6825742" y="5816336"/>
                <a:ext cx="81360" cy="1090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0C65002-BB49-CC00-68AB-D4ED06045BF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816742" y="5807336"/>
                  <a:ext cx="99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743B9E2E-8F7E-764D-FEB8-F14B887B5A46}"/>
                    </a:ext>
                  </a:extLst>
                </p14:cNvPr>
                <p14:cNvContentPartPr/>
                <p14:nvPr/>
              </p14:nvContentPartPr>
              <p14:xfrm>
                <a:off x="6969382" y="5669456"/>
                <a:ext cx="123840" cy="2800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743B9E2E-8F7E-764D-FEB8-F14B887B5A46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960382" y="5660456"/>
                  <a:ext cx="141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0C28887-B7AA-2E98-7630-208CA3339DC1}"/>
                    </a:ext>
                  </a:extLst>
                </p14:cNvPr>
                <p14:cNvContentPartPr/>
                <p14:nvPr/>
              </p14:nvContentPartPr>
              <p14:xfrm>
                <a:off x="7113022" y="5841896"/>
                <a:ext cx="130680" cy="558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0C28887-B7AA-2E98-7630-208CA3339DC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104022" y="5833256"/>
                  <a:ext cx="148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00DF246-EFF7-0AD0-D0A6-4ED459D368D3}"/>
                    </a:ext>
                  </a:extLst>
                </p14:cNvPr>
                <p14:cNvContentPartPr/>
                <p14:nvPr/>
              </p14:nvContentPartPr>
              <p14:xfrm>
                <a:off x="7353142" y="5836856"/>
                <a:ext cx="100440" cy="136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00DF246-EFF7-0AD0-D0A6-4ED459D368D3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344142" y="5828216"/>
                  <a:ext cx="118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2E5D98D-B153-D2FC-3882-5CE581B7FFFB}"/>
                    </a:ext>
                  </a:extLst>
                </p14:cNvPr>
                <p14:cNvContentPartPr/>
                <p14:nvPr/>
              </p14:nvContentPartPr>
              <p14:xfrm>
                <a:off x="7516942" y="5805176"/>
                <a:ext cx="157320" cy="716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2E5D98D-B153-D2FC-3882-5CE581B7FFF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508302" y="5796536"/>
                  <a:ext cx="174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F3F6739C-3BB4-24A3-0FBD-A03A289C41F7}"/>
                    </a:ext>
                  </a:extLst>
                </p14:cNvPr>
                <p14:cNvContentPartPr/>
                <p14:nvPr/>
              </p14:nvContentPartPr>
              <p14:xfrm>
                <a:off x="7749142" y="5875376"/>
                <a:ext cx="72360" cy="903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F3F6739C-3BB4-24A3-0FBD-A03A289C41F7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740502" y="5866736"/>
                  <a:ext cx="90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7D2DA87-51E9-AACF-565F-8C8EB9B2CDA9}"/>
                    </a:ext>
                  </a:extLst>
                </p14:cNvPr>
                <p14:cNvContentPartPr/>
                <p14:nvPr/>
              </p14:nvContentPartPr>
              <p14:xfrm>
                <a:off x="7846702" y="5714816"/>
                <a:ext cx="96480" cy="243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7D2DA87-51E9-AACF-565F-8C8EB9B2CDA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7837702" y="5706176"/>
                  <a:ext cx="11412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21A87DC9-20D8-A033-E49E-D7EA9872F081}"/>
              </a:ext>
            </a:extLst>
          </p:cNvPr>
          <p:cNvGrpSpPr/>
          <p:nvPr/>
        </p:nvGrpSpPr>
        <p:grpSpPr>
          <a:xfrm>
            <a:off x="8272942" y="5736056"/>
            <a:ext cx="509040" cy="243360"/>
            <a:chOff x="8272942" y="5736056"/>
            <a:chExt cx="50904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A4F6559-26DA-B5D1-091A-2D385A96E82E}"/>
                    </a:ext>
                  </a:extLst>
                </p14:cNvPr>
                <p14:cNvContentPartPr/>
                <p14:nvPr/>
              </p14:nvContentPartPr>
              <p14:xfrm>
                <a:off x="8400022" y="5878616"/>
                <a:ext cx="217800" cy="280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A4F6559-26DA-B5D1-091A-2D385A96E82E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391022" y="5869616"/>
                  <a:ext cx="235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791C3A36-8B9A-4B27-FF98-19D7140B2B35}"/>
                    </a:ext>
                  </a:extLst>
                </p14:cNvPr>
                <p14:cNvContentPartPr/>
                <p14:nvPr/>
              </p14:nvContentPartPr>
              <p14:xfrm>
                <a:off x="8421982" y="5806976"/>
                <a:ext cx="180000" cy="234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791C3A36-8B9A-4B27-FF98-19D7140B2B3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413342" y="5798336"/>
                  <a:ext cx="197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C5A6082-492D-63A0-C9CA-2617D27DDFFE}"/>
                    </a:ext>
                  </a:extLst>
                </p14:cNvPr>
                <p14:cNvContentPartPr/>
                <p14:nvPr/>
              </p14:nvContentPartPr>
              <p14:xfrm>
                <a:off x="8564182" y="5736056"/>
                <a:ext cx="217800" cy="2221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C5A6082-492D-63A0-C9CA-2617D27DDFFE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555542" y="5727416"/>
                  <a:ext cx="235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D70003D6-9A8B-05F5-F14F-61268D5B586B}"/>
                    </a:ext>
                  </a:extLst>
                </p14:cNvPr>
                <p14:cNvContentPartPr/>
                <p14:nvPr/>
              </p14:nvContentPartPr>
              <p14:xfrm>
                <a:off x="8272942" y="5768096"/>
                <a:ext cx="215640" cy="1666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D70003D6-9A8B-05F5-F14F-61268D5B586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264302" y="5759096"/>
                  <a:ext cx="2332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31D57A6C-E852-5C1D-16ED-8E1A7CD1C3DE}"/>
                    </a:ext>
                  </a:extLst>
                </p14:cNvPr>
                <p14:cNvContentPartPr/>
                <p14:nvPr/>
              </p14:nvContentPartPr>
              <p14:xfrm>
                <a:off x="8405062" y="5943056"/>
                <a:ext cx="65880" cy="363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31D57A6C-E852-5C1D-16ED-8E1A7CD1C3D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396062" y="5934416"/>
                  <a:ext cx="835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4E664226-6625-D473-7193-F3C53F286A25}"/>
              </a:ext>
            </a:extLst>
          </p:cNvPr>
          <p:cNvGrpSpPr/>
          <p:nvPr/>
        </p:nvGrpSpPr>
        <p:grpSpPr>
          <a:xfrm>
            <a:off x="9074662" y="5478656"/>
            <a:ext cx="1004760" cy="481680"/>
            <a:chOff x="9074662" y="5478656"/>
            <a:chExt cx="1004760" cy="48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596704B-9740-AEDA-DE29-C091F6700682}"/>
                    </a:ext>
                  </a:extLst>
                </p14:cNvPr>
                <p14:cNvContentPartPr/>
                <p14:nvPr/>
              </p14:nvContentPartPr>
              <p14:xfrm>
                <a:off x="9074662" y="5676656"/>
                <a:ext cx="253800" cy="2451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596704B-9740-AEDA-DE29-C091F6700682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066022" y="5668016"/>
                  <a:ext cx="271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A12C542E-E35A-B1F8-3C4B-C66B1391C658}"/>
                    </a:ext>
                  </a:extLst>
                </p14:cNvPr>
                <p14:cNvContentPartPr/>
                <p14:nvPr/>
              </p14:nvContentPartPr>
              <p14:xfrm>
                <a:off x="9177982" y="5702576"/>
                <a:ext cx="84960" cy="2458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A12C542E-E35A-B1F8-3C4B-C66B1391C658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168982" y="5693576"/>
                  <a:ext cx="1026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129C821-4150-23FE-775F-2A16365C3761}"/>
                    </a:ext>
                  </a:extLst>
                </p14:cNvPr>
                <p14:cNvContentPartPr/>
                <p14:nvPr/>
              </p14:nvContentPartPr>
              <p14:xfrm>
                <a:off x="9345742" y="5618696"/>
                <a:ext cx="122400" cy="3416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129C821-4150-23FE-775F-2A16365C3761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336742" y="5609696"/>
                  <a:ext cx="140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57D19466-792C-73A6-A0DC-5C8269CB7D05}"/>
                    </a:ext>
                  </a:extLst>
                </p14:cNvPr>
                <p14:cNvContentPartPr/>
                <p14:nvPr/>
              </p14:nvContentPartPr>
              <p14:xfrm>
                <a:off x="9494782" y="5793656"/>
                <a:ext cx="154440" cy="11844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57D19466-792C-73A6-A0DC-5C8269CB7D0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485782" y="5785016"/>
                  <a:ext cx="172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E08D086D-0D97-A06C-79BE-EB04D583AFD2}"/>
                    </a:ext>
                  </a:extLst>
                </p14:cNvPr>
                <p14:cNvContentPartPr/>
                <p14:nvPr/>
              </p14:nvContentPartPr>
              <p14:xfrm>
                <a:off x="9617902" y="5644976"/>
                <a:ext cx="108720" cy="18828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E08D086D-0D97-A06C-79BE-EB04D583AFD2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609262" y="5636336"/>
                  <a:ext cx="126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AB9E7519-6B93-4B78-84FC-D4A87F9798E5}"/>
                    </a:ext>
                  </a:extLst>
                </p14:cNvPr>
                <p14:cNvContentPartPr/>
                <p14:nvPr/>
              </p14:nvContentPartPr>
              <p14:xfrm>
                <a:off x="9593062" y="5478656"/>
                <a:ext cx="8280" cy="262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AB9E7519-6B93-4B78-84FC-D4A87F9798E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584062" y="5470016"/>
                  <a:ext cx="25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26F9870-EFA6-EEAA-3B8E-67BD5483489D}"/>
                    </a:ext>
                  </a:extLst>
                </p14:cNvPr>
                <p14:cNvContentPartPr/>
                <p14:nvPr/>
              </p14:nvContentPartPr>
              <p14:xfrm>
                <a:off x="9731302" y="5587736"/>
                <a:ext cx="178200" cy="795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26F9870-EFA6-EEAA-3B8E-67BD5483489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722302" y="5579096"/>
                  <a:ext cx="195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2707985-BE05-32D0-487A-0B2FBD224A79}"/>
                    </a:ext>
                  </a:extLst>
                </p14:cNvPr>
                <p14:cNvContentPartPr/>
                <p14:nvPr/>
              </p14:nvContentPartPr>
              <p14:xfrm>
                <a:off x="9962422" y="5552816"/>
                <a:ext cx="117000" cy="3549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2707985-BE05-32D0-487A-0B2FBD224A7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953782" y="5544176"/>
                  <a:ext cx="134640" cy="37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6D1B861A-5D8B-135D-9D3E-E24EDCFBB6F6}"/>
              </a:ext>
            </a:extLst>
          </p:cNvPr>
          <p:cNvGrpSpPr/>
          <p:nvPr/>
        </p:nvGrpSpPr>
        <p:grpSpPr>
          <a:xfrm>
            <a:off x="10265542" y="5500976"/>
            <a:ext cx="1001160" cy="427320"/>
            <a:chOff x="10265542" y="5500976"/>
            <a:chExt cx="1001160" cy="42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AFAE0E9-3068-F749-3DC6-0CBE6D2242FB}"/>
                    </a:ext>
                  </a:extLst>
                </p14:cNvPr>
                <p14:cNvContentPartPr/>
                <p14:nvPr/>
              </p14:nvContentPartPr>
              <p14:xfrm>
                <a:off x="10265542" y="5772776"/>
                <a:ext cx="170280" cy="1555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AFAE0E9-3068-F749-3DC6-0CBE6D2242F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256902" y="5764136"/>
                  <a:ext cx="187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5CE305A5-CF6C-0DCD-B055-DBDA2E3ED550}"/>
                    </a:ext>
                  </a:extLst>
                </p14:cNvPr>
                <p14:cNvContentPartPr/>
                <p14:nvPr/>
              </p14:nvContentPartPr>
              <p14:xfrm>
                <a:off x="10414942" y="5681336"/>
                <a:ext cx="105840" cy="122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5CE305A5-CF6C-0DCD-B055-DBDA2E3ED55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406302" y="5672696"/>
                  <a:ext cx="123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3E3BA782-F113-5BD3-7096-4B43C5E0B665}"/>
                    </a:ext>
                  </a:extLst>
                </p14:cNvPr>
                <p14:cNvContentPartPr/>
                <p14:nvPr/>
              </p14:nvContentPartPr>
              <p14:xfrm>
                <a:off x="10594222" y="5629856"/>
                <a:ext cx="101880" cy="2192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3E3BA782-F113-5BD3-7096-4B43C5E0B66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585222" y="5621216"/>
                  <a:ext cx="119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22C5545-E82B-A451-9BE5-7C02FA264C2F}"/>
                    </a:ext>
                  </a:extLst>
                </p14:cNvPr>
                <p14:cNvContentPartPr/>
                <p14:nvPr/>
              </p14:nvContentPartPr>
              <p14:xfrm>
                <a:off x="10547422" y="5500976"/>
                <a:ext cx="11160" cy="252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22C5545-E82B-A451-9BE5-7C02FA264C2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538422" y="5491976"/>
                  <a:ext cx="28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47FBEED-FB10-8988-1AEE-328A843A2F1B}"/>
                    </a:ext>
                  </a:extLst>
                </p14:cNvPr>
                <p14:cNvContentPartPr/>
                <p14:nvPr/>
              </p14:nvContentPartPr>
              <p14:xfrm>
                <a:off x="10707262" y="5556416"/>
                <a:ext cx="186840" cy="1166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47FBEED-FB10-8988-1AEE-328A843A2F1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698262" y="5547776"/>
                  <a:ext cx="204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2600D92-6898-F5A1-B5C5-5E9C3FD9EC3A}"/>
                    </a:ext>
                  </a:extLst>
                </p14:cNvPr>
                <p14:cNvContentPartPr/>
                <p14:nvPr/>
              </p14:nvContentPartPr>
              <p14:xfrm>
                <a:off x="11004622" y="5566136"/>
                <a:ext cx="117360" cy="756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2600D92-6898-F5A1-B5C5-5E9C3FD9EC3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995622" y="5557496"/>
                  <a:ext cx="135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9324E91-863A-8EC2-F926-3A6B0C4A5AA8}"/>
                    </a:ext>
                  </a:extLst>
                </p14:cNvPr>
                <p14:cNvContentPartPr/>
                <p14:nvPr/>
              </p14:nvContentPartPr>
              <p14:xfrm>
                <a:off x="11188942" y="5627696"/>
                <a:ext cx="77760" cy="1087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9324E91-863A-8EC2-F926-3A6B0C4A5AA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179942" y="5618696"/>
                  <a:ext cx="9540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96A67623-442D-432A-5937-F7FA628D7313}"/>
              </a:ext>
            </a:extLst>
          </p:cNvPr>
          <p:cNvGrpSpPr/>
          <p:nvPr/>
        </p:nvGrpSpPr>
        <p:grpSpPr>
          <a:xfrm>
            <a:off x="1403422" y="6175256"/>
            <a:ext cx="2319480" cy="518040"/>
            <a:chOff x="1403422" y="6175256"/>
            <a:chExt cx="231948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634983E-4F73-17E3-B953-66B51B5AD74C}"/>
                    </a:ext>
                  </a:extLst>
                </p14:cNvPr>
                <p14:cNvContentPartPr/>
                <p14:nvPr/>
              </p14:nvContentPartPr>
              <p14:xfrm>
                <a:off x="1431502" y="6220976"/>
                <a:ext cx="295560" cy="2736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634983E-4F73-17E3-B953-66B51B5AD74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422502" y="6211976"/>
                  <a:ext cx="3132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1B0C4AFA-B063-990E-BA5F-F5AC5A34E98F}"/>
                    </a:ext>
                  </a:extLst>
                </p14:cNvPr>
                <p14:cNvContentPartPr/>
                <p14:nvPr/>
              </p14:nvContentPartPr>
              <p14:xfrm>
                <a:off x="1403422" y="6175256"/>
                <a:ext cx="142200" cy="1083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1B0C4AFA-B063-990E-BA5F-F5AC5A34E98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394422" y="6166256"/>
                  <a:ext cx="159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1E3C7BF-E308-2274-7E01-06B6DF80AD4B}"/>
                    </a:ext>
                  </a:extLst>
                </p14:cNvPr>
                <p14:cNvContentPartPr/>
                <p14:nvPr/>
              </p14:nvContentPartPr>
              <p14:xfrm>
                <a:off x="1942702" y="6455696"/>
                <a:ext cx="178560" cy="2282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1E3C7BF-E308-2274-7E01-06B6DF80AD4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934062" y="6446696"/>
                  <a:ext cx="1962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0F0C4A12-DEDE-5C41-BEB2-43CC308E2AAF}"/>
                    </a:ext>
                  </a:extLst>
                </p14:cNvPr>
                <p14:cNvContentPartPr/>
                <p14:nvPr/>
              </p14:nvContentPartPr>
              <p14:xfrm>
                <a:off x="2131702" y="6445616"/>
                <a:ext cx="68760" cy="1069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0F0C4A12-DEDE-5C41-BEB2-43CC308E2AAF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123062" y="6436976"/>
                  <a:ext cx="864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85F327B2-F216-40CB-0760-173068A58786}"/>
                    </a:ext>
                  </a:extLst>
                </p14:cNvPr>
                <p14:cNvContentPartPr/>
                <p14:nvPr/>
              </p14:nvContentPartPr>
              <p14:xfrm>
                <a:off x="2273542" y="6473696"/>
                <a:ext cx="96480" cy="928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85F327B2-F216-40CB-0760-173068A5878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264542" y="6465056"/>
                  <a:ext cx="114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A197852F-FFA0-C57A-DEB0-EE07DEF50BFF}"/>
                    </a:ext>
                  </a:extLst>
                </p14:cNvPr>
                <p14:cNvContentPartPr/>
                <p14:nvPr/>
              </p14:nvContentPartPr>
              <p14:xfrm>
                <a:off x="2422942" y="6496376"/>
                <a:ext cx="107280" cy="486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A197852F-FFA0-C57A-DEB0-EE07DEF50BFF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13942" y="6487376"/>
                  <a:ext cx="1249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8B620AEE-DACA-16F8-DC5E-B9B39873B4EC}"/>
                    </a:ext>
                  </a:extLst>
                </p14:cNvPr>
                <p14:cNvContentPartPr/>
                <p14:nvPr/>
              </p14:nvContentPartPr>
              <p14:xfrm>
                <a:off x="2595022" y="6475136"/>
                <a:ext cx="132840" cy="18576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8B620AEE-DACA-16F8-DC5E-B9B39873B4E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586022" y="6466136"/>
                  <a:ext cx="150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5F5C030-72B4-796B-A09F-970E1CED625B}"/>
                    </a:ext>
                  </a:extLst>
                </p14:cNvPr>
                <p14:cNvContentPartPr/>
                <p14:nvPr/>
              </p14:nvContentPartPr>
              <p14:xfrm>
                <a:off x="2927302" y="6341576"/>
                <a:ext cx="321840" cy="21996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5F5C030-72B4-796B-A09F-970E1CED625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918302" y="6332576"/>
                  <a:ext cx="339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64C0700-10B0-2DE1-7E4D-E93A2F51AFD9}"/>
                    </a:ext>
                  </a:extLst>
                </p14:cNvPr>
                <p14:cNvContentPartPr/>
                <p14:nvPr/>
              </p14:nvContentPartPr>
              <p14:xfrm>
                <a:off x="3241222" y="6275696"/>
                <a:ext cx="148320" cy="2426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64C0700-10B0-2DE1-7E4D-E93A2F51AFD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232582" y="6267056"/>
                  <a:ext cx="1659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A6B4EDA3-E567-DAC3-03B4-B51403A6452A}"/>
                    </a:ext>
                  </a:extLst>
                </p14:cNvPr>
                <p14:cNvContentPartPr/>
                <p14:nvPr/>
              </p14:nvContentPartPr>
              <p14:xfrm>
                <a:off x="3410422" y="6416456"/>
                <a:ext cx="312480" cy="27684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A6B4EDA3-E567-DAC3-03B4-B51403A6452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01422" y="6407816"/>
                  <a:ext cx="330120" cy="294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D08F756-1FA3-13EC-D176-E47A627E37E5}"/>
              </a:ext>
            </a:extLst>
          </p:cNvPr>
          <p:cNvGrpSpPr/>
          <p:nvPr/>
        </p:nvGrpSpPr>
        <p:grpSpPr>
          <a:xfrm>
            <a:off x="1054942" y="706856"/>
            <a:ext cx="4213800" cy="2058480"/>
            <a:chOff x="1054942" y="706856"/>
            <a:chExt cx="4213800" cy="20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103BEB3-47B4-A7E3-32B3-C78A17915D0D}"/>
                    </a:ext>
                  </a:extLst>
                </p14:cNvPr>
                <p14:cNvContentPartPr/>
                <p14:nvPr/>
              </p14:nvContentPartPr>
              <p14:xfrm>
                <a:off x="3045742" y="706856"/>
                <a:ext cx="84960" cy="2058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103BEB3-47B4-A7E3-32B3-C78A17915D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6742" y="698216"/>
                  <a:ext cx="102600" cy="20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0A4C5E4-653D-FB37-A45D-ECD18BFA8176}"/>
                    </a:ext>
                  </a:extLst>
                </p14:cNvPr>
                <p14:cNvContentPartPr/>
                <p14:nvPr/>
              </p14:nvContentPartPr>
              <p14:xfrm>
                <a:off x="1054942" y="1722056"/>
                <a:ext cx="4213800" cy="66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0A4C5E4-653D-FB37-A45D-ECD18BFA81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5942" y="1713056"/>
                  <a:ext cx="4231440" cy="8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9DD1749-559D-CBDF-0C24-B00406C67B9B}"/>
              </a:ext>
            </a:extLst>
          </p:cNvPr>
          <p:cNvGrpSpPr/>
          <p:nvPr/>
        </p:nvGrpSpPr>
        <p:grpSpPr>
          <a:xfrm>
            <a:off x="1228102" y="3598736"/>
            <a:ext cx="4093560" cy="1882080"/>
            <a:chOff x="1228102" y="3598736"/>
            <a:chExt cx="4093560" cy="188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C78871-87AC-A228-961D-86C2ED0F6941}"/>
                    </a:ext>
                  </a:extLst>
                </p14:cNvPr>
                <p14:cNvContentPartPr/>
                <p14:nvPr/>
              </p14:nvContentPartPr>
              <p14:xfrm>
                <a:off x="3109822" y="3598736"/>
                <a:ext cx="64440" cy="1882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C78871-87AC-A228-961D-86C2ED0F69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01182" y="3590096"/>
                  <a:ext cx="82080" cy="18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8653ED2-1E34-51E8-E6B7-3CE0E802C638}"/>
                    </a:ext>
                  </a:extLst>
                </p14:cNvPr>
                <p14:cNvContentPartPr/>
                <p14:nvPr/>
              </p14:nvContentPartPr>
              <p14:xfrm>
                <a:off x="1228102" y="4535456"/>
                <a:ext cx="4093560" cy="90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8653ED2-1E34-51E8-E6B7-3CE0E802C63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9462" y="4526816"/>
                  <a:ext cx="41112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EC91EF-6A78-F672-5FC9-867C40EB0A94}"/>
              </a:ext>
            </a:extLst>
          </p:cNvPr>
          <p:cNvGrpSpPr/>
          <p:nvPr/>
        </p:nvGrpSpPr>
        <p:grpSpPr>
          <a:xfrm>
            <a:off x="5152822" y="1693616"/>
            <a:ext cx="508680" cy="131040"/>
            <a:chOff x="5152822" y="1693616"/>
            <a:chExt cx="50868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953F62C-D5BE-0F13-803F-14824DB5D6D2}"/>
                    </a:ext>
                  </a:extLst>
                </p14:cNvPr>
                <p14:cNvContentPartPr/>
                <p14:nvPr/>
              </p14:nvContentPartPr>
              <p14:xfrm>
                <a:off x="5152822" y="1701536"/>
                <a:ext cx="184680" cy="123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953F62C-D5BE-0F13-803F-14824DB5D6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44182" y="1692896"/>
                  <a:ext cx="202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A2BE9B-E52B-EEB2-7E82-FA1F05BE3EA7}"/>
                    </a:ext>
                  </a:extLst>
                </p14:cNvPr>
                <p14:cNvContentPartPr/>
                <p14:nvPr/>
              </p14:nvContentPartPr>
              <p14:xfrm>
                <a:off x="5454502" y="1693616"/>
                <a:ext cx="207000" cy="12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A2BE9B-E52B-EEB2-7E82-FA1F05BE3E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45502" y="1684616"/>
                  <a:ext cx="2246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BC9E77-F3DB-0CD1-F53A-F3B58D2349E9}"/>
              </a:ext>
            </a:extLst>
          </p:cNvPr>
          <p:cNvGrpSpPr/>
          <p:nvPr/>
        </p:nvGrpSpPr>
        <p:grpSpPr>
          <a:xfrm>
            <a:off x="5278462" y="4487216"/>
            <a:ext cx="432720" cy="130680"/>
            <a:chOff x="5278462" y="4487216"/>
            <a:chExt cx="432720" cy="13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BC44C59-C6D0-E454-A593-24EBF09E5BE0}"/>
                    </a:ext>
                  </a:extLst>
                </p14:cNvPr>
                <p14:cNvContentPartPr/>
                <p14:nvPr/>
              </p14:nvContentPartPr>
              <p14:xfrm>
                <a:off x="5278462" y="4499096"/>
                <a:ext cx="159120" cy="118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BC44C59-C6D0-E454-A593-24EBF09E5B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69462" y="4490456"/>
                  <a:ext cx="176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4D5269-14B6-EC2D-0F79-207C8237D23F}"/>
                    </a:ext>
                  </a:extLst>
                </p14:cNvPr>
                <p14:cNvContentPartPr/>
                <p14:nvPr/>
              </p14:nvContentPartPr>
              <p14:xfrm>
                <a:off x="5536942" y="4487216"/>
                <a:ext cx="174240" cy="107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4D5269-14B6-EC2D-0F79-207C8237D2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27942" y="4478216"/>
                  <a:ext cx="19188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9E4873-45A7-622C-28A7-FADDEC25FAEC}"/>
                  </a:ext>
                </a:extLst>
              </p14:cNvPr>
              <p14:cNvContentPartPr/>
              <p14:nvPr/>
            </p14:nvContentPartPr>
            <p14:xfrm>
              <a:off x="3058342" y="3451136"/>
              <a:ext cx="153000" cy="144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9E4873-45A7-622C-28A7-FADDEC25FA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49342" y="3442136"/>
                <a:ext cx="17064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FE1D11B7-16F1-9D4B-96C5-20352AF08FF7}"/>
              </a:ext>
            </a:extLst>
          </p:cNvPr>
          <p:cNvGrpSpPr/>
          <p:nvPr/>
        </p:nvGrpSpPr>
        <p:grpSpPr>
          <a:xfrm>
            <a:off x="2992822" y="68576"/>
            <a:ext cx="1590840" cy="669240"/>
            <a:chOff x="2992822" y="68576"/>
            <a:chExt cx="1590840" cy="66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8348DD2-21E6-F411-4F61-8CED3C3479E3}"/>
                    </a:ext>
                  </a:extLst>
                </p14:cNvPr>
                <p14:cNvContentPartPr/>
                <p14:nvPr/>
              </p14:nvContentPartPr>
              <p14:xfrm>
                <a:off x="2992822" y="616496"/>
                <a:ext cx="119520" cy="12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8348DD2-21E6-F411-4F61-8CED3C3479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84182" y="607856"/>
                  <a:ext cx="137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3AF98F-4FF5-6514-8EAF-C5F95CBC3501}"/>
                    </a:ext>
                  </a:extLst>
                </p14:cNvPr>
                <p14:cNvContentPartPr/>
                <p14:nvPr/>
              </p14:nvContentPartPr>
              <p14:xfrm>
                <a:off x="3256702" y="282416"/>
                <a:ext cx="214920" cy="214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3AF98F-4FF5-6514-8EAF-C5F95CBC35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47702" y="273776"/>
                  <a:ext cx="232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B8B4F2-F2DF-1820-C229-9CEEEE299CE8}"/>
                    </a:ext>
                  </a:extLst>
                </p14:cNvPr>
                <p14:cNvContentPartPr/>
                <p14:nvPr/>
              </p14:nvContentPartPr>
              <p14:xfrm>
                <a:off x="3604102" y="255056"/>
                <a:ext cx="54000" cy="228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B8B4F2-F2DF-1820-C229-9CEEEE299C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95462" y="246056"/>
                  <a:ext cx="716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BF6412A-7DEC-50EB-EFD1-DDB13B89BF9A}"/>
                    </a:ext>
                  </a:extLst>
                </p14:cNvPr>
                <p14:cNvContentPartPr/>
                <p14:nvPr/>
              </p14:nvContentPartPr>
              <p14:xfrm>
                <a:off x="3625342" y="288896"/>
                <a:ext cx="147600" cy="179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BF6412A-7DEC-50EB-EFD1-DDB13B89BF9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16702" y="279896"/>
                  <a:ext cx="1652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E20673B-466D-E932-D95F-26297845B4C2}"/>
                    </a:ext>
                  </a:extLst>
                </p14:cNvPr>
                <p14:cNvContentPartPr/>
                <p14:nvPr/>
              </p14:nvContentPartPr>
              <p14:xfrm>
                <a:off x="3842782" y="201416"/>
                <a:ext cx="87840" cy="260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E20673B-466D-E932-D95F-26297845B4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33782" y="192416"/>
                  <a:ext cx="1054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5EB8BAE-8185-CA53-DE13-8084D020FB3F}"/>
                    </a:ext>
                  </a:extLst>
                </p14:cNvPr>
                <p14:cNvContentPartPr/>
                <p14:nvPr/>
              </p14:nvContentPartPr>
              <p14:xfrm>
                <a:off x="3960502" y="324896"/>
                <a:ext cx="160200" cy="14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5EB8BAE-8185-CA53-DE13-8084D020FB3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51502" y="315896"/>
                  <a:ext cx="1778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FDC0DB4-5EC1-BDAC-472D-9E2673FFB5D8}"/>
                    </a:ext>
                  </a:extLst>
                </p14:cNvPr>
                <p14:cNvContentPartPr/>
                <p14:nvPr/>
              </p14:nvContentPartPr>
              <p14:xfrm>
                <a:off x="4141222" y="207176"/>
                <a:ext cx="78840" cy="216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FDC0DB4-5EC1-BDAC-472D-9E2673FFB5D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32222" y="198176"/>
                  <a:ext cx="96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183D048-3636-CF3D-1DD8-2E0BF2FAD4A1}"/>
                    </a:ext>
                  </a:extLst>
                </p14:cNvPr>
                <p14:cNvContentPartPr/>
                <p14:nvPr/>
              </p14:nvContentPartPr>
              <p14:xfrm>
                <a:off x="4099822" y="68576"/>
                <a:ext cx="15120" cy="32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183D048-3636-CF3D-1DD8-2E0BF2FAD4A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91182" y="59936"/>
                  <a:ext cx="32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26C8C2-5AC7-F6A0-A3F1-8D5257A6282B}"/>
                    </a:ext>
                  </a:extLst>
                </p14:cNvPr>
                <p14:cNvContentPartPr/>
                <p14:nvPr/>
              </p14:nvContentPartPr>
              <p14:xfrm>
                <a:off x="4210342" y="155336"/>
                <a:ext cx="171720" cy="94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26C8C2-5AC7-F6A0-A3F1-8D5257A628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01342" y="146336"/>
                  <a:ext cx="189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E84E7A6-7F60-C79C-1ADF-021BC408B4A7}"/>
                    </a:ext>
                  </a:extLst>
                </p14:cNvPr>
                <p14:cNvContentPartPr/>
                <p14:nvPr/>
              </p14:nvContentPartPr>
              <p14:xfrm>
                <a:off x="4444342" y="159296"/>
                <a:ext cx="139320" cy="329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E84E7A6-7F60-C79C-1ADF-021BC408B4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35342" y="150656"/>
                  <a:ext cx="1569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861E547-595A-4CC2-713E-FF07DC86DACD}"/>
              </a:ext>
            </a:extLst>
          </p:cNvPr>
          <p:cNvGrpSpPr/>
          <p:nvPr/>
        </p:nvGrpSpPr>
        <p:grpSpPr>
          <a:xfrm>
            <a:off x="3307102" y="2871896"/>
            <a:ext cx="1288800" cy="472680"/>
            <a:chOff x="3307102" y="2871896"/>
            <a:chExt cx="1288800" cy="47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8E5F89-019E-88D4-BA93-57E72C97154A}"/>
                    </a:ext>
                  </a:extLst>
                </p14:cNvPr>
                <p14:cNvContentPartPr/>
                <p14:nvPr/>
              </p14:nvContentPartPr>
              <p14:xfrm>
                <a:off x="3307102" y="3187976"/>
                <a:ext cx="186120" cy="15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8E5F89-019E-88D4-BA93-57E72C9715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98462" y="3178976"/>
                  <a:ext cx="203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BEFA04-F41E-D55C-1300-525C99606BE5}"/>
                    </a:ext>
                  </a:extLst>
                </p14:cNvPr>
                <p14:cNvContentPartPr/>
                <p14:nvPr/>
              </p14:nvContentPartPr>
              <p14:xfrm>
                <a:off x="3676462" y="3131096"/>
                <a:ext cx="54720" cy="189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BEFA04-F41E-D55C-1300-525C99606B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67462" y="3122456"/>
                  <a:ext cx="72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57CB3F0-F7B0-3E3F-D22D-C2C2CC5D75F9}"/>
                    </a:ext>
                  </a:extLst>
                </p14:cNvPr>
                <p14:cNvContentPartPr/>
                <p14:nvPr/>
              </p14:nvContentPartPr>
              <p14:xfrm>
                <a:off x="3684022" y="3110576"/>
                <a:ext cx="138960" cy="212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57CB3F0-F7B0-3E3F-D22D-C2C2CC5D75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75022" y="3101936"/>
                  <a:ext cx="156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12359B-115D-AAA5-6CDA-63183551B7DC}"/>
                    </a:ext>
                  </a:extLst>
                </p14:cNvPr>
                <p14:cNvContentPartPr/>
                <p14:nvPr/>
              </p14:nvContentPartPr>
              <p14:xfrm>
                <a:off x="3879862" y="3070256"/>
                <a:ext cx="101880" cy="243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12359B-115D-AAA5-6CDA-63183551B7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70862" y="3061256"/>
                  <a:ext cx="119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D4F562-1665-FE97-9C0E-948E376EDF36}"/>
                    </a:ext>
                  </a:extLst>
                </p14:cNvPr>
                <p14:cNvContentPartPr/>
                <p14:nvPr/>
              </p14:nvContentPartPr>
              <p14:xfrm>
                <a:off x="3976342" y="3172856"/>
                <a:ext cx="170640" cy="118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D4F562-1665-FE97-9C0E-948E376EDF3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7702" y="3164216"/>
                  <a:ext cx="188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61A63C8-05C0-06A9-7253-45BA96360ABE}"/>
                    </a:ext>
                  </a:extLst>
                </p14:cNvPr>
                <p14:cNvContentPartPr/>
                <p14:nvPr/>
              </p14:nvContentPartPr>
              <p14:xfrm>
                <a:off x="4136902" y="3029936"/>
                <a:ext cx="87120" cy="175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61A63C8-05C0-06A9-7253-45BA96360A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127902" y="3021296"/>
                  <a:ext cx="104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AB8CF8-9BC3-9898-3128-012B5D2D1C90}"/>
                    </a:ext>
                  </a:extLst>
                </p14:cNvPr>
                <p14:cNvContentPartPr/>
                <p14:nvPr/>
              </p14:nvContentPartPr>
              <p14:xfrm>
                <a:off x="4087942" y="2871896"/>
                <a:ext cx="11160" cy="15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AB8CF8-9BC3-9898-3128-012B5D2D1C9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79302" y="2863256"/>
                  <a:ext cx="28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8AC2B7-099C-597B-7F99-DC4A76D3D8DF}"/>
                    </a:ext>
                  </a:extLst>
                </p14:cNvPr>
                <p14:cNvContentPartPr/>
                <p14:nvPr/>
              </p14:nvContentPartPr>
              <p14:xfrm>
                <a:off x="4231582" y="2955416"/>
                <a:ext cx="172080" cy="97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8AC2B7-099C-597B-7F99-DC4A76D3D8D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22582" y="2946416"/>
                  <a:ext cx="1897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B64B6D0-B0BE-9EC2-3C68-DCA7CC5BFF7D}"/>
                    </a:ext>
                  </a:extLst>
                </p14:cNvPr>
                <p14:cNvContentPartPr/>
                <p14:nvPr/>
              </p14:nvContentPartPr>
              <p14:xfrm>
                <a:off x="4465582" y="2971616"/>
                <a:ext cx="130320" cy="341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B64B6D0-B0BE-9EC2-3C68-DCA7CC5BFF7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56582" y="2962976"/>
                  <a:ext cx="147960" cy="35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96B912-F32C-1FED-F1CE-A6CE7C194A6F}"/>
              </a:ext>
            </a:extLst>
          </p:cNvPr>
          <p:cNvGrpSpPr/>
          <p:nvPr/>
        </p:nvGrpSpPr>
        <p:grpSpPr>
          <a:xfrm>
            <a:off x="1916422" y="3820136"/>
            <a:ext cx="2654280" cy="1504800"/>
            <a:chOff x="1916422" y="3820136"/>
            <a:chExt cx="2654280" cy="150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A96DA99-66BE-4924-3383-F6206D47FA53}"/>
                    </a:ext>
                  </a:extLst>
                </p14:cNvPr>
                <p14:cNvContentPartPr/>
                <p14:nvPr/>
              </p14:nvContentPartPr>
              <p14:xfrm>
                <a:off x="2116942" y="3921296"/>
                <a:ext cx="2453760" cy="1403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A96DA99-66BE-4924-3383-F6206D47FA5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08302" y="3912296"/>
                  <a:ext cx="2471400" cy="14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4138A89-5911-2B62-C5B5-13C6312DE345}"/>
                    </a:ext>
                  </a:extLst>
                </p14:cNvPr>
                <p14:cNvContentPartPr/>
                <p14:nvPr/>
              </p14:nvContentPartPr>
              <p14:xfrm>
                <a:off x="1916422" y="3820136"/>
                <a:ext cx="279360" cy="156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4138A89-5911-2B62-C5B5-13C6312DE3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07782" y="3811496"/>
                  <a:ext cx="29700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A44CF3F-CBCF-FF63-C058-E76FA8A2B863}"/>
              </a:ext>
            </a:extLst>
          </p:cNvPr>
          <p:cNvGrpSpPr/>
          <p:nvPr/>
        </p:nvGrpSpPr>
        <p:grpSpPr>
          <a:xfrm>
            <a:off x="6169822" y="1386536"/>
            <a:ext cx="5529240" cy="1559160"/>
            <a:chOff x="6169822" y="1386536"/>
            <a:chExt cx="5529240" cy="15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C54FA4-75E4-24A3-885B-55AA3D32F002}"/>
                    </a:ext>
                  </a:extLst>
                </p14:cNvPr>
                <p14:cNvContentPartPr/>
                <p14:nvPr/>
              </p14:nvContentPartPr>
              <p14:xfrm>
                <a:off x="6232822" y="1717736"/>
                <a:ext cx="256680" cy="129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C54FA4-75E4-24A3-885B-55AA3D32F0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24182" y="1708736"/>
                  <a:ext cx="274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12AA97A-94EB-0BF7-082D-B8D1A68781A2}"/>
                    </a:ext>
                  </a:extLst>
                </p14:cNvPr>
                <p14:cNvContentPartPr/>
                <p14:nvPr/>
              </p14:nvContentPartPr>
              <p14:xfrm>
                <a:off x="6169822" y="1736456"/>
                <a:ext cx="174240" cy="135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12AA97A-94EB-0BF7-082D-B8D1A68781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61182" y="1727816"/>
                  <a:ext cx="191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136A796-91CB-C8A4-824A-25E443A37D60}"/>
                    </a:ext>
                  </a:extLst>
                </p14:cNvPr>
                <p14:cNvContentPartPr/>
                <p14:nvPr/>
              </p14:nvContentPartPr>
              <p14:xfrm>
                <a:off x="6639982" y="1663736"/>
                <a:ext cx="196920" cy="73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136A796-91CB-C8A4-824A-25E443A37D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630982" y="1655096"/>
                  <a:ext cx="214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461B6C1-B757-4520-0DFC-003D7355B2F1}"/>
                    </a:ext>
                  </a:extLst>
                </p14:cNvPr>
                <p14:cNvContentPartPr/>
                <p14:nvPr/>
              </p14:nvContentPartPr>
              <p14:xfrm>
                <a:off x="6895222" y="1642496"/>
                <a:ext cx="73800" cy="68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461B6C1-B757-4520-0DFC-003D7355B2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86222" y="1633856"/>
                  <a:ext cx="91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1EFC169-7DCB-98EC-4DA3-AEEF136F9596}"/>
                    </a:ext>
                  </a:extLst>
                </p14:cNvPr>
                <p14:cNvContentPartPr/>
                <p14:nvPr/>
              </p14:nvContentPartPr>
              <p14:xfrm>
                <a:off x="7049302" y="1653296"/>
                <a:ext cx="172080" cy="47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1EFC169-7DCB-98EC-4DA3-AEEF136F959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40302" y="1644296"/>
                  <a:ext cx="189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91F810-1D6A-8660-A9B2-12E78F6DED3F}"/>
                    </a:ext>
                  </a:extLst>
                </p14:cNvPr>
                <p14:cNvContentPartPr/>
                <p14:nvPr/>
              </p14:nvContentPartPr>
              <p14:xfrm>
                <a:off x="7395262" y="1411016"/>
                <a:ext cx="252000" cy="279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91F810-1D6A-8660-A9B2-12E78F6DED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86622" y="1402016"/>
                  <a:ext cx="2696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D4D0D4-3E29-31A2-E494-60E97BCE9FE1}"/>
                    </a:ext>
                  </a:extLst>
                </p14:cNvPr>
                <p14:cNvContentPartPr/>
                <p14:nvPr/>
              </p14:nvContentPartPr>
              <p14:xfrm>
                <a:off x="7551862" y="1415336"/>
                <a:ext cx="13320" cy="60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D4D0D4-3E29-31A2-E494-60E97BCE9F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43222" y="1406336"/>
                  <a:ext cx="30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E4B8098-3AE1-0F87-BE9B-F68351F2C9C8}"/>
                    </a:ext>
                  </a:extLst>
                </p14:cNvPr>
                <p14:cNvContentPartPr/>
                <p14:nvPr/>
              </p14:nvContentPartPr>
              <p14:xfrm>
                <a:off x="7676422" y="1459976"/>
                <a:ext cx="361440" cy="127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E4B8098-3AE1-0F87-BE9B-F68351F2C9C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67782" y="1450976"/>
                  <a:ext cx="3790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997A81E-D23F-92E7-90E2-E33C1AA30732}"/>
                    </a:ext>
                  </a:extLst>
                </p14:cNvPr>
                <p14:cNvContentPartPr/>
                <p14:nvPr/>
              </p14:nvContentPartPr>
              <p14:xfrm>
                <a:off x="8118502" y="1386536"/>
                <a:ext cx="266400" cy="160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997A81E-D23F-92E7-90E2-E33C1AA3073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09862" y="1377896"/>
                  <a:ext cx="284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D841481-411E-C89E-C351-6727726EE2A0}"/>
                    </a:ext>
                  </a:extLst>
                </p14:cNvPr>
                <p14:cNvContentPartPr/>
                <p14:nvPr/>
              </p14:nvContentPartPr>
              <p14:xfrm>
                <a:off x="7349902" y="1632056"/>
                <a:ext cx="39960" cy="1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D841481-411E-C89E-C351-6727726EE2A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41262" y="1623056"/>
                  <a:ext cx="57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547C4F-684B-8312-F53A-6D82FD2DAA68}"/>
                    </a:ext>
                  </a:extLst>
                </p14:cNvPr>
                <p14:cNvContentPartPr/>
                <p14:nvPr/>
              </p14:nvContentPartPr>
              <p14:xfrm>
                <a:off x="6771382" y="2020136"/>
                <a:ext cx="98280" cy="101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547C4F-684B-8312-F53A-6D82FD2DAA6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62382" y="2011136"/>
                  <a:ext cx="115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FBC029-FEC3-02E6-830F-9BFB9773D9F7}"/>
                    </a:ext>
                  </a:extLst>
                </p14:cNvPr>
                <p14:cNvContentPartPr/>
                <p14:nvPr/>
              </p14:nvContentPartPr>
              <p14:xfrm>
                <a:off x="6940222" y="2024456"/>
                <a:ext cx="212040" cy="76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FBC029-FEC3-02E6-830F-9BFB9773D9F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31222" y="2015456"/>
                  <a:ext cx="229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390A5ED-34DA-5D8C-A3DB-0D34D4152995}"/>
                    </a:ext>
                  </a:extLst>
                </p14:cNvPr>
                <p14:cNvContentPartPr/>
                <p14:nvPr/>
              </p14:nvContentPartPr>
              <p14:xfrm>
                <a:off x="7171342" y="1976936"/>
                <a:ext cx="88920" cy="130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390A5ED-34DA-5D8C-A3DB-0D34D41529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62702" y="1968296"/>
                  <a:ext cx="106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9C1D96C-1B3A-647B-D93B-31FAA46CEAF5}"/>
                    </a:ext>
                  </a:extLst>
                </p14:cNvPr>
                <p14:cNvContentPartPr/>
                <p14:nvPr/>
              </p14:nvContentPartPr>
              <p14:xfrm>
                <a:off x="7352062" y="2041376"/>
                <a:ext cx="3600" cy="1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9C1D96C-1B3A-647B-D93B-31FAA46CEA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43422" y="2032376"/>
                  <a:ext cx="21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E0C09B-0919-9BE5-607B-FABC617F24C0}"/>
                    </a:ext>
                  </a:extLst>
                </p14:cNvPr>
                <p14:cNvContentPartPr/>
                <p14:nvPr/>
              </p14:nvContentPartPr>
              <p14:xfrm>
                <a:off x="7277902" y="1908536"/>
                <a:ext cx="5760" cy="1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E0C09B-0919-9BE5-607B-FABC617F24C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68902" y="1899896"/>
                  <a:ext cx="23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F9E7EFC-5592-8809-A299-A959F973EC44}"/>
                    </a:ext>
                  </a:extLst>
                </p14:cNvPr>
                <p14:cNvContentPartPr/>
                <p14:nvPr/>
              </p14:nvContentPartPr>
              <p14:xfrm>
                <a:off x="7426942" y="1916456"/>
                <a:ext cx="200160" cy="147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F9E7EFC-5592-8809-A299-A959F973EC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18302" y="1907456"/>
                  <a:ext cx="217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56723E2-8AC4-55D0-734F-D5EB0BBFC9AE}"/>
                    </a:ext>
                  </a:extLst>
                </p14:cNvPr>
                <p14:cNvContentPartPr/>
                <p14:nvPr/>
              </p14:nvContentPartPr>
              <p14:xfrm>
                <a:off x="7536742" y="1904576"/>
                <a:ext cx="188280" cy="14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56723E2-8AC4-55D0-734F-D5EB0BBFC9A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27742" y="1895936"/>
                  <a:ext cx="205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BC5A22E-68FC-0A15-93F5-0AC89444ADAA}"/>
                    </a:ext>
                  </a:extLst>
                </p14:cNvPr>
                <p14:cNvContentPartPr/>
                <p14:nvPr/>
              </p14:nvContentPartPr>
              <p14:xfrm>
                <a:off x="7952902" y="1817096"/>
                <a:ext cx="259920" cy="107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BC5A22E-68FC-0A15-93F5-0AC89444ADA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44262" y="1808456"/>
                  <a:ext cx="277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B682AB4-FA8E-8371-999F-C7C20E00C953}"/>
                    </a:ext>
                  </a:extLst>
                </p14:cNvPr>
                <p14:cNvContentPartPr/>
                <p14:nvPr/>
              </p14:nvContentPartPr>
              <p14:xfrm>
                <a:off x="8298502" y="1834016"/>
                <a:ext cx="32400" cy="58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B682AB4-FA8E-8371-999F-C7C20E00C95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89862" y="1825016"/>
                  <a:ext cx="50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D46E87D-33CD-D408-DEAB-0C15802CB0BA}"/>
                    </a:ext>
                  </a:extLst>
                </p14:cNvPr>
                <p14:cNvContentPartPr/>
                <p14:nvPr/>
              </p14:nvContentPartPr>
              <p14:xfrm>
                <a:off x="8256022" y="1731776"/>
                <a:ext cx="5760" cy="1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D46E87D-33CD-D408-DEAB-0C15802CB0B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47022" y="1722776"/>
                  <a:ext cx="23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9B9F53-32E1-D7E2-C213-9AD023F0CC40}"/>
                    </a:ext>
                  </a:extLst>
                </p14:cNvPr>
                <p14:cNvContentPartPr/>
                <p14:nvPr/>
              </p14:nvContentPartPr>
              <p14:xfrm>
                <a:off x="8314342" y="1658336"/>
                <a:ext cx="121320" cy="210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9B9F53-32E1-D7E2-C213-9AD023F0CC4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05702" y="1649696"/>
                  <a:ext cx="138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B37C30-CBC2-A4F8-DBF7-CB7F72081F61}"/>
                    </a:ext>
                  </a:extLst>
                </p14:cNvPr>
                <p14:cNvContentPartPr/>
                <p14:nvPr/>
              </p14:nvContentPartPr>
              <p14:xfrm>
                <a:off x="8373022" y="1599296"/>
                <a:ext cx="282240" cy="216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B37C30-CBC2-A4F8-DBF7-CB7F72081F6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64022" y="1590656"/>
                  <a:ext cx="299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DF4D84-47D6-2F29-8F43-A28E0C02DCBC}"/>
                    </a:ext>
                  </a:extLst>
                </p14:cNvPr>
                <p14:cNvContentPartPr/>
                <p14:nvPr/>
              </p14:nvContentPartPr>
              <p14:xfrm>
                <a:off x="8867302" y="1610096"/>
                <a:ext cx="224640" cy="128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DF4D84-47D6-2F29-8F43-A28E0C02DCB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58662" y="1601456"/>
                  <a:ext cx="242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124369A-60D8-8D11-C092-6EEAC9D65981}"/>
                    </a:ext>
                  </a:extLst>
                </p14:cNvPr>
                <p14:cNvContentPartPr/>
                <p14:nvPr/>
              </p14:nvContentPartPr>
              <p14:xfrm>
                <a:off x="8684422" y="2227136"/>
                <a:ext cx="204840" cy="107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124369A-60D8-8D11-C092-6EEAC9D6598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75782" y="2218136"/>
                  <a:ext cx="222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82DE9FD-7C0E-A793-7389-B9E64303F211}"/>
                    </a:ext>
                  </a:extLst>
                </p14:cNvPr>
                <p14:cNvContentPartPr/>
                <p14:nvPr/>
              </p14:nvContentPartPr>
              <p14:xfrm>
                <a:off x="9005542" y="2333696"/>
                <a:ext cx="47520" cy="79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82DE9FD-7C0E-A793-7389-B9E64303F21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996902" y="2324696"/>
                  <a:ext cx="651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F97F029-DA58-A1BE-5D78-A3161ED5D846}"/>
                    </a:ext>
                  </a:extLst>
                </p14:cNvPr>
                <p14:cNvContentPartPr/>
                <p14:nvPr/>
              </p14:nvContentPartPr>
              <p14:xfrm>
                <a:off x="9186262" y="2174576"/>
                <a:ext cx="256320" cy="115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F97F029-DA58-A1BE-5D78-A3161ED5D84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77622" y="2165936"/>
                  <a:ext cx="273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92F386F-D6F8-E12C-2903-F073F3399EF0}"/>
                    </a:ext>
                  </a:extLst>
                </p14:cNvPr>
                <p14:cNvContentPartPr/>
                <p14:nvPr/>
              </p14:nvContentPartPr>
              <p14:xfrm>
                <a:off x="9492982" y="2137496"/>
                <a:ext cx="162720" cy="91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92F386F-D6F8-E12C-2903-F073F3399E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84342" y="2128496"/>
                  <a:ext cx="180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9ABA7B4-0C75-5F15-6E5A-E3CB39A0CBAA}"/>
                    </a:ext>
                  </a:extLst>
                </p14:cNvPr>
                <p14:cNvContentPartPr/>
                <p14:nvPr/>
              </p14:nvContentPartPr>
              <p14:xfrm>
                <a:off x="9733822" y="2158376"/>
                <a:ext cx="108000" cy="21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9ABA7B4-0C75-5F15-6E5A-E3CB39A0CBA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25182" y="2149376"/>
                  <a:ext cx="125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4BA3FF-5BC3-88F8-C143-FACF15D85C4B}"/>
                    </a:ext>
                  </a:extLst>
                </p14:cNvPr>
                <p14:cNvContentPartPr/>
                <p14:nvPr/>
              </p14:nvContentPartPr>
              <p14:xfrm>
                <a:off x="9833182" y="1934816"/>
                <a:ext cx="150840" cy="276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4BA3FF-5BC3-88F8-C143-FACF15D85C4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24542" y="1926176"/>
                  <a:ext cx="1684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052EFB1-C6A5-A7D7-69AF-369B539ECF77}"/>
                    </a:ext>
                  </a:extLst>
                </p14:cNvPr>
                <p14:cNvContentPartPr/>
                <p14:nvPr/>
              </p14:nvContentPartPr>
              <p14:xfrm>
                <a:off x="10034062" y="1929416"/>
                <a:ext cx="107280" cy="225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052EFB1-C6A5-A7D7-69AF-369B539ECF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25422" y="1920416"/>
                  <a:ext cx="124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06022CC-7EC3-EDD5-CCF1-7F0C8C0C8110}"/>
                    </a:ext>
                  </a:extLst>
                </p14:cNvPr>
                <p14:cNvContentPartPr/>
                <p14:nvPr/>
              </p14:nvContentPartPr>
              <p14:xfrm>
                <a:off x="10308022" y="1892336"/>
                <a:ext cx="308160" cy="186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06022CC-7EC3-EDD5-CCF1-7F0C8C0C811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99382" y="1883696"/>
                  <a:ext cx="325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386EDD3-9A9B-4404-4B91-CEB174DBCFF1}"/>
                    </a:ext>
                  </a:extLst>
                </p14:cNvPr>
                <p14:cNvContentPartPr/>
                <p14:nvPr/>
              </p14:nvContentPartPr>
              <p14:xfrm>
                <a:off x="10812382" y="1744016"/>
                <a:ext cx="266760" cy="238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386EDD3-9A9B-4404-4B91-CEB174DBCFF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803382" y="1735376"/>
                  <a:ext cx="284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9F6733F-463A-870C-C04C-63BDA3B1E5D0}"/>
                    </a:ext>
                  </a:extLst>
                </p14:cNvPr>
                <p14:cNvContentPartPr/>
                <p14:nvPr/>
              </p14:nvContentPartPr>
              <p14:xfrm>
                <a:off x="11045662" y="1693976"/>
                <a:ext cx="128520" cy="246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9F6733F-463A-870C-C04C-63BDA3B1E5D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36662" y="1685336"/>
                  <a:ext cx="1461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88F0006-2D3A-52AA-73CF-A1A0FABD68DC}"/>
                    </a:ext>
                  </a:extLst>
                </p14:cNvPr>
                <p14:cNvContentPartPr/>
                <p14:nvPr/>
              </p14:nvContentPartPr>
              <p14:xfrm>
                <a:off x="11184622" y="1777496"/>
                <a:ext cx="354600" cy="334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88F0006-2D3A-52AA-73CF-A1A0FABD68D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175622" y="1768856"/>
                  <a:ext cx="3722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7862738-6F68-FCC5-89B4-51C70A41730B}"/>
                    </a:ext>
                  </a:extLst>
                </p14:cNvPr>
                <p14:cNvContentPartPr/>
                <p14:nvPr/>
              </p14:nvContentPartPr>
              <p14:xfrm>
                <a:off x="11595382" y="1627736"/>
                <a:ext cx="103680" cy="237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7862738-6F68-FCC5-89B4-51C70A41730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586382" y="1618736"/>
                  <a:ext cx="1213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CBD60FF-024B-B992-45C6-A42B7E67F403}"/>
                    </a:ext>
                  </a:extLst>
                </p14:cNvPr>
                <p14:cNvContentPartPr/>
                <p14:nvPr/>
              </p14:nvContentPartPr>
              <p14:xfrm>
                <a:off x="9016342" y="2647256"/>
                <a:ext cx="165600" cy="192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CBD60FF-024B-B992-45C6-A42B7E67F40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007342" y="2638616"/>
                  <a:ext cx="1832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EA44568-61EA-22B1-0E65-2738DD5550C8}"/>
                    </a:ext>
                  </a:extLst>
                </p14:cNvPr>
                <p14:cNvContentPartPr/>
                <p14:nvPr/>
              </p14:nvContentPartPr>
              <p14:xfrm>
                <a:off x="9203902" y="2735096"/>
                <a:ext cx="174600" cy="210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EA44568-61EA-22B1-0E65-2738DD5550C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94902" y="2726096"/>
                  <a:ext cx="192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049DE12-0802-807C-4E0B-C6AE3CDFAB53}"/>
                    </a:ext>
                  </a:extLst>
                </p14:cNvPr>
                <p14:cNvContentPartPr/>
                <p14:nvPr/>
              </p14:nvContentPartPr>
              <p14:xfrm>
                <a:off x="9574342" y="2681456"/>
                <a:ext cx="244440" cy="47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049DE12-0802-807C-4E0B-C6AE3CDFAB5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565702" y="2672456"/>
                  <a:ext cx="262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35F4DC4-337C-FB3F-B523-F5DDE298B930}"/>
                    </a:ext>
                  </a:extLst>
                </p14:cNvPr>
                <p14:cNvContentPartPr/>
                <p14:nvPr/>
              </p14:nvContentPartPr>
              <p14:xfrm>
                <a:off x="9881422" y="2630696"/>
                <a:ext cx="65520" cy="64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35F4DC4-337C-FB3F-B523-F5DDE298B93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72422" y="2622056"/>
                  <a:ext cx="83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F076204-BDB9-ED19-0BC5-5EF23E9B6530}"/>
                    </a:ext>
                  </a:extLst>
                </p14:cNvPr>
                <p14:cNvContentPartPr/>
                <p14:nvPr/>
              </p14:nvContentPartPr>
              <p14:xfrm>
                <a:off x="9982942" y="2546816"/>
                <a:ext cx="107280" cy="111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F076204-BDB9-ED19-0BC5-5EF23E9B653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73942" y="2537816"/>
                  <a:ext cx="124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D0A42C9-BBBF-64ED-F77B-CD276A5887B5}"/>
                    </a:ext>
                  </a:extLst>
                </p14:cNvPr>
                <p14:cNvContentPartPr/>
                <p14:nvPr/>
              </p14:nvContentPartPr>
              <p14:xfrm>
                <a:off x="10126942" y="2536376"/>
                <a:ext cx="123120" cy="96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D0A42C9-BBBF-64ED-F77B-CD276A5887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18302" y="2527376"/>
                  <a:ext cx="140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2C883E4-2541-4BE1-2B95-C6666AB6B129}"/>
                    </a:ext>
                  </a:extLst>
                </p14:cNvPr>
                <p14:cNvContentPartPr/>
                <p14:nvPr/>
              </p14:nvContentPartPr>
              <p14:xfrm>
                <a:off x="10423222" y="2361776"/>
                <a:ext cx="113400" cy="195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2C883E4-2541-4BE1-2B95-C6666AB6B12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14222" y="2353136"/>
                  <a:ext cx="1310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CCD69C9-E5BF-241D-BA86-E8153F97949A}"/>
                    </a:ext>
                  </a:extLst>
                </p14:cNvPr>
                <p14:cNvContentPartPr/>
                <p14:nvPr/>
              </p14:nvContentPartPr>
              <p14:xfrm>
                <a:off x="10387582" y="2477336"/>
                <a:ext cx="123120" cy="15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CCD69C9-E5BF-241D-BA86-E8153F97949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378582" y="2468336"/>
                  <a:ext cx="140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FF4BC84-EFD9-7469-5009-0D79662AB3FD}"/>
                    </a:ext>
                  </a:extLst>
                </p14:cNvPr>
                <p14:cNvContentPartPr/>
                <p14:nvPr/>
              </p14:nvContentPartPr>
              <p14:xfrm>
                <a:off x="10494142" y="2333696"/>
                <a:ext cx="198720" cy="181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FF4BC84-EFD9-7469-5009-0D79662AB3F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85502" y="2324696"/>
                  <a:ext cx="216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4BC7AE0-CE07-CC65-5850-8DBB925232E9}"/>
                    </a:ext>
                  </a:extLst>
                </p14:cNvPr>
                <p14:cNvContentPartPr/>
                <p14:nvPr/>
              </p14:nvContentPartPr>
              <p14:xfrm>
                <a:off x="10734622" y="2400656"/>
                <a:ext cx="310320" cy="92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4BC7AE0-CE07-CC65-5850-8DBB925232E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725982" y="2391656"/>
                  <a:ext cx="327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FAC4406-2A54-7EFA-B4D8-016751EFDA9B}"/>
                    </a:ext>
                  </a:extLst>
                </p14:cNvPr>
                <p14:cNvContentPartPr/>
                <p14:nvPr/>
              </p14:nvContentPartPr>
              <p14:xfrm>
                <a:off x="11217022" y="2285816"/>
                <a:ext cx="235440" cy="138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FAC4406-2A54-7EFA-B4D8-016751EFDA9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208382" y="2277176"/>
                  <a:ext cx="253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8F2C39D-2C3F-3AE2-3B21-D9CB4324C629}"/>
                    </a:ext>
                  </a:extLst>
                </p14:cNvPr>
                <p14:cNvContentPartPr/>
                <p14:nvPr/>
              </p14:nvContentPartPr>
              <p14:xfrm>
                <a:off x="11531302" y="2359256"/>
                <a:ext cx="70200" cy="92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8F2C39D-2C3F-3AE2-3B21-D9CB4324C62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22662" y="2350256"/>
                  <a:ext cx="878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88729F0-1F19-8D42-5115-A32B72BAB0AD}"/>
              </a:ext>
            </a:extLst>
          </p:cNvPr>
          <p:cNvGrpSpPr/>
          <p:nvPr/>
        </p:nvGrpSpPr>
        <p:grpSpPr>
          <a:xfrm>
            <a:off x="3390262" y="4199936"/>
            <a:ext cx="958680" cy="392040"/>
            <a:chOff x="3390262" y="4199936"/>
            <a:chExt cx="95868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318A7C6-07DA-4D02-4D52-C9C77ACF2039}"/>
                    </a:ext>
                  </a:extLst>
                </p14:cNvPr>
                <p14:cNvContentPartPr/>
                <p14:nvPr/>
              </p14:nvContentPartPr>
              <p14:xfrm>
                <a:off x="3477742" y="4487216"/>
                <a:ext cx="30960" cy="104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318A7C6-07DA-4D02-4D52-C9C77ACF203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469102" y="4478216"/>
                  <a:ext cx="48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6F5C93B-EE54-0038-8B45-B242188ECDBC}"/>
                    </a:ext>
                  </a:extLst>
                </p14:cNvPr>
                <p14:cNvContentPartPr/>
                <p14:nvPr/>
              </p14:nvContentPartPr>
              <p14:xfrm>
                <a:off x="3390262" y="4205336"/>
                <a:ext cx="185760" cy="122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6F5C93B-EE54-0038-8B45-B242188ECDB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381262" y="4196336"/>
                  <a:ext cx="203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128AA9F-224D-00AA-2D10-11D61F5321B2}"/>
                    </a:ext>
                  </a:extLst>
                </p14:cNvPr>
                <p14:cNvContentPartPr/>
                <p14:nvPr/>
              </p14:nvContentPartPr>
              <p14:xfrm>
                <a:off x="3602302" y="4291376"/>
                <a:ext cx="124200" cy="74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128AA9F-224D-00AA-2D10-11D61F5321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593302" y="4282736"/>
                  <a:ext cx="141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D15B16F-EBEB-12BA-8590-669516EDD82E}"/>
                    </a:ext>
                  </a:extLst>
                </p14:cNvPr>
                <p14:cNvContentPartPr/>
                <p14:nvPr/>
              </p14:nvContentPartPr>
              <p14:xfrm>
                <a:off x="4103782" y="4459496"/>
                <a:ext cx="21600" cy="125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D15B16F-EBEB-12BA-8590-669516EDD82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095142" y="4450856"/>
                  <a:ext cx="39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9B46F84-1500-139C-AE8F-24D4478599F7}"/>
                    </a:ext>
                  </a:extLst>
                </p14:cNvPr>
                <p14:cNvContentPartPr/>
                <p14:nvPr/>
              </p14:nvContentPartPr>
              <p14:xfrm>
                <a:off x="4040062" y="4199936"/>
                <a:ext cx="172080" cy="117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9B46F84-1500-139C-AE8F-24D4478599F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31422" y="4191296"/>
                  <a:ext cx="189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7A13406-C0B7-211C-EA43-DAD170A49397}"/>
                    </a:ext>
                  </a:extLst>
                </p14:cNvPr>
                <p14:cNvContentPartPr/>
                <p14:nvPr/>
              </p14:nvContentPartPr>
              <p14:xfrm>
                <a:off x="4306102" y="4295336"/>
                <a:ext cx="42840" cy="100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7A13406-C0B7-211C-EA43-DAD170A4939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97102" y="4286696"/>
                  <a:ext cx="60480" cy="11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D86BE59F-76A2-C8CC-2BD5-8D996621B550}"/>
                  </a:ext>
                </a:extLst>
              </p14:cNvPr>
              <p14:cNvContentPartPr/>
              <p14:nvPr/>
            </p14:nvContentPartPr>
            <p14:xfrm>
              <a:off x="3471262" y="4605296"/>
              <a:ext cx="27000" cy="2671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D86BE59F-76A2-C8CC-2BD5-8D996621B55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462262" y="4596296"/>
                <a:ext cx="446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B129D2F-89AB-13BB-2102-F937A836A62E}"/>
                  </a:ext>
                </a:extLst>
              </p14:cNvPr>
              <p14:cNvContentPartPr/>
              <p14:nvPr/>
            </p14:nvContentPartPr>
            <p14:xfrm>
              <a:off x="4096582" y="4623656"/>
              <a:ext cx="7920" cy="518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B129D2F-89AB-13BB-2102-F937A836A62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087582" y="4615016"/>
                <a:ext cx="2556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531A6DC-5D06-ED8F-D0D3-FA31E34323EB}"/>
                  </a:ext>
                </a:extLst>
              </p14:cNvPr>
              <p14:cNvContentPartPr/>
              <p14:nvPr/>
            </p14:nvContentPartPr>
            <p14:xfrm>
              <a:off x="4087942" y="4970696"/>
              <a:ext cx="28080" cy="140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531A6DC-5D06-ED8F-D0D3-FA31E34323EB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079302" y="4961696"/>
                <a:ext cx="45720" cy="15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C7DB18E-0B32-39AA-1C18-890BFF2B79CD}"/>
              </a:ext>
            </a:extLst>
          </p:cNvPr>
          <p:cNvGrpSpPr/>
          <p:nvPr/>
        </p:nvGrpSpPr>
        <p:grpSpPr>
          <a:xfrm>
            <a:off x="1380742" y="839696"/>
            <a:ext cx="3613320" cy="1839960"/>
            <a:chOff x="1380742" y="839696"/>
            <a:chExt cx="3613320" cy="18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2B6EDB-B780-0F03-1EDB-A22BE0A69151}"/>
                    </a:ext>
                  </a:extLst>
                </p14:cNvPr>
                <p14:cNvContentPartPr/>
                <p14:nvPr/>
              </p14:nvContentPartPr>
              <p14:xfrm>
                <a:off x="3099382" y="1727456"/>
                <a:ext cx="1894680" cy="952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2B6EDB-B780-0F03-1EDB-A22BE0A691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090382" y="1718816"/>
                  <a:ext cx="191232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BF0D0F-E97E-9A75-9554-8CC7C05824F5}"/>
                    </a:ext>
                  </a:extLst>
                </p14:cNvPr>
                <p14:cNvContentPartPr/>
                <p14:nvPr/>
              </p14:nvContentPartPr>
              <p14:xfrm>
                <a:off x="2642542" y="1478336"/>
                <a:ext cx="408960" cy="212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BF0D0F-E97E-9A75-9554-8CC7C05824F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33902" y="1469696"/>
                  <a:ext cx="4266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E3BBA9E-01A7-F258-5180-F5B643D43962}"/>
                    </a:ext>
                  </a:extLst>
                </p14:cNvPr>
                <p14:cNvContentPartPr/>
                <p14:nvPr/>
              </p14:nvContentPartPr>
              <p14:xfrm>
                <a:off x="1380742" y="839696"/>
                <a:ext cx="1213920" cy="612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E3BBA9E-01A7-F258-5180-F5B643D439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371742" y="830696"/>
                  <a:ext cx="123156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15BFF0-C50E-472A-6840-A8DC08EDEB0D}"/>
                    </a:ext>
                  </a:extLst>
                </p14:cNvPr>
                <p14:cNvContentPartPr/>
                <p14:nvPr/>
              </p14:nvContentPartPr>
              <p14:xfrm>
                <a:off x="3434182" y="1632056"/>
                <a:ext cx="21960" cy="114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15BFF0-C50E-472A-6840-A8DC08EDEB0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425182" y="1623056"/>
                  <a:ext cx="39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A35114D-2056-E758-ACA8-F59A5D6CCEAC}"/>
                    </a:ext>
                  </a:extLst>
                </p14:cNvPr>
                <p14:cNvContentPartPr/>
                <p14:nvPr/>
              </p14:nvContentPartPr>
              <p14:xfrm>
                <a:off x="3317182" y="1387616"/>
                <a:ext cx="191880" cy="100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A35114D-2056-E758-ACA8-F59A5D6CCEA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308182" y="1378976"/>
                  <a:ext cx="209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5E19A8-2AA0-846A-A4CF-043AD2F975F8}"/>
                    </a:ext>
                  </a:extLst>
                </p14:cNvPr>
                <p14:cNvContentPartPr/>
                <p14:nvPr/>
              </p14:nvContentPartPr>
              <p14:xfrm>
                <a:off x="3583222" y="1446296"/>
                <a:ext cx="75240" cy="68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5E19A8-2AA0-846A-A4CF-043AD2F975F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74582" y="1437656"/>
                  <a:ext cx="92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AAE9F9E-E3C6-3698-06A7-43973A287A71}"/>
                    </a:ext>
                  </a:extLst>
                </p14:cNvPr>
                <p14:cNvContentPartPr/>
                <p14:nvPr/>
              </p14:nvContentPartPr>
              <p14:xfrm>
                <a:off x="3806062" y="1666976"/>
                <a:ext cx="32760" cy="144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AAE9F9E-E3C6-3698-06A7-43973A287A7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797062" y="1658336"/>
                  <a:ext cx="50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76C3B5-879A-476B-9343-035C7158A80B}"/>
                    </a:ext>
                  </a:extLst>
                </p14:cNvPr>
                <p14:cNvContentPartPr/>
                <p14:nvPr/>
              </p14:nvContentPartPr>
              <p14:xfrm>
                <a:off x="3777262" y="1340816"/>
                <a:ext cx="174240" cy="120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76C3B5-879A-476B-9343-035C7158A80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68262" y="1331816"/>
                  <a:ext cx="191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0C6401D-A733-8A5F-B6D4-6A1D7FF84B46}"/>
                    </a:ext>
                  </a:extLst>
                </p14:cNvPr>
                <p14:cNvContentPartPr/>
                <p14:nvPr/>
              </p14:nvContentPartPr>
              <p14:xfrm>
                <a:off x="4045462" y="1461056"/>
                <a:ext cx="31680" cy="78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0C6401D-A733-8A5F-B6D4-6A1D7FF84B4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36822" y="1452056"/>
                  <a:ext cx="49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C3C56B8-9CB9-A9B4-4691-0970DEA47493}"/>
                    </a:ext>
                  </a:extLst>
                </p14:cNvPr>
                <p14:cNvContentPartPr/>
                <p14:nvPr/>
              </p14:nvContentPartPr>
              <p14:xfrm>
                <a:off x="3773662" y="1936976"/>
                <a:ext cx="35640" cy="450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C3C56B8-9CB9-A9B4-4691-0970DEA4749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64662" y="1928336"/>
                  <a:ext cx="53280" cy="46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6B4DDD02-DE37-F9DC-40E9-103BEE7E773C}"/>
              </a:ext>
            </a:extLst>
          </p:cNvPr>
          <p:cNvGrpSpPr/>
          <p:nvPr/>
        </p:nvGrpSpPr>
        <p:grpSpPr>
          <a:xfrm>
            <a:off x="1141342" y="974696"/>
            <a:ext cx="6031080" cy="2076840"/>
            <a:chOff x="1141342" y="974696"/>
            <a:chExt cx="6031080" cy="20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F9591C1-BF5F-A29D-E342-3A45B06EFB93}"/>
                    </a:ext>
                  </a:extLst>
                </p14:cNvPr>
                <p14:cNvContentPartPr/>
                <p14:nvPr/>
              </p14:nvContentPartPr>
              <p14:xfrm>
                <a:off x="2844142" y="1610816"/>
                <a:ext cx="390240" cy="169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F9591C1-BF5F-A29D-E342-3A45B06EFB9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35142" y="1601816"/>
                  <a:ext cx="4078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C12031A-4ABC-B7C6-3D7D-52348E3863C5}"/>
                    </a:ext>
                  </a:extLst>
                </p14:cNvPr>
                <p14:cNvContentPartPr/>
                <p14:nvPr/>
              </p14:nvContentPartPr>
              <p14:xfrm>
                <a:off x="2621302" y="1566536"/>
                <a:ext cx="1558800" cy="590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C12031A-4ABC-B7C6-3D7D-52348E3863C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612662" y="1557896"/>
                  <a:ext cx="157644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FC39A2C-B54A-B469-DF7F-6E2FAACDDC7E}"/>
                    </a:ext>
                  </a:extLst>
                </p14:cNvPr>
                <p14:cNvContentPartPr/>
                <p14:nvPr/>
              </p14:nvContentPartPr>
              <p14:xfrm>
                <a:off x="2616982" y="1520096"/>
                <a:ext cx="68040" cy="32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FC39A2C-B54A-B469-DF7F-6E2FAACDDC7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08342" y="1511096"/>
                  <a:ext cx="85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C6904BA-37A5-83E3-BF29-A2A246937313}"/>
                    </a:ext>
                  </a:extLst>
                </p14:cNvPr>
                <p14:cNvContentPartPr/>
                <p14:nvPr/>
              </p14:nvContentPartPr>
              <p14:xfrm>
                <a:off x="2430502" y="1461416"/>
                <a:ext cx="398160" cy="149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C6904BA-37A5-83E3-BF29-A2A24693731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21502" y="1452416"/>
                  <a:ext cx="415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3EBD0BF-9F61-EBF7-3F93-E0E859B722C3}"/>
                    </a:ext>
                  </a:extLst>
                </p14:cNvPr>
                <p14:cNvContentPartPr/>
                <p14:nvPr/>
              </p14:nvContentPartPr>
              <p14:xfrm>
                <a:off x="2098582" y="1550336"/>
                <a:ext cx="411480" cy="18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3EBD0BF-9F61-EBF7-3F93-E0E859B722C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089942" y="1541696"/>
                  <a:ext cx="429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E0D6C4E-2B98-7F21-6F81-6E3468EE0C29}"/>
                    </a:ext>
                  </a:extLst>
                </p14:cNvPr>
                <p14:cNvContentPartPr/>
                <p14:nvPr/>
              </p14:nvContentPartPr>
              <p14:xfrm>
                <a:off x="1141342" y="1179176"/>
                <a:ext cx="114120" cy="181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E0D6C4E-2B98-7F21-6F81-6E3468EE0C2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32702" y="1170176"/>
                  <a:ext cx="1317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EAEE22F-C273-5FA8-B10D-4CEC751FB11C}"/>
                    </a:ext>
                  </a:extLst>
                </p14:cNvPr>
                <p14:cNvContentPartPr/>
                <p14:nvPr/>
              </p14:nvContentPartPr>
              <p14:xfrm>
                <a:off x="1276342" y="1194656"/>
                <a:ext cx="181800" cy="103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EAEE22F-C273-5FA8-B10D-4CEC751FB11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67702" y="1185656"/>
                  <a:ext cx="199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0599FC7-1CEC-C1D2-C3DB-CE865CB1BF35}"/>
                    </a:ext>
                  </a:extLst>
                </p14:cNvPr>
                <p14:cNvContentPartPr/>
                <p14:nvPr/>
              </p14:nvContentPartPr>
              <p14:xfrm>
                <a:off x="1509622" y="1206536"/>
                <a:ext cx="48240" cy="734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0599FC7-1CEC-C1D2-C3DB-CE865CB1BF3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500982" y="1197896"/>
                  <a:ext cx="658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F77F1AE-D05C-E4DF-4169-5704B78CE132}"/>
                    </a:ext>
                  </a:extLst>
                </p14:cNvPr>
                <p14:cNvContentPartPr/>
                <p14:nvPr/>
              </p14:nvContentPartPr>
              <p14:xfrm>
                <a:off x="1477582" y="1121576"/>
                <a:ext cx="15120" cy="162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F77F1AE-D05C-E4DF-4169-5704B78CE13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468942" y="1112576"/>
                  <a:ext cx="32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97C6717-EC13-CA4B-01A0-874B02C9D44F}"/>
                    </a:ext>
                  </a:extLst>
                </p14:cNvPr>
                <p14:cNvContentPartPr/>
                <p14:nvPr/>
              </p14:nvContentPartPr>
              <p14:xfrm>
                <a:off x="1562902" y="1135616"/>
                <a:ext cx="92160" cy="1004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97C6717-EC13-CA4B-01A0-874B02C9D4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53902" y="1126976"/>
                  <a:ext cx="1098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3D890CB-0A4B-3856-A4C8-09821E00D024}"/>
                    </a:ext>
                  </a:extLst>
                </p14:cNvPr>
                <p14:cNvContentPartPr/>
                <p14:nvPr/>
              </p14:nvContentPartPr>
              <p14:xfrm>
                <a:off x="1709062" y="1154696"/>
                <a:ext cx="112320" cy="51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3D890CB-0A4B-3856-A4C8-09821E00D02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00062" y="1145696"/>
                  <a:ext cx="129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B61C701-2996-A371-E7A3-D5A38B2A7EE1}"/>
                    </a:ext>
                  </a:extLst>
                </p14:cNvPr>
                <p14:cNvContentPartPr/>
                <p14:nvPr/>
              </p14:nvContentPartPr>
              <p14:xfrm>
                <a:off x="1780702" y="994136"/>
                <a:ext cx="204480" cy="1782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B61C701-2996-A371-E7A3-D5A38B2A7EE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772062" y="985136"/>
                  <a:ext cx="222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9689F8F-84FE-D1FD-8600-DD31025796C6}"/>
                    </a:ext>
                  </a:extLst>
                </p14:cNvPr>
                <p14:cNvContentPartPr/>
                <p14:nvPr/>
              </p14:nvContentPartPr>
              <p14:xfrm>
                <a:off x="1903462" y="974696"/>
                <a:ext cx="10800" cy="39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9689F8F-84FE-D1FD-8600-DD31025796C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94462" y="965696"/>
                  <a:ext cx="28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7AD4055-4644-54CC-0450-5F0CF024C0D5}"/>
                    </a:ext>
                  </a:extLst>
                </p14:cNvPr>
                <p14:cNvContentPartPr/>
                <p14:nvPr/>
              </p14:nvContentPartPr>
              <p14:xfrm>
                <a:off x="2057182" y="1012136"/>
                <a:ext cx="58320" cy="979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7AD4055-4644-54CC-0450-5F0CF024C0D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048542" y="1003496"/>
                  <a:ext cx="75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944CFF2-2B40-0EEC-4779-A2E88F261858}"/>
                    </a:ext>
                  </a:extLst>
                </p14:cNvPr>
                <p14:cNvContentPartPr/>
                <p14:nvPr/>
              </p14:nvContentPartPr>
              <p14:xfrm>
                <a:off x="2146822" y="988016"/>
                <a:ext cx="123840" cy="1494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944CFF2-2B40-0EEC-4779-A2E88F26185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37822" y="979376"/>
                  <a:ext cx="141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2FE5969-B883-024A-4C42-DBBD89F55B02}"/>
                    </a:ext>
                  </a:extLst>
                </p14:cNvPr>
                <p14:cNvContentPartPr/>
                <p14:nvPr/>
              </p14:nvContentPartPr>
              <p14:xfrm>
                <a:off x="1300102" y="1483016"/>
                <a:ext cx="151200" cy="65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2FE5969-B883-024A-4C42-DBBD89F55B0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291462" y="1474016"/>
                  <a:ext cx="168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730C9C1-053B-8967-2CC7-63E9D4C830ED}"/>
                    </a:ext>
                  </a:extLst>
                </p14:cNvPr>
                <p14:cNvContentPartPr/>
                <p14:nvPr/>
              </p14:nvContentPartPr>
              <p14:xfrm>
                <a:off x="1430062" y="1334336"/>
                <a:ext cx="130320" cy="154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730C9C1-053B-8967-2CC7-63E9D4C830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421062" y="1325336"/>
                  <a:ext cx="1479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1273BC8-A6A9-54F0-C2A2-2AF2CAF9F04F}"/>
                    </a:ext>
                  </a:extLst>
                </p14:cNvPr>
                <p14:cNvContentPartPr/>
                <p14:nvPr/>
              </p14:nvContentPartPr>
              <p14:xfrm>
                <a:off x="1439422" y="1413896"/>
                <a:ext cx="86400" cy="35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1273BC8-A6A9-54F0-C2A2-2AF2CAF9F04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430782" y="1405256"/>
                  <a:ext cx="1040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EAE26C4-CF19-1A24-FE4B-3C6EF03118D8}"/>
                    </a:ext>
                  </a:extLst>
                </p14:cNvPr>
                <p14:cNvContentPartPr/>
                <p14:nvPr/>
              </p14:nvContentPartPr>
              <p14:xfrm>
                <a:off x="1695742" y="1336856"/>
                <a:ext cx="171720" cy="94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EAE26C4-CF19-1A24-FE4B-3C6EF03118D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686742" y="1328216"/>
                  <a:ext cx="189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76CFA58-8244-E691-21CB-C3C4CCC8BB6B}"/>
                    </a:ext>
                  </a:extLst>
                </p14:cNvPr>
                <p14:cNvContentPartPr/>
                <p14:nvPr/>
              </p14:nvContentPartPr>
              <p14:xfrm>
                <a:off x="1947382" y="1361336"/>
                <a:ext cx="69120" cy="75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76CFA58-8244-E691-21CB-C3C4CCC8BB6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38382" y="1352336"/>
                  <a:ext cx="86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590A17E-06F1-1D07-84D4-65CE099A9452}"/>
                    </a:ext>
                  </a:extLst>
                </p14:cNvPr>
                <p14:cNvContentPartPr/>
                <p14:nvPr/>
              </p14:nvContentPartPr>
              <p14:xfrm>
                <a:off x="3567022" y="1711616"/>
                <a:ext cx="131760" cy="277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590A17E-06F1-1D07-84D4-65CE099A945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58382" y="1702976"/>
                  <a:ext cx="1494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42470AC-D500-D59E-7B58-2037114012A0}"/>
                    </a:ext>
                  </a:extLst>
                </p14:cNvPr>
                <p14:cNvContentPartPr/>
                <p14:nvPr/>
              </p14:nvContentPartPr>
              <p14:xfrm>
                <a:off x="3484582" y="1679936"/>
                <a:ext cx="631440" cy="1170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42470AC-D500-D59E-7B58-2037114012A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475942" y="1671296"/>
                  <a:ext cx="649080" cy="11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88DCBA6-B3C0-7B40-BB09-707ACEEDAEF9}"/>
                    </a:ext>
                  </a:extLst>
                </p14:cNvPr>
                <p14:cNvContentPartPr/>
                <p14:nvPr/>
              </p14:nvContentPartPr>
              <p14:xfrm>
                <a:off x="4183702" y="2801336"/>
                <a:ext cx="517680" cy="54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88DCBA6-B3C0-7B40-BB09-707ACEEDAEF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75062" y="2792696"/>
                  <a:ext cx="535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3BEA876-439A-142B-603A-2456EEC592A5}"/>
                    </a:ext>
                  </a:extLst>
                </p14:cNvPr>
                <p14:cNvContentPartPr/>
                <p14:nvPr/>
              </p14:nvContentPartPr>
              <p14:xfrm>
                <a:off x="4931782" y="2800976"/>
                <a:ext cx="401400" cy="250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3BEA876-439A-142B-603A-2456EEC592A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923142" y="2792336"/>
                  <a:ext cx="4190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A6BE129-6CE8-4922-58C3-BA843FA9985C}"/>
                    </a:ext>
                  </a:extLst>
                </p14:cNvPr>
                <p14:cNvContentPartPr/>
                <p14:nvPr/>
              </p14:nvContentPartPr>
              <p14:xfrm>
                <a:off x="5395822" y="2913296"/>
                <a:ext cx="46800" cy="88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A6BE129-6CE8-4922-58C3-BA843FA9985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87182" y="2904296"/>
                  <a:ext cx="64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06A817F-FE43-ACB3-184F-976216275128}"/>
                    </a:ext>
                  </a:extLst>
                </p14:cNvPr>
                <p14:cNvContentPartPr/>
                <p14:nvPr/>
              </p14:nvContentPartPr>
              <p14:xfrm>
                <a:off x="5342542" y="2792696"/>
                <a:ext cx="6840" cy="39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06A817F-FE43-ACB3-184F-97621627512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33902" y="2783696"/>
                  <a:ext cx="24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8F1EDC0-6C96-3FD0-1B5A-C8BD64FE6733}"/>
                    </a:ext>
                  </a:extLst>
                </p14:cNvPr>
                <p14:cNvContentPartPr/>
                <p14:nvPr/>
              </p14:nvContentPartPr>
              <p14:xfrm>
                <a:off x="5480782" y="2883776"/>
                <a:ext cx="113040" cy="1134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8F1EDC0-6C96-3FD0-1B5A-C8BD64FE673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72142" y="2874776"/>
                  <a:ext cx="130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714B955-020F-31B0-3ECC-53A82EBE9E9B}"/>
                    </a:ext>
                  </a:extLst>
                </p14:cNvPr>
                <p14:cNvContentPartPr/>
                <p14:nvPr/>
              </p14:nvContentPartPr>
              <p14:xfrm>
                <a:off x="5666182" y="2911856"/>
                <a:ext cx="75600" cy="856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714B955-020F-31B0-3ECC-53A82EBE9E9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57542" y="2903216"/>
                  <a:ext cx="93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B848F5A-6D32-82C6-E31B-90633FF292CD}"/>
                    </a:ext>
                  </a:extLst>
                </p14:cNvPr>
                <p14:cNvContentPartPr/>
                <p14:nvPr/>
              </p14:nvContentPartPr>
              <p14:xfrm>
                <a:off x="5725582" y="2758856"/>
                <a:ext cx="206280" cy="225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B848F5A-6D32-82C6-E31B-90633FF292C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16582" y="2750216"/>
                  <a:ext cx="223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524D52B-10E8-247D-D56C-7496581C4EFB}"/>
                    </a:ext>
                  </a:extLst>
                </p14:cNvPr>
                <p14:cNvContentPartPr/>
                <p14:nvPr/>
              </p14:nvContentPartPr>
              <p14:xfrm>
                <a:off x="5831782" y="2769656"/>
                <a:ext cx="12600" cy="34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524D52B-10E8-247D-D56C-7496581C4EF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822782" y="2760656"/>
                  <a:ext cx="30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9676AEC-5F3C-1012-805A-F87052007EFF}"/>
                    </a:ext>
                  </a:extLst>
                </p14:cNvPr>
                <p14:cNvContentPartPr/>
                <p14:nvPr/>
              </p14:nvContentPartPr>
              <p14:xfrm>
                <a:off x="5970022" y="2855696"/>
                <a:ext cx="60120" cy="107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9676AEC-5F3C-1012-805A-F87052007EF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961022" y="2846696"/>
                  <a:ext cx="77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5E900E3-4E46-908A-EFB0-3C3126B76DD3}"/>
                    </a:ext>
                  </a:extLst>
                </p14:cNvPr>
                <p14:cNvContentPartPr/>
                <p14:nvPr/>
              </p14:nvContentPartPr>
              <p14:xfrm>
                <a:off x="6091702" y="2851376"/>
                <a:ext cx="147960" cy="126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5E900E3-4E46-908A-EFB0-3C3126B76DD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082702" y="2842736"/>
                  <a:ext cx="1656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B646E29-D751-E536-B24D-A9652644FB9F}"/>
                    </a:ext>
                  </a:extLst>
                </p14:cNvPr>
                <p14:cNvContentPartPr/>
                <p14:nvPr/>
              </p14:nvContentPartPr>
              <p14:xfrm>
                <a:off x="6414262" y="2853536"/>
                <a:ext cx="121320" cy="106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B646E29-D751-E536-B24D-A9652644FB9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405262" y="2844536"/>
                  <a:ext cx="138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637466A-9B4C-EA17-326C-74698DCE4A4D}"/>
                    </a:ext>
                  </a:extLst>
                </p14:cNvPr>
                <p14:cNvContentPartPr/>
                <p14:nvPr/>
              </p14:nvContentPartPr>
              <p14:xfrm>
                <a:off x="6543502" y="2694056"/>
                <a:ext cx="122760" cy="220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637466A-9B4C-EA17-326C-74698DCE4A4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534502" y="2685416"/>
                  <a:ext cx="140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EEA1BB0-9ABB-7123-9FEE-9B163EA58A9E}"/>
                    </a:ext>
                  </a:extLst>
                </p14:cNvPr>
                <p14:cNvContentPartPr/>
                <p14:nvPr/>
              </p14:nvContentPartPr>
              <p14:xfrm>
                <a:off x="6530182" y="2817536"/>
                <a:ext cx="120600" cy="16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EEA1BB0-9ABB-7123-9FEE-9B163EA58A9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521542" y="2808536"/>
                  <a:ext cx="138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93C1DBE-9C85-9822-7BB1-60A176BA0B70}"/>
                    </a:ext>
                  </a:extLst>
                </p14:cNvPr>
                <p14:cNvContentPartPr/>
                <p14:nvPr/>
              </p14:nvContentPartPr>
              <p14:xfrm>
                <a:off x="6823582" y="2796656"/>
                <a:ext cx="194400" cy="96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93C1DBE-9C85-9822-7BB1-60A176BA0B7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814582" y="2788016"/>
                  <a:ext cx="2120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0838276-E789-2926-CD14-3453378C735C}"/>
                    </a:ext>
                  </a:extLst>
                </p14:cNvPr>
                <p14:cNvContentPartPr/>
                <p14:nvPr/>
              </p14:nvContentPartPr>
              <p14:xfrm>
                <a:off x="7107622" y="2907896"/>
                <a:ext cx="64800" cy="101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0838276-E789-2926-CD14-3453378C735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98982" y="2898896"/>
                  <a:ext cx="824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E27E0F4-7EC0-417D-2D00-ADD19FF04793}"/>
              </a:ext>
            </a:extLst>
          </p:cNvPr>
          <p:cNvGrpSpPr/>
          <p:nvPr/>
        </p:nvGrpSpPr>
        <p:grpSpPr>
          <a:xfrm>
            <a:off x="3051502" y="4470656"/>
            <a:ext cx="1369080" cy="1010880"/>
            <a:chOff x="3051502" y="4470656"/>
            <a:chExt cx="1369080" cy="10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CD54D8A-F2E6-458D-FDFC-D77638F50981}"/>
                    </a:ext>
                  </a:extLst>
                </p14:cNvPr>
                <p14:cNvContentPartPr/>
                <p14:nvPr/>
              </p14:nvContentPartPr>
              <p14:xfrm>
                <a:off x="3051502" y="4486856"/>
                <a:ext cx="524160" cy="305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CD54D8A-F2E6-458D-FDFC-D77638F5098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042502" y="4477856"/>
                  <a:ext cx="541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6276F2D-F4D0-D5DF-23AF-9E76091D357B}"/>
                    </a:ext>
                  </a:extLst>
                </p14:cNvPr>
                <p14:cNvContentPartPr/>
                <p14:nvPr/>
              </p14:nvContentPartPr>
              <p14:xfrm>
                <a:off x="3068782" y="4470656"/>
                <a:ext cx="1351800" cy="783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6276F2D-F4D0-D5DF-23AF-9E76091D357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60142" y="4462016"/>
                  <a:ext cx="136944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85A8514-6315-FF44-6BD4-F71F565D8794}"/>
                    </a:ext>
                  </a:extLst>
                </p14:cNvPr>
                <p14:cNvContentPartPr/>
                <p14:nvPr/>
              </p14:nvContentPartPr>
              <p14:xfrm>
                <a:off x="3929902" y="5149976"/>
                <a:ext cx="105480" cy="331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85A8514-6315-FF44-6BD4-F71F565D879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921262" y="5141336"/>
                  <a:ext cx="123120" cy="34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68B15C6-8C61-9851-ADD2-74D1663EAD76}"/>
              </a:ext>
            </a:extLst>
          </p:cNvPr>
          <p:cNvGrpSpPr/>
          <p:nvPr/>
        </p:nvGrpSpPr>
        <p:grpSpPr>
          <a:xfrm>
            <a:off x="3767182" y="5692856"/>
            <a:ext cx="3232800" cy="874080"/>
            <a:chOff x="3767182" y="5692856"/>
            <a:chExt cx="3232800" cy="87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FE5E523-F93F-17DF-662E-1869B0C3ADF6}"/>
                    </a:ext>
                  </a:extLst>
                </p14:cNvPr>
                <p14:cNvContentPartPr/>
                <p14:nvPr/>
              </p14:nvContentPartPr>
              <p14:xfrm>
                <a:off x="3767182" y="5698976"/>
                <a:ext cx="140760" cy="144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FE5E523-F93F-17DF-662E-1869B0C3ADF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758182" y="5689976"/>
                  <a:ext cx="158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98B2DDF-57A9-48EB-D699-96C5E371EC80}"/>
                    </a:ext>
                  </a:extLst>
                </p14:cNvPr>
                <p14:cNvContentPartPr/>
                <p14:nvPr/>
              </p14:nvContentPartPr>
              <p14:xfrm>
                <a:off x="3951142" y="5755136"/>
                <a:ext cx="438120" cy="70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98B2DDF-57A9-48EB-D699-96C5E371EC8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942502" y="5746136"/>
                  <a:ext cx="455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E16DF86-1EE6-D2EA-110E-BDC52E5E29DB}"/>
                    </a:ext>
                  </a:extLst>
                </p14:cNvPr>
                <p14:cNvContentPartPr/>
                <p14:nvPr/>
              </p14:nvContentPartPr>
              <p14:xfrm>
                <a:off x="4453342" y="5692856"/>
                <a:ext cx="235080" cy="124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E16DF86-1EE6-D2EA-110E-BDC52E5E29D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444702" y="5683856"/>
                  <a:ext cx="252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5121DC4-70D8-9339-36C1-A5A16F2D86BD}"/>
                    </a:ext>
                  </a:extLst>
                </p14:cNvPr>
                <p14:cNvContentPartPr/>
                <p14:nvPr/>
              </p14:nvContentPartPr>
              <p14:xfrm>
                <a:off x="3921262" y="6010736"/>
                <a:ext cx="451800" cy="173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5121DC4-70D8-9339-36C1-A5A16F2D86B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912622" y="6001736"/>
                  <a:ext cx="469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901A59-E400-53B3-291D-835A01010E04}"/>
                    </a:ext>
                  </a:extLst>
                </p14:cNvPr>
                <p14:cNvContentPartPr/>
                <p14:nvPr/>
              </p14:nvContentPartPr>
              <p14:xfrm>
                <a:off x="4279462" y="5974016"/>
                <a:ext cx="5760" cy="21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901A59-E400-53B3-291D-835A01010E0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270462" y="5965016"/>
                  <a:ext cx="23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BC169AD-3569-BFE5-BA1C-06D2E296F35B}"/>
                    </a:ext>
                  </a:extLst>
                </p14:cNvPr>
                <p14:cNvContentPartPr/>
                <p14:nvPr/>
              </p14:nvContentPartPr>
              <p14:xfrm>
                <a:off x="4385662" y="6015776"/>
                <a:ext cx="90360" cy="1141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BC169AD-3569-BFE5-BA1C-06D2E296F35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377022" y="6007136"/>
                  <a:ext cx="108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3E28BB2-09E6-AE84-E9D2-B70DD0A36DB4}"/>
                    </a:ext>
                  </a:extLst>
                </p14:cNvPr>
                <p14:cNvContentPartPr/>
                <p14:nvPr/>
              </p14:nvContentPartPr>
              <p14:xfrm>
                <a:off x="4539742" y="6069776"/>
                <a:ext cx="113040" cy="60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3E28BB2-09E6-AE84-E9D2-B70DD0A36DB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531102" y="6060776"/>
                  <a:ext cx="130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797E0D1-5ABB-42A7-1252-6B3075CB07F2}"/>
                    </a:ext>
                  </a:extLst>
                </p14:cNvPr>
                <p14:cNvContentPartPr/>
                <p14:nvPr/>
              </p14:nvContentPartPr>
              <p14:xfrm>
                <a:off x="4651702" y="5895536"/>
                <a:ext cx="153720" cy="217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797E0D1-5ABB-42A7-1252-6B3075CB07F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42702" y="5886896"/>
                  <a:ext cx="171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4197351-BF3F-1267-5A9D-361C378C9AA0}"/>
                    </a:ext>
                  </a:extLst>
                </p14:cNvPr>
                <p14:cNvContentPartPr/>
                <p14:nvPr/>
              </p14:nvContentPartPr>
              <p14:xfrm>
                <a:off x="4757902" y="5906336"/>
                <a:ext cx="3600" cy="34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4197351-BF3F-1267-5A9D-361C378C9AA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748902" y="5897336"/>
                  <a:ext cx="2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7170277-BBF8-AED2-506E-AD1B6D1CC827}"/>
                    </a:ext>
                  </a:extLst>
                </p14:cNvPr>
                <p14:cNvContentPartPr/>
                <p14:nvPr/>
              </p14:nvContentPartPr>
              <p14:xfrm>
                <a:off x="4864102" y="5996696"/>
                <a:ext cx="86400" cy="1155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7170277-BBF8-AED2-506E-AD1B6D1CC82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855462" y="5987696"/>
                  <a:ext cx="104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B91FC91-9A29-A405-5716-FBBD8F3A24E7}"/>
                    </a:ext>
                  </a:extLst>
                </p14:cNvPr>
                <p14:cNvContentPartPr/>
                <p14:nvPr/>
              </p14:nvContentPartPr>
              <p14:xfrm>
                <a:off x="4996222" y="5997416"/>
                <a:ext cx="166320" cy="116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B91FC91-9A29-A405-5716-FBBD8F3A24E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987222" y="5988416"/>
                  <a:ext cx="183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A833808-A795-4BEF-53B1-6407D0E1E5B0}"/>
                    </a:ext>
                  </a:extLst>
                </p14:cNvPr>
                <p14:cNvContentPartPr/>
                <p14:nvPr/>
              </p14:nvContentPartPr>
              <p14:xfrm>
                <a:off x="5369182" y="6047456"/>
                <a:ext cx="109440" cy="51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A833808-A795-4BEF-53B1-6407D0E1E5B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360542" y="6038456"/>
                  <a:ext cx="127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DE98897-FF56-E6AD-37C0-60B6965147A9}"/>
                    </a:ext>
                  </a:extLst>
                </p14:cNvPr>
                <p14:cNvContentPartPr/>
                <p14:nvPr/>
              </p14:nvContentPartPr>
              <p14:xfrm>
                <a:off x="5426782" y="5878256"/>
                <a:ext cx="190440" cy="3441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DE98897-FF56-E6AD-37C0-60B6965147A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417782" y="5869616"/>
                  <a:ext cx="208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5C3E0AC-C281-016C-277F-742AA8E415FD}"/>
                    </a:ext>
                  </a:extLst>
                </p14:cNvPr>
                <p14:cNvContentPartPr/>
                <p14:nvPr/>
              </p14:nvContentPartPr>
              <p14:xfrm>
                <a:off x="5502382" y="6113336"/>
                <a:ext cx="79920" cy="16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5C3E0AC-C281-016C-277F-742AA8E415F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493382" y="6104696"/>
                  <a:ext cx="97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260668E-E99F-E592-AE43-E9908EE360E1}"/>
                    </a:ext>
                  </a:extLst>
                </p14:cNvPr>
                <p14:cNvContentPartPr/>
                <p14:nvPr/>
              </p14:nvContentPartPr>
              <p14:xfrm>
                <a:off x="5741782" y="6013616"/>
                <a:ext cx="112320" cy="1555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260668E-E99F-E592-AE43-E9908EE360E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32782" y="6004976"/>
                  <a:ext cx="129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B838CF1-0C2D-D008-9A1E-BC293598C5D0}"/>
                    </a:ext>
                  </a:extLst>
                </p14:cNvPr>
                <p14:cNvContentPartPr/>
                <p14:nvPr/>
              </p14:nvContentPartPr>
              <p14:xfrm>
                <a:off x="5873542" y="5863856"/>
                <a:ext cx="154800" cy="203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B838CF1-0C2D-D008-9A1E-BC293598C5D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864902" y="5854856"/>
                  <a:ext cx="172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55F5F9E-42FF-E6D2-5EC9-0CC401D117D8}"/>
                    </a:ext>
                  </a:extLst>
                </p14:cNvPr>
                <p14:cNvContentPartPr/>
                <p14:nvPr/>
              </p14:nvContentPartPr>
              <p14:xfrm>
                <a:off x="6094942" y="5980496"/>
                <a:ext cx="82800" cy="84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55F5F9E-42FF-E6D2-5EC9-0CC401D117D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085942" y="5971856"/>
                  <a:ext cx="100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C84A4F1-359C-36B1-5A03-0B64C3A7D1A3}"/>
                    </a:ext>
                  </a:extLst>
                </p14:cNvPr>
                <p14:cNvContentPartPr/>
                <p14:nvPr/>
              </p14:nvContentPartPr>
              <p14:xfrm>
                <a:off x="6227062" y="5938016"/>
                <a:ext cx="276120" cy="1238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C84A4F1-359C-36B1-5A03-0B64C3A7D1A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218422" y="5929376"/>
                  <a:ext cx="293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98E480D-2B00-1DE1-DA31-4B148252F0A7}"/>
                    </a:ext>
                  </a:extLst>
                </p14:cNvPr>
                <p14:cNvContentPartPr/>
                <p14:nvPr/>
              </p14:nvContentPartPr>
              <p14:xfrm>
                <a:off x="4783102" y="6452456"/>
                <a:ext cx="177120" cy="997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98E480D-2B00-1DE1-DA31-4B148252F0A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774102" y="6443456"/>
                  <a:ext cx="194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16E4BE6-FDD9-8ECF-918A-7DC2608BF324}"/>
                    </a:ext>
                  </a:extLst>
                </p14:cNvPr>
                <p14:cNvContentPartPr/>
                <p14:nvPr/>
              </p14:nvContentPartPr>
              <p14:xfrm>
                <a:off x="4955902" y="6293336"/>
                <a:ext cx="120240" cy="2037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16E4BE6-FDD9-8ECF-918A-7DC2608BF32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947262" y="6284696"/>
                  <a:ext cx="1378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5377545-AB9E-BC4C-98A8-DC26377B5ED0}"/>
                    </a:ext>
                  </a:extLst>
                </p14:cNvPr>
                <p14:cNvContentPartPr/>
                <p14:nvPr/>
              </p14:nvContentPartPr>
              <p14:xfrm>
                <a:off x="4896502" y="6389816"/>
                <a:ext cx="148680" cy="75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5377545-AB9E-BC4C-98A8-DC26377B5ED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887862" y="6380816"/>
                  <a:ext cx="166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002B6E5-1396-FD2C-54F1-5F45E714B8C8}"/>
                    </a:ext>
                  </a:extLst>
                </p14:cNvPr>
                <p14:cNvContentPartPr/>
                <p14:nvPr/>
              </p14:nvContentPartPr>
              <p14:xfrm>
                <a:off x="5404102" y="6410336"/>
                <a:ext cx="216000" cy="91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002B6E5-1396-FD2C-54F1-5F45E714B8C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395462" y="6401696"/>
                  <a:ext cx="233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E3764DF-5B56-E129-345E-37401B4A380F}"/>
                    </a:ext>
                  </a:extLst>
                </p14:cNvPr>
                <p14:cNvContentPartPr/>
                <p14:nvPr/>
              </p14:nvContentPartPr>
              <p14:xfrm>
                <a:off x="5684182" y="6499256"/>
                <a:ext cx="95760" cy="67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E3764DF-5B56-E129-345E-37401B4A380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675182" y="6490256"/>
                  <a:ext cx="113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74C0D02-B339-87C4-2870-5481DD9BEF0F}"/>
                    </a:ext>
                  </a:extLst>
                </p14:cNvPr>
                <p14:cNvContentPartPr/>
                <p14:nvPr/>
              </p14:nvContentPartPr>
              <p14:xfrm>
                <a:off x="6005662" y="6390536"/>
                <a:ext cx="325800" cy="90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74C0D02-B339-87C4-2870-5481DD9BEF0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997022" y="6381536"/>
                  <a:ext cx="3434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52294A3-1F12-7F4C-25F7-C7B9F9B36AFA}"/>
                    </a:ext>
                  </a:extLst>
                </p14:cNvPr>
                <p14:cNvContentPartPr/>
                <p14:nvPr/>
              </p14:nvContentPartPr>
              <p14:xfrm>
                <a:off x="6399862" y="6256616"/>
                <a:ext cx="54360" cy="200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52294A3-1F12-7F4C-25F7-C7B9F9B36AF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390862" y="6247976"/>
                  <a:ext cx="720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D057A3E-1F09-0E72-B1D8-78B121001B4F}"/>
                    </a:ext>
                  </a:extLst>
                </p14:cNvPr>
                <p14:cNvContentPartPr/>
                <p14:nvPr/>
              </p14:nvContentPartPr>
              <p14:xfrm>
                <a:off x="6607582" y="6350936"/>
                <a:ext cx="224640" cy="87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D057A3E-1F09-0E72-B1D8-78B121001B4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598582" y="6342296"/>
                  <a:ext cx="2422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48DB47A-C8A1-138B-2BEA-5EE326CB9AFC}"/>
                    </a:ext>
                  </a:extLst>
                </p14:cNvPr>
                <p14:cNvContentPartPr/>
                <p14:nvPr/>
              </p14:nvContentPartPr>
              <p14:xfrm>
                <a:off x="6948142" y="6427256"/>
                <a:ext cx="51840" cy="853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48DB47A-C8A1-138B-2BEA-5EE326CB9AF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939502" y="6418256"/>
                  <a:ext cx="6948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483A7CAE-24C1-6247-A02F-F5308B57A2D7}"/>
              </a:ext>
            </a:extLst>
          </p:cNvPr>
          <p:cNvGrpSpPr/>
          <p:nvPr/>
        </p:nvGrpSpPr>
        <p:grpSpPr>
          <a:xfrm>
            <a:off x="7281502" y="5906336"/>
            <a:ext cx="506520" cy="171720"/>
            <a:chOff x="7281502" y="5906336"/>
            <a:chExt cx="50652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0B6DE10-452B-15C4-58D5-38624048EB65}"/>
                    </a:ext>
                  </a:extLst>
                </p14:cNvPr>
                <p14:cNvContentPartPr/>
                <p14:nvPr/>
              </p14:nvContentPartPr>
              <p14:xfrm>
                <a:off x="7341262" y="6039176"/>
                <a:ext cx="312840" cy="104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0B6DE10-452B-15C4-58D5-38624048EB6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32622" y="6030176"/>
                  <a:ext cx="330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6C8B5F5-8D7A-E079-AD5A-2D232DA8CF78}"/>
                    </a:ext>
                  </a:extLst>
                </p14:cNvPr>
                <p14:cNvContentPartPr/>
                <p14:nvPr/>
              </p14:nvContentPartPr>
              <p14:xfrm>
                <a:off x="7281502" y="5980496"/>
                <a:ext cx="310320" cy="111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6C8B5F5-8D7A-E079-AD5A-2D232DA8CF7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72862" y="5971496"/>
                  <a:ext cx="327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23A867D-BBB8-43DA-A797-F614B3627BF8}"/>
                    </a:ext>
                  </a:extLst>
                </p14:cNvPr>
                <p14:cNvContentPartPr/>
                <p14:nvPr/>
              </p14:nvContentPartPr>
              <p14:xfrm>
                <a:off x="7570222" y="5906336"/>
                <a:ext cx="217800" cy="171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23A867D-BBB8-43DA-A797-F614B3627BF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561222" y="5897336"/>
                  <a:ext cx="2354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3666BBD-27FA-B1B4-F692-4DF48EC72B9E}"/>
              </a:ext>
            </a:extLst>
          </p:cNvPr>
          <p:cNvGrpSpPr/>
          <p:nvPr/>
        </p:nvGrpSpPr>
        <p:grpSpPr>
          <a:xfrm>
            <a:off x="8066302" y="5688176"/>
            <a:ext cx="2998440" cy="1027800"/>
            <a:chOff x="8066302" y="5688176"/>
            <a:chExt cx="2998440" cy="102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E19F55D-D23D-B244-209C-BC3A1C1F7FD8}"/>
                    </a:ext>
                  </a:extLst>
                </p14:cNvPr>
                <p14:cNvContentPartPr/>
                <p14:nvPr/>
              </p14:nvContentPartPr>
              <p14:xfrm>
                <a:off x="8066302" y="5783936"/>
                <a:ext cx="152640" cy="218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E19F55D-D23D-B244-209C-BC3A1C1F7FD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057662" y="5774936"/>
                  <a:ext cx="170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ED4C435-1BB4-00E5-7217-09808F6D6A3A}"/>
                    </a:ext>
                  </a:extLst>
                </p14:cNvPr>
                <p14:cNvContentPartPr/>
                <p14:nvPr/>
              </p14:nvContentPartPr>
              <p14:xfrm>
                <a:off x="8272942" y="5905616"/>
                <a:ext cx="106920" cy="79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ED4C435-1BB4-00E5-7217-09808F6D6A3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263942" y="5896976"/>
                  <a:ext cx="124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FCAC11F-50EC-6280-3DA5-832F0FAE1D49}"/>
                    </a:ext>
                  </a:extLst>
                </p14:cNvPr>
                <p14:cNvContentPartPr/>
                <p14:nvPr/>
              </p14:nvContentPartPr>
              <p14:xfrm>
                <a:off x="8378422" y="5762696"/>
                <a:ext cx="82440" cy="217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FCAC11F-50EC-6280-3DA5-832F0FAE1D4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69422" y="5753696"/>
                  <a:ext cx="1000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A0EAD02-4B1D-D778-44FB-975678AD491E}"/>
                    </a:ext>
                  </a:extLst>
                </p14:cNvPr>
                <p14:cNvContentPartPr/>
                <p14:nvPr/>
              </p14:nvContentPartPr>
              <p14:xfrm>
                <a:off x="8346742" y="5885816"/>
                <a:ext cx="138240" cy="41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A0EAD02-4B1D-D778-44FB-975678AD491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337742" y="5877176"/>
                  <a:ext cx="155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B1839F8-D3F3-10E0-20A5-ED9CAE9A5611}"/>
                    </a:ext>
                  </a:extLst>
                </p14:cNvPr>
                <p14:cNvContentPartPr/>
                <p14:nvPr/>
              </p14:nvContentPartPr>
              <p14:xfrm>
                <a:off x="8468782" y="5773136"/>
                <a:ext cx="175320" cy="175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B1839F8-D3F3-10E0-20A5-ED9CAE9A561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459782" y="5764496"/>
                  <a:ext cx="192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E55E82B-EA01-D735-5BBE-A0B9E32712E7}"/>
                    </a:ext>
                  </a:extLst>
                </p14:cNvPr>
                <p14:cNvContentPartPr/>
                <p14:nvPr/>
              </p14:nvContentPartPr>
              <p14:xfrm>
                <a:off x="8797102" y="5722736"/>
                <a:ext cx="127800" cy="3016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E55E82B-EA01-D735-5BBE-A0B9E32712E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788462" y="5714096"/>
                  <a:ext cx="1454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0097544-ECBA-EEFB-CD68-7F21E0B4E55D}"/>
                    </a:ext>
                  </a:extLst>
                </p14:cNvPr>
                <p14:cNvContentPartPr/>
                <p14:nvPr/>
              </p14:nvContentPartPr>
              <p14:xfrm>
                <a:off x="8836702" y="5923976"/>
                <a:ext cx="94680" cy="266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0097544-ECBA-EEFB-CD68-7F21E0B4E55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828062" y="5914976"/>
                  <a:ext cx="112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7EF032B-7426-0F72-A305-C93541129EF6}"/>
                    </a:ext>
                  </a:extLst>
                </p14:cNvPr>
                <p14:cNvContentPartPr/>
                <p14:nvPr/>
              </p14:nvContentPartPr>
              <p14:xfrm>
                <a:off x="8955502" y="5812016"/>
                <a:ext cx="268200" cy="1220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7EF032B-7426-0F72-A305-C93541129EF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946502" y="5803376"/>
                  <a:ext cx="285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66C817B-B064-7768-7C62-9354996F4953}"/>
                    </a:ext>
                  </a:extLst>
                </p14:cNvPr>
                <p14:cNvContentPartPr/>
                <p14:nvPr/>
              </p14:nvContentPartPr>
              <p14:xfrm>
                <a:off x="9268702" y="5834696"/>
                <a:ext cx="131760" cy="204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66C817B-B064-7768-7C62-9354996F495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260062" y="5826056"/>
                  <a:ext cx="149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546A02E-B54C-A91D-F11C-307BCE5B2FB0}"/>
                    </a:ext>
                  </a:extLst>
                </p14:cNvPr>
                <p14:cNvContentPartPr/>
                <p14:nvPr/>
              </p14:nvContentPartPr>
              <p14:xfrm>
                <a:off x="9408382" y="5770256"/>
                <a:ext cx="458280" cy="142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546A02E-B54C-A91D-F11C-307BCE5B2FB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399742" y="5761256"/>
                  <a:ext cx="4759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96EE4B4-389C-841A-6951-8C877C839384}"/>
                    </a:ext>
                  </a:extLst>
                </p14:cNvPr>
                <p14:cNvContentPartPr/>
                <p14:nvPr/>
              </p14:nvContentPartPr>
              <p14:xfrm>
                <a:off x="9916342" y="5773136"/>
                <a:ext cx="207360" cy="104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96EE4B4-389C-841A-6951-8C877C83938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907342" y="5764496"/>
                  <a:ext cx="225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E64F3A2-52F2-DA49-B806-EB4516D4B284}"/>
                    </a:ext>
                  </a:extLst>
                </p14:cNvPr>
                <p14:cNvContentPartPr/>
                <p14:nvPr/>
              </p14:nvContentPartPr>
              <p14:xfrm>
                <a:off x="10058182" y="5688176"/>
                <a:ext cx="5760" cy="190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E64F3A2-52F2-DA49-B806-EB4516D4B28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049542" y="5679536"/>
                  <a:ext cx="2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A6EA423-7986-F7AF-8470-5A1EC8C3A835}"/>
                    </a:ext>
                  </a:extLst>
                </p14:cNvPr>
                <p14:cNvContentPartPr/>
                <p14:nvPr/>
              </p14:nvContentPartPr>
              <p14:xfrm>
                <a:off x="10197142" y="5720936"/>
                <a:ext cx="105120" cy="144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A6EA423-7986-F7AF-8470-5A1EC8C3A83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188502" y="5711936"/>
                  <a:ext cx="122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BB33E46-032E-FC4C-2E03-6AA5CDD3B1BB}"/>
                    </a:ext>
                  </a:extLst>
                </p14:cNvPr>
                <p14:cNvContentPartPr/>
                <p14:nvPr/>
              </p14:nvContentPartPr>
              <p14:xfrm>
                <a:off x="10381102" y="5688176"/>
                <a:ext cx="28440" cy="166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BB33E46-032E-FC4C-2E03-6AA5CDD3B1B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372102" y="5679536"/>
                  <a:ext cx="46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B71AB66-E5B1-BFC7-109B-A26D28A3334D}"/>
                    </a:ext>
                  </a:extLst>
                </p14:cNvPr>
                <p14:cNvContentPartPr/>
                <p14:nvPr/>
              </p14:nvContentPartPr>
              <p14:xfrm>
                <a:off x="8610622" y="6239336"/>
                <a:ext cx="109440" cy="87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B71AB66-E5B1-BFC7-109B-A26D28A3334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601982" y="6230336"/>
                  <a:ext cx="127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C1B32BC-E7C2-842D-178F-E1F4092EB30F}"/>
                    </a:ext>
                  </a:extLst>
                </p14:cNvPr>
                <p14:cNvContentPartPr/>
                <p14:nvPr/>
              </p14:nvContentPartPr>
              <p14:xfrm>
                <a:off x="8807902" y="6209456"/>
                <a:ext cx="58320" cy="105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C1B32BC-E7C2-842D-178F-E1F4092EB30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799262" y="6200456"/>
                  <a:ext cx="75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864F541-E5FA-2747-191A-34DDA809527F}"/>
                    </a:ext>
                  </a:extLst>
                </p14:cNvPr>
                <p14:cNvContentPartPr/>
                <p14:nvPr/>
              </p14:nvContentPartPr>
              <p14:xfrm>
                <a:off x="8973502" y="6199736"/>
                <a:ext cx="137880" cy="1332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864F541-E5FA-2747-191A-34DDA809527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964502" y="6190736"/>
                  <a:ext cx="155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059BDFB-7D97-24F6-7061-5756E152CD07}"/>
                    </a:ext>
                  </a:extLst>
                </p14:cNvPr>
                <p14:cNvContentPartPr/>
                <p14:nvPr/>
              </p14:nvContentPartPr>
              <p14:xfrm>
                <a:off x="9370582" y="6071216"/>
                <a:ext cx="273240" cy="2293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059BDFB-7D97-24F6-7061-5756E152CD0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61942" y="6062216"/>
                  <a:ext cx="290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F8A24F8-36E3-840A-E913-50B6BE50C012}"/>
                    </a:ext>
                  </a:extLst>
                </p14:cNvPr>
                <p14:cNvContentPartPr/>
                <p14:nvPr/>
              </p14:nvContentPartPr>
              <p14:xfrm>
                <a:off x="9669022" y="6034496"/>
                <a:ext cx="110880" cy="2599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F8A24F8-36E3-840A-E913-50B6BE50C01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660382" y="6025856"/>
                  <a:ext cx="12852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E05C918-AA08-0D1D-FC88-C09D1CEA1BFE}"/>
                    </a:ext>
                  </a:extLst>
                </p14:cNvPr>
                <p14:cNvContentPartPr/>
                <p14:nvPr/>
              </p14:nvContentPartPr>
              <p14:xfrm>
                <a:off x="9857662" y="6144296"/>
                <a:ext cx="460800" cy="3286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E05C918-AA08-0D1D-FC88-C09D1CEA1BF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848662" y="6135296"/>
                  <a:ext cx="478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4CF9C75B-1DC3-A604-7CCD-6BCDAAE6CFCE}"/>
                    </a:ext>
                  </a:extLst>
                </p14:cNvPr>
                <p14:cNvContentPartPr/>
                <p14:nvPr/>
              </p14:nvContentPartPr>
              <p14:xfrm>
                <a:off x="10387582" y="6026936"/>
                <a:ext cx="102240" cy="225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4CF9C75B-1DC3-A604-7CCD-6BCDAAE6CFC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378582" y="6018296"/>
                  <a:ext cx="119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1A2B167-3B05-9339-4613-711B1DFF05FC}"/>
                    </a:ext>
                  </a:extLst>
                </p14:cNvPr>
                <p14:cNvContentPartPr/>
                <p14:nvPr/>
              </p14:nvContentPartPr>
              <p14:xfrm>
                <a:off x="10673062" y="6023336"/>
                <a:ext cx="125280" cy="176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1A2B167-3B05-9339-4613-711B1DFF05F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664062" y="6014336"/>
                  <a:ext cx="1429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72188BB-5C6F-361E-9F35-6B20F39475FE}"/>
                    </a:ext>
                  </a:extLst>
                </p14:cNvPr>
                <p14:cNvContentPartPr/>
                <p14:nvPr/>
              </p14:nvContentPartPr>
              <p14:xfrm>
                <a:off x="10856302" y="6154376"/>
                <a:ext cx="136800" cy="167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72188BB-5C6F-361E-9F35-6B20F39475F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847662" y="6145376"/>
                  <a:ext cx="154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5BF4324-F1D3-3A1B-C811-B9F5D0489272}"/>
                    </a:ext>
                  </a:extLst>
                </p14:cNvPr>
                <p14:cNvContentPartPr/>
                <p14:nvPr/>
              </p14:nvContentPartPr>
              <p14:xfrm>
                <a:off x="9014542" y="6570536"/>
                <a:ext cx="124200" cy="1454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5BF4324-F1D3-3A1B-C811-B9F5D048927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005902" y="6561536"/>
                  <a:ext cx="141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6737D25-D815-0A64-3F65-6D73BB675286}"/>
                    </a:ext>
                  </a:extLst>
                </p14:cNvPr>
                <p14:cNvContentPartPr/>
                <p14:nvPr/>
              </p14:nvContentPartPr>
              <p14:xfrm>
                <a:off x="9140182" y="6562256"/>
                <a:ext cx="609840" cy="1299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6737D25-D815-0A64-3F65-6D73BB67528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131542" y="6553256"/>
                  <a:ext cx="627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5A230A5-0356-36E8-A6A5-E800B427AE3D}"/>
                    </a:ext>
                  </a:extLst>
                </p14:cNvPr>
                <p14:cNvContentPartPr/>
                <p14:nvPr/>
              </p14:nvContentPartPr>
              <p14:xfrm>
                <a:off x="10000222" y="6596096"/>
                <a:ext cx="400320" cy="1144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5A230A5-0356-36E8-A6A5-E800B427AE3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991222" y="6587096"/>
                  <a:ext cx="417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182B212-0D34-BDA1-787A-E1ED6BF17221}"/>
                    </a:ext>
                  </a:extLst>
                </p14:cNvPr>
                <p14:cNvContentPartPr/>
                <p14:nvPr/>
              </p14:nvContentPartPr>
              <p14:xfrm>
                <a:off x="10429342" y="6587096"/>
                <a:ext cx="113040" cy="954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182B212-0D34-BDA1-787A-E1ED6BF1722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420702" y="6578456"/>
                  <a:ext cx="130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2BC0005-6D4D-E6E3-9154-DD7E6B6A5000}"/>
                    </a:ext>
                  </a:extLst>
                </p14:cNvPr>
                <p14:cNvContentPartPr/>
                <p14:nvPr/>
              </p14:nvContentPartPr>
              <p14:xfrm>
                <a:off x="10611142" y="6606536"/>
                <a:ext cx="143280" cy="338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2BC0005-6D4D-E6E3-9154-DD7E6B6A500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602142" y="6597896"/>
                  <a:ext cx="160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D1C4A96-1D23-5B13-EF5E-821C30652A7C}"/>
                    </a:ext>
                  </a:extLst>
                </p14:cNvPr>
                <p14:cNvContentPartPr/>
                <p14:nvPr/>
              </p14:nvContentPartPr>
              <p14:xfrm>
                <a:off x="10802662" y="6592136"/>
                <a:ext cx="134640" cy="41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D1C4A96-1D23-5B13-EF5E-821C30652A7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793662" y="6583136"/>
                  <a:ext cx="152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DBF017A-357E-CEDA-3D4C-320A002F7B4B}"/>
                    </a:ext>
                  </a:extLst>
                </p14:cNvPr>
                <p14:cNvContentPartPr/>
                <p14:nvPr/>
              </p14:nvContentPartPr>
              <p14:xfrm>
                <a:off x="10956742" y="6407096"/>
                <a:ext cx="108000" cy="191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DBF017A-357E-CEDA-3D4C-320A002F7B4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947742" y="6398456"/>
                  <a:ext cx="125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1894218-FDEE-F707-15B4-E1F6042E2ACC}"/>
                    </a:ext>
                  </a:extLst>
                </p14:cNvPr>
                <p14:cNvContentPartPr/>
                <p14:nvPr/>
              </p14:nvContentPartPr>
              <p14:xfrm>
                <a:off x="10916062" y="6490976"/>
                <a:ext cx="56880" cy="129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1894218-FDEE-F707-15B4-E1F6042E2AC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907062" y="6482336"/>
                  <a:ext cx="7452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F1F56C38-473E-4324-9FB9-4D358FF14CDA}"/>
                  </a:ext>
                </a:extLst>
              </p14:cNvPr>
              <p14:cNvContentPartPr/>
              <p14:nvPr/>
            </p14:nvContentPartPr>
            <p14:xfrm>
              <a:off x="4393942" y="4964216"/>
              <a:ext cx="1148400" cy="12384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F1F56C38-473E-4324-9FB9-4D358FF14CDA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4385302" y="4955216"/>
                <a:ext cx="1166040" cy="14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B4ABFBF-CD4A-2815-83D7-D7A359C76310}"/>
              </a:ext>
            </a:extLst>
          </p:cNvPr>
          <p:cNvGrpSpPr/>
          <p:nvPr/>
        </p:nvGrpSpPr>
        <p:grpSpPr>
          <a:xfrm>
            <a:off x="5820262" y="4725536"/>
            <a:ext cx="966240" cy="340920"/>
            <a:chOff x="5820262" y="4725536"/>
            <a:chExt cx="96624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2110EAB-883A-A395-0D32-64A7AE1990F2}"/>
                    </a:ext>
                  </a:extLst>
                </p14:cNvPr>
                <p14:cNvContentPartPr/>
                <p14:nvPr/>
              </p14:nvContentPartPr>
              <p14:xfrm>
                <a:off x="5820262" y="4725536"/>
                <a:ext cx="290520" cy="3409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2110EAB-883A-A395-0D32-64A7AE1990F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811622" y="4716536"/>
                  <a:ext cx="3081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05D4181-B5BA-6D68-A325-476B867599CE}"/>
                    </a:ext>
                  </a:extLst>
                </p14:cNvPr>
                <p14:cNvContentPartPr/>
                <p14:nvPr/>
              </p14:nvContentPartPr>
              <p14:xfrm>
                <a:off x="6002062" y="4805816"/>
                <a:ext cx="5760" cy="421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05D4181-B5BA-6D68-A325-476B867599C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993062" y="4796816"/>
                  <a:ext cx="23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78B2003-DAA8-4FEE-9D93-970B7A3B2F49}"/>
                    </a:ext>
                  </a:extLst>
                </p14:cNvPr>
                <p14:cNvContentPartPr/>
                <p14:nvPr/>
              </p14:nvContentPartPr>
              <p14:xfrm>
                <a:off x="6113662" y="4840016"/>
                <a:ext cx="368640" cy="1472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78B2003-DAA8-4FEE-9D93-970B7A3B2F4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04662" y="4831016"/>
                  <a:ext cx="386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F216469-BB99-8083-0699-89048EBD4492}"/>
                    </a:ext>
                  </a:extLst>
                </p14:cNvPr>
                <p14:cNvContentPartPr/>
                <p14:nvPr/>
              </p14:nvContentPartPr>
              <p14:xfrm>
                <a:off x="6466822" y="4766936"/>
                <a:ext cx="319680" cy="1659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F216469-BB99-8083-0699-89048EBD449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457822" y="4758296"/>
                  <a:ext cx="33732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837666F-A0CD-D6F1-7749-FE49141F3F88}"/>
              </a:ext>
            </a:extLst>
          </p:cNvPr>
          <p:cNvGrpSpPr/>
          <p:nvPr/>
        </p:nvGrpSpPr>
        <p:grpSpPr>
          <a:xfrm>
            <a:off x="7086382" y="4576496"/>
            <a:ext cx="759960" cy="379080"/>
            <a:chOff x="7086382" y="4576496"/>
            <a:chExt cx="75996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9A63E71-7E09-36B0-1818-0E119C99B2F2}"/>
                    </a:ext>
                  </a:extLst>
                </p14:cNvPr>
                <p14:cNvContentPartPr/>
                <p14:nvPr/>
              </p14:nvContentPartPr>
              <p14:xfrm>
                <a:off x="7086382" y="4740296"/>
                <a:ext cx="106560" cy="2152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9A63E71-7E09-36B0-1818-0E119C99B2F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077742" y="4731656"/>
                  <a:ext cx="124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2046EE5-EE8E-1D9B-7BDD-05AB152DAC50}"/>
                    </a:ext>
                  </a:extLst>
                </p14:cNvPr>
                <p14:cNvContentPartPr/>
                <p14:nvPr/>
              </p14:nvContentPartPr>
              <p14:xfrm>
                <a:off x="7171342" y="4582616"/>
                <a:ext cx="257400" cy="2322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2046EE5-EE8E-1D9B-7BDD-05AB152DAC5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162702" y="4573616"/>
                  <a:ext cx="275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D190CA9-979A-222B-9F8C-EE5DDA23F82E}"/>
                    </a:ext>
                  </a:extLst>
                </p14:cNvPr>
                <p14:cNvContentPartPr/>
                <p14:nvPr/>
              </p14:nvContentPartPr>
              <p14:xfrm>
                <a:off x="7435222" y="4672616"/>
                <a:ext cx="120960" cy="676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D190CA9-979A-222B-9F8C-EE5DDA23F82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426582" y="4663976"/>
                  <a:ext cx="138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27452C5-88D9-A85C-9C27-4FD5DFD8D19B}"/>
                    </a:ext>
                  </a:extLst>
                </p14:cNvPr>
                <p14:cNvContentPartPr/>
                <p14:nvPr/>
              </p14:nvContentPartPr>
              <p14:xfrm>
                <a:off x="7550782" y="4576496"/>
                <a:ext cx="295560" cy="1346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27452C5-88D9-A85C-9C27-4FD5DFD8D19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541782" y="4567856"/>
                  <a:ext cx="313200" cy="15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9551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Group delay is the more intuitive diagnostic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f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400800" cy="36368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02336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7224" y="161848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7224" y="1993392"/>
            <a:ext cx="3794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a 41-tap symmetric FIR, the expected delay is</a:t>
            </a:r>
          </a:p>
        </p:txBody>
      </p:sp>
      <p:pic>
        <p:nvPicPr>
          <p:cNvPr id="11" name="Picture 10" descr="eq_1489bb9efdf73e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51760"/>
            <a:ext cx="3474720" cy="4669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60920" y="3657600"/>
            <a:ext cx="402336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365760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376732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4142232"/>
            <a:ext cx="37947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“Linear phase does not mean zero delay. It means a delay that is approximately constant with frequency.”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B73457-96CF-F5F2-8A07-081A36352CBE}"/>
              </a:ext>
            </a:extLst>
          </p:cNvPr>
          <p:cNvGrpSpPr/>
          <p:nvPr/>
        </p:nvGrpSpPr>
        <p:grpSpPr>
          <a:xfrm>
            <a:off x="1148542" y="5435816"/>
            <a:ext cx="664560" cy="471240"/>
            <a:chOff x="1148542" y="5435816"/>
            <a:chExt cx="66456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1DE232-A2A0-1734-1E54-55E290638716}"/>
                    </a:ext>
                  </a:extLst>
                </p14:cNvPr>
                <p14:cNvContentPartPr/>
                <p14:nvPr/>
              </p14:nvContentPartPr>
              <p14:xfrm>
                <a:off x="1338982" y="5544536"/>
                <a:ext cx="44280" cy="156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11DE232-A2A0-1734-1E54-55E2906387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0342" y="5535896"/>
                  <a:ext cx="61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0C0BA25-5D1E-748C-BB3B-58F15703F013}"/>
                    </a:ext>
                  </a:extLst>
                </p14:cNvPr>
                <p14:cNvContentPartPr/>
                <p14:nvPr/>
              </p14:nvContentPartPr>
              <p14:xfrm>
                <a:off x="1148542" y="5435816"/>
                <a:ext cx="303120" cy="88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0C0BA25-5D1E-748C-BB3B-58F15703F0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9542" y="5426816"/>
                  <a:ext cx="320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CAB1BB-1F96-EF0B-5AE0-BA619CF2B9D4}"/>
                    </a:ext>
                  </a:extLst>
                </p14:cNvPr>
                <p14:cNvContentPartPr/>
                <p14:nvPr/>
              </p14:nvContentPartPr>
              <p14:xfrm>
                <a:off x="1470022" y="5637056"/>
                <a:ext cx="120240" cy="270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CAB1BB-1F96-EF0B-5AE0-BA619CF2B9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61382" y="5628416"/>
                  <a:ext cx="1378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4EC394-D91D-1710-7829-F63E6E007104}"/>
                    </a:ext>
                  </a:extLst>
                </p14:cNvPr>
                <p14:cNvContentPartPr/>
                <p14:nvPr/>
              </p14:nvContentPartPr>
              <p14:xfrm>
                <a:off x="1717342" y="5656136"/>
                <a:ext cx="74520" cy="5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4EC394-D91D-1710-7829-F63E6E0071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08342" y="5647496"/>
                  <a:ext cx="92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E4E7045-6ED0-5B8B-EBDF-310C1F77B2F8}"/>
                    </a:ext>
                  </a:extLst>
                </p14:cNvPr>
                <p14:cNvContentPartPr/>
                <p14:nvPr/>
              </p14:nvContentPartPr>
              <p14:xfrm>
                <a:off x="1705102" y="5581256"/>
                <a:ext cx="108000" cy="2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E4E7045-6ED0-5B8B-EBDF-310C1F77B2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96462" y="5572616"/>
                  <a:ext cx="12564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E9DD366-064A-87D8-4861-E98AB0D0939D}"/>
                  </a:ext>
                </a:extLst>
              </p14:cNvPr>
              <p14:cNvContentPartPr/>
              <p14:nvPr/>
            </p14:nvContentPartPr>
            <p14:xfrm>
              <a:off x="2004622" y="5597816"/>
              <a:ext cx="130320" cy="14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E9DD366-064A-87D8-4861-E98AB0D093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95982" y="5589176"/>
                <a:ext cx="14796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3D6B34E-CAAB-394D-4D2C-B0A1E64C7CCE}"/>
              </a:ext>
            </a:extLst>
          </p:cNvPr>
          <p:cNvGrpSpPr/>
          <p:nvPr/>
        </p:nvGrpSpPr>
        <p:grpSpPr>
          <a:xfrm>
            <a:off x="2355622" y="5084096"/>
            <a:ext cx="1366200" cy="466920"/>
            <a:chOff x="2355622" y="5084096"/>
            <a:chExt cx="136620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8EA7E32-FE4C-304F-1805-A15ABC1A1B40}"/>
                    </a:ext>
                  </a:extLst>
                </p14:cNvPr>
                <p14:cNvContentPartPr/>
                <p14:nvPr/>
              </p14:nvContentPartPr>
              <p14:xfrm>
                <a:off x="2355622" y="5287496"/>
                <a:ext cx="99360" cy="263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8EA7E32-FE4C-304F-1805-A15ABC1A1B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46622" y="5278496"/>
                  <a:ext cx="117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40E41E-009B-E050-AAB3-B4183B854BE2}"/>
                    </a:ext>
                  </a:extLst>
                </p14:cNvPr>
                <p14:cNvContentPartPr/>
                <p14:nvPr/>
              </p14:nvContentPartPr>
              <p14:xfrm>
                <a:off x="2543542" y="5309816"/>
                <a:ext cx="182880" cy="192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40E41E-009B-E050-AAB3-B4183B854B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34542" y="5300816"/>
                  <a:ext cx="200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A87B7C-04B2-B280-4416-CF0A557DB99D}"/>
                    </a:ext>
                  </a:extLst>
                </p14:cNvPr>
                <p14:cNvContentPartPr/>
                <p14:nvPr/>
              </p14:nvContentPartPr>
              <p14:xfrm>
                <a:off x="2822902" y="5278856"/>
                <a:ext cx="73440" cy="23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A87B7C-04B2-B280-4416-CF0A557DB9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13902" y="5270216"/>
                  <a:ext cx="910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B1C1D9-F40E-8081-FEFD-90FFD5B1F933}"/>
                    </a:ext>
                  </a:extLst>
                </p14:cNvPr>
                <p14:cNvContentPartPr/>
                <p14:nvPr/>
              </p14:nvContentPartPr>
              <p14:xfrm>
                <a:off x="2875822" y="5324936"/>
                <a:ext cx="161640" cy="209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B1C1D9-F40E-8081-FEFD-90FFD5B1F9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67182" y="5315936"/>
                  <a:ext cx="1792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A32FCF-8889-63CA-C3FB-5956844DE6DB}"/>
                    </a:ext>
                  </a:extLst>
                </p14:cNvPr>
                <p14:cNvContentPartPr/>
                <p14:nvPr/>
              </p14:nvContentPartPr>
              <p14:xfrm>
                <a:off x="3022342" y="5263016"/>
                <a:ext cx="151920" cy="283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A32FCF-8889-63CA-C3FB-5956844DE6D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13342" y="5254016"/>
                  <a:ext cx="1695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EDB9B8-C626-9CFF-378F-EF58E564FCE3}"/>
                    </a:ext>
                  </a:extLst>
                </p14:cNvPr>
                <p14:cNvContentPartPr/>
                <p14:nvPr/>
              </p14:nvContentPartPr>
              <p14:xfrm>
                <a:off x="3151222" y="5364176"/>
                <a:ext cx="168480" cy="17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EDB9B8-C626-9CFF-378F-EF58E564FC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42222" y="5355536"/>
                  <a:ext cx="186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9AEF0F-985B-1650-D6F1-9F464DE7F654}"/>
                    </a:ext>
                  </a:extLst>
                </p14:cNvPr>
                <p14:cNvContentPartPr/>
                <p14:nvPr/>
              </p14:nvContentPartPr>
              <p14:xfrm>
                <a:off x="3285142" y="5241776"/>
                <a:ext cx="97920" cy="232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9AEF0F-985B-1650-D6F1-9F464DE7F6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76502" y="5232776"/>
                  <a:ext cx="1155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0295822-48DB-EEBF-B881-9C83DD8C5C2D}"/>
                    </a:ext>
                  </a:extLst>
                </p14:cNvPr>
                <p14:cNvContentPartPr/>
                <p14:nvPr/>
              </p14:nvContentPartPr>
              <p14:xfrm>
                <a:off x="3237262" y="5084096"/>
                <a:ext cx="5760" cy="39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0295822-48DB-EEBF-B881-9C83DD8C5C2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28622" y="5075096"/>
                  <a:ext cx="23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4D9BA6-43DE-AE2E-0122-B0847B6013C5}"/>
                    </a:ext>
                  </a:extLst>
                </p14:cNvPr>
                <p14:cNvContentPartPr/>
                <p14:nvPr/>
              </p14:nvContentPartPr>
              <p14:xfrm>
                <a:off x="3369022" y="5168336"/>
                <a:ext cx="154440" cy="122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4D9BA6-43DE-AE2E-0122-B0847B6013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60022" y="5159696"/>
                  <a:ext cx="172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B7F1D48-16CC-8D45-39AF-8BC9499CA7BB}"/>
                    </a:ext>
                  </a:extLst>
                </p14:cNvPr>
                <p14:cNvContentPartPr/>
                <p14:nvPr/>
              </p14:nvContentPartPr>
              <p14:xfrm>
                <a:off x="3604102" y="5209736"/>
                <a:ext cx="117720" cy="288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B7F1D48-16CC-8D45-39AF-8BC9499CA7B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95462" y="5201096"/>
                  <a:ext cx="13536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9C1CA19-42CC-D050-016A-215F1A429498}"/>
              </a:ext>
            </a:extLst>
          </p:cNvPr>
          <p:cNvGrpSpPr/>
          <p:nvPr/>
        </p:nvGrpSpPr>
        <p:grpSpPr>
          <a:xfrm>
            <a:off x="2364982" y="5682416"/>
            <a:ext cx="1276920" cy="309600"/>
            <a:chOff x="2364982" y="5682416"/>
            <a:chExt cx="127692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71C2F80-88C9-4853-DC7D-2C3B24392316}"/>
                    </a:ext>
                  </a:extLst>
                </p14:cNvPr>
                <p14:cNvContentPartPr/>
                <p14:nvPr/>
              </p14:nvContentPartPr>
              <p14:xfrm>
                <a:off x="2364982" y="5682416"/>
                <a:ext cx="1276920" cy="16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71C2F80-88C9-4853-DC7D-2C3B2439231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56342" y="5673776"/>
                  <a:ext cx="1294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F4F8AB6-01C6-6389-86C3-E3115229C79E}"/>
                    </a:ext>
                  </a:extLst>
                </p14:cNvPr>
                <p14:cNvContentPartPr/>
                <p14:nvPr/>
              </p14:nvContentPartPr>
              <p14:xfrm>
                <a:off x="2774662" y="5776736"/>
                <a:ext cx="176760" cy="215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F4F8AB6-01C6-6389-86C3-E3115229C7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65662" y="5768096"/>
                  <a:ext cx="194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CEBB20-98BD-8D9B-A90A-FB7275F1EB3E}"/>
                    </a:ext>
                  </a:extLst>
                </p14:cNvPr>
                <p14:cNvContentPartPr/>
                <p14:nvPr/>
              </p14:nvContentPartPr>
              <p14:xfrm>
                <a:off x="3005782" y="5882576"/>
                <a:ext cx="203400" cy="91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CEBB20-98BD-8D9B-A90A-FB7275F1EB3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97142" y="5873576"/>
                  <a:ext cx="22104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542FC4-7AA6-75B0-D728-D094572FB722}"/>
                  </a:ext>
                </a:extLst>
              </p14:cNvPr>
              <p14:cNvContentPartPr/>
              <p14:nvPr/>
            </p14:nvContentPartPr>
            <p14:xfrm>
              <a:off x="1750102" y="2737256"/>
              <a:ext cx="319680" cy="3096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542FC4-7AA6-75B0-D728-D094572FB72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741462" y="2728616"/>
                <a:ext cx="337320" cy="32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408D8D01-2259-F57E-43E7-2605B9BA5CB7}"/>
              </a:ext>
            </a:extLst>
          </p:cNvPr>
          <p:cNvGrpSpPr/>
          <p:nvPr/>
        </p:nvGrpSpPr>
        <p:grpSpPr>
          <a:xfrm>
            <a:off x="1559302" y="2158376"/>
            <a:ext cx="474840" cy="152280"/>
            <a:chOff x="1559302" y="2158376"/>
            <a:chExt cx="47484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8221C8-30EA-AB30-329D-A1A3B48F3567}"/>
                    </a:ext>
                  </a:extLst>
                </p14:cNvPr>
                <p14:cNvContentPartPr/>
                <p14:nvPr/>
              </p14:nvContentPartPr>
              <p14:xfrm>
                <a:off x="1559302" y="2159456"/>
                <a:ext cx="164160" cy="144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8221C8-30EA-AB30-329D-A1A3B48F35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50302" y="2150456"/>
                  <a:ext cx="181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96DE7B-619D-E69F-005E-822206AA773E}"/>
                    </a:ext>
                  </a:extLst>
                </p14:cNvPr>
                <p14:cNvContentPartPr/>
                <p14:nvPr/>
              </p14:nvContentPartPr>
              <p14:xfrm>
                <a:off x="1786102" y="2221376"/>
                <a:ext cx="122760" cy="16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96DE7B-619D-E69F-005E-822206AA773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77102" y="2212376"/>
                  <a:ext cx="140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DAE7687-CFCD-D838-7D5B-FB19D0E3DAA1}"/>
                    </a:ext>
                  </a:extLst>
                </p14:cNvPr>
                <p14:cNvContentPartPr/>
                <p14:nvPr/>
              </p14:nvContentPartPr>
              <p14:xfrm>
                <a:off x="1972222" y="2158376"/>
                <a:ext cx="61920" cy="152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DAE7687-CFCD-D838-7D5B-FB19D0E3DAA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63222" y="2149376"/>
                  <a:ext cx="7956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620000D-168F-F430-A5F0-097ACF8CEA7E}"/>
                  </a:ext>
                </a:extLst>
              </p14:cNvPr>
              <p14:cNvContentPartPr/>
              <p14:nvPr/>
            </p14:nvContentPartPr>
            <p14:xfrm>
              <a:off x="1569742" y="2434496"/>
              <a:ext cx="424080" cy="79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620000D-168F-F430-A5F0-097ACF8CEA7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60742" y="2425856"/>
                <a:ext cx="4417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EAF8D8-D5FD-EAB5-AC61-C6D4D9C6BDBF}"/>
                  </a:ext>
                </a:extLst>
              </p14:cNvPr>
              <p14:cNvContentPartPr/>
              <p14:nvPr/>
            </p14:nvContentPartPr>
            <p14:xfrm>
              <a:off x="1738222" y="2556896"/>
              <a:ext cx="255960" cy="1173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EAF8D8-D5FD-EAB5-AC61-C6D4D9C6BDB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29582" y="2548256"/>
                <a:ext cx="27360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429A59BD-09B2-8063-05BF-DFFD14F287CE}"/>
              </a:ext>
            </a:extLst>
          </p:cNvPr>
          <p:cNvGrpSpPr/>
          <p:nvPr/>
        </p:nvGrpSpPr>
        <p:grpSpPr>
          <a:xfrm>
            <a:off x="2489902" y="2316056"/>
            <a:ext cx="461160" cy="303120"/>
            <a:chOff x="2489902" y="2316056"/>
            <a:chExt cx="46116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5B888E-6690-BC97-DDC9-9221709BDF28}"/>
                    </a:ext>
                  </a:extLst>
                </p14:cNvPr>
                <p14:cNvContentPartPr/>
                <p14:nvPr/>
              </p14:nvContentPartPr>
              <p14:xfrm>
                <a:off x="2534542" y="2316056"/>
                <a:ext cx="113040" cy="303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5B888E-6690-BC97-DDC9-9221709BDF2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25902" y="2307056"/>
                  <a:ext cx="1306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76FF2DD-AD73-A3EB-55BD-4D48E6E62D4A}"/>
                    </a:ext>
                  </a:extLst>
                </p14:cNvPr>
                <p14:cNvContentPartPr/>
                <p14:nvPr/>
              </p14:nvContentPartPr>
              <p14:xfrm>
                <a:off x="2489902" y="2508296"/>
                <a:ext cx="147240" cy="27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76FF2DD-AD73-A3EB-55BD-4D48E6E62D4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81262" y="2499656"/>
                  <a:ext cx="164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9464E2-19EF-1D02-7461-91A220781D3C}"/>
                    </a:ext>
                  </a:extLst>
                </p14:cNvPr>
                <p14:cNvContentPartPr/>
                <p14:nvPr/>
              </p14:nvContentPartPr>
              <p14:xfrm>
                <a:off x="2698342" y="2417576"/>
                <a:ext cx="252720" cy="122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9464E2-19EF-1D02-7461-91A220781D3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89342" y="2408936"/>
                  <a:ext cx="27036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8E1B409-5FD3-897D-E8EC-D0E30085706F}"/>
              </a:ext>
            </a:extLst>
          </p:cNvPr>
          <p:cNvGrpSpPr/>
          <p:nvPr/>
        </p:nvGrpSpPr>
        <p:grpSpPr>
          <a:xfrm>
            <a:off x="3182902" y="2237576"/>
            <a:ext cx="2313360" cy="368640"/>
            <a:chOff x="3182902" y="2237576"/>
            <a:chExt cx="231336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67C239-41C6-8166-1836-2E6FFFEF308C}"/>
                    </a:ext>
                  </a:extLst>
                </p14:cNvPr>
                <p14:cNvContentPartPr/>
                <p14:nvPr/>
              </p14:nvContentPartPr>
              <p14:xfrm>
                <a:off x="3182902" y="2362496"/>
                <a:ext cx="160920" cy="159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67C239-41C6-8166-1836-2E6FFFEF30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74262" y="2353856"/>
                  <a:ext cx="178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E9714F0-347B-BA0E-6A34-406BA2D6769E}"/>
                    </a:ext>
                  </a:extLst>
                </p14:cNvPr>
                <p14:cNvContentPartPr/>
                <p14:nvPr/>
              </p14:nvContentPartPr>
              <p14:xfrm>
                <a:off x="3365062" y="2437016"/>
                <a:ext cx="116640" cy="1692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E9714F0-347B-BA0E-6A34-406BA2D6769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56062" y="2428016"/>
                  <a:ext cx="134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54F605B-D88F-46DC-19B5-4430D83BCC60}"/>
                    </a:ext>
                  </a:extLst>
                </p14:cNvPr>
                <p14:cNvContentPartPr/>
                <p14:nvPr/>
              </p14:nvContentPartPr>
              <p14:xfrm>
                <a:off x="3492502" y="2429456"/>
                <a:ext cx="260640" cy="63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54F605B-D88F-46DC-19B5-4430D83BCC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83862" y="2420456"/>
                  <a:ext cx="278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D360710-8603-5D7E-F2E9-768EF547601C}"/>
                    </a:ext>
                  </a:extLst>
                </p14:cNvPr>
                <p14:cNvContentPartPr/>
                <p14:nvPr/>
              </p14:nvContentPartPr>
              <p14:xfrm>
                <a:off x="3805342" y="2440256"/>
                <a:ext cx="161280" cy="37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D360710-8603-5D7E-F2E9-768EF547601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96702" y="2431256"/>
                  <a:ext cx="1789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886EF5D-777A-4B87-30A9-ECF77831E889}"/>
                    </a:ext>
                  </a:extLst>
                </p14:cNvPr>
                <p14:cNvContentPartPr/>
                <p14:nvPr/>
              </p14:nvContentPartPr>
              <p14:xfrm>
                <a:off x="4056262" y="2434856"/>
                <a:ext cx="133560" cy="74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886EF5D-777A-4B87-30A9-ECF77831E88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47262" y="2425856"/>
                  <a:ext cx="151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B915F2-E7F7-5ABA-3B5D-118CBC81705D}"/>
                    </a:ext>
                  </a:extLst>
                </p14:cNvPr>
                <p14:cNvContentPartPr/>
                <p14:nvPr/>
              </p14:nvContentPartPr>
              <p14:xfrm>
                <a:off x="4173262" y="2285816"/>
                <a:ext cx="84960" cy="228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B915F2-E7F7-5ABA-3B5D-118CBC8170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64262" y="2277176"/>
                  <a:ext cx="102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2CABFEC-9275-141E-C7A1-159D3E122224}"/>
                    </a:ext>
                  </a:extLst>
                </p14:cNvPr>
                <p14:cNvContentPartPr/>
                <p14:nvPr/>
              </p14:nvContentPartPr>
              <p14:xfrm>
                <a:off x="4187662" y="2412896"/>
                <a:ext cx="75960" cy="48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2CABFEC-9275-141E-C7A1-159D3E1222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79022" y="2404256"/>
                  <a:ext cx="93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AA1FBA-0E0B-8AC6-C7B6-DBB34D2621B1}"/>
                    </a:ext>
                  </a:extLst>
                </p14:cNvPr>
                <p14:cNvContentPartPr/>
                <p14:nvPr/>
              </p14:nvContentPartPr>
              <p14:xfrm>
                <a:off x="4306102" y="2364656"/>
                <a:ext cx="94680" cy="92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AA1FBA-0E0B-8AC6-C7B6-DBB34D2621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97102" y="2356016"/>
                  <a:ext cx="112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554D93D-5B09-BBDD-0A42-24DC6740B452}"/>
                    </a:ext>
                  </a:extLst>
                </p14:cNvPr>
                <p14:cNvContentPartPr/>
                <p14:nvPr/>
              </p14:nvContentPartPr>
              <p14:xfrm>
                <a:off x="4444342" y="2413256"/>
                <a:ext cx="25200" cy="74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554D93D-5B09-BBDD-0A42-24DC6740B45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35342" y="2404616"/>
                  <a:ext cx="42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8B79B2-98E3-1FD1-3A1B-820C477D34D3}"/>
                    </a:ext>
                  </a:extLst>
                </p14:cNvPr>
                <p14:cNvContentPartPr/>
                <p14:nvPr/>
              </p14:nvContentPartPr>
              <p14:xfrm>
                <a:off x="4401862" y="2302016"/>
                <a:ext cx="5040" cy="10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8B79B2-98E3-1FD1-3A1B-820C477D34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92862" y="2293016"/>
                  <a:ext cx="22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D7F3B9-FFF4-4CE5-0498-9B5E9CCF6753}"/>
                    </a:ext>
                  </a:extLst>
                </p14:cNvPr>
                <p14:cNvContentPartPr/>
                <p14:nvPr/>
              </p14:nvContentPartPr>
              <p14:xfrm>
                <a:off x="4533622" y="2388416"/>
                <a:ext cx="164160" cy="10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D7F3B9-FFF4-4CE5-0498-9B5E9CCF675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24622" y="2379776"/>
                  <a:ext cx="181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8B5A63-4733-DBEF-ECF9-BD16471C1F55}"/>
                    </a:ext>
                  </a:extLst>
                </p14:cNvPr>
                <p14:cNvContentPartPr/>
                <p14:nvPr/>
              </p14:nvContentPartPr>
              <p14:xfrm>
                <a:off x="4859062" y="2292296"/>
                <a:ext cx="198720" cy="213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8B5A63-4733-DBEF-ECF9-BD16471C1F5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50062" y="2283296"/>
                  <a:ext cx="2163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F7AD76-35A8-E2CE-7D0E-E32CDAC65EA9}"/>
                    </a:ext>
                  </a:extLst>
                </p14:cNvPr>
                <p14:cNvContentPartPr/>
                <p14:nvPr/>
              </p14:nvContentPartPr>
              <p14:xfrm>
                <a:off x="5039062" y="2237576"/>
                <a:ext cx="154800" cy="278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F7AD76-35A8-E2CE-7D0E-E32CDAC65EA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30422" y="2228936"/>
                  <a:ext cx="172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D9BFC85-7202-2B04-7DBC-7B16C2109153}"/>
                    </a:ext>
                  </a:extLst>
                </p14:cNvPr>
                <p14:cNvContentPartPr/>
                <p14:nvPr/>
              </p14:nvContentPartPr>
              <p14:xfrm>
                <a:off x="5215102" y="2413256"/>
                <a:ext cx="153720" cy="93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D9BFC85-7202-2B04-7DBC-7B16C210915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06102" y="2404616"/>
                  <a:ext cx="171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C40EAC2-1C5A-8089-76C9-2E6C09F70138}"/>
                    </a:ext>
                  </a:extLst>
                </p14:cNvPr>
                <p14:cNvContentPartPr/>
                <p14:nvPr/>
              </p14:nvContentPartPr>
              <p14:xfrm>
                <a:off x="5321302" y="2262416"/>
                <a:ext cx="174960" cy="279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C40EAC2-1C5A-8089-76C9-2E6C09F7013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312662" y="2253416"/>
                  <a:ext cx="1926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2FA60D9-AC66-125B-CB34-04D93027A590}"/>
                    </a:ext>
                  </a:extLst>
                </p14:cNvPr>
                <p14:cNvContentPartPr/>
                <p14:nvPr/>
              </p14:nvContentPartPr>
              <p14:xfrm>
                <a:off x="5251822" y="2446736"/>
                <a:ext cx="96120" cy="58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2FA60D9-AC66-125B-CB34-04D93027A59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42822" y="2438096"/>
                  <a:ext cx="1137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E833639-C249-7CFB-4BE3-A998FC6195C4}"/>
              </a:ext>
            </a:extLst>
          </p:cNvPr>
          <p:cNvGrpSpPr/>
          <p:nvPr/>
        </p:nvGrpSpPr>
        <p:grpSpPr>
          <a:xfrm>
            <a:off x="7886662" y="3340256"/>
            <a:ext cx="869040" cy="194760"/>
            <a:chOff x="7886662" y="3340256"/>
            <a:chExt cx="86904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782AE2D-355B-0F0B-B9BE-819C35EE97B8}"/>
                    </a:ext>
                  </a:extLst>
                </p14:cNvPr>
                <p14:cNvContentPartPr/>
                <p14:nvPr/>
              </p14:nvContentPartPr>
              <p14:xfrm>
                <a:off x="7886662" y="3340256"/>
                <a:ext cx="211320" cy="172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782AE2D-355B-0F0B-B9BE-819C35EE97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78022" y="3331256"/>
                  <a:ext cx="228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D083DD7-C896-CD17-9453-A885889526FB}"/>
                    </a:ext>
                  </a:extLst>
                </p14:cNvPr>
                <p14:cNvContentPartPr/>
                <p14:nvPr/>
              </p14:nvContentPartPr>
              <p14:xfrm>
                <a:off x="8203102" y="3433856"/>
                <a:ext cx="95760" cy="1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D083DD7-C896-CD17-9453-A885889526F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94462" y="342485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2D935E7-BB88-2D76-E5C8-9624CA2C0740}"/>
                    </a:ext>
                  </a:extLst>
                </p14:cNvPr>
                <p14:cNvContentPartPr/>
                <p14:nvPr/>
              </p14:nvContentPartPr>
              <p14:xfrm>
                <a:off x="8176462" y="3364376"/>
                <a:ext cx="122400" cy="16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2D935E7-BB88-2D76-E5C8-9624CA2C07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67822" y="3355376"/>
                  <a:ext cx="140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EE1F9FB-7630-CE16-5572-125244751574}"/>
                    </a:ext>
                  </a:extLst>
                </p14:cNvPr>
                <p14:cNvContentPartPr/>
                <p14:nvPr/>
              </p14:nvContentPartPr>
              <p14:xfrm>
                <a:off x="8422702" y="3351416"/>
                <a:ext cx="211680" cy="105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EE1F9FB-7630-CE16-5572-12524475157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13702" y="3342776"/>
                  <a:ext cx="229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BC4AF0-96E0-D2F6-EA07-163494E2076C}"/>
                    </a:ext>
                  </a:extLst>
                </p14:cNvPr>
                <p14:cNvContentPartPr/>
                <p14:nvPr/>
              </p14:nvContentPartPr>
              <p14:xfrm>
                <a:off x="8521702" y="3370496"/>
                <a:ext cx="55800" cy="151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BC4AF0-96E0-D2F6-EA07-163494E207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13062" y="3361496"/>
                  <a:ext cx="73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EB38047-1956-0EBB-B84F-E9BD717DC035}"/>
                    </a:ext>
                  </a:extLst>
                </p14:cNvPr>
                <p14:cNvContentPartPr/>
                <p14:nvPr/>
              </p14:nvContentPartPr>
              <p14:xfrm>
                <a:off x="8681182" y="3349256"/>
                <a:ext cx="74520" cy="185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EB38047-1956-0EBB-B84F-E9BD717DC03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72542" y="3340256"/>
                  <a:ext cx="92160" cy="20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7A4B378-E98C-F057-A0F5-588461C89827}"/>
                  </a:ext>
                </a:extLst>
              </p14:cNvPr>
              <p14:cNvContentPartPr/>
              <p14:nvPr/>
            </p14:nvContentPartPr>
            <p14:xfrm>
              <a:off x="636982" y="2970536"/>
              <a:ext cx="612720" cy="3308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7A4B378-E98C-F057-A0F5-588461C8982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7982" y="2961536"/>
                <a:ext cx="630360" cy="34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would nonlinear phase do to a transient?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87E37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22B4A"/>
                </a:solidFill>
                <a:latin typeface="Arial"/>
              </a:rPr>
              <a:t>Two filters have nearly identical magnitude responses. One has constant group delay; the other has strongly frequency-dependent group delay. What can differ at the output?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spectra can have almost the same magnitudes while the waveform shapes differ because frequency components arrive with different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24612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That distortion can alter time-localized features such as onset shape or peak timing. Whether it harms an ML model depends on what features and invariances the model 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7BFD12-A6D7-861E-B8E9-DBDF8A06C478}"/>
              </a:ext>
            </a:extLst>
          </p:cNvPr>
          <p:cNvGrpSpPr/>
          <p:nvPr/>
        </p:nvGrpSpPr>
        <p:grpSpPr>
          <a:xfrm>
            <a:off x="9054502" y="1328216"/>
            <a:ext cx="823320" cy="591120"/>
            <a:chOff x="9054502" y="1328216"/>
            <a:chExt cx="823320" cy="59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DC2893-B460-A815-0AFA-B2547214C93E}"/>
                    </a:ext>
                  </a:extLst>
                </p14:cNvPr>
                <p14:cNvContentPartPr/>
                <p14:nvPr/>
              </p14:nvContentPartPr>
              <p14:xfrm>
                <a:off x="9249262" y="1679936"/>
                <a:ext cx="363960" cy="239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DC2893-B460-A815-0AFA-B2547214C9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40622" y="1671296"/>
                  <a:ext cx="3816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2F079D-C700-FC01-1645-FCB88FF40775}"/>
                    </a:ext>
                  </a:extLst>
                </p14:cNvPr>
                <p14:cNvContentPartPr/>
                <p14:nvPr/>
              </p14:nvContentPartPr>
              <p14:xfrm>
                <a:off x="9054502" y="1328216"/>
                <a:ext cx="219960" cy="277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2F079D-C700-FC01-1645-FCB88FF407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45502" y="1319576"/>
                  <a:ext cx="2376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040E39-ACA1-0277-35BB-607FD5890BDD}"/>
                    </a:ext>
                  </a:extLst>
                </p14:cNvPr>
                <p14:cNvContentPartPr/>
                <p14:nvPr/>
              </p14:nvContentPartPr>
              <p14:xfrm>
                <a:off x="9202462" y="1351976"/>
                <a:ext cx="22680" cy="36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040E39-ACA1-0277-35BB-607FD5890B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93462" y="1342976"/>
                  <a:ext cx="403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DBB6C2-F14C-63DB-3C6D-4D1CD0E45BB8}"/>
                    </a:ext>
                  </a:extLst>
                </p14:cNvPr>
                <p14:cNvContentPartPr/>
                <p14:nvPr/>
              </p14:nvContentPartPr>
              <p14:xfrm>
                <a:off x="9314062" y="1450976"/>
                <a:ext cx="330120" cy="113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DBB6C2-F14C-63DB-3C6D-4D1CD0E45BB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05062" y="1441976"/>
                  <a:ext cx="347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DE8591-0DBB-1583-F6D2-5AB8B7E3C398}"/>
                    </a:ext>
                  </a:extLst>
                </p14:cNvPr>
                <p14:cNvContentPartPr/>
                <p14:nvPr/>
              </p14:nvContentPartPr>
              <p14:xfrm>
                <a:off x="9668662" y="1447016"/>
                <a:ext cx="209160" cy="127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DE8591-0DBB-1583-F6D2-5AB8B7E3C3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60022" y="1438016"/>
                  <a:ext cx="2268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F03B2C-837E-5D0F-BED2-F29EB9E1A5BD}"/>
              </a:ext>
            </a:extLst>
          </p:cNvPr>
          <p:cNvGrpSpPr/>
          <p:nvPr/>
        </p:nvGrpSpPr>
        <p:grpSpPr>
          <a:xfrm>
            <a:off x="10137022" y="1344776"/>
            <a:ext cx="639360" cy="324360"/>
            <a:chOff x="10137022" y="1344776"/>
            <a:chExt cx="639360" cy="32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806DA7C-257E-4B73-E64F-51C36D715A8C}"/>
                    </a:ext>
                  </a:extLst>
                </p14:cNvPr>
                <p14:cNvContentPartPr/>
                <p14:nvPr/>
              </p14:nvContentPartPr>
              <p14:xfrm>
                <a:off x="10137022" y="1461056"/>
                <a:ext cx="108000" cy="208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806DA7C-257E-4B73-E64F-51C36D715A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28022" y="1452056"/>
                  <a:ext cx="125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A87CB8-69DE-07D9-D382-24126D93651B}"/>
                    </a:ext>
                  </a:extLst>
                </p14:cNvPr>
                <p14:cNvContentPartPr/>
                <p14:nvPr/>
              </p14:nvContentPartPr>
              <p14:xfrm>
                <a:off x="10265542" y="1344776"/>
                <a:ext cx="174240" cy="213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A87CB8-69DE-07D9-D382-24126D9365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56902" y="1336136"/>
                  <a:ext cx="191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FB54FB-1785-F994-63C0-1DEB2D35FA58}"/>
                    </a:ext>
                  </a:extLst>
                </p14:cNvPr>
                <p14:cNvContentPartPr/>
                <p14:nvPr/>
              </p14:nvContentPartPr>
              <p14:xfrm>
                <a:off x="10455622" y="1440536"/>
                <a:ext cx="70200" cy="121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FB54FB-1785-F994-63C0-1DEB2D35FA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46622" y="1431536"/>
                  <a:ext cx="87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3C1F072-2300-97F8-6E94-9F0DC085BA9C}"/>
                    </a:ext>
                  </a:extLst>
                </p14:cNvPr>
                <p14:cNvContentPartPr/>
                <p14:nvPr/>
              </p14:nvContentPartPr>
              <p14:xfrm>
                <a:off x="10588102" y="1418216"/>
                <a:ext cx="188280" cy="149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3C1F072-2300-97F8-6E94-9F0DC085BA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79462" y="1409576"/>
                  <a:ext cx="20592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84D113B-F611-C1D3-5189-7992AE8301DA}"/>
              </a:ext>
            </a:extLst>
          </p:cNvPr>
          <p:cNvGrpSpPr/>
          <p:nvPr/>
        </p:nvGrpSpPr>
        <p:grpSpPr>
          <a:xfrm>
            <a:off x="4330942" y="2545376"/>
            <a:ext cx="1538280" cy="416160"/>
            <a:chOff x="4330942" y="2545376"/>
            <a:chExt cx="153828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BDB6889-09C4-8F0A-4A8F-91749D580082}"/>
                    </a:ext>
                  </a:extLst>
                </p14:cNvPr>
                <p14:cNvContentPartPr/>
                <p14:nvPr/>
              </p14:nvContentPartPr>
              <p14:xfrm>
                <a:off x="4330942" y="2545376"/>
                <a:ext cx="435600" cy="191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BDB6889-09C4-8F0A-4A8F-91749D58008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22302" y="2536376"/>
                  <a:ext cx="4532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5E8859-F752-5FF2-1519-52268169CBFB}"/>
                    </a:ext>
                  </a:extLst>
                </p14:cNvPr>
                <p14:cNvContentPartPr/>
                <p14:nvPr/>
              </p14:nvContentPartPr>
              <p14:xfrm>
                <a:off x="4611022" y="2556536"/>
                <a:ext cx="174960" cy="82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5E8859-F752-5FF2-1519-52268169CB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02022" y="2547896"/>
                  <a:ext cx="192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8ADD4D0-FF9A-7424-C5F1-46C814D64168}"/>
                    </a:ext>
                  </a:extLst>
                </p14:cNvPr>
                <p14:cNvContentPartPr/>
                <p14:nvPr/>
              </p14:nvContentPartPr>
              <p14:xfrm>
                <a:off x="4369822" y="2875856"/>
                <a:ext cx="150120" cy="63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8ADD4D0-FF9A-7424-C5F1-46C814D6416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60822" y="2867216"/>
                  <a:ext cx="167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96E411-1FAB-33A3-A950-83995EE4C642}"/>
                    </a:ext>
                  </a:extLst>
                </p14:cNvPr>
                <p14:cNvContentPartPr/>
                <p14:nvPr/>
              </p14:nvContentPartPr>
              <p14:xfrm>
                <a:off x="4545142" y="2855336"/>
                <a:ext cx="106920" cy="75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96E411-1FAB-33A3-A950-83995EE4C6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36502" y="2846336"/>
                  <a:ext cx="124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24D2257-C4D1-8460-E593-97E49649B7DB}"/>
                    </a:ext>
                  </a:extLst>
                </p14:cNvPr>
                <p14:cNvContentPartPr/>
                <p14:nvPr/>
              </p14:nvContentPartPr>
              <p14:xfrm>
                <a:off x="4703902" y="2879096"/>
                <a:ext cx="151920" cy="56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4D2257-C4D1-8460-E593-97E49649B7D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94902" y="2870456"/>
                  <a:ext cx="169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FC0E7B9-90B9-CDAE-03CD-477D4A358318}"/>
                    </a:ext>
                  </a:extLst>
                </p14:cNvPr>
                <p14:cNvContentPartPr/>
                <p14:nvPr/>
              </p14:nvContentPartPr>
              <p14:xfrm>
                <a:off x="4963822" y="2881256"/>
                <a:ext cx="81360" cy="10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FC0E7B9-90B9-CDAE-03CD-477D4A3583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55182" y="2872256"/>
                  <a:ext cx="99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5ECD7C3-FC87-AF38-CE05-F0E9197F01A5}"/>
                    </a:ext>
                  </a:extLst>
                </p14:cNvPr>
                <p14:cNvContentPartPr/>
                <p14:nvPr/>
              </p14:nvContentPartPr>
              <p14:xfrm>
                <a:off x="5061742" y="2703056"/>
                <a:ext cx="207720" cy="258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5ECD7C3-FC87-AF38-CE05-F0E9197F01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53102" y="2694056"/>
                  <a:ext cx="2253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87F286F-77F4-8B4C-29B7-CB4867451C77}"/>
                    </a:ext>
                  </a:extLst>
                </p14:cNvPr>
                <p14:cNvContentPartPr/>
                <p14:nvPr/>
              </p14:nvContentPartPr>
              <p14:xfrm>
                <a:off x="5215102" y="2731136"/>
                <a:ext cx="7560" cy="34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87F286F-77F4-8B4C-29B7-CB4867451C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06102" y="2722496"/>
                  <a:ext cx="25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B938BEE-4EC6-910C-7CF7-49BC949DB48A}"/>
                    </a:ext>
                  </a:extLst>
                </p14:cNvPr>
                <p14:cNvContentPartPr/>
                <p14:nvPr/>
              </p14:nvContentPartPr>
              <p14:xfrm>
                <a:off x="5332102" y="2849216"/>
                <a:ext cx="155880" cy="68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B938BEE-4EC6-910C-7CF7-49BC949DB4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23102" y="2840576"/>
                  <a:ext cx="173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CB7BF2D-415E-2C2F-96A1-F7F3BFCD2F95}"/>
                    </a:ext>
                  </a:extLst>
                </p14:cNvPr>
                <p14:cNvContentPartPr/>
                <p14:nvPr/>
              </p14:nvContentPartPr>
              <p14:xfrm>
                <a:off x="5479702" y="2781536"/>
                <a:ext cx="131040" cy="121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CB7BF2D-415E-2C2F-96A1-F7F3BFCD2F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71062" y="2772536"/>
                  <a:ext cx="1486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5ACC01D-B1DB-331B-883E-F6FBFAEEFD0A}"/>
                    </a:ext>
                  </a:extLst>
                </p14:cNvPr>
                <p14:cNvContentPartPr/>
                <p14:nvPr/>
              </p14:nvContentPartPr>
              <p14:xfrm>
                <a:off x="5630182" y="2786936"/>
                <a:ext cx="239040" cy="14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5ACC01D-B1DB-331B-883E-F6FBFAEEFD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21182" y="2777936"/>
                  <a:ext cx="25668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A796FF9-2824-5A06-C8EC-1D9D83B15E7B}"/>
              </a:ext>
            </a:extLst>
          </p:cNvPr>
          <p:cNvGrpSpPr/>
          <p:nvPr/>
        </p:nvGrpSpPr>
        <p:grpSpPr>
          <a:xfrm>
            <a:off x="6113662" y="2684696"/>
            <a:ext cx="809640" cy="332640"/>
            <a:chOff x="6113662" y="2684696"/>
            <a:chExt cx="80964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0867C56-36A5-3EDA-6D0F-CAAE41DED857}"/>
                    </a:ext>
                  </a:extLst>
                </p14:cNvPr>
                <p14:cNvContentPartPr/>
                <p14:nvPr/>
              </p14:nvContentPartPr>
              <p14:xfrm>
                <a:off x="6113662" y="2838056"/>
                <a:ext cx="76320" cy="179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0867C56-36A5-3EDA-6D0F-CAAE41DED8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04662" y="2829416"/>
                  <a:ext cx="93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9A8FAA-670D-AB4B-2078-2A3E9349502A}"/>
                    </a:ext>
                  </a:extLst>
                </p14:cNvPr>
                <p14:cNvContentPartPr/>
                <p14:nvPr/>
              </p14:nvContentPartPr>
              <p14:xfrm>
                <a:off x="6204022" y="2684696"/>
                <a:ext cx="228240" cy="192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9A8FAA-670D-AB4B-2078-2A3E934950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95382" y="2675696"/>
                  <a:ext cx="245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9660F2-2DAD-8428-0F21-622DE2353215}"/>
                    </a:ext>
                  </a:extLst>
                </p14:cNvPr>
                <p14:cNvContentPartPr/>
                <p14:nvPr/>
              </p14:nvContentPartPr>
              <p14:xfrm>
                <a:off x="6451702" y="2798816"/>
                <a:ext cx="91800" cy="65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9660F2-2DAD-8428-0F21-622DE23532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42702" y="2790176"/>
                  <a:ext cx="109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8CDCF9B-B721-B428-81D3-590D0BBE3B19}"/>
                    </a:ext>
                  </a:extLst>
                </p14:cNvPr>
                <p14:cNvContentPartPr/>
                <p14:nvPr/>
              </p14:nvContentPartPr>
              <p14:xfrm>
                <a:off x="6579502" y="2753456"/>
                <a:ext cx="343800" cy="139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8CDCF9B-B721-B428-81D3-590D0BBE3B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70862" y="2744456"/>
                  <a:ext cx="361440" cy="156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Start in the frequency domain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eq_c8307acbb6981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480560" cy="87589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852160" y="3657600"/>
            <a:ext cx="5212080" cy="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1463040"/>
            <a:ext cx="0" cy="329184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148840"/>
            <a:ext cx="2834640" cy="0"/>
          </a:xfrm>
          <a:prstGeom prst="line">
            <a:avLst/>
          </a:prstGeom>
          <a:ln w="381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228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−ωc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ωc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A323D"/>
                </a:solidFill>
                <a:latin typeface="Arial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Engineering dream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Perfectly flat passband, zero stopband, and an infinitely sharp transition.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price is an infinite-duration, noncausal impulse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2C07297-7FB5-761C-D6CB-D8E7CE3EAE01}"/>
              </a:ext>
            </a:extLst>
          </p:cNvPr>
          <p:cNvGrpSpPr/>
          <p:nvPr/>
        </p:nvGrpSpPr>
        <p:grpSpPr>
          <a:xfrm>
            <a:off x="2437342" y="2509016"/>
            <a:ext cx="2199240" cy="725040"/>
            <a:chOff x="2437342" y="2509016"/>
            <a:chExt cx="2199240" cy="72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AAAD595-8C1D-5F5B-B479-12320D2D931E}"/>
                    </a:ext>
                  </a:extLst>
                </p14:cNvPr>
                <p14:cNvContentPartPr/>
                <p14:nvPr/>
              </p14:nvContentPartPr>
              <p14:xfrm>
                <a:off x="2520502" y="2542856"/>
                <a:ext cx="223920" cy="194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AAAD595-8C1D-5F5B-B479-12320D2D931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11862" y="2534216"/>
                  <a:ext cx="2415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892D331-FB18-6D44-18B8-952F7CD97AE4}"/>
                    </a:ext>
                  </a:extLst>
                </p14:cNvPr>
                <p14:cNvContentPartPr/>
                <p14:nvPr/>
              </p14:nvContentPartPr>
              <p14:xfrm>
                <a:off x="2657302" y="2509016"/>
                <a:ext cx="140040" cy="116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892D331-FB18-6D44-18B8-952F7CD97AE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48662" y="2500376"/>
                  <a:ext cx="157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B33B3B4-7441-BEB3-5A56-D94A439FDEDB}"/>
                    </a:ext>
                  </a:extLst>
                </p14:cNvPr>
                <p14:cNvContentPartPr/>
                <p14:nvPr/>
              </p14:nvContentPartPr>
              <p14:xfrm>
                <a:off x="2437342" y="2982416"/>
                <a:ext cx="286920" cy="144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B33B3B4-7441-BEB3-5A56-D94A439FDED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28702" y="2973416"/>
                  <a:ext cx="304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2DE60FB-F696-03BD-63EE-C8F642611B1C}"/>
                    </a:ext>
                  </a:extLst>
                </p14:cNvPr>
                <p14:cNvContentPartPr/>
                <p14:nvPr/>
              </p14:nvContentPartPr>
              <p14:xfrm>
                <a:off x="2742982" y="2992496"/>
                <a:ext cx="128520" cy="20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2DE60FB-F696-03BD-63EE-C8F642611B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33982" y="2983856"/>
                  <a:ext cx="146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63F1AAD-8FCC-7757-97A1-3F99235AD561}"/>
                    </a:ext>
                  </a:extLst>
                </p14:cNvPr>
                <p14:cNvContentPartPr/>
                <p14:nvPr/>
              </p14:nvContentPartPr>
              <p14:xfrm>
                <a:off x="2854582" y="2951456"/>
                <a:ext cx="187200" cy="127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63F1AAD-8FCC-7757-97A1-3F99235AD56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45942" y="2942816"/>
                  <a:ext cx="204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5484773-F790-DA4B-9AC7-D4250CF8876F}"/>
                    </a:ext>
                  </a:extLst>
                </p14:cNvPr>
                <p14:cNvContentPartPr/>
                <p14:nvPr/>
              </p14:nvContentPartPr>
              <p14:xfrm>
                <a:off x="3087142" y="2977016"/>
                <a:ext cx="124560" cy="90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5484773-F790-DA4B-9AC7-D4250CF887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78142" y="2968016"/>
                  <a:ext cx="142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EB1081-C983-6BE8-3CCB-009B21147F1A}"/>
                    </a:ext>
                  </a:extLst>
                </p14:cNvPr>
                <p14:cNvContentPartPr/>
                <p14:nvPr/>
              </p14:nvContentPartPr>
              <p14:xfrm>
                <a:off x="3168502" y="2838776"/>
                <a:ext cx="132120" cy="2271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EB1081-C983-6BE8-3CCB-009B21147F1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9502" y="2829776"/>
                  <a:ext cx="149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0E024B-C37D-1802-76DA-AA178C7279E3}"/>
                    </a:ext>
                  </a:extLst>
                </p14:cNvPr>
                <p14:cNvContentPartPr/>
                <p14:nvPr/>
              </p14:nvContentPartPr>
              <p14:xfrm>
                <a:off x="3221422" y="2934176"/>
                <a:ext cx="234000" cy="12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0E024B-C37D-1802-76DA-AA178C7279E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12782" y="2925536"/>
                  <a:ext cx="251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575B6A9-0D8E-8C3F-E548-2B2C1905EB81}"/>
                    </a:ext>
                  </a:extLst>
                </p14:cNvPr>
                <p14:cNvContentPartPr/>
                <p14:nvPr/>
              </p14:nvContentPartPr>
              <p14:xfrm>
                <a:off x="3518422" y="2822936"/>
                <a:ext cx="141120" cy="223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575B6A9-0D8E-8C3F-E548-2B2C1905EB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09782" y="2813936"/>
                  <a:ext cx="158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D31AA4A-85B8-03CF-E3ED-1C17CE424BE8}"/>
                    </a:ext>
                  </a:extLst>
                </p14:cNvPr>
                <p14:cNvContentPartPr/>
                <p14:nvPr/>
              </p14:nvContentPartPr>
              <p14:xfrm>
                <a:off x="3833062" y="2907896"/>
                <a:ext cx="171360" cy="138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D31AA4A-85B8-03CF-E3ED-1C17CE424B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24062" y="2899256"/>
                  <a:ext cx="189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B11B6F5-B776-1CC4-1901-B52B4952147D}"/>
                    </a:ext>
                  </a:extLst>
                </p14:cNvPr>
                <p14:cNvContentPartPr/>
                <p14:nvPr/>
              </p14:nvContentPartPr>
              <p14:xfrm>
                <a:off x="3997582" y="2918336"/>
                <a:ext cx="124560" cy="131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B11B6F5-B776-1CC4-1901-B52B4952147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88942" y="2909336"/>
                  <a:ext cx="142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35DA39-B60B-5743-0FD3-4D1CBFA94223}"/>
                    </a:ext>
                  </a:extLst>
                </p14:cNvPr>
                <p14:cNvContentPartPr/>
                <p14:nvPr/>
              </p14:nvContentPartPr>
              <p14:xfrm>
                <a:off x="4199182" y="2875136"/>
                <a:ext cx="184320" cy="150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35DA39-B60B-5743-0FD3-4D1CBFA942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190182" y="2866496"/>
                  <a:ext cx="201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EA9F48C-D8D3-648D-4365-91AAAAD0B1E0}"/>
                    </a:ext>
                  </a:extLst>
                </p14:cNvPr>
                <p14:cNvContentPartPr/>
                <p14:nvPr/>
              </p14:nvContentPartPr>
              <p14:xfrm>
                <a:off x="4433542" y="2933816"/>
                <a:ext cx="203040" cy="300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EA9F48C-D8D3-648D-4365-91AAAAD0B1E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24902" y="2924816"/>
                  <a:ext cx="22068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168A613-F462-2953-7DA9-08BB00E183A5}"/>
                  </a:ext>
                </a:extLst>
              </p14:cNvPr>
              <p14:cNvContentPartPr/>
              <p14:nvPr/>
            </p14:nvContentPartPr>
            <p14:xfrm>
              <a:off x="4842862" y="2913296"/>
              <a:ext cx="260640" cy="680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168A613-F462-2953-7DA9-08BB00E183A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34222" y="2904296"/>
                <a:ext cx="27828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BC7BA376-3F0B-5ADE-EC97-136E70D8B926}"/>
              </a:ext>
            </a:extLst>
          </p:cNvPr>
          <p:cNvGrpSpPr/>
          <p:nvPr/>
        </p:nvGrpSpPr>
        <p:grpSpPr>
          <a:xfrm>
            <a:off x="5130142" y="2639336"/>
            <a:ext cx="933480" cy="372240"/>
            <a:chOff x="5130142" y="2639336"/>
            <a:chExt cx="933480" cy="37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F8B411A-3F5D-A1A5-D752-B00FFA723E5D}"/>
                    </a:ext>
                  </a:extLst>
                </p14:cNvPr>
                <p14:cNvContentPartPr/>
                <p14:nvPr/>
              </p14:nvContentPartPr>
              <p14:xfrm>
                <a:off x="5130142" y="2886656"/>
                <a:ext cx="175680" cy="86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F8B411A-3F5D-A1A5-D752-B00FFA723E5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21142" y="2877656"/>
                  <a:ext cx="193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55CCB55-3425-ADBB-0C55-DCB6D30E4226}"/>
                    </a:ext>
                  </a:extLst>
                </p14:cNvPr>
                <p14:cNvContentPartPr/>
                <p14:nvPr/>
              </p14:nvContentPartPr>
              <p14:xfrm>
                <a:off x="5283502" y="2728256"/>
                <a:ext cx="173520" cy="227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55CCB55-3425-ADBB-0C55-DCB6D30E422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74502" y="2719616"/>
                  <a:ext cx="191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F0EABD-D4B9-6D8A-98AA-5F533943CFCC}"/>
                    </a:ext>
                  </a:extLst>
                </p14:cNvPr>
                <p14:cNvContentPartPr/>
                <p14:nvPr/>
              </p14:nvContentPartPr>
              <p14:xfrm>
                <a:off x="5417062" y="2700536"/>
                <a:ext cx="190440" cy="215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F0EABD-D4B9-6D8A-98AA-5F533943CFC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08422" y="2691536"/>
                  <a:ext cx="208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6304C2-6566-2749-65DA-B4555CF17541}"/>
                    </a:ext>
                  </a:extLst>
                </p14:cNvPr>
                <p14:cNvContentPartPr/>
                <p14:nvPr/>
              </p14:nvContentPartPr>
              <p14:xfrm>
                <a:off x="5534062" y="2725736"/>
                <a:ext cx="24120" cy="37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6304C2-6566-2749-65DA-B4555CF1754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25422" y="2717096"/>
                  <a:ext cx="41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FC4E710-6AFE-A7F5-A4F2-DB863BF18270}"/>
                    </a:ext>
                  </a:extLst>
                </p14:cNvPr>
                <p14:cNvContentPartPr/>
                <p14:nvPr/>
              </p14:nvContentPartPr>
              <p14:xfrm>
                <a:off x="5657542" y="2800616"/>
                <a:ext cx="102960" cy="210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FC4E710-6AFE-A7F5-A4F2-DB863BF1827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48542" y="2791616"/>
                  <a:ext cx="120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007A6E2-9368-2139-3B7D-68AFC04EFDB5}"/>
                    </a:ext>
                  </a:extLst>
                </p14:cNvPr>
                <p14:cNvContentPartPr/>
                <p14:nvPr/>
              </p14:nvContentPartPr>
              <p14:xfrm>
                <a:off x="5788582" y="2639336"/>
                <a:ext cx="275040" cy="25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007A6E2-9368-2139-3B7D-68AFC04EFDB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79942" y="2630696"/>
                  <a:ext cx="29268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EA4B6EA-9627-E98F-9938-7E47BDC29D68}"/>
              </a:ext>
            </a:extLst>
          </p:cNvPr>
          <p:cNvGrpSpPr/>
          <p:nvPr/>
        </p:nvGrpSpPr>
        <p:grpSpPr>
          <a:xfrm>
            <a:off x="3471262" y="3236936"/>
            <a:ext cx="335520" cy="293760"/>
            <a:chOff x="3471262" y="3236936"/>
            <a:chExt cx="33552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706A59-566C-5416-3EC7-94E2AE358A04}"/>
                    </a:ext>
                  </a:extLst>
                </p14:cNvPr>
                <p14:cNvContentPartPr/>
                <p14:nvPr/>
              </p14:nvContentPartPr>
              <p14:xfrm>
                <a:off x="3471262" y="3375536"/>
                <a:ext cx="109080" cy="92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706A59-566C-5416-3EC7-94E2AE358A0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62622" y="3366896"/>
                  <a:ext cx="126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4540B89-0198-7E09-85E4-2090ECE3C1E0}"/>
                    </a:ext>
                  </a:extLst>
                </p14:cNvPr>
                <p14:cNvContentPartPr/>
                <p14:nvPr/>
              </p14:nvContentPartPr>
              <p14:xfrm>
                <a:off x="3626782" y="3236936"/>
                <a:ext cx="180000" cy="293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4540B89-0198-7E09-85E4-2090ECE3C1E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618142" y="3227936"/>
                  <a:ext cx="19764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8DB4173-16B8-1462-D07E-D6E2C4EFB163}"/>
              </a:ext>
            </a:extLst>
          </p:cNvPr>
          <p:cNvGrpSpPr/>
          <p:nvPr/>
        </p:nvGrpSpPr>
        <p:grpSpPr>
          <a:xfrm>
            <a:off x="4098742" y="3289856"/>
            <a:ext cx="366840" cy="140400"/>
            <a:chOff x="4098742" y="3289856"/>
            <a:chExt cx="366840" cy="14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ECF8C31-495F-3716-EB51-F82F2A190D93}"/>
                    </a:ext>
                  </a:extLst>
                </p14:cNvPr>
                <p14:cNvContentPartPr/>
                <p14:nvPr/>
              </p14:nvContentPartPr>
              <p14:xfrm>
                <a:off x="4098742" y="3289856"/>
                <a:ext cx="197640" cy="140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ECF8C31-495F-3716-EB51-F82F2A190D9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89742" y="3281216"/>
                  <a:ext cx="215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3E58577-7F60-8BB9-F87D-0453080435C6}"/>
                    </a:ext>
                  </a:extLst>
                </p14:cNvPr>
                <p14:cNvContentPartPr/>
                <p14:nvPr/>
              </p14:nvContentPartPr>
              <p14:xfrm>
                <a:off x="4364422" y="3343856"/>
                <a:ext cx="73080" cy="81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3E58577-7F60-8BB9-F87D-0453080435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55782" y="3334856"/>
                  <a:ext cx="90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41C7D48-4529-073C-366E-A6ACF60592A7}"/>
                    </a:ext>
                  </a:extLst>
                </p14:cNvPr>
                <p14:cNvContentPartPr/>
                <p14:nvPr/>
              </p14:nvContentPartPr>
              <p14:xfrm>
                <a:off x="4406902" y="3333056"/>
                <a:ext cx="58680" cy="72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41C7D48-4529-073C-366E-A6ACF60592A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98262" y="3324416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CCE9A6-E53E-9FBC-3F4E-B17E91885282}"/>
                    </a:ext>
                  </a:extLst>
                </p14:cNvPr>
                <p14:cNvContentPartPr/>
                <p14:nvPr/>
              </p14:nvContentPartPr>
              <p14:xfrm>
                <a:off x="4275142" y="3306776"/>
                <a:ext cx="174600" cy="10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CCE9A6-E53E-9FBC-3F4E-B17E9188528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66502" y="3297776"/>
                  <a:ext cx="19224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B9F0971-AA81-38C8-FC48-96A99CB302F6}"/>
                  </a:ext>
                </a:extLst>
              </p14:cNvPr>
              <p14:cNvContentPartPr/>
              <p14:nvPr/>
            </p14:nvContentPartPr>
            <p14:xfrm>
              <a:off x="1152142" y="2109416"/>
              <a:ext cx="291600" cy="171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B9F0971-AA81-38C8-FC48-96A99CB302F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43502" y="2100776"/>
                <a:ext cx="309240" cy="18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95A107D6-FCE5-F172-05B9-28143565ED5D}"/>
              </a:ext>
            </a:extLst>
          </p:cNvPr>
          <p:cNvGrpSpPr/>
          <p:nvPr/>
        </p:nvGrpSpPr>
        <p:grpSpPr>
          <a:xfrm>
            <a:off x="600622" y="2390216"/>
            <a:ext cx="813960" cy="199800"/>
            <a:chOff x="600622" y="2390216"/>
            <a:chExt cx="813960" cy="1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898352C-D7F6-9BCE-44EA-AC16434B38CF}"/>
                    </a:ext>
                  </a:extLst>
                </p14:cNvPr>
                <p14:cNvContentPartPr/>
                <p14:nvPr/>
              </p14:nvContentPartPr>
              <p14:xfrm>
                <a:off x="643102" y="2434856"/>
                <a:ext cx="32040" cy="146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898352C-D7F6-9BCE-44EA-AC16434B38C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4102" y="2425856"/>
                  <a:ext cx="49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F81D54D-8A94-1057-AC26-00B488516B54}"/>
                    </a:ext>
                  </a:extLst>
                </p14:cNvPr>
                <p14:cNvContentPartPr/>
                <p14:nvPr/>
              </p14:nvContentPartPr>
              <p14:xfrm>
                <a:off x="600622" y="2414336"/>
                <a:ext cx="185400" cy="175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F81D54D-8A94-1057-AC26-00B488516B5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1622" y="2405696"/>
                  <a:ext cx="203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58EA7E4-A988-22A1-7996-41182451B990}"/>
                    </a:ext>
                  </a:extLst>
                </p14:cNvPr>
                <p14:cNvContentPartPr/>
                <p14:nvPr/>
              </p14:nvContentPartPr>
              <p14:xfrm>
                <a:off x="939742" y="2466536"/>
                <a:ext cx="32400" cy="108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58EA7E4-A988-22A1-7996-41182451B99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0742" y="2457896"/>
                  <a:ext cx="50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3184360-D05D-56F5-FC3B-5F8F54EB5F00}"/>
                    </a:ext>
                  </a:extLst>
                </p14:cNvPr>
                <p14:cNvContentPartPr/>
                <p14:nvPr/>
              </p14:nvContentPartPr>
              <p14:xfrm>
                <a:off x="785662" y="2417936"/>
                <a:ext cx="198000" cy="22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3184360-D05D-56F5-FC3B-5F8F54EB5F0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7022" y="2408936"/>
                  <a:ext cx="215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4E5A13-3147-452D-A9AB-AE2C369DEB67}"/>
                    </a:ext>
                  </a:extLst>
                </p14:cNvPr>
                <p14:cNvContentPartPr/>
                <p14:nvPr/>
              </p14:nvContentPartPr>
              <p14:xfrm>
                <a:off x="1089502" y="2477336"/>
                <a:ext cx="28080" cy="86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4E5A13-3147-452D-A9AB-AE2C369DEB6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80862" y="2468336"/>
                  <a:ext cx="45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A24A9B1-2636-51A7-7583-11C7373F8C3F}"/>
                    </a:ext>
                  </a:extLst>
                </p14:cNvPr>
                <p14:cNvContentPartPr/>
                <p14:nvPr/>
              </p14:nvContentPartPr>
              <p14:xfrm>
                <a:off x="1057822" y="2390216"/>
                <a:ext cx="102240" cy="44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A24A9B1-2636-51A7-7583-11C7373F8C3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48822" y="2381576"/>
                  <a:ext cx="1198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D249713-1F40-0061-C56D-C43EBF94CF22}"/>
                    </a:ext>
                  </a:extLst>
                </p14:cNvPr>
                <p14:cNvContentPartPr/>
                <p14:nvPr/>
              </p14:nvContentPartPr>
              <p14:xfrm>
                <a:off x="1041982" y="2456096"/>
                <a:ext cx="100800" cy="16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D249713-1F40-0061-C56D-C43EBF94CF2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2982" y="2447456"/>
                  <a:ext cx="11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D83E08B-6E58-5361-13A6-57D30F9794DC}"/>
                    </a:ext>
                  </a:extLst>
                </p14:cNvPr>
                <p14:cNvContentPartPr/>
                <p14:nvPr/>
              </p14:nvContentPartPr>
              <p14:xfrm>
                <a:off x="1339342" y="2429456"/>
                <a:ext cx="45720" cy="103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D83E08B-6E58-5361-13A6-57D30F9794D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30702" y="2420456"/>
                  <a:ext cx="63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BDBF77E-9830-91B4-B80E-252DA1736CF6}"/>
                    </a:ext>
                  </a:extLst>
                </p14:cNvPr>
                <p14:cNvContentPartPr/>
                <p14:nvPr/>
              </p14:nvContentPartPr>
              <p14:xfrm>
                <a:off x="1233142" y="2391656"/>
                <a:ext cx="181440" cy="25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BDBF77E-9830-91B4-B80E-252DA1736CF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224142" y="2383016"/>
                  <a:ext cx="19908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0756A09-C13A-DCF6-30CB-981A879C1CB1}"/>
                  </a:ext>
                </a:extLst>
              </p14:cNvPr>
              <p14:cNvContentPartPr/>
              <p14:nvPr/>
            </p14:nvContentPartPr>
            <p14:xfrm>
              <a:off x="1107502" y="4768376"/>
              <a:ext cx="1377000" cy="428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0756A09-C13A-DCF6-30CB-981A879C1CB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98502" y="4759736"/>
                <a:ext cx="1394640" cy="6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Inverse DTFT produces the sinc impulse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eq_401b747cf30fd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911134"/>
          </a:xfrm>
          <a:prstGeom prst="rect">
            <a:avLst/>
          </a:prstGeom>
        </p:spPr>
      </p:pic>
      <p:pic>
        <p:nvPicPr>
          <p:cNvPr id="7" name="Picture 6" descr="eq_891e46895909da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2423160"/>
            <a:ext cx="6886708" cy="1354412"/>
          </a:xfrm>
          <a:prstGeom prst="rect">
            <a:avLst/>
          </a:prstGeom>
        </p:spPr>
      </p:pic>
      <p:pic>
        <p:nvPicPr>
          <p:cNvPr id="8" name="Picture 7" descr="eq_e4c80780e76687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785"/>
            <a:ext cx="5669280" cy="8098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0314" y="1170432"/>
            <a:ext cx="36576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0314" y="1170432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618" y="1280160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6618" y="1655064"/>
            <a:ext cx="34290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brick-wall frequency response requires a sinc extending forever in both time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63718"/>
            <a:ext cx="36576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3963718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4073446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Senior/grad expectation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448350"/>
            <a:ext cx="34290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Students should be able to derive the sinc from the inverse DTFT, not only quote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456217D-3F7D-F3AE-DD5B-8FE4E99F3536}"/>
                  </a:ext>
                </a:extLst>
              </p14:cNvPr>
              <p14:cNvContentPartPr/>
              <p14:nvPr/>
            </p14:nvContentPartPr>
            <p14:xfrm>
              <a:off x="854782" y="3651656"/>
              <a:ext cx="586800" cy="44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456217D-3F7D-F3AE-DD5B-8FE4E99F35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782" y="3642656"/>
                <a:ext cx="6044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1D56A16-6CE3-2173-C996-CE8778477F6D}"/>
                  </a:ext>
                </a:extLst>
              </p14:cNvPr>
              <p14:cNvContentPartPr/>
              <p14:nvPr/>
            </p14:nvContentPartPr>
            <p14:xfrm>
              <a:off x="5198902" y="3779456"/>
              <a:ext cx="907920" cy="64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1D56A16-6CE3-2173-C996-CE8778477F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89902" y="3770816"/>
                <a:ext cx="92556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A416B32-1F74-D867-0146-D1D80672E89C}"/>
              </a:ext>
            </a:extLst>
          </p:cNvPr>
          <p:cNvGrpSpPr/>
          <p:nvPr/>
        </p:nvGrpSpPr>
        <p:grpSpPr>
          <a:xfrm>
            <a:off x="866302" y="5505296"/>
            <a:ext cx="1185840" cy="348480"/>
            <a:chOff x="866302" y="5505296"/>
            <a:chExt cx="118584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9AB81C-A4CA-EB8E-9A93-DD512597E681}"/>
                    </a:ext>
                  </a:extLst>
                </p14:cNvPr>
                <p14:cNvContentPartPr/>
                <p14:nvPr/>
              </p14:nvContentPartPr>
              <p14:xfrm>
                <a:off x="866302" y="5578736"/>
                <a:ext cx="172080" cy="209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9AB81C-A4CA-EB8E-9A93-DD512597E6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7662" y="5570096"/>
                  <a:ext cx="189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87F279-BEED-5DEC-49FE-EA7EB95F5EEB}"/>
                    </a:ext>
                  </a:extLst>
                </p14:cNvPr>
                <p14:cNvContentPartPr/>
                <p14:nvPr/>
              </p14:nvContentPartPr>
              <p14:xfrm>
                <a:off x="1142422" y="5679896"/>
                <a:ext cx="88920" cy="173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87F279-BEED-5DEC-49FE-EA7EB95F5E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33422" y="5670896"/>
                  <a:ext cx="106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9D25C5-9DC1-121D-CC24-BEF4F8093477}"/>
                    </a:ext>
                  </a:extLst>
                </p14:cNvPr>
                <p14:cNvContentPartPr/>
                <p14:nvPr/>
              </p14:nvContentPartPr>
              <p14:xfrm>
                <a:off x="1275622" y="5525096"/>
                <a:ext cx="165960" cy="238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9D25C5-9DC1-121D-CC24-BEF4F80934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66622" y="5516456"/>
                  <a:ext cx="183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D27917-A264-3610-1007-229E9F17C200}"/>
                    </a:ext>
                  </a:extLst>
                </p14:cNvPr>
                <p14:cNvContentPartPr/>
                <p14:nvPr/>
              </p14:nvContentPartPr>
              <p14:xfrm>
                <a:off x="1440502" y="5657576"/>
                <a:ext cx="148680" cy="62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D27917-A264-3610-1007-229E9F17C20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31862" y="5648936"/>
                  <a:ext cx="166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4093471-45CD-7625-B77A-75FF0972DC29}"/>
                    </a:ext>
                  </a:extLst>
                </p14:cNvPr>
                <p14:cNvContentPartPr/>
                <p14:nvPr/>
              </p14:nvContentPartPr>
              <p14:xfrm>
                <a:off x="1562902" y="5505296"/>
                <a:ext cx="163080" cy="270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4093471-45CD-7625-B77A-75FF0972DC2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53902" y="5496296"/>
                  <a:ext cx="180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CABDABA-3CD9-9C9B-E39C-F77425C85C65}"/>
                    </a:ext>
                  </a:extLst>
                </p14:cNvPr>
                <p14:cNvContentPartPr/>
                <p14:nvPr/>
              </p14:nvContentPartPr>
              <p14:xfrm>
                <a:off x="1962142" y="5719856"/>
                <a:ext cx="90000" cy="5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ABDABA-3CD9-9C9B-E39C-F77425C85C6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53142" y="5711216"/>
                  <a:ext cx="107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7240A7-58FF-640D-04AF-FE47CBE7B16C}"/>
                    </a:ext>
                  </a:extLst>
                </p14:cNvPr>
                <p14:cNvContentPartPr/>
                <p14:nvPr/>
              </p14:nvContentPartPr>
              <p14:xfrm>
                <a:off x="1924342" y="5655776"/>
                <a:ext cx="117360" cy="22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7240A7-58FF-640D-04AF-FE47CBE7B16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15702" y="5646776"/>
                  <a:ext cx="13500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371F8F3-A729-489A-1C2E-AA2ED24DE344}"/>
              </a:ext>
            </a:extLst>
          </p:cNvPr>
          <p:cNvGrpSpPr/>
          <p:nvPr/>
        </p:nvGrpSpPr>
        <p:grpSpPr>
          <a:xfrm>
            <a:off x="2295502" y="5480456"/>
            <a:ext cx="387360" cy="124920"/>
            <a:chOff x="2295502" y="5480456"/>
            <a:chExt cx="387360" cy="1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3821EFB-F517-E65D-58E7-41B65D27E097}"/>
                    </a:ext>
                  </a:extLst>
                </p14:cNvPr>
                <p14:cNvContentPartPr/>
                <p14:nvPr/>
              </p14:nvContentPartPr>
              <p14:xfrm>
                <a:off x="2295502" y="5480456"/>
                <a:ext cx="181800" cy="104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3821EFB-F517-E65D-58E7-41B65D27E09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86862" y="5471456"/>
                  <a:ext cx="199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AD34AEE-B608-1102-718D-22258A3E8741}"/>
                    </a:ext>
                  </a:extLst>
                </p14:cNvPr>
                <p14:cNvContentPartPr/>
                <p14:nvPr/>
              </p14:nvContentPartPr>
              <p14:xfrm>
                <a:off x="2562262" y="5542376"/>
                <a:ext cx="120600" cy="63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AD34AEE-B608-1102-718D-22258A3E874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53262" y="5533736"/>
                  <a:ext cx="13824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A1C7361-B14D-37CE-9948-167F500CB03A}"/>
                  </a:ext>
                </a:extLst>
              </p14:cNvPr>
              <p14:cNvContentPartPr/>
              <p14:nvPr/>
            </p14:nvContentPartPr>
            <p14:xfrm>
              <a:off x="2343382" y="5711576"/>
              <a:ext cx="341640" cy="23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A1C7361-B14D-37CE-9948-167F500CB03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334382" y="5702936"/>
                <a:ext cx="35928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18AE9CE2-A450-D67C-1CB9-409C322E8D11}"/>
              </a:ext>
            </a:extLst>
          </p:cNvPr>
          <p:cNvGrpSpPr/>
          <p:nvPr/>
        </p:nvGrpSpPr>
        <p:grpSpPr>
          <a:xfrm>
            <a:off x="2368582" y="5869256"/>
            <a:ext cx="347760" cy="133200"/>
            <a:chOff x="2368582" y="5869256"/>
            <a:chExt cx="347760" cy="1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D5DAAF4-39E0-840B-CA19-939353CF91B0}"/>
                    </a:ext>
                  </a:extLst>
                </p14:cNvPr>
                <p14:cNvContentPartPr/>
                <p14:nvPr/>
              </p14:nvContentPartPr>
              <p14:xfrm>
                <a:off x="2368582" y="5869256"/>
                <a:ext cx="183240" cy="9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D5DAAF4-39E0-840B-CA19-939353CF91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59942" y="5860616"/>
                  <a:ext cx="2008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42E0B8-4908-2B8E-FC86-CDC9D50D11D9}"/>
                    </a:ext>
                  </a:extLst>
                </p14:cNvPr>
                <p14:cNvContentPartPr/>
                <p14:nvPr/>
              </p14:nvContentPartPr>
              <p14:xfrm>
                <a:off x="2614462" y="5932616"/>
                <a:ext cx="101880" cy="69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42E0B8-4908-2B8E-FC86-CDC9D50D11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605822" y="5923976"/>
                  <a:ext cx="11952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C33F25E-A541-7845-4A47-ED923CB51516}"/>
              </a:ext>
            </a:extLst>
          </p:cNvPr>
          <p:cNvGrpSpPr/>
          <p:nvPr/>
        </p:nvGrpSpPr>
        <p:grpSpPr>
          <a:xfrm>
            <a:off x="3000742" y="5347976"/>
            <a:ext cx="1093680" cy="315360"/>
            <a:chOff x="3000742" y="5347976"/>
            <a:chExt cx="109368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7D5CBB-CA09-F443-C90A-BC7ED8FE5B3F}"/>
                    </a:ext>
                  </a:extLst>
                </p14:cNvPr>
                <p14:cNvContentPartPr/>
                <p14:nvPr/>
              </p14:nvContentPartPr>
              <p14:xfrm>
                <a:off x="3000742" y="5502056"/>
                <a:ext cx="124200" cy="145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7D5CBB-CA09-F443-C90A-BC7ED8FE5B3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91742" y="5493416"/>
                  <a:ext cx="1418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2D49E4-CDD5-9ABC-DBB8-2DF781075E74}"/>
                    </a:ext>
                  </a:extLst>
                </p14:cNvPr>
                <p14:cNvContentPartPr/>
                <p14:nvPr/>
              </p14:nvContentPartPr>
              <p14:xfrm>
                <a:off x="3184342" y="5597816"/>
                <a:ext cx="12960" cy="26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2D49E4-CDD5-9ABC-DBB8-2DF781075E7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75342" y="5589176"/>
                  <a:ext cx="30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F377A3-5E00-427B-61F4-EFC4786D77EF}"/>
                    </a:ext>
                  </a:extLst>
                </p14:cNvPr>
                <p14:cNvContentPartPr/>
                <p14:nvPr/>
              </p14:nvContentPartPr>
              <p14:xfrm>
                <a:off x="3131062" y="5455976"/>
                <a:ext cx="17640" cy="21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F377A3-5E00-427B-61F4-EFC4786D77E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22422" y="5447336"/>
                  <a:ext cx="35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741732-7833-4DE7-7AB4-E962DD483A6B}"/>
                    </a:ext>
                  </a:extLst>
                </p14:cNvPr>
                <p14:cNvContentPartPr/>
                <p14:nvPr/>
              </p14:nvContentPartPr>
              <p14:xfrm>
                <a:off x="3226822" y="5566136"/>
                <a:ext cx="114120" cy="59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741732-7833-4DE7-7AB4-E962DD483A6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17822" y="5557136"/>
                  <a:ext cx="131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23352B-6B32-7C12-56F7-56EB5650D3BE}"/>
                    </a:ext>
                  </a:extLst>
                </p14:cNvPr>
                <p14:cNvContentPartPr/>
                <p14:nvPr/>
              </p14:nvContentPartPr>
              <p14:xfrm>
                <a:off x="3418342" y="5517896"/>
                <a:ext cx="209160" cy="89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23352B-6B32-7C12-56F7-56EB5650D3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09342" y="5508896"/>
                  <a:ext cx="2268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A4EA346-A865-CB21-32FA-331F41A68C8D}"/>
                    </a:ext>
                  </a:extLst>
                </p14:cNvPr>
                <p14:cNvContentPartPr/>
                <p14:nvPr/>
              </p14:nvContentPartPr>
              <p14:xfrm>
                <a:off x="3682222" y="5588096"/>
                <a:ext cx="127440" cy="75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A4EA346-A865-CB21-32FA-331F41A68C8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673582" y="5579096"/>
                  <a:ext cx="145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37EE5F-4FF1-F3C3-7FC7-4743531C3291}"/>
                    </a:ext>
                  </a:extLst>
                </p14:cNvPr>
                <p14:cNvContentPartPr/>
                <p14:nvPr/>
              </p14:nvContentPartPr>
              <p14:xfrm>
                <a:off x="3779782" y="5473976"/>
                <a:ext cx="186120" cy="92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37EE5F-4FF1-F3C3-7FC7-4743531C329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70782" y="5464976"/>
                  <a:ext cx="203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5188AA-D12F-213A-4F5F-DF01355232E5}"/>
                    </a:ext>
                  </a:extLst>
                </p14:cNvPr>
                <p14:cNvContentPartPr/>
                <p14:nvPr/>
              </p14:nvContentPartPr>
              <p14:xfrm>
                <a:off x="3939262" y="5347976"/>
                <a:ext cx="155160" cy="242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5188AA-D12F-213A-4F5F-DF01355232E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930262" y="5339336"/>
                  <a:ext cx="172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44C30F-033C-0D9E-555C-B86DB019450A}"/>
                    </a:ext>
                  </a:extLst>
                </p14:cNvPr>
                <p14:cNvContentPartPr/>
                <p14:nvPr/>
              </p14:nvContentPartPr>
              <p14:xfrm>
                <a:off x="3384502" y="5400536"/>
                <a:ext cx="85320" cy="253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44C30F-033C-0D9E-555C-B86DB019450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75862" y="5391896"/>
                  <a:ext cx="10296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C346C6A-D425-ED41-FA8E-1C91914E9BA9}"/>
                  </a:ext>
                </a:extLst>
              </p14:cNvPr>
              <p14:cNvContentPartPr/>
              <p14:nvPr/>
            </p14:nvContentPartPr>
            <p14:xfrm>
              <a:off x="2966542" y="5734976"/>
              <a:ext cx="957600" cy="17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C346C6A-D425-ED41-FA8E-1C91914E9BA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957542" y="5725976"/>
                <a:ext cx="9752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8D64D747-511C-F733-493C-031C860B8C1C}"/>
              </a:ext>
            </a:extLst>
          </p:cNvPr>
          <p:cNvGrpSpPr/>
          <p:nvPr/>
        </p:nvGrpSpPr>
        <p:grpSpPr>
          <a:xfrm>
            <a:off x="3226462" y="5868896"/>
            <a:ext cx="330120" cy="119880"/>
            <a:chOff x="3226462" y="5868896"/>
            <a:chExt cx="330120" cy="1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36D5B2-B0B1-A035-4324-57F61CCFE431}"/>
                    </a:ext>
                  </a:extLst>
                </p14:cNvPr>
                <p14:cNvContentPartPr/>
                <p14:nvPr/>
              </p14:nvContentPartPr>
              <p14:xfrm>
                <a:off x="3252742" y="5895536"/>
                <a:ext cx="37080" cy="76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36D5B2-B0B1-A035-4324-57F61CCFE43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44102" y="5886896"/>
                  <a:ext cx="54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0635E55-1140-46AF-48E0-CE6C0C285279}"/>
                    </a:ext>
                  </a:extLst>
                </p14:cNvPr>
                <p14:cNvContentPartPr/>
                <p14:nvPr/>
              </p14:nvContentPartPr>
              <p14:xfrm>
                <a:off x="3322582" y="5911376"/>
                <a:ext cx="47520" cy="77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0635E55-1140-46AF-48E0-CE6C0C28527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13582" y="5902736"/>
                  <a:ext cx="65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DB8656-FADD-0427-D643-6024AD65EE5C}"/>
                    </a:ext>
                  </a:extLst>
                </p14:cNvPr>
                <p14:cNvContentPartPr/>
                <p14:nvPr/>
              </p14:nvContentPartPr>
              <p14:xfrm>
                <a:off x="3226462" y="5868896"/>
                <a:ext cx="106920" cy="5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2DB8656-FADD-0427-D643-6024AD65EE5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17822" y="5859896"/>
                  <a:ext cx="124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F2F281A-FE20-0ABB-6446-45F7EE9AC4E9}"/>
                    </a:ext>
                  </a:extLst>
                </p14:cNvPr>
                <p14:cNvContentPartPr/>
                <p14:nvPr/>
              </p14:nvContentPartPr>
              <p14:xfrm>
                <a:off x="3418342" y="5912456"/>
                <a:ext cx="138240" cy="68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F2F281A-FE20-0ABB-6446-45F7EE9AC4E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09342" y="5903816"/>
                  <a:ext cx="15588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80EE5F3-359D-D5C9-056D-7887240E5C1C}"/>
              </a:ext>
            </a:extLst>
          </p:cNvPr>
          <p:cNvGrpSpPr/>
          <p:nvPr/>
        </p:nvGrpSpPr>
        <p:grpSpPr>
          <a:xfrm>
            <a:off x="4310782" y="5653256"/>
            <a:ext cx="165960" cy="66960"/>
            <a:chOff x="4310782" y="5653256"/>
            <a:chExt cx="16596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855AAF4-0D09-8ABC-F1DA-17C6C8560172}"/>
                    </a:ext>
                  </a:extLst>
                </p14:cNvPr>
                <p14:cNvContentPartPr/>
                <p14:nvPr/>
              </p14:nvContentPartPr>
              <p14:xfrm>
                <a:off x="4310782" y="5713736"/>
                <a:ext cx="165960" cy="6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855AAF4-0D09-8ABC-F1DA-17C6C856017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301782" y="5705096"/>
                  <a:ext cx="183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C9FA9C-35C2-314A-0FFC-42B4A7E8C868}"/>
                    </a:ext>
                  </a:extLst>
                </p14:cNvPr>
                <p14:cNvContentPartPr/>
                <p14:nvPr/>
              </p14:nvContentPartPr>
              <p14:xfrm>
                <a:off x="4336342" y="5653256"/>
                <a:ext cx="97560" cy="19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C9FA9C-35C2-314A-0FFC-42B4A7E8C86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27702" y="5644616"/>
                  <a:ext cx="1152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3913F20-0AC4-91B5-61D7-6D33601B4CE6}"/>
              </a:ext>
            </a:extLst>
          </p:cNvPr>
          <p:cNvGrpSpPr/>
          <p:nvPr/>
        </p:nvGrpSpPr>
        <p:grpSpPr>
          <a:xfrm>
            <a:off x="5263342" y="5478656"/>
            <a:ext cx="1692360" cy="464760"/>
            <a:chOff x="5263342" y="5478656"/>
            <a:chExt cx="169236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8EBC9D8-D9C7-BC58-13DD-4DA8059BAAF5}"/>
                    </a:ext>
                  </a:extLst>
                </p14:cNvPr>
                <p14:cNvContentPartPr/>
                <p14:nvPr/>
              </p14:nvContentPartPr>
              <p14:xfrm>
                <a:off x="5263342" y="5608976"/>
                <a:ext cx="156960" cy="154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8EBC9D8-D9C7-BC58-13DD-4DA8059BAA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54342" y="5600336"/>
                  <a:ext cx="174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25BA70-A854-8021-6C80-146C1372CD04}"/>
                    </a:ext>
                  </a:extLst>
                </p14:cNvPr>
                <p14:cNvContentPartPr/>
                <p14:nvPr/>
              </p14:nvContentPartPr>
              <p14:xfrm>
                <a:off x="5462782" y="5666936"/>
                <a:ext cx="28440" cy="69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25BA70-A854-8021-6C80-146C1372CD0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53782" y="5658296"/>
                  <a:ext cx="46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59547F-2DC4-EC47-5CA8-375A53C09D17}"/>
                    </a:ext>
                  </a:extLst>
                </p14:cNvPr>
                <p14:cNvContentPartPr/>
                <p14:nvPr/>
              </p14:nvContentPartPr>
              <p14:xfrm>
                <a:off x="5406622" y="5585936"/>
                <a:ext cx="10080" cy="15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59547F-2DC4-EC47-5CA8-375A53C09D1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397622" y="5577296"/>
                  <a:ext cx="27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A62C06D-9A9E-9ED0-31AC-E77D765EA526}"/>
                    </a:ext>
                  </a:extLst>
                </p14:cNvPr>
                <p14:cNvContentPartPr/>
                <p14:nvPr/>
              </p14:nvContentPartPr>
              <p14:xfrm>
                <a:off x="5539462" y="5666936"/>
                <a:ext cx="172080" cy="72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A62C06D-9A9E-9ED0-31AC-E77D765EA52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530462" y="5658296"/>
                  <a:ext cx="189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077B97-DF0B-1726-F267-EC2E3B2A4796}"/>
                    </a:ext>
                  </a:extLst>
                </p14:cNvPr>
                <p14:cNvContentPartPr/>
                <p14:nvPr/>
              </p14:nvContentPartPr>
              <p14:xfrm>
                <a:off x="5756902" y="5621936"/>
                <a:ext cx="153000" cy="11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077B97-DF0B-1726-F267-EC2E3B2A479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47902" y="5612936"/>
                  <a:ext cx="170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AF4996-3452-B003-20AE-39E3C6BCE24D}"/>
                    </a:ext>
                  </a:extLst>
                </p14:cNvPr>
                <p14:cNvContentPartPr/>
                <p14:nvPr/>
              </p14:nvContentPartPr>
              <p14:xfrm>
                <a:off x="6119422" y="5497016"/>
                <a:ext cx="223920" cy="127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AF4996-3452-B003-20AE-39E3C6BCE24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10422" y="5488016"/>
                  <a:ext cx="241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6BBDC5F-50AF-F583-62C4-43A283CAEEEE}"/>
                    </a:ext>
                  </a:extLst>
                </p14:cNvPr>
                <p14:cNvContentPartPr/>
                <p14:nvPr/>
              </p14:nvContentPartPr>
              <p14:xfrm>
                <a:off x="6421102" y="5577656"/>
                <a:ext cx="91440" cy="69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6BBDC5F-50AF-F583-62C4-43A283CAEEE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412462" y="5569016"/>
                  <a:ext cx="109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DBCEAEB-7AF6-61CF-15F7-AC8BD7DA23A8}"/>
                    </a:ext>
                  </a:extLst>
                </p14:cNvPr>
                <p14:cNvContentPartPr/>
                <p14:nvPr/>
              </p14:nvContentPartPr>
              <p14:xfrm>
                <a:off x="6533422" y="5498096"/>
                <a:ext cx="213120" cy="110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DBCEAEB-7AF6-61CF-15F7-AC8BD7DA23A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524782" y="5489456"/>
                  <a:ext cx="230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DF7E13-7C67-385B-85F7-9CC041C99263}"/>
                    </a:ext>
                  </a:extLst>
                </p14:cNvPr>
                <p14:cNvContentPartPr/>
                <p14:nvPr/>
              </p14:nvContentPartPr>
              <p14:xfrm>
                <a:off x="6172702" y="5725616"/>
                <a:ext cx="558720" cy="14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DF7E13-7C67-385B-85F7-9CC041C9926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163702" y="5716616"/>
                  <a:ext cx="576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66C6ED4-92F8-0991-57E9-7BABC43F9AA7}"/>
                    </a:ext>
                  </a:extLst>
                </p14:cNvPr>
                <p14:cNvContentPartPr/>
                <p14:nvPr/>
              </p14:nvContentPartPr>
              <p14:xfrm>
                <a:off x="6396982" y="5831816"/>
                <a:ext cx="36000" cy="100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66C6ED4-92F8-0991-57E9-7BABC43F9AA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387982" y="5822816"/>
                  <a:ext cx="53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B760180-0A3C-18FE-FD7B-531BB6D4C4DD}"/>
                    </a:ext>
                  </a:extLst>
                </p14:cNvPr>
                <p14:cNvContentPartPr/>
                <p14:nvPr/>
              </p14:nvContentPartPr>
              <p14:xfrm>
                <a:off x="6464302" y="5858456"/>
                <a:ext cx="41040" cy="849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B760180-0A3C-18FE-FD7B-531BB6D4C4D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455662" y="5849456"/>
                  <a:ext cx="58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F2F53C-BFE4-43EC-93ED-2B6462D37882}"/>
                    </a:ext>
                  </a:extLst>
                </p14:cNvPr>
                <p14:cNvContentPartPr/>
                <p14:nvPr/>
              </p14:nvContentPartPr>
              <p14:xfrm>
                <a:off x="6314182" y="5821736"/>
                <a:ext cx="203760" cy="20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F2F53C-BFE4-43EC-93ED-2B6462D3788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5182" y="5812736"/>
                  <a:ext cx="221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44D82A2-F576-1BED-4CCC-FDC9528CCEDD}"/>
                    </a:ext>
                  </a:extLst>
                </p14:cNvPr>
                <p14:cNvContentPartPr/>
                <p14:nvPr/>
              </p14:nvContentPartPr>
              <p14:xfrm>
                <a:off x="6011782" y="5562896"/>
                <a:ext cx="159480" cy="3103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44D82A2-F576-1BED-4CCC-FDC9528CCE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03142" y="5553896"/>
                  <a:ext cx="1771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DCEF1DA-409D-E3AF-0DBF-5C06106B0BC5}"/>
                    </a:ext>
                  </a:extLst>
                </p14:cNvPr>
                <p14:cNvContentPartPr/>
                <p14:nvPr/>
              </p14:nvContentPartPr>
              <p14:xfrm>
                <a:off x="6809902" y="5478656"/>
                <a:ext cx="145800" cy="304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DCEF1DA-409D-E3AF-0DBF-5C06106B0B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800902" y="5469656"/>
                  <a:ext cx="16344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9DBCA51-8628-BAF6-DA3B-1E56A6C13771}"/>
              </a:ext>
            </a:extLst>
          </p:cNvPr>
          <p:cNvGrpSpPr/>
          <p:nvPr/>
        </p:nvGrpSpPr>
        <p:grpSpPr>
          <a:xfrm>
            <a:off x="4751062" y="5485856"/>
            <a:ext cx="337320" cy="134280"/>
            <a:chOff x="4751062" y="5485856"/>
            <a:chExt cx="337320" cy="13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273A7E2-1805-FB51-0C31-003A89A5E007}"/>
                    </a:ext>
                  </a:extLst>
                </p14:cNvPr>
                <p14:cNvContentPartPr/>
                <p14:nvPr/>
              </p14:nvContentPartPr>
              <p14:xfrm>
                <a:off x="4751062" y="5485856"/>
                <a:ext cx="203760" cy="107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273A7E2-1805-FB51-0C31-003A89A5E00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742062" y="5476856"/>
                  <a:ext cx="2214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80BB265-9B9B-5A27-B66C-9676B51C29F7}"/>
                    </a:ext>
                  </a:extLst>
                </p14:cNvPr>
                <p14:cNvContentPartPr/>
                <p14:nvPr/>
              </p14:nvContentPartPr>
              <p14:xfrm>
                <a:off x="5023222" y="5566856"/>
                <a:ext cx="65160" cy="53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80BB265-9B9B-5A27-B66C-9676B51C29F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14222" y="5557856"/>
                  <a:ext cx="8280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579C8F7-7523-6B8E-DD47-47794D1A4BCD}"/>
              </a:ext>
            </a:extLst>
          </p:cNvPr>
          <p:cNvGrpSpPr/>
          <p:nvPr/>
        </p:nvGrpSpPr>
        <p:grpSpPr>
          <a:xfrm>
            <a:off x="4731622" y="5820656"/>
            <a:ext cx="252000" cy="152280"/>
            <a:chOff x="4731622" y="5820656"/>
            <a:chExt cx="25200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BED8C2-B231-DD30-21D3-CCEC99CA3700}"/>
                    </a:ext>
                  </a:extLst>
                </p14:cNvPr>
                <p14:cNvContentPartPr/>
                <p14:nvPr/>
              </p14:nvContentPartPr>
              <p14:xfrm>
                <a:off x="4872022" y="5855216"/>
                <a:ext cx="29520" cy="104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BED8C2-B231-DD30-21D3-CCEC99CA370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63382" y="5846576"/>
                  <a:ext cx="47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EB11CF3-087F-95DD-53E0-A6FF6F87D939}"/>
                    </a:ext>
                  </a:extLst>
                </p14:cNvPr>
                <p14:cNvContentPartPr/>
                <p14:nvPr/>
              </p14:nvContentPartPr>
              <p14:xfrm>
                <a:off x="4933222" y="5890136"/>
                <a:ext cx="50400" cy="82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EB11CF3-087F-95DD-53E0-A6FF6F87D93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924582" y="5881496"/>
                  <a:ext cx="68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BB02BE6-79B4-3F63-AA39-F8B66EE67BCF}"/>
                    </a:ext>
                  </a:extLst>
                </p14:cNvPr>
                <p14:cNvContentPartPr/>
                <p14:nvPr/>
              </p14:nvContentPartPr>
              <p14:xfrm>
                <a:off x="4731622" y="5820656"/>
                <a:ext cx="249840" cy="27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BB02BE6-79B4-3F63-AA39-F8B66EE67BC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22622" y="5811656"/>
                  <a:ext cx="2674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487344B-AB76-5D62-3DA2-BDAB44C6F642}"/>
              </a:ext>
            </a:extLst>
          </p:cNvPr>
          <p:cNvGrpSpPr/>
          <p:nvPr/>
        </p:nvGrpSpPr>
        <p:grpSpPr>
          <a:xfrm>
            <a:off x="4703902" y="5709416"/>
            <a:ext cx="468720" cy="16200"/>
            <a:chOff x="4703902" y="5709416"/>
            <a:chExt cx="468720" cy="1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F9008AF-9779-5CAA-3F3C-11C829D59132}"/>
                    </a:ext>
                  </a:extLst>
                </p14:cNvPr>
                <p14:cNvContentPartPr/>
                <p14:nvPr/>
              </p14:nvContentPartPr>
              <p14:xfrm>
                <a:off x="4703902" y="5714096"/>
                <a:ext cx="367920" cy="11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F9008AF-9779-5CAA-3F3C-11C829D5913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695262" y="5705456"/>
                  <a:ext cx="385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BD69640-53F3-DAE7-F179-5DC365B7B91B}"/>
                    </a:ext>
                  </a:extLst>
                </p14:cNvPr>
                <p14:cNvContentPartPr/>
                <p14:nvPr/>
              </p14:nvContentPartPr>
              <p14:xfrm>
                <a:off x="5169382" y="5709416"/>
                <a:ext cx="3240" cy="12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BD69640-53F3-DAE7-F179-5DC365B7B91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60742" y="5700776"/>
                  <a:ext cx="208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CF03E64-59A2-F868-2180-0B773954F2D5}"/>
                  </a:ext>
                </a:extLst>
              </p14:cNvPr>
              <p14:cNvContentPartPr/>
              <p14:nvPr/>
            </p14:nvContentPartPr>
            <p14:xfrm>
              <a:off x="4809022" y="6219176"/>
              <a:ext cx="1821240" cy="752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CF03E64-59A2-F868-2180-0B773954F2D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800382" y="6210176"/>
                <a:ext cx="18388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1A0ECFC-8EA9-F184-CA0D-54D506660636}"/>
                  </a:ext>
                </a:extLst>
              </p14:cNvPr>
              <p14:cNvContentPartPr/>
              <p14:nvPr/>
            </p14:nvContentPartPr>
            <p14:xfrm>
              <a:off x="826342" y="6070856"/>
              <a:ext cx="752760" cy="99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1A0ECFC-8EA9-F184-CA0D-54D50666063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17342" y="6062216"/>
                <a:ext cx="7704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80125D3-778F-C81B-950A-18E8A1E1054F}"/>
                  </a:ext>
                </a:extLst>
              </p14:cNvPr>
              <p14:cNvContentPartPr/>
              <p14:nvPr/>
            </p14:nvContentPartPr>
            <p14:xfrm>
              <a:off x="9031822" y="5386136"/>
              <a:ext cx="74160" cy="11397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80125D3-778F-C81B-950A-18E8A1E1054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022822" y="5377136"/>
                <a:ext cx="91800" cy="11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909DB57-1B1C-5C56-5D53-0B037F98CE58}"/>
                  </a:ext>
                </a:extLst>
              </p14:cNvPr>
              <p14:cNvContentPartPr/>
              <p14:nvPr/>
            </p14:nvContentPartPr>
            <p14:xfrm>
              <a:off x="7507582" y="6328256"/>
              <a:ext cx="3386880" cy="464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909DB57-1B1C-5C56-5D53-0B037F98CE5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498582" y="6319256"/>
                <a:ext cx="34045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EAF6B30-29B4-A530-52FD-3B31D55E59DB}"/>
                  </a:ext>
                </a:extLst>
              </p14:cNvPr>
              <p14:cNvContentPartPr/>
              <p14:nvPr/>
            </p14:nvContentPartPr>
            <p14:xfrm>
              <a:off x="10818502" y="6265616"/>
              <a:ext cx="515880" cy="1036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EAF6B30-29B4-A530-52FD-3B31D55E59DB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809502" y="6256976"/>
                <a:ext cx="5335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830B6E7-2AEB-0BB8-0BD1-5184E71F3246}"/>
                  </a:ext>
                </a:extLst>
              </p14:cNvPr>
              <p14:cNvContentPartPr/>
              <p14:nvPr/>
            </p14:nvContentPartPr>
            <p14:xfrm>
              <a:off x="11504302" y="6267776"/>
              <a:ext cx="168480" cy="7992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830B6E7-2AEB-0BB8-0BD1-5184E71F3246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1495302" y="6258776"/>
                <a:ext cx="18612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DA45A653-1D8C-7FB9-A4F4-6AFFB2EF943B}"/>
              </a:ext>
            </a:extLst>
          </p:cNvPr>
          <p:cNvGrpSpPr/>
          <p:nvPr/>
        </p:nvGrpSpPr>
        <p:grpSpPr>
          <a:xfrm>
            <a:off x="9000142" y="5140976"/>
            <a:ext cx="1002600" cy="302040"/>
            <a:chOff x="9000142" y="5140976"/>
            <a:chExt cx="100260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A13CA51-F09A-86BD-C413-2953E82D3F16}"/>
                    </a:ext>
                  </a:extLst>
                </p14:cNvPr>
                <p14:cNvContentPartPr/>
                <p14:nvPr/>
              </p14:nvContentPartPr>
              <p14:xfrm>
                <a:off x="9000142" y="5294336"/>
                <a:ext cx="153360" cy="124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A13CA51-F09A-86BD-C413-2953E82D3F1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991142" y="5285336"/>
                  <a:ext cx="171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E72DB6C-E331-39DE-18AC-A8F2E39FD526}"/>
                    </a:ext>
                  </a:extLst>
                </p14:cNvPr>
                <p14:cNvContentPartPr/>
                <p14:nvPr/>
              </p14:nvContentPartPr>
              <p14:xfrm>
                <a:off x="9276622" y="5209736"/>
                <a:ext cx="170640" cy="182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E72DB6C-E331-39DE-18AC-A8F2E39FD52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67982" y="5201096"/>
                  <a:ext cx="188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0EE8BDD-5865-2263-2096-8AA5A3BE389C}"/>
                    </a:ext>
                  </a:extLst>
                </p14:cNvPr>
                <p14:cNvContentPartPr/>
                <p14:nvPr/>
              </p14:nvContentPartPr>
              <p14:xfrm>
                <a:off x="9530422" y="5291096"/>
                <a:ext cx="65160" cy="151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0EE8BDD-5865-2263-2096-8AA5A3BE38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521422" y="5282096"/>
                  <a:ext cx="82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4F516C2-C462-6610-6FB6-D94B826975AB}"/>
                    </a:ext>
                  </a:extLst>
                </p14:cNvPr>
                <p14:cNvContentPartPr/>
                <p14:nvPr/>
              </p14:nvContentPartPr>
              <p14:xfrm>
                <a:off x="9617182" y="5197856"/>
                <a:ext cx="139680" cy="171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4F516C2-C462-6610-6FB6-D94B826975A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608542" y="5188856"/>
                  <a:ext cx="157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324C585-1CD0-4B0B-F6E1-BD96B2E0E047}"/>
                    </a:ext>
                  </a:extLst>
                </p14:cNvPr>
                <p14:cNvContentPartPr/>
                <p14:nvPr/>
              </p14:nvContentPartPr>
              <p14:xfrm>
                <a:off x="9776302" y="5269496"/>
                <a:ext cx="128520" cy="66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324C585-1CD0-4B0B-F6E1-BD96B2E0E04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767662" y="5260496"/>
                  <a:ext cx="1461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8CF5F2B-8824-ECF5-AA93-BE8E32444281}"/>
                    </a:ext>
                  </a:extLst>
                </p14:cNvPr>
                <p14:cNvContentPartPr/>
                <p14:nvPr/>
              </p14:nvContentPartPr>
              <p14:xfrm>
                <a:off x="9845422" y="5140976"/>
                <a:ext cx="157320" cy="223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8CF5F2B-8824-ECF5-AA93-BE8E3244428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836782" y="5132336"/>
                  <a:ext cx="17496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76713E0E-EBB5-4892-35D7-D39E72C9BDA8}"/>
                  </a:ext>
                </a:extLst>
              </p14:cNvPr>
              <p14:cNvContentPartPr/>
              <p14:nvPr/>
            </p14:nvContentPartPr>
            <p14:xfrm>
              <a:off x="9828502" y="6341936"/>
              <a:ext cx="30240" cy="745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76713E0E-EBB5-4892-35D7-D39E72C9BDA8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9819862" y="6332936"/>
                <a:ext cx="4788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BA13C16-FAF7-6C3B-6829-CA73706645AB}"/>
                  </a:ext>
                </a:extLst>
              </p14:cNvPr>
              <p14:cNvContentPartPr/>
              <p14:nvPr/>
            </p14:nvContentPartPr>
            <p14:xfrm>
              <a:off x="9170422" y="5656496"/>
              <a:ext cx="315000" cy="2055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BA13C16-FAF7-6C3B-6829-CA73706645A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161422" y="5647496"/>
                <a:ext cx="3326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886D167-442D-6CB2-C83B-1B6C23EB0E75}"/>
                  </a:ext>
                </a:extLst>
              </p14:cNvPr>
              <p14:cNvContentPartPr/>
              <p14:nvPr/>
            </p14:nvContentPartPr>
            <p14:xfrm>
              <a:off x="9547702" y="5922176"/>
              <a:ext cx="174600" cy="261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886D167-442D-6CB2-C83B-1B6C23EB0E7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539062" y="5913176"/>
                <a:ext cx="19224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EED5225-F728-3434-8E03-CE50D9A01BE2}"/>
                  </a:ext>
                </a:extLst>
              </p14:cNvPr>
              <p14:cNvContentPartPr/>
              <p14:nvPr/>
            </p14:nvContentPartPr>
            <p14:xfrm>
              <a:off x="9872062" y="6416456"/>
              <a:ext cx="258120" cy="1576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EED5225-F728-3434-8E03-CE50D9A01BE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863422" y="6407816"/>
                <a:ext cx="2757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F612443-356E-D571-879F-11FF2A981F3A}"/>
                  </a:ext>
                </a:extLst>
              </p14:cNvPr>
              <p14:cNvContentPartPr/>
              <p14:nvPr/>
            </p14:nvContentPartPr>
            <p14:xfrm>
              <a:off x="10121902" y="6538856"/>
              <a:ext cx="174960" cy="327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F612443-356E-D571-879F-11FF2A981F3A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113262" y="6529856"/>
                <a:ext cx="19260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18B3697-4B3E-2E9A-A198-2F4BC095772A}"/>
                  </a:ext>
                </a:extLst>
              </p14:cNvPr>
              <p14:cNvContentPartPr/>
              <p14:nvPr/>
            </p14:nvContentPartPr>
            <p14:xfrm>
              <a:off x="10387942" y="6471896"/>
              <a:ext cx="216360" cy="939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18B3697-4B3E-2E9A-A198-2F4BC095772A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0378942" y="6462896"/>
                <a:ext cx="2340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95374D52-345C-BCB3-AE95-EDA9D8FB4B87}"/>
                  </a:ext>
                </a:extLst>
              </p14:cNvPr>
              <p14:cNvContentPartPr/>
              <p14:nvPr/>
            </p14:nvContentPartPr>
            <p14:xfrm>
              <a:off x="10515382" y="6422576"/>
              <a:ext cx="146520" cy="1008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95374D52-345C-BCB3-AE95-EDA9D8FB4B8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0506742" y="6413576"/>
                <a:ext cx="1641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A2004CE-772A-D209-AC41-D8A4AC226380}"/>
                  </a:ext>
                </a:extLst>
              </p14:cNvPr>
              <p14:cNvContentPartPr/>
              <p14:nvPr/>
            </p14:nvContentPartPr>
            <p14:xfrm>
              <a:off x="10669462" y="6256616"/>
              <a:ext cx="457560" cy="1389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A2004CE-772A-D209-AC41-D8A4AC226380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0660822" y="6247976"/>
                <a:ext cx="4752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B28BBB9-BC05-A0D4-CCE0-73ED9EEF9DB0}"/>
                  </a:ext>
                </a:extLst>
              </p14:cNvPr>
              <p14:cNvContentPartPr/>
              <p14:nvPr/>
            </p14:nvContentPartPr>
            <p14:xfrm>
              <a:off x="11169502" y="6273176"/>
              <a:ext cx="360" cy="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B28BBB9-BC05-A0D4-CCE0-73ED9EEF9DB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1160502" y="62641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612DAE0-957D-2190-F940-65CCA49B97E4}"/>
                  </a:ext>
                </a:extLst>
              </p14:cNvPr>
              <p14:cNvContentPartPr/>
              <p14:nvPr/>
            </p14:nvContentPartPr>
            <p14:xfrm>
              <a:off x="9739222" y="6496376"/>
              <a:ext cx="13680" cy="561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612DAE0-957D-2190-F940-65CCA49B97E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730582" y="6487376"/>
                <a:ext cx="313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3DE2C557-D7D6-27A3-94E6-33C2CDDC6C2E}"/>
                  </a:ext>
                </a:extLst>
              </p14:cNvPr>
              <p14:cNvContentPartPr/>
              <p14:nvPr/>
            </p14:nvContentPartPr>
            <p14:xfrm>
              <a:off x="9787102" y="6494936"/>
              <a:ext cx="30960" cy="622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3DE2C557-D7D6-27A3-94E6-33C2CDDC6C2E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778102" y="6486296"/>
                <a:ext cx="486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DEFF199-351E-7608-AAEA-709B697F7C41}"/>
                  </a:ext>
                </a:extLst>
              </p14:cNvPr>
              <p14:cNvContentPartPr/>
              <p14:nvPr/>
            </p14:nvContentPartPr>
            <p14:xfrm>
              <a:off x="9634822" y="6480536"/>
              <a:ext cx="195120" cy="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DEFF199-351E-7608-AAEA-709B697F7C41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626182" y="6471536"/>
                <a:ext cx="212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ABE7B6B-8CDE-7B4C-0B22-E2F985ACE636}"/>
                  </a:ext>
                </a:extLst>
              </p14:cNvPr>
              <p14:cNvContentPartPr/>
              <p14:nvPr/>
            </p14:nvContentPartPr>
            <p14:xfrm>
              <a:off x="9785662" y="6542456"/>
              <a:ext cx="162360" cy="1371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ABE7B6B-8CDE-7B4C-0B22-E2F985ACE636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9776662" y="6533816"/>
                <a:ext cx="180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B61ADD5-65C6-4D1C-E130-625E39AB538B}"/>
                  </a:ext>
                </a:extLst>
              </p14:cNvPr>
              <p14:cNvContentPartPr/>
              <p14:nvPr/>
            </p14:nvContentPartPr>
            <p14:xfrm>
              <a:off x="9911302" y="6646496"/>
              <a:ext cx="138600" cy="838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B61ADD5-65C6-4D1C-E130-625E39AB538B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9902302" y="6637856"/>
                <a:ext cx="1562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9B5AA3B-255F-C3DF-C129-69E719A715CB}"/>
                  </a:ext>
                </a:extLst>
              </p14:cNvPr>
              <p14:cNvContentPartPr/>
              <p14:nvPr/>
            </p14:nvContentPartPr>
            <p14:xfrm>
              <a:off x="10144942" y="6700496"/>
              <a:ext cx="83520" cy="694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9B5AA3B-255F-C3DF-C129-69E719A715CB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0135942" y="6691496"/>
                <a:ext cx="101160" cy="8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0318BA3-BD88-E5D6-5C2F-9517B40DEA40}"/>
              </a:ext>
            </a:extLst>
          </p:cNvPr>
          <p:cNvGrpSpPr/>
          <p:nvPr/>
        </p:nvGrpSpPr>
        <p:grpSpPr>
          <a:xfrm>
            <a:off x="7426582" y="5639936"/>
            <a:ext cx="1770840" cy="1160280"/>
            <a:chOff x="7426582" y="5639936"/>
            <a:chExt cx="1770840" cy="11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34654D3-A712-4E84-2EA4-6F8BE544E243}"/>
                    </a:ext>
                  </a:extLst>
                </p14:cNvPr>
                <p14:cNvContentPartPr/>
                <p14:nvPr/>
              </p14:nvContentPartPr>
              <p14:xfrm>
                <a:off x="9048742" y="5639936"/>
                <a:ext cx="148680" cy="11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34654D3-A712-4E84-2EA4-6F8BE544E24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039742" y="5630936"/>
                  <a:ext cx="16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5EF22E7-479A-675E-33A2-7AB042CA5592}"/>
                    </a:ext>
                  </a:extLst>
                </p14:cNvPr>
                <p14:cNvContentPartPr/>
                <p14:nvPr/>
              </p14:nvContentPartPr>
              <p14:xfrm>
                <a:off x="8754262" y="5650736"/>
                <a:ext cx="235800" cy="114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5EF22E7-479A-675E-33A2-7AB042CA559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745262" y="5642096"/>
                  <a:ext cx="253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162D23-977B-7DCD-E22E-EE9F779F77DF}"/>
                    </a:ext>
                  </a:extLst>
                </p14:cNvPr>
                <p14:cNvContentPartPr/>
                <p14:nvPr/>
              </p14:nvContentPartPr>
              <p14:xfrm>
                <a:off x="8256022" y="5831816"/>
                <a:ext cx="436320" cy="5407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162D23-977B-7DCD-E22E-EE9F779F77D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247382" y="5822816"/>
                  <a:ext cx="45396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41312B6-7543-BAE7-2732-438ACCF1EFE5}"/>
                    </a:ext>
                  </a:extLst>
                </p14:cNvPr>
                <p14:cNvContentPartPr/>
                <p14:nvPr/>
              </p14:nvContentPartPr>
              <p14:xfrm>
                <a:off x="8138662" y="6427256"/>
                <a:ext cx="101520" cy="50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41312B6-7543-BAE7-2732-438ACCF1EFE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130022" y="6418256"/>
                  <a:ext cx="119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4AEBA72-1C9D-510A-0B03-47C5998BD53D}"/>
                    </a:ext>
                  </a:extLst>
                </p14:cNvPr>
                <p14:cNvContentPartPr/>
                <p14:nvPr/>
              </p14:nvContentPartPr>
              <p14:xfrm>
                <a:off x="7767142" y="6565496"/>
                <a:ext cx="180720" cy="5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4AEBA72-1C9D-510A-0B03-47C5998BD53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758502" y="6556496"/>
                  <a:ext cx="198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6193EB1-F079-FC98-AE35-E533DA2818A4}"/>
                    </a:ext>
                  </a:extLst>
                </p14:cNvPr>
                <p14:cNvContentPartPr/>
                <p14:nvPr/>
              </p14:nvContentPartPr>
              <p14:xfrm>
                <a:off x="7582102" y="6461096"/>
                <a:ext cx="169200" cy="88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6193EB1-F079-FC98-AE35-E533DA2818A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573102" y="6452096"/>
                  <a:ext cx="186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1D1933A-8DF3-ACA2-702C-12D7B3514A14}"/>
                    </a:ext>
                  </a:extLst>
                </p14:cNvPr>
                <p14:cNvContentPartPr/>
                <p14:nvPr/>
              </p14:nvContentPartPr>
              <p14:xfrm>
                <a:off x="7426582" y="6353096"/>
                <a:ext cx="69480" cy="58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1D1933A-8DF3-ACA2-702C-12D7B3514A1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417582" y="6344456"/>
                  <a:ext cx="87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BC4D37E-BD1E-5AF3-C575-ABDFDAFA1600}"/>
                    </a:ext>
                  </a:extLst>
                </p14:cNvPr>
                <p14:cNvContentPartPr/>
                <p14:nvPr/>
              </p14:nvContentPartPr>
              <p14:xfrm>
                <a:off x="8298502" y="6325736"/>
                <a:ext cx="37800" cy="116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BC4D37E-BD1E-5AF3-C575-ABDFDAFA160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289862" y="6316736"/>
                  <a:ext cx="55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30EE143-CAD0-0D49-8EB0-E18B64A6581A}"/>
                    </a:ext>
                  </a:extLst>
                </p14:cNvPr>
                <p14:cNvContentPartPr/>
                <p14:nvPr/>
              </p14:nvContentPartPr>
              <p14:xfrm>
                <a:off x="8176822" y="6591056"/>
                <a:ext cx="77040" cy="6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30EE143-CAD0-0D49-8EB0-E18B64A6581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167822" y="6582416"/>
                  <a:ext cx="94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52C718B-0385-8850-1533-7D5B9F186A02}"/>
                    </a:ext>
                  </a:extLst>
                </p14:cNvPr>
                <p14:cNvContentPartPr/>
                <p14:nvPr/>
              </p14:nvContentPartPr>
              <p14:xfrm>
                <a:off x="8340262" y="6556496"/>
                <a:ext cx="26640" cy="46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52C718B-0385-8850-1533-7D5B9F186A0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331262" y="6547856"/>
                  <a:ext cx="44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AF7D295-D559-6437-6966-7E72E6E24BD8}"/>
                    </a:ext>
                  </a:extLst>
                </p14:cNvPr>
                <p14:cNvContentPartPr/>
                <p14:nvPr/>
              </p14:nvContentPartPr>
              <p14:xfrm>
                <a:off x="8383462" y="6554696"/>
                <a:ext cx="50040" cy="70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AF7D295-D559-6437-6966-7E72E6E24BD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374822" y="6546056"/>
                  <a:ext cx="67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76A7279-A410-0361-F07A-6BF33B5B9810}"/>
                    </a:ext>
                  </a:extLst>
                </p14:cNvPr>
                <p14:cNvContentPartPr/>
                <p14:nvPr/>
              </p14:nvContentPartPr>
              <p14:xfrm>
                <a:off x="8283022" y="6534536"/>
                <a:ext cx="127440" cy="13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76A7279-A410-0361-F07A-6BF33B5B981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274382" y="6525896"/>
                  <a:ext cx="145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7350497-BB44-7955-A968-C66301FB996E}"/>
                    </a:ext>
                  </a:extLst>
                </p14:cNvPr>
                <p14:cNvContentPartPr/>
                <p14:nvPr/>
              </p14:nvContentPartPr>
              <p14:xfrm>
                <a:off x="8425942" y="6568736"/>
                <a:ext cx="86760" cy="151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7350497-BB44-7955-A968-C66301FB996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416942" y="6559736"/>
                  <a:ext cx="1044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D77BBA6-177D-3F4A-28CE-0A4290878A75}"/>
                    </a:ext>
                  </a:extLst>
                </p14:cNvPr>
                <p14:cNvContentPartPr/>
                <p14:nvPr/>
              </p14:nvContentPartPr>
              <p14:xfrm>
                <a:off x="8533942" y="6625256"/>
                <a:ext cx="106560" cy="114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D77BBA6-177D-3F4A-28CE-0A4290878A7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525302" y="6616256"/>
                  <a:ext cx="124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3C80D7D-DF29-1E29-2F59-7B74C2451281}"/>
                    </a:ext>
                  </a:extLst>
                </p14:cNvPr>
                <p14:cNvContentPartPr/>
                <p14:nvPr/>
              </p14:nvContentPartPr>
              <p14:xfrm>
                <a:off x="8676862" y="6714176"/>
                <a:ext cx="121680" cy="86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3C80D7D-DF29-1E29-2F59-7B74C245128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67862" y="6705536"/>
                  <a:ext cx="1393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9D635722-8372-C51A-9218-3E754BE0BE16}"/>
              </a:ext>
            </a:extLst>
          </p:cNvPr>
          <p:cNvGrpSpPr/>
          <p:nvPr/>
        </p:nvGrpSpPr>
        <p:grpSpPr>
          <a:xfrm>
            <a:off x="8514142" y="5570816"/>
            <a:ext cx="1135080" cy="812880"/>
            <a:chOff x="8514142" y="5570816"/>
            <a:chExt cx="1135080" cy="81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34C4F82-3008-6B44-D01A-2BF07FBDE788}"/>
                    </a:ext>
                  </a:extLst>
                </p14:cNvPr>
                <p14:cNvContentPartPr/>
                <p14:nvPr/>
              </p14:nvContentPartPr>
              <p14:xfrm>
                <a:off x="9079702" y="5677736"/>
                <a:ext cx="59760" cy="693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34C4F82-3008-6B44-D01A-2BF07FBDE78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70702" y="5669096"/>
                  <a:ext cx="7740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121C3D9-E92A-91F9-47F1-3DFCE3AEDEAC}"/>
                    </a:ext>
                  </a:extLst>
                </p14:cNvPr>
                <p14:cNvContentPartPr/>
                <p14:nvPr/>
              </p14:nvContentPartPr>
              <p14:xfrm>
                <a:off x="9036142" y="5570816"/>
                <a:ext cx="108720" cy="150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121C3D9-E92A-91F9-47F1-3DFCE3AEDEA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027502" y="5562176"/>
                  <a:ext cx="126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2AB654-5CA2-E4C1-EF04-B967DA28C5AA}"/>
                    </a:ext>
                  </a:extLst>
                </p14:cNvPr>
                <p14:cNvContentPartPr/>
                <p14:nvPr/>
              </p14:nvContentPartPr>
              <p14:xfrm>
                <a:off x="9281662" y="5781056"/>
                <a:ext cx="21960" cy="538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2AB654-5CA2-E4C1-EF04-B967DA28C5A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273022" y="5772056"/>
                  <a:ext cx="3960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40DCC70-5518-D15C-B12E-3DF088DD7EF1}"/>
                    </a:ext>
                  </a:extLst>
                </p14:cNvPr>
                <p14:cNvContentPartPr/>
                <p14:nvPr/>
              </p14:nvContentPartPr>
              <p14:xfrm>
                <a:off x="9248542" y="5682776"/>
                <a:ext cx="71280" cy="106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40DCC70-5518-D15C-B12E-3DF088DD7EF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239542" y="5673776"/>
                  <a:ext cx="88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418052C-E0A5-96D1-3636-3E2304EF45CB}"/>
                    </a:ext>
                  </a:extLst>
                </p14:cNvPr>
                <p14:cNvContentPartPr/>
                <p14:nvPr/>
              </p14:nvContentPartPr>
              <p14:xfrm>
                <a:off x="9447982" y="5900936"/>
                <a:ext cx="57600" cy="3290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418052C-E0A5-96D1-3636-3E2304EF45C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439342" y="5891936"/>
                  <a:ext cx="752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27E841B-BF0A-A8CC-A8B5-51F6C935BBC0}"/>
                    </a:ext>
                  </a:extLst>
                </p14:cNvPr>
                <p14:cNvContentPartPr/>
                <p14:nvPr/>
              </p14:nvContentPartPr>
              <p14:xfrm>
                <a:off x="9442222" y="5830016"/>
                <a:ext cx="74160" cy="835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27E841B-BF0A-A8CC-A8B5-51F6C935BBC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433222" y="5821376"/>
                  <a:ext cx="918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C54648C-849F-51D1-35F1-A99482795A17}"/>
                    </a:ext>
                  </a:extLst>
                </p14:cNvPr>
                <p14:cNvContentPartPr/>
                <p14:nvPr/>
              </p14:nvContentPartPr>
              <p14:xfrm>
                <a:off x="9637702" y="6166616"/>
                <a:ext cx="11520" cy="162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C54648C-849F-51D1-35F1-A99482795A1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629062" y="6157976"/>
                  <a:ext cx="29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BF0430E-A30E-B993-5383-DD54FD91EFB7}"/>
                    </a:ext>
                  </a:extLst>
                </p14:cNvPr>
                <p14:cNvContentPartPr/>
                <p14:nvPr/>
              </p14:nvContentPartPr>
              <p14:xfrm>
                <a:off x="9598822" y="6109016"/>
                <a:ext cx="45000" cy="55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BF0430E-A30E-B993-5383-DD54FD91EFB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90182" y="6100376"/>
                  <a:ext cx="62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1B3F861-82F3-FACC-23C5-D0BC9E83A301}"/>
                    </a:ext>
                  </a:extLst>
                </p14:cNvPr>
                <p14:cNvContentPartPr/>
                <p14:nvPr/>
              </p14:nvContentPartPr>
              <p14:xfrm>
                <a:off x="8884942" y="5792936"/>
                <a:ext cx="36360" cy="590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1B3F861-82F3-FACC-23C5-D0BC9E83A30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876302" y="5784296"/>
                  <a:ext cx="5400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8A0572-A0C4-A45C-7008-2A4CA23C1545}"/>
                    </a:ext>
                  </a:extLst>
                </p14:cNvPr>
                <p14:cNvContentPartPr/>
                <p14:nvPr/>
              </p14:nvContentPartPr>
              <p14:xfrm>
                <a:off x="8854702" y="5722736"/>
                <a:ext cx="45000" cy="1148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8A0572-A0C4-A45C-7008-2A4CA23C154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845702" y="5714096"/>
                  <a:ext cx="62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5505F1F-FADB-E2A4-0185-41DD06CB90E0}"/>
                    </a:ext>
                  </a:extLst>
                </p14:cNvPr>
                <p14:cNvContentPartPr/>
                <p14:nvPr/>
              </p14:nvContentPartPr>
              <p14:xfrm>
                <a:off x="8703862" y="5906336"/>
                <a:ext cx="60120" cy="4201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5505F1F-FADB-E2A4-0185-41DD06CB90E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694862" y="5897336"/>
                  <a:ext cx="7776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8A699CB-7D87-D8D5-CE24-D1C3E8155B6B}"/>
                    </a:ext>
                  </a:extLst>
                </p14:cNvPr>
                <p14:cNvContentPartPr/>
                <p14:nvPr/>
              </p14:nvContentPartPr>
              <p14:xfrm>
                <a:off x="8673622" y="5857736"/>
                <a:ext cx="61200" cy="914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8A699CB-7D87-D8D5-CE24-D1C3E8155B6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664982" y="5848736"/>
                  <a:ext cx="7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233962C-7C2D-87C1-C38C-876758E9CA56}"/>
                    </a:ext>
                  </a:extLst>
                </p14:cNvPr>
                <p14:cNvContentPartPr/>
                <p14:nvPr/>
              </p14:nvContentPartPr>
              <p14:xfrm>
                <a:off x="8571742" y="6097496"/>
                <a:ext cx="14400" cy="237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233962C-7C2D-87C1-C38C-876758E9CA5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562742" y="6088856"/>
                  <a:ext cx="32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FAE7E50-DB32-BC8B-A8CA-D90173ADD7CA}"/>
                    </a:ext>
                  </a:extLst>
                </p14:cNvPr>
                <p14:cNvContentPartPr/>
                <p14:nvPr/>
              </p14:nvContentPartPr>
              <p14:xfrm>
                <a:off x="8514142" y="6055736"/>
                <a:ext cx="82440" cy="45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FAE7E50-DB32-BC8B-A8CA-D90173ADD7C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505502" y="6046736"/>
                  <a:ext cx="10008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5AD66CC-16D0-2413-EA9F-1CEF19689D08}"/>
              </a:ext>
            </a:extLst>
          </p:cNvPr>
          <p:cNvGrpSpPr/>
          <p:nvPr/>
        </p:nvGrpSpPr>
        <p:grpSpPr>
          <a:xfrm>
            <a:off x="10036582" y="6399176"/>
            <a:ext cx="489960" cy="160920"/>
            <a:chOff x="10036582" y="6399176"/>
            <a:chExt cx="48996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0E5A1C2-685B-9E7F-0C9E-214E32428CF0}"/>
                    </a:ext>
                  </a:extLst>
                </p14:cNvPr>
                <p14:cNvContentPartPr/>
                <p14:nvPr/>
              </p14:nvContentPartPr>
              <p14:xfrm>
                <a:off x="10052062" y="6424376"/>
                <a:ext cx="12960" cy="77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0E5A1C2-685B-9E7F-0C9E-214E32428CF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043062" y="6415736"/>
                  <a:ext cx="30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2E6D72D-DED2-FFE3-3ABD-E792F9F0CEF3}"/>
                    </a:ext>
                  </a:extLst>
                </p14:cNvPr>
                <p14:cNvContentPartPr/>
                <p14:nvPr/>
              </p14:nvContentPartPr>
              <p14:xfrm>
                <a:off x="10036582" y="6499976"/>
                <a:ext cx="55800" cy="47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2E6D72D-DED2-FFE3-3ABD-E792F9F0CEF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027942" y="6491336"/>
                  <a:ext cx="73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10D9C11-F9A4-DE91-0D4B-D39FB4344328}"/>
                    </a:ext>
                  </a:extLst>
                </p14:cNvPr>
                <p14:cNvContentPartPr/>
                <p14:nvPr/>
              </p14:nvContentPartPr>
              <p14:xfrm>
                <a:off x="10248622" y="6405296"/>
                <a:ext cx="43920" cy="136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10D9C11-F9A4-DE91-0D4B-D39FB434432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239982" y="6396656"/>
                  <a:ext cx="61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AA9DE68-2CB5-16F9-71A8-11BB4A953E2A}"/>
                    </a:ext>
                  </a:extLst>
                </p14:cNvPr>
                <p14:cNvContentPartPr/>
                <p14:nvPr/>
              </p14:nvContentPartPr>
              <p14:xfrm>
                <a:off x="10209742" y="6509336"/>
                <a:ext cx="82800" cy="507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AA9DE68-2CB5-16F9-71A8-11BB4A953E2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200742" y="6500336"/>
                  <a:ext cx="100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50877CC-F992-D62F-6BA4-0B302A2034AB}"/>
                    </a:ext>
                  </a:extLst>
                </p14:cNvPr>
                <p14:cNvContentPartPr/>
                <p14:nvPr/>
              </p14:nvContentPartPr>
              <p14:xfrm>
                <a:off x="10460302" y="6399176"/>
                <a:ext cx="34200" cy="107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50877CC-F992-D62F-6BA4-0B302A2034A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451662" y="6390536"/>
                  <a:ext cx="51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502874F-32F6-B738-23A6-0D93E40556BE}"/>
                    </a:ext>
                  </a:extLst>
                </p14:cNvPr>
                <p14:cNvContentPartPr/>
                <p14:nvPr/>
              </p14:nvContentPartPr>
              <p14:xfrm>
                <a:off x="10493062" y="6499976"/>
                <a:ext cx="33480" cy="48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502874F-32F6-B738-23A6-0D93E40556B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484062" y="6490976"/>
                  <a:ext cx="5112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2324602-B821-FD2E-6DE2-012768C86706}"/>
                  </a:ext>
                </a:extLst>
              </p14:cNvPr>
              <p14:cNvContentPartPr/>
              <p14:nvPr/>
            </p14:nvContentPartPr>
            <p14:xfrm>
              <a:off x="9359782" y="5512496"/>
              <a:ext cx="602280" cy="3816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2324602-B821-FD2E-6DE2-012768C86706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9350782" y="5503496"/>
                <a:ext cx="6199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EB679EA-88A5-3FF9-2CBB-E1C79D6D18A0}"/>
                  </a:ext>
                </a:extLst>
              </p14:cNvPr>
              <p14:cNvContentPartPr/>
              <p14:nvPr/>
            </p14:nvContentPartPr>
            <p14:xfrm>
              <a:off x="8574982" y="5476856"/>
              <a:ext cx="340560" cy="680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EB679EA-88A5-3FF9-2CBB-E1C79D6D18A0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8565982" y="5468216"/>
                <a:ext cx="35820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D09BFD0-487D-023B-C1E3-E2C9722A2D20}"/>
              </a:ext>
            </a:extLst>
          </p:cNvPr>
          <p:cNvGrpSpPr/>
          <p:nvPr/>
        </p:nvGrpSpPr>
        <p:grpSpPr>
          <a:xfrm>
            <a:off x="8003662" y="5427536"/>
            <a:ext cx="376200" cy="401040"/>
            <a:chOff x="8003662" y="5427536"/>
            <a:chExt cx="37620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D60DB95-2653-88BC-CC31-F8FC26A516A4}"/>
                    </a:ext>
                  </a:extLst>
                </p14:cNvPr>
                <p14:cNvContentPartPr/>
                <p14:nvPr/>
              </p14:nvContentPartPr>
              <p14:xfrm>
                <a:off x="8018782" y="5427536"/>
                <a:ext cx="199800" cy="97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D60DB95-2653-88BC-CC31-F8FC26A516A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009782" y="5418896"/>
                  <a:ext cx="217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17015B9-40C6-A10A-43A4-8D22CB451687}"/>
                    </a:ext>
                  </a:extLst>
                </p14:cNvPr>
                <p14:cNvContentPartPr/>
                <p14:nvPr/>
              </p14:nvContentPartPr>
              <p14:xfrm>
                <a:off x="8276542" y="5506376"/>
                <a:ext cx="103320" cy="76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17015B9-40C6-A10A-43A4-8D22CB45168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267902" y="5497376"/>
                  <a:ext cx="120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E243E07-EEBB-7791-258E-05B504AE7B1E}"/>
                    </a:ext>
                  </a:extLst>
                </p14:cNvPr>
                <p14:cNvContentPartPr/>
                <p14:nvPr/>
              </p14:nvContentPartPr>
              <p14:xfrm>
                <a:off x="8007262" y="5634536"/>
                <a:ext cx="227880" cy="16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E243E07-EEBB-7791-258E-05B504AE7B1E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998262" y="5625536"/>
                  <a:ext cx="245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91E53B9-6B08-623D-DB1A-DB4DA3DB4526}"/>
                    </a:ext>
                  </a:extLst>
                </p14:cNvPr>
                <p14:cNvContentPartPr/>
                <p14:nvPr/>
              </p14:nvContentPartPr>
              <p14:xfrm>
                <a:off x="8096542" y="5714816"/>
                <a:ext cx="52200" cy="98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91E53B9-6B08-623D-DB1A-DB4DA3DB452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87542" y="5706176"/>
                  <a:ext cx="69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DB5AF7F-22F9-0A43-14C1-36410C6F7441}"/>
                    </a:ext>
                  </a:extLst>
                </p14:cNvPr>
                <p14:cNvContentPartPr/>
                <p14:nvPr/>
              </p14:nvContentPartPr>
              <p14:xfrm>
                <a:off x="8186902" y="5757296"/>
                <a:ext cx="39960" cy="71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DB5AF7F-22F9-0A43-14C1-36410C6F744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77902" y="5748656"/>
                  <a:ext cx="57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A1B2C73-7797-C815-9D24-8C4EE7001E75}"/>
                    </a:ext>
                  </a:extLst>
                </p14:cNvPr>
                <p14:cNvContentPartPr/>
                <p14:nvPr/>
              </p14:nvContentPartPr>
              <p14:xfrm>
                <a:off x="8003662" y="5703296"/>
                <a:ext cx="226440" cy="33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A1B2C73-7797-C815-9D24-8C4EE7001E7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994662" y="5694296"/>
                  <a:ext cx="244080" cy="5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F31AEE4-F917-8A77-CFB2-7706F3CB08EF}"/>
                  </a:ext>
                </a:extLst>
              </p14:cNvPr>
              <p14:cNvContentPartPr/>
              <p14:nvPr/>
            </p14:nvContentPartPr>
            <p14:xfrm>
              <a:off x="9051982" y="6629576"/>
              <a:ext cx="144720" cy="1076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F31AEE4-F917-8A77-CFB2-7706F3CB08EF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9043342" y="6620576"/>
                <a:ext cx="162360" cy="12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ideal impulse response is infinite and two-sided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fir_ideal_s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583680" cy="37178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0876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1848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1: infinite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99339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finite processor cannot store or multiply by infinitely many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2608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92608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2: noncausal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341071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Samples for negative time imply dependence on future inputs unless we delay/shift the finite approximation.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749039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445312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What we will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828032"/>
            <a:ext cx="3520439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Truncate the sinc, shift it to be causal, and shape the truncation with a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C2E3BE3-96A5-C43E-8ABE-C5D800940BC2}"/>
                  </a:ext>
                </a:extLst>
              </p14:cNvPr>
              <p14:cNvContentPartPr/>
              <p14:nvPr/>
            </p14:nvContentPartPr>
            <p14:xfrm>
              <a:off x="8810062" y="1886936"/>
              <a:ext cx="1086480" cy="54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C2E3BE3-96A5-C43E-8ABE-C5D800940B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01422" y="1878296"/>
                <a:ext cx="1104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E5D9532-2FF5-665C-8738-2316442C693F}"/>
                  </a:ext>
                </a:extLst>
              </p14:cNvPr>
              <p14:cNvContentPartPr/>
              <p14:nvPr/>
            </p14:nvContentPartPr>
            <p14:xfrm>
              <a:off x="4197742" y="5050616"/>
              <a:ext cx="159480" cy="323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E5D9532-2FF5-665C-8738-2316442C69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8742" y="5041976"/>
                <a:ext cx="1771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80BAB51-2241-471E-61F9-C3C1D17663BB}"/>
                  </a:ext>
                </a:extLst>
              </p14:cNvPr>
              <p14:cNvContentPartPr/>
              <p14:nvPr/>
            </p14:nvContentPartPr>
            <p14:xfrm>
              <a:off x="4211422" y="5540216"/>
              <a:ext cx="181440" cy="149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80BAB51-2241-471E-61F9-C3C1D17663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02422" y="5531576"/>
                <a:ext cx="1990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BE77AB2-D7A5-F566-7513-55A353BDFF14}"/>
                  </a:ext>
                </a:extLst>
              </p14:cNvPr>
              <p14:cNvContentPartPr/>
              <p14:nvPr/>
            </p14:nvContentPartPr>
            <p14:xfrm>
              <a:off x="3386302" y="5200736"/>
              <a:ext cx="441720" cy="122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BE77AB2-D7A5-F566-7513-55A353BDFF1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77302" y="5191736"/>
                <a:ext cx="459360" cy="14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431CDE02-4255-774F-BD77-889CB75B03F5}"/>
              </a:ext>
            </a:extLst>
          </p:cNvPr>
          <p:cNvGrpSpPr/>
          <p:nvPr/>
        </p:nvGrpSpPr>
        <p:grpSpPr>
          <a:xfrm>
            <a:off x="1864582" y="5138096"/>
            <a:ext cx="814320" cy="577800"/>
            <a:chOff x="1864582" y="5138096"/>
            <a:chExt cx="814320" cy="57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833A4C-AF9F-4FEF-549D-05B242D79B95}"/>
                    </a:ext>
                  </a:extLst>
                </p14:cNvPr>
                <p14:cNvContentPartPr/>
                <p14:nvPr/>
              </p14:nvContentPartPr>
              <p14:xfrm>
                <a:off x="2114062" y="5217296"/>
                <a:ext cx="148680" cy="76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833A4C-AF9F-4FEF-549D-05B242D79B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05422" y="5208296"/>
                  <a:ext cx="166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AC0823-A326-9D99-4EFA-1EF21F5219C0}"/>
                    </a:ext>
                  </a:extLst>
                </p14:cNvPr>
                <p14:cNvContentPartPr/>
                <p14:nvPr/>
              </p14:nvContentPartPr>
              <p14:xfrm>
                <a:off x="2248702" y="5201456"/>
                <a:ext cx="95760" cy="46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AC0823-A326-9D99-4EFA-1EF21F5219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39702" y="5192816"/>
                  <a:ext cx="113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2CA51C6-07CA-71B6-1805-A3579D507033}"/>
                    </a:ext>
                  </a:extLst>
                </p14:cNvPr>
                <p14:cNvContentPartPr/>
                <p14:nvPr/>
              </p14:nvContentPartPr>
              <p14:xfrm>
                <a:off x="2273542" y="5156816"/>
                <a:ext cx="113040" cy="9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2CA51C6-07CA-71B6-1805-A3579D5070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64902" y="5148176"/>
                  <a:ext cx="130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A4C3AE-D4FA-5A92-C178-3220A79F7CE0}"/>
                    </a:ext>
                  </a:extLst>
                </p14:cNvPr>
                <p14:cNvContentPartPr/>
                <p14:nvPr/>
              </p14:nvContentPartPr>
              <p14:xfrm>
                <a:off x="2413582" y="5138096"/>
                <a:ext cx="167040" cy="73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A4C3AE-D4FA-5A92-C178-3220A79F7C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04582" y="5129456"/>
                  <a:ext cx="184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6F474B-338C-7FBA-D80B-06A8BD08DA7C}"/>
                    </a:ext>
                  </a:extLst>
                </p14:cNvPr>
                <p14:cNvContentPartPr/>
                <p14:nvPr/>
              </p14:nvContentPartPr>
              <p14:xfrm>
                <a:off x="1864582" y="5619056"/>
                <a:ext cx="144000" cy="9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6F474B-338C-7FBA-D80B-06A8BD08DA7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55942" y="5610416"/>
                  <a:ext cx="1616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C244126-A50B-E839-A300-AA5FC6D4C606}"/>
                    </a:ext>
                  </a:extLst>
                </p14:cNvPr>
                <p14:cNvContentPartPr/>
                <p14:nvPr/>
              </p14:nvContentPartPr>
              <p14:xfrm>
                <a:off x="2035222" y="5584856"/>
                <a:ext cx="228960" cy="89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C244126-A50B-E839-A300-AA5FC6D4C60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26222" y="5576216"/>
                  <a:ext cx="246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526EDCF-F5BB-1C7F-843B-813A19CD1682}"/>
                    </a:ext>
                  </a:extLst>
                </p14:cNvPr>
                <p14:cNvContentPartPr/>
                <p14:nvPr/>
              </p14:nvContentPartPr>
              <p14:xfrm>
                <a:off x="2290462" y="5509616"/>
                <a:ext cx="115200" cy="91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526EDCF-F5BB-1C7F-843B-813A19CD168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81462" y="5500976"/>
                  <a:ext cx="132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E0DFC42-8395-350F-C3B5-5106A3298401}"/>
                    </a:ext>
                  </a:extLst>
                </p14:cNvPr>
                <p14:cNvContentPartPr/>
                <p14:nvPr/>
              </p14:nvContentPartPr>
              <p14:xfrm>
                <a:off x="2436622" y="5296136"/>
                <a:ext cx="242280" cy="259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E0DFC42-8395-350F-C3B5-5106A329840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27622" y="5287496"/>
                  <a:ext cx="25992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65472A6-D870-FC49-17D9-CA30C64EB6D5}"/>
                  </a:ext>
                </a:extLst>
              </p14:cNvPr>
              <p14:cNvContentPartPr/>
              <p14:nvPr/>
            </p14:nvContentPartPr>
            <p14:xfrm>
              <a:off x="8702062" y="3362576"/>
              <a:ext cx="1017720" cy="24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65472A6-D870-FC49-17D9-CA30C64EB6D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693422" y="3353576"/>
                <a:ext cx="103536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39C352AF-F6DF-A543-E57C-5B0EE347DE18}"/>
              </a:ext>
            </a:extLst>
          </p:cNvPr>
          <p:cNvGrpSpPr/>
          <p:nvPr/>
        </p:nvGrpSpPr>
        <p:grpSpPr>
          <a:xfrm>
            <a:off x="2440222" y="5966816"/>
            <a:ext cx="1263600" cy="281160"/>
            <a:chOff x="2440222" y="5966816"/>
            <a:chExt cx="126360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B816F2-B785-0221-A5EB-3473C3B28D1B}"/>
                    </a:ext>
                  </a:extLst>
                </p14:cNvPr>
                <p14:cNvContentPartPr/>
                <p14:nvPr/>
              </p14:nvContentPartPr>
              <p14:xfrm>
                <a:off x="2492782" y="5966816"/>
                <a:ext cx="113040" cy="276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B816F2-B785-0221-A5EB-3473C3B28D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84142" y="5958176"/>
                  <a:ext cx="1306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EF9379-A3A7-7DA7-5D2B-3B14749F3F25}"/>
                    </a:ext>
                  </a:extLst>
                </p14:cNvPr>
                <p14:cNvContentPartPr/>
                <p14:nvPr/>
              </p14:nvContentPartPr>
              <p14:xfrm>
                <a:off x="2440222" y="6139976"/>
                <a:ext cx="181080" cy="1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EF9379-A3A7-7DA7-5D2B-3B14749F3F2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31222" y="6130976"/>
                  <a:ext cx="198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4AB01F-F0B2-A2F6-3C27-33963E906440}"/>
                    </a:ext>
                  </a:extLst>
                </p14:cNvPr>
                <p14:cNvContentPartPr/>
                <p14:nvPr/>
              </p14:nvContentPartPr>
              <p14:xfrm>
                <a:off x="2641462" y="6097136"/>
                <a:ext cx="65520" cy="107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4AB01F-F0B2-A2F6-3C27-33963E90644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32462" y="6088136"/>
                  <a:ext cx="83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B49B6CA-1746-9E94-4F6E-57AD887EE638}"/>
                    </a:ext>
                  </a:extLst>
                </p14:cNvPr>
                <p14:cNvContentPartPr/>
                <p14:nvPr/>
              </p14:nvContentPartPr>
              <p14:xfrm>
                <a:off x="2764222" y="6145376"/>
                <a:ext cx="324000" cy="70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B49B6CA-1746-9E94-4F6E-57AD887EE6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55222" y="6136736"/>
                  <a:ext cx="341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EACDF51-B989-3D85-484D-BBD9D97453DB}"/>
                    </a:ext>
                  </a:extLst>
                </p14:cNvPr>
                <p14:cNvContentPartPr/>
                <p14:nvPr/>
              </p14:nvContentPartPr>
              <p14:xfrm>
                <a:off x="3161662" y="6169136"/>
                <a:ext cx="81000" cy="78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EACDF51-B989-3D85-484D-BBD9D97453D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53022" y="6160136"/>
                  <a:ext cx="986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0D7FCC4-390E-ECAE-E2F7-8ACD55BF9EA3}"/>
                    </a:ext>
                  </a:extLst>
                </p14:cNvPr>
                <p14:cNvContentPartPr/>
                <p14:nvPr/>
              </p14:nvContentPartPr>
              <p14:xfrm>
                <a:off x="3252022" y="6159416"/>
                <a:ext cx="146160" cy="61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0D7FCC4-390E-ECAE-E2F7-8ACD55BF9EA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43382" y="6150416"/>
                  <a:ext cx="163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B10B0C2-0823-5F2D-9F87-12F9F9DCF3B5}"/>
                    </a:ext>
                  </a:extLst>
                </p14:cNvPr>
                <p14:cNvContentPartPr/>
                <p14:nvPr/>
              </p14:nvContentPartPr>
              <p14:xfrm>
                <a:off x="3412942" y="5980496"/>
                <a:ext cx="96840" cy="267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B10B0C2-0823-5F2D-9F87-12F9F9DCF3B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03942" y="5971856"/>
                  <a:ext cx="1144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756A075-3B54-5EB7-F6DE-9B247E27414B}"/>
                    </a:ext>
                  </a:extLst>
                </p14:cNvPr>
                <p14:cNvContentPartPr/>
                <p14:nvPr/>
              </p14:nvContentPartPr>
              <p14:xfrm>
                <a:off x="3439582" y="6107936"/>
                <a:ext cx="264240" cy="108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756A075-3B54-5EB7-F6DE-9B247E27414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30582" y="6099296"/>
                  <a:ext cx="28188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35708CA-BA26-7762-2ED1-DA88A918AA69}"/>
              </a:ext>
            </a:extLst>
          </p:cNvPr>
          <p:cNvGrpSpPr/>
          <p:nvPr/>
        </p:nvGrpSpPr>
        <p:grpSpPr>
          <a:xfrm>
            <a:off x="4007302" y="5967176"/>
            <a:ext cx="579600" cy="264960"/>
            <a:chOff x="4007302" y="5967176"/>
            <a:chExt cx="57960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877629-F304-AB6B-98D9-9D9128A83C78}"/>
                    </a:ext>
                  </a:extLst>
                </p14:cNvPr>
                <p14:cNvContentPartPr/>
                <p14:nvPr/>
              </p14:nvContentPartPr>
              <p14:xfrm>
                <a:off x="4007302" y="6136016"/>
                <a:ext cx="402480" cy="96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877629-F304-AB6B-98D9-9D9128A83C7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98302" y="6127376"/>
                  <a:ext cx="420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0B9FBAC-8F07-54B6-C9F5-4AEC0BA19314}"/>
                    </a:ext>
                  </a:extLst>
                </p14:cNvPr>
                <p14:cNvContentPartPr/>
                <p14:nvPr/>
              </p14:nvContentPartPr>
              <p14:xfrm>
                <a:off x="4491502" y="5967176"/>
                <a:ext cx="95400" cy="264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0B9FBAC-8F07-54B6-C9F5-4AEC0BA1931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482502" y="5958176"/>
                  <a:ext cx="113040" cy="28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7FB87F1-0AD0-DD4B-B480-9F70ADD596D9}"/>
              </a:ext>
            </a:extLst>
          </p:cNvPr>
          <p:cNvGrpSpPr/>
          <p:nvPr/>
        </p:nvGrpSpPr>
        <p:grpSpPr>
          <a:xfrm>
            <a:off x="4846462" y="5932616"/>
            <a:ext cx="2436840" cy="343800"/>
            <a:chOff x="4846462" y="5932616"/>
            <a:chExt cx="243684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635C3BA-B483-313F-87B0-8321F8BA1E97}"/>
                    </a:ext>
                  </a:extLst>
                </p14:cNvPr>
                <p14:cNvContentPartPr/>
                <p14:nvPr/>
              </p14:nvContentPartPr>
              <p14:xfrm>
                <a:off x="4846462" y="6076256"/>
                <a:ext cx="115920" cy="117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635C3BA-B483-313F-87B0-8321F8BA1E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37462" y="6067616"/>
                  <a:ext cx="133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E69EA54-FF40-3394-D097-94C852D038BA}"/>
                    </a:ext>
                  </a:extLst>
                </p14:cNvPr>
                <p14:cNvContentPartPr/>
                <p14:nvPr/>
              </p14:nvContentPartPr>
              <p14:xfrm>
                <a:off x="4938622" y="5970056"/>
                <a:ext cx="323640" cy="218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E69EA54-FF40-3394-D097-94C852D038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29982" y="5961056"/>
                  <a:ext cx="341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8B58777-73A3-F979-6178-3F37131932CA}"/>
                    </a:ext>
                  </a:extLst>
                </p14:cNvPr>
                <p14:cNvContentPartPr/>
                <p14:nvPr/>
              </p14:nvContentPartPr>
              <p14:xfrm>
                <a:off x="5157502" y="5994536"/>
                <a:ext cx="26280" cy="12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8B58777-73A3-F979-6178-3F37131932C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48502" y="5985896"/>
                  <a:ext cx="43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EDB2B59-FEB2-F4F3-83B7-ABBB910156C3}"/>
                    </a:ext>
                  </a:extLst>
                </p14:cNvPr>
                <p14:cNvContentPartPr/>
                <p14:nvPr/>
              </p14:nvContentPartPr>
              <p14:xfrm>
                <a:off x="5313382" y="5956016"/>
                <a:ext cx="102960" cy="320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EDB2B59-FEB2-F4F3-83B7-ABBB910156C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04742" y="5947376"/>
                  <a:ext cx="1206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882FE6-C69A-5344-2E9D-0FEA0C004F7C}"/>
                    </a:ext>
                  </a:extLst>
                </p14:cNvPr>
                <p14:cNvContentPartPr/>
                <p14:nvPr/>
              </p14:nvContentPartPr>
              <p14:xfrm>
                <a:off x="5342902" y="6165536"/>
                <a:ext cx="53280" cy="17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882FE6-C69A-5344-2E9D-0FEA0C004F7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334262" y="6156536"/>
                  <a:ext cx="70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3ADA7F3-98B4-4363-B28C-A14AC72175B3}"/>
                    </a:ext>
                  </a:extLst>
                </p14:cNvPr>
                <p14:cNvContentPartPr/>
                <p14:nvPr/>
              </p14:nvContentPartPr>
              <p14:xfrm>
                <a:off x="5427862" y="5959256"/>
                <a:ext cx="74520" cy="224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3ADA7F3-98B4-4363-B28C-A14AC72175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418862" y="5950616"/>
                  <a:ext cx="921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A86EA5-EED2-6A8F-E807-8D2D2805570E}"/>
                    </a:ext>
                  </a:extLst>
                </p14:cNvPr>
                <p14:cNvContentPartPr/>
                <p14:nvPr/>
              </p14:nvContentPartPr>
              <p14:xfrm>
                <a:off x="5352982" y="6080936"/>
                <a:ext cx="144000" cy="32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A86EA5-EED2-6A8F-E807-8D2D2805570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344342" y="6072296"/>
                  <a:ext cx="161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1D249D-B666-D59F-4D24-82BE07ADB720}"/>
                    </a:ext>
                  </a:extLst>
                </p14:cNvPr>
                <p14:cNvContentPartPr/>
                <p14:nvPr/>
              </p14:nvContentPartPr>
              <p14:xfrm>
                <a:off x="5714782" y="5954216"/>
                <a:ext cx="131760" cy="238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1D249D-B666-D59F-4D24-82BE07ADB7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706142" y="5945216"/>
                  <a:ext cx="149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49CCB5E-1284-6665-9D31-4BE242EF4FC5}"/>
                    </a:ext>
                  </a:extLst>
                </p14:cNvPr>
                <p14:cNvContentPartPr/>
                <p14:nvPr/>
              </p14:nvContentPartPr>
              <p14:xfrm>
                <a:off x="5739982" y="6077336"/>
                <a:ext cx="102600" cy="10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49CCB5E-1284-6665-9D31-4BE242EF4F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31342" y="6068336"/>
                  <a:ext cx="120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FAA0BA-0349-02EF-CE01-9C43C29273F2}"/>
                    </a:ext>
                  </a:extLst>
                </p14:cNvPr>
                <p14:cNvContentPartPr/>
                <p14:nvPr/>
              </p14:nvContentPartPr>
              <p14:xfrm>
                <a:off x="5932942" y="6096776"/>
                <a:ext cx="91440" cy="86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FAA0BA-0349-02EF-CE01-9C43C29273F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23942" y="6087776"/>
                  <a:ext cx="109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B10FE93-68EC-4999-C267-85D5230D69A7}"/>
                    </a:ext>
                  </a:extLst>
                </p14:cNvPr>
                <p14:cNvContentPartPr/>
                <p14:nvPr/>
              </p14:nvContentPartPr>
              <p14:xfrm>
                <a:off x="6182782" y="6076256"/>
                <a:ext cx="278640" cy="78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B10FE93-68EC-4999-C267-85D5230D69A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173782" y="6067616"/>
                  <a:ext cx="296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938AE6-1D53-85C9-EBD7-4EE90407ACAF}"/>
                    </a:ext>
                  </a:extLst>
                </p14:cNvPr>
                <p14:cNvContentPartPr/>
                <p14:nvPr/>
              </p14:nvContentPartPr>
              <p14:xfrm>
                <a:off x="6501382" y="6065816"/>
                <a:ext cx="100800" cy="95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938AE6-1D53-85C9-EBD7-4EE90407ACA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92382" y="6056816"/>
                  <a:ext cx="1184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CACED8-283A-40FB-60C6-A7F90F0A8AE4}"/>
                    </a:ext>
                  </a:extLst>
                </p14:cNvPr>
                <p14:cNvContentPartPr/>
                <p14:nvPr/>
              </p14:nvContentPartPr>
              <p14:xfrm>
                <a:off x="6592102" y="5943416"/>
                <a:ext cx="142560" cy="223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CACED8-283A-40FB-60C6-A7F90F0A8AE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583102" y="5934776"/>
                  <a:ext cx="1602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0C5F82-3CA7-B5F3-7B1F-92D49437AD3B}"/>
                    </a:ext>
                  </a:extLst>
                </p14:cNvPr>
                <p14:cNvContentPartPr/>
                <p14:nvPr/>
              </p14:nvContentPartPr>
              <p14:xfrm>
                <a:off x="6715942" y="6045296"/>
                <a:ext cx="211320" cy="117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0C5F82-3CA7-B5F3-7B1F-92D49437AD3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07302" y="6036296"/>
                  <a:ext cx="228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45143D-1DC6-CABB-6C32-EF83EEEC2302}"/>
                    </a:ext>
                  </a:extLst>
                </p14:cNvPr>
                <p14:cNvContentPartPr/>
                <p14:nvPr/>
              </p14:nvContentPartPr>
              <p14:xfrm>
                <a:off x="7102222" y="6113696"/>
                <a:ext cx="69840" cy="72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45143D-1DC6-CABB-6C32-EF83EEEC230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93582" y="6104696"/>
                  <a:ext cx="87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2F7225-ADCA-FD08-12F5-1FA239114B3A}"/>
                    </a:ext>
                  </a:extLst>
                </p14:cNvPr>
                <p14:cNvContentPartPr/>
                <p14:nvPr/>
              </p14:nvContentPartPr>
              <p14:xfrm>
                <a:off x="7095022" y="5991296"/>
                <a:ext cx="2520" cy="6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2F7225-ADCA-FD08-12F5-1FA239114B3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086022" y="598229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159A29A-8F3D-BB16-4332-79D39D94B73E}"/>
                    </a:ext>
                  </a:extLst>
                </p14:cNvPr>
                <p14:cNvContentPartPr/>
                <p14:nvPr/>
              </p14:nvContentPartPr>
              <p14:xfrm>
                <a:off x="7155502" y="5932616"/>
                <a:ext cx="118080" cy="238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159A29A-8F3D-BB16-4332-79D39D94B73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146862" y="5923976"/>
                  <a:ext cx="1357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7347EDD-C729-576B-F478-BFC4F10B0EAA}"/>
                    </a:ext>
                  </a:extLst>
                </p14:cNvPr>
                <p14:cNvContentPartPr/>
                <p14:nvPr/>
              </p14:nvContentPartPr>
              <p14:xfrm>
                <a:off x="7155862" y="6073736"/>
                <a:ext cx="127440" cy="3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7347EDD-C729-576B-F478-BFC4F10B0EA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47222" y="6064736"/>
                  <a:ext cx="1450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E974409-E5FA-733C-C3DE-4769B70356B9}"/>
              </a:ext>
            </a:extLst>
          </p:cNvPr>
          <p:cNvGrpSpPr/>
          <p:nvPr/>
        </p:nvGrpSpPr>
        <p:grpSpPr>
          <a:xfrm>
            <a:off x="7509382" y="5906336"/>
            <a:ext cx="892800" cy="298440"/>
            <a:chOff x="7509382" y="5906336"/>
            <a:chExt cx="89280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8F05BB-E3E9-7EE0-2C12-9789714D61F8}"/>
                    </a:ext>
                  </a:extLst>
                </p14:cNvPr>
                <p14:cNvContentPartPr/>
                <p14:nvPr/>
              </p14:nvContentPartPr>
              <p14:xfrm>
                <a:off x="7509382" y="6055016"/>
                <a:ext cx="87120" cy="9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8F05BB-E3E9-7EE0-2C12-9789714D61F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00742" y="6046376"/>
                  <a:ext cx="104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B9B0B6B-2861-1F73-954A-1079C5CB3D8B}"/>
                    </a:ext>
                  </a:extLst>
                </p14:cNvPr>
                <p14:cNvContentPartPr/>
                <p14:nvPr/>
              </p14:nvContentPartPr>
              <p14:xfrm>
                <a:off x="7639342" y="6044576"/>
                <a:ext cx="316800" cy="123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B9B0B6B-2861-1F73-954A-1079C5CB3D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630702" y="6035576"/>
                  <a:ext cx="3344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58863D7-B110-83A6-09B7-23BEA34CF814}"/>
                    </a:ext>
                  </a:extLst>
                </p14:cNvPr>
                <p14:cNvContentPartPr/>
                <p14:nvPr/>
              </p14:nvContentPartPr>
              <p14:xfrm>
                <a:off x="7974142" y="6028376"/>
                <a:ext cx="127800" cy="176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58863D7-B110-83A6-09B7-23BEA34CF81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965142" y="6019736"/>
                  <a:ext cx="1454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CF9C237-1324-51DB-3056-FA5018B41F04}"/>
                    </a:ext>
                  </a:extLst>
                </p14:cNvPr>
                <p14:cNvContentPartPr/>
                <p14:nvPr/>
              </p14:nvContentPartPr>
              <p14:xfrm>
                <a:off x="8163142" y="5906336"/>
                <a:ext cx="239040" cy="28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CF9C237-1324-51DB-3056-FA5018B41F0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54142" y="5897696"/>
                  <a:ext cx="256680" cy="299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FINITE FIR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Center first, then shift to a causal tap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7425899234f5d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937760" cy="770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68880"/>
            <a:ext cx="5029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For an FIR of order M with M+1 taps, centering the ideal response at M/2 gives the symmetry needed for linear phase.</a:t>
            </a:r>
          </a:p>
        </p:txBody>
      </p:sp>
      <p:pic>
        <p:nvPicPr>
          <p:cNvPr id="8" name="Picture 7" descr="eq_93088cddfc06a7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794760"/>
            <a:ext cx="3566160" cy="576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63040"/>
            <a:ext cx="46634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7104" y="157276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947672"/>
            <a:ext cx="44348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N = 51 taps, M = 50 and the delay is 25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46634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303580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10712"/>
            <a:ext cx="44348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shift changes phase, not magnitude. We are making the finite approximation causal by accepting a fixed delay.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3B3229-DCAE-39FE-D78F-546AA185B1F0}"/>
              </a:ext>
            </a:extLst>
          </p:cNvPr>
          <p:cNvGrpSpPr/>
          <p:nvPr/>
        </p:nvGrpSpPr>
        <p:grpSpPr>
          <a:xfrm>
            <a:off x="7014742" y="4668296"/>
            <a:ext cx="1384200" cy="671760"/>
            <a:chOff x="7014742" y="4668296"/>
            <a:chExt cx="1384200" cy="67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22C9CD-DFE9-DCF3-0F25-52745C0350F4}"/>
                    </a:ext>
                  </a:extLst>
                </p14:cNvPr>
                <p14:cNvContentPartPr/>
                <p14:nvPr/>
              </p14:nvContentPartPr>
              <p14:xfrm>
                <a:off x="7028782" y="4668296"/>
                <a:ext cx="245160" cy="260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22C9CD-DFE9-DCF3-0F25-52745C0350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20142" y="4659296"/>
                  <a:ext cx="2628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54F0BB5-95DE-0570-5B74-7FC9DB3065B2}"/>
                    </a:ext>
                  </a:extLst>
                </p14:cNvPr>
                <p14:cNvContentPartPr/>
                <p14:nvPr/>
              </p14:nvContentPartPr>
              <p14:xfrm>
                <a:off x="7014742" y="5034416"/>
                <a:ext cx="364320" cy="7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54F0BB5-95DE-0570-5B74-7FC9DB3065B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06102" y="5025416"/>
                  <a:ext cx="381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9D5316-25B6-4094-3063-05DDEAF82C11}"/>
                    </a:ext>
                  </a:extLst>
                </p14:cNvPr>
                <p14:cNvContentPartPr/>
                <p14:nvPr/>
              </p14:nvContentPartPr>
              <p14:xfrm>
                <a:off x="7080982" y="5182376"/>
                <a:ext cx="233280" cy="13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9D5316-25B6-4094-3063-05DDEAF82C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72342" y="5173736"/>
                  <a:ext cx="250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FD40A51-5191-3659-F725-A27B90439AFB}"/>
                    </a:ext>
                  </a:extLst>
                </p14:cNvPr>
                <p14:cNvContentPartPr/>
                <p14:nvPr/>
              </p14:nvContentPartPr>
              <p14:xfrm>
                <a:off x="7546102" y="5119016"/>
                <a:ext cx="120240" cy="11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FD40A51-5191-3659-F725-A27B90439A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37462" y="5110016"/>
                  <a:ext cx="137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B863F2-9D1B-88CE-B2B5-6E06F894DFCF}"/>
                    </a:ext>
                  </a:extLst>
                </p14:cNvPr>
                <p14:cNvContentPartPr/>
                <p14:nvPr/>
              </p14:nvContentPartPr>
              <p14:xfrm>
                <a:off x="7554742" y="5044136"/>
                <a:ext cx="122040" cy="226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B863F2-9D1B-88CE-B2B5-6E06F894DF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45742" y="5035136"/>
                  <a:ext cx="139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F915571-89E0-85F9-BF0B-0D52D25B9D72}"/>
                    </a:ext>
                  </a:extLst>
                </p14:cNvPr>
                <p14:cNvContentPartPr/>
                <p14:nvPr/>
              </p14:nvContentPartPr>
              <p14:xfrm>
                <a:off x="7872982" y="4790696"/>
                <a:ext cx="182880" cy="168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F915571-89E0-85F9-BF0B-0D52D25B9D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63982" y="4782056"/>
                  <a:ext cx="200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883DE11-159E-EA02-A5CE-2AD878734059}"/>
                    </a:ext>
                  </a:extLst>
                </p14:cNvPr>
                <p14:cNvContentPartPr/>
                <p14:nvPr/>
              </p14:nvContentPartPr>
              <p14:xfrm>
                <a:off x="8119582" y="4815896"/>
                <a:ext cx="131400" cy="43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883DE11-159E-EA02-A5CE-2AD8787340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10942" y="4806896"/>
                  <a:ext cx="149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90A1498-7739-22C7-0EA7-279F948FDA1A}"/>
                    </a:ext>
                  </a:extLst>
                </p14:cNvPr>
                <p14:cNvContentPartPr/>
                <p14:nvPr/>
              </p14:nvContentPartPr>
              <p14:xfrm>
                <a:off x="8330542" y="4747136"/>
                <a:ext cx="68400" cy="160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90A1498-7739-22C7-0EA7-279F948FDA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21542" y="4738496"/>
                  <a:ext cx="86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7374CE6-3528-0F3B-593A-727127CC9D04}"/>
                    </a:ext>
                  </a:extLst>
                </p14:cNvPr>
                <p14:cNvContentPartPr/>
                <p14:nvPr/>
              </p14:nvContentPartPr>
              <p14:xfrm>
                <a:off x="7962262" y="5054576"/>
                <a:ext cx="362880" cy="22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7374CE6-3528-0F3B-593A-727127CC9D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53622" y="5045936"/>
                  <a:ext cx="380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80279E7-A7E4-708E-5E01-8BEA3EEEB9F0}"/>
                    </a:ext>
                  </a:extLst>
                </p14:cNvPr>
                <p14:cNvContentPartPr/>
                <p14:nvPr/>
              </p14:nvContentPartPr>
              <p14:xfrm>
                <a:off x="8043262" y="5220536"/>
                <a:ext cx="226440" cy="119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80279E7-A7E4-708E-5E01-8BEA3EEEB9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34622" y="5211536"/>
                  <a:ext cx="24408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C3BD723-4C7D-FBCD-A5E2-D37D2D3D983F}"/>
              </a:ext>
            </a:extLst>
          </p:cNvPr>
          <p:cNvGrpSpPr/>
          <p:nvPr/>
        </p:nvGrpSpPr>
        <p:grpSpPr>
          <a:xfrm>
            <a:off x="8883142" y="4811576"/>
            <a:ext cx="1510200" cy="358200"/>
            <a:chOff x="8883142" y="4811576"/>
            <a:chExt cx="1510200" cy="35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8B6347D-46A0-1EE4-8F0E-910261431FDC}"/>
                    </a:ext>
                  </a:extLst>
                </p14:cNvPr>
                <p14:cNvContentPartPr/>
                <p14:nvPr/>
              </p14:nvContentPartPr>
              <p14:xfrm>
                <a:off x="8883142" y="4991936"/>
                <a:ext cx="290520" cy="122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B6347D-46A0-1EE4-8F0E-910261431F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74502" y="4982936"/>
                  <a:ext cx="308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10F6339-A121-B284-108C-A41EF38EED92}"/>
                    </a:ext>
                  </a:extLst>
                </p14:cNvPr>
                <p14:cNvContentPartPr/>
                <p14:nvPr/>
              </p14:nvContentPartPr>
              <p14:xfrm>
                <a:off x="9180862" y="5023616"/>
                <a:ext cx="45360" cy="92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10F6339-A121-B284-108C-A41EF38EED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72222" y="5014976"/>
                  <a:ext cx="63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96BEEE-DA40-7572-222B-B411035E4268}"/>
                    </a:ext>
                  </a:extLst>
                </p14:cNvPr>
                <p14:cNvContentPartPr/>
                <p14:nvPr/>
              </p14:nvContentPartPr>
              <p14:xfrm>
                <a:off x="9154582" y="4874936"/>
                <a:ext cx="5040" cy="2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96BEEE-DA40-7572-222B-B411035E42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45582" y="4865936"/>
                  <a:ext cx="22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0C39CE-C089-6DC8-C8ED-BCBE263E159C}"/>
                    </a:ext>
                  </a:extLst>
                </p14:cNvPr>
                <p14:cNvContentPartPr/>
                <p14:nvPr/>
              </p14:nvContentPartPr>
              <p14:xfrm>
                <a:off x="9284542" y="4875656"/>
                <a:ext cx="109080" cy="200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0C39CE-C089-6DC8-C8ED-BCBE263E15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75902" y="4867016"/>
                  <a:ext cx="126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BFB82EA-C9F5-A0FF-9BBB-306A909DA095}"/>
                    </a:ext>
                  </a:extLst>
                </p14:cNvPr>
                <p14:cNvContentPartPr/>
                <p14:nvPr/>
              </p14:nvContentPartPr>
              <p14:xfrm>
                <a:off x="9461302" y="4852976"/>
                <a:ext cx="307800" cy="208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BFB82EA-C9F5-A0FF-9BBB-306A909DA09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52662" y="4844336"/>
                  <a:ext cx="3254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FCC435-DFDD-F6E3-4456-07D8DFD1EEE9}"/>
                    </a:ext>
                  </a:extLst>
                </p14:cNvPr>
                <p14:cNvContentPartPr/>
                <p14:nvPr/>
              </p14:nvContentPartPr>
              <p14:xfrm>
                <a:off x="9611422" y="4811576"/>
                <a:ext cx="349200" cy="266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FCC435-DFDD-F6E3-4456-07D8DFD1EE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02782" y="4802576"/>
                  <a:ext cx="366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76F610B-5F10-C7B9-48A1-6F0A0DB5250F}"/>
                    </a:ext>
                  </a:extLst>
                </p14:cNvPr>
                <p14:cNvContentPartPr/>
                <p14:nvPr/>
              </p14:nvContentPartPr>
              <p14:xfrm>
                <a:off x="10121902" y="5011376"/>
                <a:ext cx="126360" cy="88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76F610B-5F10-C7B9-48A1-6F0A0DB525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13262" y="5002376"/>
                  <a:ext cx="144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53D5F3-6ED4-8562-A4C5-637C5C2B6EA9}"/>
                    </a:ext>
                  </a:extLst>
                </p14:cNvPr>
                <p14:cNvContentPartPr/>
                <p14:nvPr/>
              </p14:nvContentPartPr>
              <p14:xfrm>
                <a:off x="10281382" y="4832096"/>
                <a:ext cx="109800" cy="337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53D5F3-6ED4-8562-A4C5-637C5C2B6EA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272382" y="4823456"/>
                  <a:ext cx="1274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7A2313B-3587-B466-913D-AA1747E2CDE2}"/>
                    </a:ext>
                  </a:extLst>
                </p14:cNvPr>
                <p14:cNvContentPartPr/>
                <p14:nvPr/>
              </p14:nvContentPartPr>
              <p14:xfrm>
                <a:off x="10267342" y="5048456"/>
                <a:ext cx="126000" cy="44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A2313B-3587-B466-913D-AA1747E2CDE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58702" y="5039456"/>
                  <a:ext cx="14364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CA81F3E-5FA0-DB9C-5513-02A85DD650F8}"/>
              </a:ext>
            </a:extLst>
          </p:cNvPr>
          <p:cNvGrpSpPr/>
          <p:nvPr/>
        </p:nvGrpSpPr>
        <p:grpSpPr>
          <a:xfrm>
            <a:off x="10638502" y="4908416"/>
            <a:ext cx="965160" cy="285120"/>
            <a:chOff x="10638502" y="4908416"/>
            <a:chExt cx="96516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33692C-E6B8-EB75-88E8-50A205C13496}"/>
                    </a:ext>
                  </a:extLst>
                </p14:cNvPr>
                <p14:cNvContentPartPr/>
                <p14:nvPr/>
              </p14:nvContentPartPr>
              <p14:xfrm>
                <a:off x="10638502" y="4982216"/>
                <a:ext cx="190080" cy="124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33692C-E6B8-EB75-88E8-50A205C134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29862" y="4973216"/>
                  <a:ext cx="2077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E64D21-4B73-5527-E67E-8D218A15143D}"/>
                    </a:ext>
                  </a:extLst>
                </p14:cNvPr>
                <p14:cNvContentPartPr/>
                <p14:nvPr/>
              </p14:nvContentPartPr>
              <p14:xfrm>
                <a:off x="10829662" y="4967816"/>
                <a:ext cx="52920" cy="127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E64D21-4B73-5527-E67E-8D218A15143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21022" y="4958816"/>
                  <a:ext cx="70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49F7F3-61AD-D725-103E-8BAF2539E42D}"/>
                    </a:ext>
                  </a:extLst>
                </p14:cNvPr>
                <p14:cNvContentPartPr/>
                <p14:nvPr/>
              </p14:nvContentPartPr>
              <p14:xfrm>
                <a:off x="10914622" y="4973936"/>
                <a:ext cx="95760" cy="219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49F7F3-61AD-D725-103E-8BAF2539E4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05622" y="4965296"/>
                  <a:ext cx="113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A8AD47-B58B-881C-21B1-79790EAAB171}"/>
                    </a:ext>
                  </a:extLst>
                </p14:cNvPr>
                <p14:cNvContentPartPr/>
                <p14:nvPr/>
              </p14:nvContentPartPr>
              <p14:xfrm>
                <a:off x="11067982" y="5004896"/>
                <a:ext cx="97920" cy="52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A8AD47-B58B-881C-21B1-79790EAAB17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58982" y="4996256"/>
                  <a:ext cx="115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5EB558D-47B8-3B08-FEDF-1D1D38172BA9}"/>
                    </a:ext>
                  </a:extLst>
                </p14:cNvPr>
                <p14:cNvContentPartPr/>
                <p14:nvPr/>
              </p14:nvContentPartPr>
              <p14:xfrm>
                <a:off x="11052502" y="5001656"/>
                <a:ext cx="117000" cy="81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5EB558D-47B8-3B08-FEDF-1D1D38172B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043502" y="4993016"/>
                  <a:ext cx="134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9F363B7-6035-FF5D-DD6C-510DF96CC09E}"/>
                    </a:ext>
                  </a:extLst>
                </p14:cNvPr>
                <p14:cNvContentPartPr/>
                <p14:nvPr/>
              </p14:nvContentPartPr>
              <p14:xfrm>
                <a:off x="11206582" y="5018216"/>
                <a:ext cx="84960" cy="32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9F363B7-6035-FF5D-DD6C-510DF96CC09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97582" y="5009576"/>
                  <a:ext cx="102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665E2DF-C78C-ACA2-7525-30D58B142737}"/>
                    </a:ext>
                  </a:extLst>
                </p14:cNvPr>
                <p14:cNvContentPartPr/>
                <p14:nvPr/>
              </p14:nvContentPartPr>
              <p14:xfrm>
                <a:off x="11349502" y="4908416"/>
                <a:ext cx="254160" cy="143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665E2DF-C78C-ACA2-7525-30D58B14273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40862" y="4899416"/>
                  <a:ext cx="27180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D10F8CB-9354-3FA5-3262-2196EBBA9E22}"/>
              </a:ext>
            </a:extLst>
          </p:cNvPr>
          <p:cNvGrpSpPr/>
          <p:nvPr/>
        </p:nvGrpSpPr>
        <p:grpSpPr>
          <a:xfrm>
            <a:off x="9611422" y="5291096"/>
            <a:ext cx="705960" cy="317160"/>
            <a:chOff x="9611422" y="5291096"/>
            <a:chExt cx="70596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178C2BA-008D-25E3-33A9-19ADE16DC804}"/>
                    </a:ext>
                  </a:extLst>
                </p14:cNvPr>
                <p14:cNvContentPartPr/>
                <p14:nvPr/>
              </p14:nvContentPartPr>
              <p14:xfrm>
                <a:off x="9611422" y="5291096"/>
                <a:ext cx="221040" cy="286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178C2BA-008D-25E3-33A9-19ADE16DC80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602782" y="5282096"/>
                  <a:ext cx="2386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568EDBC-7E6D-F41A-577B-F9DD9AB0A3B4}"/>
                    </a:ext>
                  </a:extLst>
                </p14:cNvPr>
                <p14:cNvContentPartPr/>
                <p14:nvPr/>
              </p14:nvContentPartPr>
              <p14:xfrm>
                <a:off x="9861622" y="5296856"/>
                <a:ext cx="189360" cy="260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568EDBC-7E6D-F41A-577B-F9DD9AB0A3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52982" y="5287856"/>
                  <a:ext cx="2070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BDE6F2C-9556-7E15-FD1E-B59144E5270C}"/>
                    </a:ext>
                  </a:extLst>
                </p14:cNvPr>
                <p14:cNvContentPartPr/>
                <p14:nvPr/>
              </p14:nvContentPartPr>
              <p14:xfrm>
                <a:off x="10052782" y="5449136"/>
                <a:ext cx="157320" cy="9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DE6F2C-9556-7E15-FD1E-B59144E527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43782" y="5440136"/>
                  <a:ext cx="174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BA9AD8-E775-241A-A78F-B78DF09AE3AA}"/>
                    </a:ext>
                  </a:extLst>
                </p14:cNvPr>
                <p14:cNvContentPartPr/>
                <p14:nvPr/>
              </p14:nvContentPartPr>
              <p14:xfrm>
                <a:off x="10164382" y="5319176"/>
                <a:ext cx="153000" cy="289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BA9AD8-E775-241A-A78F-B78DF09AE3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55742" y="5310176"/>
                  <a:ext cx="170640" cy="30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DC3B2FD-123F-DC68-66F0-DD370B01708E}"/>
                  </a:ext>
                </a:extLst>
              </p14:cNvPr>
              <p14:cNvContentPartPr/>
              <p14:nvPr/>
            </p14:nvContentPartPr>
            <p14:xfrm>
              <a:off x="2002102" y="4375256"/>
              <a:ext cx="432000" cy="21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DC3B2FD-123F-DC68-66F0-DD370B01708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93462" y="4366256"/>
                <a:ext cx="449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FBB2CF4-13F2-BCDF-F72F-F97F07BB8184}"/>
                  </a:ext>
                </a:extLst>
              </p14:cNvPr>
              <p14:cNvContentPartPr/>
              <p14:nvPr/>
            </p14:nvContentPartPr>
            <p14:xfrm>
              <a:off x="3401062" y="4508096"/>
              <a:ext cx="470160" cy="37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FBB2CF4-13F2-BCDF-F72F-F97F07BB818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92062" y="4499096"/>
                <a:ext cx="487800" cy="5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truncation is simple—but its sidelobes are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ead8e3cdcffb6b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108960" cy="362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24028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35000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Time-domain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2491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rectangular window keeps a finite block of sinc samples and sets everything else to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48463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81304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Frequency-domain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87952"/>
            <a:ext cx="46177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has strong sidelobes. Convolution with the rectangular-window spectrum creates oscillatory passband/stopband ripple.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5029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22B4A"/>
                </a:solidFill>
                <a:latin typeface="Arial"/>
              </a:rPr>
              <a:t>A common misconception: “make the filter longer and the Gibbs ripple disappears.”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14600"/>
            <a:ext cx="502920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A longer rectangular window makes the ripple region narrower, but the limiting peak overshoot near the discontinuity does not go to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Increasing length narrows the transition but does not eliminate overshoot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fir_gibb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08760"/>
            <a:ext cx="310896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50876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6184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993392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As N increases, the oscillation is compressed toward the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71800"/>
            <a:ext cx="31089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0815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456432"/>
            <a:ext cx="28803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peak overshoot remains visible. Length and sidelobe level are different design knobs.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480560"/>
            <a:ext cx="310896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44805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45902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965192"/>
            <a:ext cx="288036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smoother window to reduce sidelobes—accepting a wider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6DC6536-0321-7776-AAD9-69FD93694591}"/>
              </a:ext>
            </a:extLst>
          </p:cNvPr>
          <p:cNvGrpSpPr/>
          <p:nvPr/>
        </p:nvGrpSpPr>
        <p:grpSpPr>
          <a:xfrm>
            <a:off x="4184422" y="1127696"/>
            <a:ext cx="1819080" cy="602280"/>
            <a:chOff x="4184422" y="1127696"/>
            <a:chExt cx="1819080" cy="60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75AC635-BF69-3C94-FB41-75D5282C4487}"/>
                    </a:ext>
                  </a:extLst>
                </p14:cNvPr>
                <p14:cNvContentPartPr/>
                <p14:nvPr/>
              </p14:nvContentPartPr>
              <p14:xfrm>
                <a:off x="4184422" y="1309136"/>
                <a:ext cx="504360" cy="420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75AC635-BF69-3C94-FB41-75D5282C448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75782" y="1300496"/>
                  <a:ext cx="52200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2BE20A-72E9-B6D2-A6E6-328033D59D21}"/>
                    </a:ext>
                  </a:extLst>
                </p14:cNvPr>
                <p14:cNvContentPartPr/>
                <p14:nvPr/>
              </p14:nvContentPartPr>
              <p14:xfrm>
                <a:off x="4847902" y="1228496"/>
                <a:ext cx="118800" cy="91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2BE20A-72E9-B6D2-A6E6-328033D59D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38902" y="1219856"/>
                  <a:ext cx="136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103F2E-9D77-1D20-B74F-193306F8F8E5}"/>
                    </a:ext>
                  </a:extLst>
                </p14:cNvPr>
                <p14:cNvContentPartPr/>
                <p14:nvPr/>
              </p14:nvContentPartPr>
              <p14:xfrm>
                <a:off x="5002342" y="1237856"/>
                <a:ext cx="95760" cy="74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103F2E-9D77-1D20-B74F-193306F8F8E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93702" y="1229216"/>
                  <a:ext cx="113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8F147FA-0ED0-2B07-CEBF-549F6B2ADD0C}"/>
                    </a:ext>
                  </a:extLst>
                </p14:cNvPr>
                <p14:cNvContentPartPr/>
                <p14:nvPr/>
              </p14:nvContentPartPr>
              <p14:xfrm>
                <a:off x="5157502" y="1222736"/>
                <a:ext cx="138960" cy="69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8F147FA-0ED0-2B07-CEBF-549F6B2ADD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48502" y="1214096"/>
                  <a:ext cx="156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3A2EC00-4B40-47EA-7201-1702E74333B7}"/>
                    </a:ext>
                  </a:extLst>
                </p14:cNvPr>
                <p14:cNvContentPartPr/>
                <p14:nvPr/>
              </p14:nvContentPartPr>
              <p14:xfrm>
                <a:off x="5344342" y="1192856"/>
                <a:ext cx="93960" cy="115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3A2EC00-4B40-47EA-7201-1702E74333B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35342" y="1184216"/>
                  <a:ext cx="1116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607196-4341-C8C5-5D2F-617F4BA66FCE}"/>
                    </a:ext>
                  </a:extLst>
                </p14:cNvPr>
                <p14:cNvContentPartPr/>
                <p14:nvPr/>
              </p14:nvContentPartPr>
              <p14:xfrm>
                <a:off x="5443342" y="1138496"/>
                <a:ext cx="196920" cy="156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607196-4341-C8C5-5D2F-617F4BA66FC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34702" y="1129496"/>
                  <a:ext cx="214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40078F-4E68-B347-DE6A-2CA453B7D624}"/>
                    </a:ext>
                  </a:extLst>
                </p14:cNvPr>
                <p14:cNvContentPartPr/>
                <p14:nvPr/>
              </p14:nvContentPartPr>
              <p14:xfrm>
                <a:off x="5651782" y="1226696"/>
                <a:ext cx="79560" cy="57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40078F-4E68-B347-DE6A-2CA453B7D6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642782" y="1217696"/>
                  <a:ext cx="97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FB9BAB-639D-7BF8-7C56-C293D951C9EF}"/>
                    </a:ext>
                  </a:extLst>
                </p14:cNvPr>
                <p14:cNvContentPartPr/>
                <p14:nvPr/>
              </p14:nvContentPartPr>
              <p14:xfrm>
                <a:off x="5819902" y="1236056"/>
                <a:ext cx="73080" cy="5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FB9BAB-639D-7BF8-7C56-C293D951C9E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11262" y="1227056"/>
                  <a:ext cx="90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5A2E962-EC80-B018-853A-8255E1E30DF6}"/>
                    </a:ext>
                  </a:extLst>
                </p14:cNvPr>
                <p14:cNvContentPartPr/>
                <p14:nvPr/>
              </p14:nvContentPartPr>
              <p14:xfrm>
                <a:off x="5918902" y="1127696"/>
                <a:ext cx="84600" cy="164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5A2E962-EC80-B018-853A-8255E1E30D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910262" y="1119056"/>
                  <a:ext cx="102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6B94CB-63AA-8D51-9DDB-FF926A075450}"/>
                    </a:ext>
                  </a:extLst>
                </p14:cNvPr>
                <p14:cNvContentPartPr/>
                <p14:nvPr/>
              </p14:nvContentPartPr>
              <p14:xfrm>
                <a:off x="5886502" y="1206536"/>
                <a:ext cx="100080" cy="1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6B94CB-63AA-8D51-9DDB-FF926A0754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77502" y="1197896"/>
                  <a:ext cx="1177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1EE57A-5027-39AF-0233-CDC9A79CAC9C}"/>
              </a:ext>
            </a:extLst>
          </p:cNvPr>
          <p:cNvGrpSpPr/>
          <p:nvPr/>
        </p:nvGrpSpPr>
        <p:grpSpPr>
          <a:xfrm>
            <a:off x="6204382" y="1089536"/>
            <a:ext cx="701280" cy="224280"/>
            <a:chOff x="6204382" y="1089536"/>
            <a:chExt cx="70128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88D814A-123E-25CD-B973-49C535DB3340}"/>
                    </a:ext>
                  </a:extLst>
                </p14:cNvPr>
                <p14:cNvContentPartPr/>
                <p14:nvPr/>
              </p14:nvContentPartPr>
              <p14:xfrm>
                <a:off x="6214462" y="1244696"/>
                <a:ext cx="176040" cy="54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88D814A-123E-25CD-B973-49C535DB33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05462" y="1235696"/>
                  <a:ext cx="193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C4B93F8-2604-F0B9-1512-22CC15863F13}"/>
                    </a:ext>
                  </a:extLst>
                </p14:cNvPr>
                <p14:cNvContentPartPr/>
                <p14:nvPr/>
              </p14:nvContentPartPr>
              <p14:xfrm>
                <a:off x="6204382" y="1195376"/>
                <a:ext cx="148680" cy="39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C4B93F8-2604-F0B9-1512-22CC15863F1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95742" y="1186376"/>
                  <a:ext cx="166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713E728-CC8E-39BA-37F4-D0EA8B707A47}"/>
                    </a:ext>
                  </a:extLst>
                </p14:cNvPr>
                <p14:cNvContentPartPr/>
                <p14:nvPr/>
              </p14:nvContentPartPr>
              <p14:xfrm>
                <a:off x="6559702" y="1146776"/>
                <a:ext cx="110160" cy="167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713E728-CC8E-39BA-37F4-D0EA8B707A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51062" y="1137776"/>
                  <a:ext cx="127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DD2A4C-681A-355A-61D6-105D243F935F}"/>
                    </a:ext>
                  </a:extLst>
                </p14:cNvPr>
                <p14:cNvContentPartPr/>
                <p14:nvPr/>
              </p14:nvContentPartPr>
              <p14:xfrm>
                <a:off x="6713422" y="1126616"/>
                <a:ext cx="37440" cy="42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DD2A4C-681A-355A-61D6-105D243F935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04782" y="1117616"/>
                  <a:ext cx="55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8BED9A8-8945-EB6D-A394-A2F8DBA9D67B}"/>
                    </a:ext>
                  </a:extLst>
                </p14:cNvPr>
                <p14:cNvContentPartPr/>
                <p14:nvPr/>
              </p14:nvContentPartPr>
              <p14:xfrm>
                <a:off x="6803782" y="1089536"/>
                <a:ext cx="28080" cy="216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8BED9A8-8945-EB6D-A394-A2F8DBA9D67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94782" y="1080896"/>
                  <a:ext cx="45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95A3D79-F3CD-729A-503B-59A92EA044EC}"/>
                    </a:ext>
                  </a:extLst>
                </p14:cNvPr>
                <p14:cNvContentPartPr/>
                <p14:nvPr/>
              </p14:nvContentPartPr>
              <p14:xfrm>
                <a:off x="6850942" y="1251536"/>
                <a:ext cx="54720" cy="49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95A3D79-F3CD-729A-503B-59A92EA044E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41942" y="1242896"/>
                  <a:ext cx="7236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C5D2E6E-1444-DFD1-DBF1-770CA3041365}"/>
              </a:ext>
            </a:extLst>
          </p:cNvPr>
          <p:cNvGrpSpPr/>
          <p:nvPr/>
        </p:nvGrpSpPr>
        <p:grpSpPr>
          <a:xfrm>
            <a:off x="7129222" y="1068296"/>
            <a:ext cx="1782720" cy="328320"/>
            <a:chOff x="7129222" y="1068296"/>
            <a:chExt cx="178272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52FA852-F607-329C-795F-99F08E95F557}"/>
                    </a:ext>
                  </a:extLst>
                </p14:cNvPr>
                <p14:cNvContentPartPr/>
                <p14:nvPr/>
              </p14:nvContentPartPr>
              <p14:xfrm>
                <a:off x="7129222" y="1227776"/>
                <a:ext cx="80640" cy="52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52FA852-F607-329C-795F-99F08E95F55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20222" y="1219136"/>
                  <a:ext cx="98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FE6CA70-39DC-F328-72EA-2A0330ECFC2F}"/>
                    </a:ext>
                  </a:extLst>
                </p14:cNvPr>
                <p14:cNvContentPartPr/>
                <p14:nvPr/>
              </p14:nvContentPartPr>
              <p14:xfrm>
                <a:off x="7227502" y="1086656"/>
                <a:ext cx="118800" cy="309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FE6CA70-39DC-F328-72EA-2A0330ECFC2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18502" y="1077656"/>
                  <a:ext cx="1364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6159FC4-7E31-2B57-DE7D-F09122882F86}"/>
                    </a:ext>
                  </a:extLst>
                </p14:cNvPr>
                <p14:cNvContentPartPr/>
                <p14:nvPr/>
              </p14:nvContentPartPr>
              <p14:xfrm>
                <a:off x="7285822" y="1286456"/>
                <a:ext cx="72000" cy="3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6159FC4-7E31-2B57-DE7D-F09122882F8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277182" y="1277456"/>
                  <a:ext cx="89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0F6CD09-374D-62A0-926B-834CD9404E23}"/>
                    </a:ext>
                  </a:extLst>
                </p14:cNvPr>
                <p14:cNvContentPartPr/>
                <p14:nvPr/>
              </p14:nvContentPartPr>
              <p14:xfrm>
                <a:off x="7516942" y="1091696"/>
                <a:ext cx="83880" cy="184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0F6CD09-374D-62A0-926B-834CD9404E2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08302" y="1083056"/>
                  <a:ext cx="101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73FE4D-6847-BE85-D283-3013D9221EF7}"/>
                    </a:ext>
                  </a:extLst>
                </p14:cNvPr>
                <p14:cNvContentPartPr/>
                <p14:nvPr/>
              </p14:nvContentPartPr>
              <p14:xfrm>
                <a:off x="7501102" y="1208696"/>
                <a:ext cx="117360" cy="13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73FE4D-6847-BE85-D283-3013D9221EF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492462" y="1199696"/>
                  <a:ext cx="135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9E7321D-79C6-1976-F0CD-9D8B8E9AFD51}"/>
                    </a:ext>
                  </a:extLst>
                </p14:cNvPr>
                <p14:cNvContentPartPr/>
                <p14:nvPr/>
              </p14:nvContentPartPr>
              <p14:xfrm>
                <a:off x="7661302" y="1173056"/>
                <a:ext cx="27000" cy="84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9E7321D-79C6-1976-F0CD-9D8B8E9AFD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652662" y="1164056"/>
                  <a:ext cx="44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1D98BF0-86C6-79C4-2835-27596F83F988}"/>
                    </a:ext>
                  </a:extLst>
                </p14:cNvPr>
                <p14:cNvContentPartPr/>
                <p14:nvPr/>
              </p14:nvContentPartPr>
              <p14:xfrm>
                <a:off x="7767142" y="1198256"/>
                <a:ext cx="291960" cy="56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1D98BF0-86C6-79C4-2835-27596F83F98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758502" y="1189616"/>
                  <a:ext cx="309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7E9234B-B3F7-A7DB-FC82-768CECD234C6}"/>
                    </a:ext>
                  </a:extLst>
                </p14:cNvPr>
                <p14:cNvContentPartPr/>
                <p14:nvPr/>
              </p14:nvContentPartPr>
              <p14:xfrm>
                <a:off x="8133982" y="1151456"/>
                <a:ext cx="96480" cy="92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7E9234B-B3F7-A7DB-FC82-768CECD234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124982" y="1142816"/>
                  <a:ext cx="1141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8FA8EE5-AD24-63E4-7B62-9A9116F6FEBA}"/>
                    </a:ext>
                  </a:extLst>
                </p14:cNvPr>
                <p14:cNvContentPartPr/>
                <p14:nvPr/>
              </p14:nvContentPartPr>
              <p14:xfrm>
                <a:off x="8306062" y="1185296"/>
                <a:ext cx="16560" cy="58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8FA8EE5-AD24-63E4-7B62-9A9116F6FE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97062" y="1176656"/>
                  <a:ext cx="34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C7A828-EABC-357B-8504-8699E410EC27}"/>
                    </a:ext>
                  </a:extLst>
                </p14:cNvPr>
                <p14:cNvContentPartPr/>
                <p14:nvPr/>
              </p14:nvContentPartPr>
              <p14:xfrm>
                <a:off x="8271142" y="1104296"/>
                <a:ext cx="1440" cy="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C7A828-EABC-357B-8504-8699E410EC2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62142" y="1095296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F2977F5-D920-E65F-1A3B-34051CE6A749}"/>
                    </a:ext>
                  </a:extLst>
                </p14:cNvPr>
                <p14:cNvContentPartPr/>
                <p14:nvPr/>
              </p14:nvContentPartPr>
              <p14:xfrm>
                <a:off x="8378422" y="1068296"/>
                <a:ext cx="168840" cy="163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F2977F5-D920-E65F-1A3B-34051CE6A74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69422" y="1059656"/>
                  <a:ext cx="186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6989BB-B814-3353-4494-8E707D791857}"/>
                    </a:ext>
                  </a:extLst>
                </p14:cNvPr>
                <p14:cNvContentPartPr/>
                <p14:nvPr/>
              </p14:nvContentPartPr>
              <p14:xfrm>
                <a:off x="8479222" y="1079096"/>
                <a:ext cx="16560" cy="41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6989BB-B814-3353-4494-8E707D79185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70582" y="1070456"/>
                  <a:ext cx="34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5C41F63-4EE6-B3BB-8444-6D22117EF4A5}"/>
                    </a:ext>
                  </a:extLst>
                </p14:cNvPr>
                <p14:cNvContentPartPr/>
                <p14:nvPr/>
              </p14:nvContentPartPr>
              <p14:xfrm>
                <a:off x="8634022" y="1174856"/>
                <a:ext cx="83160" cy="63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5C41F63-4EE6-B3BB-8444-6D22117EF4A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25022" y="1165856"/>
                  <a:ext cx="100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83BEB21-3C1A-C156-08A7-A272541EC243}"/>
                    </a:ext>
                  </a:extLst>
                </p14:cNvPr>
                <p14:cNvContentPartPr/>
                <p14:nvPr/>
              </p14:nvContentPartPr>
              <p14:xfrm>
                <a:off x="8761102" y="1169816"/>
                <a:ext cx="150840" cy="63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83BEB21-3C1A-C156-08A7-A272541EC24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52102" y="1160816"/>
                  <a:ext cx="1684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AF39755-2BED-946B-E0AA-31346ABC8FBA}"/>
              </a:ext>
            </a:extLst>
          </p:cNvPr>
          <p:cNvGrpSpPr/>
          <p:nvPr/>
        </p:nvGrpSpPr>
        <p:grpSpPr>
          <a:xfrm>
            <a:off x="9240262" y="1057856"/>
            <a:ext cx="2473920" cy="856440"/>
            <a:chOff x="9240262" y="1057856"/>
            <a:chExt cx="2473920" cy="85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1DD035-31FF-E7D8-C9FB-25F9A16693E7}"/>
                    </a:ext>
                  </a:extLst>
                </p14:cNvPr>
                <p14:cNvContentPartPr/>
                <p14:nvPr/>
              </p14:nvContentPartPr>
              <p14:xfrm>
                <a:off x="9240262" y="1127336"/>
                <a:ext cx="186840" cy="117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1DD035-31FF-E7D8-C9FB-25F9A16693E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31622" y="1118336"/>
                  <a:ext cx="204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316D09F-932E-F458-8BB6-31E03075EEEA}"/>
                    </a:ext>
                  </a:extLst>
                </p14:cNvPr>
                <p14:cNvContentPartPr/>
                <p14:nvPr/>
              </p14:nvContentPartPr>
              <p14:xfrm>
                <a:off x="9436822" y="1100696"/>
                <a:ext cx="199800" cy="138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316D09F-932E-F458-8BB6-31E03075EEE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427822" y="1092056"/>
                  <a:ext cx="217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066E13B-FEAD-1570-0073-E886C8CA90FD}"/>
                    </a:ext>
                  </a:extLst>
                </p14:cNvPr>
                <p14:cNvContentPartPr/>
                <p14:nvPr/>
              </p14:nvContentPartPr>
              <p14:xfrm>
                <a:off x="9638062" y="1125896"/>
                <a:ext cx="118800" cy="101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066E13B-FEAD-1570-0073-E886C8CA90F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29422" y="1116896"/>
                  <a:ext cx="136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BB968AA-89D6-6E30-BE7E-826C962458BA}"/>
                    </a:ext>
                  </a:extLst>
                </p14:cNvPr>
                <p14:cNvContentPartPr/>
                <p14:nvPr/>
              </p14:nvContentPartPr>
              <p14:xfrm>
                <a:off x="9866662" y="1110776"/>
                <a:ext cx="33480" cy="10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BB968AA-89D6-6E30-BE7E-826C962458B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58022" y="1102136"/>
                  <a:ext cx="51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31768E5-CB60-5A21-03A0-CABA35AF61AB}"/>
                    </a:ext>
                  </a:extLst>
                </p14:cNvPr>
                <p14:cNvContentPartPr/>
                <p14:nvPr/>
              </p14:nvContentPartPr>
              <p14:xfrm>
                <a:off x="9840382" y="1086656"/>
                <a:ext cx="145800" cy="147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31768E5-CB60-5A21-03A0-CABA35AF61A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831382" y="1077656"/>
                  <a:ext cx="163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0D606EB-4770-DAFB-CDFC-0CF1A94D0B9F}"/>
                    </a:ext>
                  </a:extLst>
                </p14:cNvPr>
                <p14:cNvContentPartPr/>
                <p14:nvPr/>
              </p14:nvContentPartPr>
              <p14:xfrm>
                <a:off x="10026502" y="1073696"/>
                <a:ext cx="157680" cy="172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0D606EB-4770-DAFB-CDFC-0CF1A94D0B9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017502" y="1065056"/>
                  <a:ext cx="175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448F877-2348-234B-831C-2AF66D1B34FF}"/>
                    </a:ext>
                  </a:extLst>
                </p14:cNvPr>
                <p14:cNvContentPartPr/>
                <p14:nvPr/>
              </p14:nvContentPartPr>
              <p14:xfrm>
                <a:off x="10403422" y="1071176"/>
                <a:ext cx="151200" cy="167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448F877-2348-234B-831C-2AF66D1B34F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394422" y="1062536"/>
                  <a:ext cx="1688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200B84D-87B7-5A89-A407-04537058BBC8}"/>
                    </a:ext>
                  </a:extLst>
                </p14:cNvPr>
                <p14:cNvContentPartPr/>
                <p14:nvPr/>
              </p14:nvContentPartPr>
              <p14:xfrm>
                <a:off x="10626262" y="1158656"/>
                <a:ext cx="19440" cy="68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200B84D-87B7-5A89-A407-04537058BBC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617622" y="1150016"/>
                  <a:ext cx="370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12E7A6-B12D-BB3C-8C9F-A76317341F34}"/>
                    </a:ext>
                  </a:extLst>
                </p14:cNvPr>
                <p14:cNvContentPartPr/>
                <p14:nvPr/>
              </p14:nvContentPartPr>
              <p14:xfrm>
                <a:off x="10595302" y="1065416"/>
                <a:ext cx="81360" cy="144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12E7A6-B12D-BB3C-8C9F-A76317341F3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86662" y="1056776"/>
                  <a:ext cx="99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57D722E-F50D-15FF-E858-FA6F53145043}"/>
                    </a:ext>
                  </a:extLst>
                </p14:cNvPr>
                <p14:cNvContentPartPr/>
                <p14:nvPr/>
              </p14:nvContentPartPr>
              <p14:xfrm>
                <a:off x="10807702" y="1105736"/>
                <a:ext cx="12960" cy="100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57D722E-F50D-15FF-E858-FA6F5314504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99062" y="1096736"/>
                  <a:ext cx="30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0435271-C520-D082-FD47-EC70E4842961}"/>
                    </a:ext>
                  </a:extLst>
                </p14:cNvPr>
                <p14:cNvContentPartPr/>
                <p14:nvPr/>
              </p14:nvContentPartPr>
              <p14:xfrm>
                <a:off x="10692142" y="1057856"/>
                <a:ext cx="137160" cy="43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0435271-C520-D082-FD47-EC70E484296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683502" y="1048856"/>
                  <a:ext cx="154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2ACE0A1-2B31-DF17-B1EB-397399B3A491}"/>
                    </a:ext>
                  </a:extLst>
                </p14:cNvPr>
                <p14:cNvContentPartPr/>
                <p14:nvPr/>
              </p14:nvContentPartPr>
              <p14:xfrm>
                <a:off x="10929382" y="1068296"/>
                <a:ext cx="86040" cy="145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2ACE0A1-2B31-DF17-B1EB-397399B3A49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20742" y="1059656"/>
                  <a:ext cx="103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D53820-C766-950B-07F6-7D6AD80105A3}"/>
                    </a:ext>
                  </a:extLst>
                </p14:cNvPr>
                <p14:cNvContentPartPr/>
                <p14:nvPr/>
              </p14:nvContentPartPr>
              <p14:xfrm>
                <a:off x="9318382" y="1351616"/>
                <a:ext cx="144000" cy="143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D53820-C766-950B-07F6-7D6AD80105A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09382" y="1342976"/>
                  <a:ext cx="161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306E5D-8B2B-5153-EC73-AF696941A7D8}"/>
                    </a:ext>
                  </a:extLst>
                </p14:cNvPr>
                <p14:cNvContentPartPr/>
                <p14:nvPr/>
              </p14:nvContentPartPr>
              <p14:xfrm>
                <a:off x="9469942" y="1362056"/>
                <a:ext cx="191160" cy="129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306E5D-8B2B-5153-EC73-AF696941A7D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461302" y="1353056"/>
                  <a:ext cx="208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9E5B7FF-302E-B1BE-ECA8-4631FECF63D1}"/>
                    </a:ext>
                  </a:extLst>
                </p14:cNvPr>
                <p14:cNvContentPartPr/>
                <p14:nvPr/>
              </p14:nvContentPartPr>
              <p14:xfrm>
                <a:off x="9702142" y="1357016"/>
                <a:ext cx="128520" cy="108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9E5B7FF-302E-B1BE-ECA8-4631FECF63D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693502" y="1348376"/>
                  <a:ext cx="1461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B17CFD5-39F8-EA20-C41C-0E57F3F362E2}"/>
                    </a:ext>
                  </a:extLst>
                </p14:cNvPr>
                <p14:cNvContentPartPr/>
                <p14:nvPr/>
              </p14:nvContentPartPr>
              <p14:xfrm>
                <a:off x="9850822" y="1357736"/>
                <a:ext cx="116640" cy="99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B17CFD5-39F8-EA20-C41C-0E57F3F362E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842182" y="1348736"/>
                  <a:ext cx="134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FEBA59-2CD4-3381-4F10-018A8B0088A9}"/>
                    </a:ext>
                  </a:extLst>
                </p14:cNvPr>
                <p14:cNvContentPartPr/>
                <p14:nvPr/>
              </p14:nvContentPartPr>
              <p14:xfrm>
                <a:off x="9983662" y="1366016"/>
                <a:ext cx="104400" cy="79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FEBA59-2CD4-3381-4F10-018A8B0088A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974662" y="1357016"/>
                  <a:ext cx="122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DC6DA53-EE20-368F-CE92-C91833546C88}"/>
                    </a:ext>
                  </a:extLst>
                </p14:cNvPr>
                <p14:cNvContentPartPr/>
                <p14:nvPr/>
              </p14:nvContentPartPr>
              <p14:xfrm>
                <a:off x="10138102" y="1371416"/>
                <a:ext cx="25200" cy="90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DC6DA53-EE20-368F-CE92-C91833546C8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129102" y="1362776"/>
                  <a:ext cx="42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9BF227-AE29-7FF6-AC48-738A91B7FFC8}"/>
                    </a:ext>
                  </a:extLst>
                </p14:cNvPr>
                <p14:cNvContentPartPr/>
                <p14:nvPr/>
              </p14:nvContentPartPr>
              <p14:xfrm>
                <a:off x="10106062" y="1323536"/>
                <a:ext cx="156240" cy="150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9BF227-AE29-7FF6-AC48-738A91B7FFC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097422" y="1314536"/>
                  <a:ext cx="173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FA4FCC4-0C45-AE31-123F-C599446FEBA5}"/>
                    </a:ext>
                  </a:extLst>
                </p14:cNvPr>
                <p14:cNvContentPartPr/>
                <p14:nvPr/>
              </p14:nvContentPartPr>
              <p14:xfrm>
                <a:off x="10318822" y="1299776"/>
                <a:ext cx="149040" cy="163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FA4FCC4-0C45-AE31-123F-C599446FEBA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309822" y="1290776"/>
                  <a:ext cx="1666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08D240A-2112-748B-A327-D86259A63D77}"/>
                    </a:ext>
                  </a:extLst>
                </p14:cNvPr>
                <p14:cNvContentPartPr/>
                <p14:nvPr/>
              </p14:nvContentPartPr>
              <p14:xfrm>
                <a:off x="10643542" y="1387616"/>
                <a:ext cx="107640" cy="730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08D240A-2112-748B-A327-D86259A63D7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634902" y="1378616"/>
                  <a:ext cx="125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CEFA702-E081-C60D-34B7-6B0BCC84B759}"/>
                    </a:ext>
                  </a:extLst>
                </p14:cNvPr>
                <p14:cNvContentPartPr/>
                <p14:nvPr/>
              </p14:nvContentPartPr>
              <p14:xfrm>
                <a:off x="10779982" y="1360616"/>
                <a:ext cx="78840" cy="118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CEFA702-E081-C60D-34B7-6B0BCC84B75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770982" y="1351976"/>
                  <a:ext cx="96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43D2E6C-1F4B-A00E-567A-5843E55451D4}"/>
                    </a:ext>
                  </a:extLst>
                </p14:cNvPr>
                <p14:cNvContentPartPr/>
                <p14:nvPr/>
              </p14:nvContentPartPr>
              <p14:xfrm>
                <a:off x="10988422" y="1321736"/>
                <a:ext cx="140040" cy="131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43D2E6C-1F4B-A00E-567A-5843E55451D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979782" y="1312736"/>
                  <a:ext cx="157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552212A-9A15-193A-CBD8-F357E299F116}"/>
                    </a:ext>
                  </a:extLst>
                </p14:cNvPr>
                <p14:cNvContentPartPr/>
                <p14:nvPr/>
              </p14:nvContentPartPr>
              <p14:xfrm>
                <a:off x="11301982" y="1359536"/>
                <a:ext cx="235800" cy="203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552212A-9A15-193A-CBD8-F357E299F11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293342" y="1350536"/>
                  <a:ext cx="253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F5DDF1-41C6-3C75-7E88-5E4E766A66D0}"/>
                    </a:ext>
                  </a:extLst>
                </p14:cNvPr>
                <p14:cNvContentPartPr/>
                <p14:nvPr/>
              </p14:nvContentPartPr>
              <p14:xfrm>
                <a:off x="11546782" y="1270256"/>
                <a:ext cx="64440" cy="197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F5DDF1-41C6-3C75-7E88-5E4E766A66D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537782" y="1261616"/>
                  <a:ext cx="82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7473077-853D-9758-D100-4A9E2D4B3840}"/>
                    </a:ext>
                  </a:extLst>
                </p14:cNvPr>
                <p14:cNvContentPartPr/>
                <p14:nvPr/>
              </p14:nvContentPartPr>
              <p14:xfrm>
                <a:off x="11467222" y="1359536"/>
                <a:ext cx="165240" cy="38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7473077-853D-9758-D100-4A9E2D4B384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58222" y="1350896"/>
                  <a:ext cx="182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B06A5C4-02D9-2FB5-192E-5ECBB4C57E58}"/>
                    </a:ext>
                  </a:extLst>
                </p14:cNvPr>
                <p14:cNvContentPartPr/>
                <p14:nvPr/>
              </p14:nvContentPartPr>
              <p14:xfrm>
                <a:off x="11618062" y="1355576"/>
                <a:ext cx="96120" cy="137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B06A5C4-02D9-2FB5-192E-5ECBB4C57E5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609422" y="1346576"/>
                  <a:ext cx="113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8003E90-BDF1-AB4B-21D4-4A35DBD261B1}"/>
                    </a:ext>
                  </a:extLst>
                </p14:cNvPr>
                <p14:cNvContentPartPr/>
                <p14:nvPr/>
              </p14:nvContentPartPr>
              <p14:xfrm>
                <a:off x="10880062" y="1629536"/>
                <a:ext cx="39960" cy="178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8003E90-BDF1-AB4B-21D4-4A35DBD261B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71062" y="1620896"/>
                  <a:ext cx="57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652B1AC-2B3D-8A36-BF1A-7F4CDC9C3931}"/>
                    </a:ext>
                  </a:extLst>
                </p14:cNvPr>
                <p14:cNvContentPartPr/>
                <p14:nvPr/>
              </p14:nvContentPartPr>
              <p14:xfrm>
                <a:off x="10994902" y="1710896"/>
                <a:ext cx="198000" cy="118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652B1AC-2B3D-8A36-BF1A-7F4CDC9C393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985902" y="1702256"/>
                  <a:ext cx="215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201CE23-28A9-92AF-6DDB-6282D28E8AA4}"/>
                    </a:ext>
                  </a:extLst>
                </p14:cNvPr>
                <p14:cNvContentPartPr/>
                <p14:nvPr/>
              </p14:nvContentPartPr>
              <p14:xfrm>
                <a:off x="11254462" y="1705496"/>
                <a:ext cx="253080" cy="208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201CE23-28A9-92AF-6DDB-6282D28E8AA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245462" y="1696496"/>
                  <a:ext cx="270720" cy="226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provided text describes a graphical representation of the truncated impulse response of an ideal low-pass filter (LPF) with a cutoff frequency (Wc) of 0.4 and a sample size (N) of 51.&#10;&#10;AI-generated content may be incorrect.">
            <a:extLst>
              <a:ext uri="{FF2B5EF4-FFF2-40B4-BE49-F238E27FC236}">
                <a16:creationId xmlns:a16="http://schemas.microsoft.com/office/drawing/2014/main" id="{BCB6D7A1-C2D7-9F36-FECD-EA70A57B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85" y="1052624"/>
            <a:ext cx="5736004" cy="3553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BFD198-7B42-3F11-1663-F46CCFD113C5}"/>
              </a:ext>
            </a:extLst>
          </p:cNvPr>
          <p:cNvSpPr txBox="1"/>
          <p:nvPr/>
        </p:nvSpPr>
        <p:spPr>
          <a:xfrm>
            <a:off x="441251" y="340242"/>
            <a:ext cx="3201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Gibbs’ Phenomenon</a:t>
            </a:r>
          </a:p>
        </p:txBody>
      </p:sp>
      <p:pic>
        <p:nvPicPr>
          <p:cNvPr id="6" name="Picture 5" descr="The diagram shows a trend where the amplitude of a ripple (ripple narrows) decreases as the frequency normalized by a parameter (N) increases, with a consistent overshoot present.&#10;&#10;AI-generated content may be incorrect.">
            <a:extLst>
              <a:ext uri="{FF2B5EF4-FFF2-40B4-BE49-F238E27FC236}">
                <a16:creationId xmlns:a16="http://schemas.microsoft.com/office/drawing/2014/main" id="{A1037D31-5F15-F147-E445-32EE08A36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966" y="3086238"/>
            <a:ext cx="5976919" cy="368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654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Shape the truncation instead of switching it off abruptly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08a96e67ae183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840480" cy="469232"/>
          </a:xfrm>
          <a:prstGeom prst="rect">
            <a:avLst/>
          </a:prstGeom>
        </p:spPr>
      </p:pic>
      <p:pic>
        <p:nvPicPr>
          <p:cNvPr id="7" name="Picture 6" descr="eq_644b878ded0fe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6126480" cy="1001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417320"/>
            <a:ext cx="42976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2704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Key duality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01952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Multiplication in time corresponds to periodic convolution in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7180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2971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08152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45643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smoother time-domain taper lowers spectral sidelobes but broadens the window main lobe, which broadens the filter transition band.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AA916D0-6E90-C14F-E0AD-50C1C6F1E3DE}"/>
              </a:ext>
            </a:extLst>
          </p:cNvPr>
          <p:cNvGrpSpPr/>
          <p:nvPr/>
        </p:nvGrpSpPr>
        <p:grpSpPr>
          <a:xfrm>
            <a:off x="3154462" y="1881896"/>
            <a:ext cx="1620000" cy="345960"/>
            <a:chOff x="3154462" y="1881896"/>
            <a:chExt cx="16200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E228FB-BDE9-474A-B90B-00014E08D3C1}"/>
                    </a:ext>
                  </a:extLst>
                </p14:cNvPr>
                <p14:cNvContentPartPr/>
                <p14:nvPr/>
              </p14:nvContentPartPr>
              <p14:xfrm>
                <a:off x="3154462" y="1881896"/>
                <a:ext cx="561600" cy="21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E228FB-BDE9-474A-B90B-00014E08D3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45462" y="1872896"/>
                  <a:ext cx="579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035187-8962-7E9C-4392-ED6884B8D962}"/>
                    </a:ext>
                  </a:extLst>
                </p14:cNvPr>
                <p14:cNvContentPartPr/>
                <p14:nvPr/>
              </p14:nvContentPartPr>
              <p14:xfrm>
                <a:off x="3576382" y="2077376"/>
                <a:ext cx="284040" cy="150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035187-8962-7E9C-4392-ED6884B8D9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67742" y="2068736"/>
                  <a:ext cx="301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C60D87-91F9-79C1-40CA-03C7AD017640}"/>
                    </a:ext>
                  </a:extLst>
                </p14:cNvPr>
                <p14:cNvContentPartPr/>
                <p14:nvPr/>
              </p14:nvContentPartPr>
              <p14:xfrm>
                <a:off x="3928462" y="2120936"/>
                <a:ext cx="57960" cy="63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C60D87-91F9-79C1-40CA-03C7AD0176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19822" y="2112296"/>
                  <a:ext cx="75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45EB36-3A58-3EB4-3764-95EC32981983}"/>
                    </a:ext>
                  </a:extLst>
                </p14:cNvPr>
                <p14:cNvContentPartPr/>
                <p14:nvPr/>
              </p14:nvContentPartPr>
              <p14:xfrm>
                <a:off x="3923062" y="2030576"/>
                <a:ext cx="3600" cy="14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45EB36-3A58-3EB4-3764-95EC329819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4422" y="2021936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1F2CE9-BBA4-741B-2A57-3B3B65D88C0A}"/>
                    </a:ext>
                  </a:extLst>
                </p14:cNvPr>
                <p14:cNvContentPartPr/>
                <p14:nvPr/>
              </p14:nvContentPartPr>
              <p14:xfrm>
                <a:off x="4013782" y="2098616"/>
                <a:ext cx="170280" cy="52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1F2CE9-BBA4-741B-2A57-3B3B65D88C0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04782" y="2089616"/>
                  <a:ext cx="187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B0A9C62-DDB0-E795-7BBF-D18B5F42F953}"/>
                    </a:ext>
                  </a:extLst>
                </p14:cNvPr>
                <p14:cNvContentPartPr/>
                <p14:nvPr/>
              </p14:nvContentPartPr>
              <p14:xfrm>
                <a:off x="4231222" y="1940216"/>
                <a:ext cx="92520" cy="192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B0A9C62-DDB0-E795-7BBF-D18B5F42F9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22582" y="1931216"/>
                  <a:ext cx="1101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8DE8EE5-E2BB-168B-7347-8D4B97092C17}"/>
                    </a:ext>
                  </a:extLst>
                </p14:cNvPr>
                <p14:cNvContentPartPr/>
                <p14:nvPr/>
              </p14:nvContentPartPr>
              <p14:xfrm>
                <a:off x="4436782" y="2034896"/>
                <a:ext cx="108360" cy="50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8DE8EE5-E2BB-168B-7347-8D4B97092C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27782" y="2025896"/>
                  <a:ext cx="1260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6760D69-EF7A-79EA-D5E2-19863451F9AF}"/>
                    </a:ext>
                  </a:extLst>
                </p14:cNvPr>
                <p14:cNvContentPartPr/>
                <p14:nvPr/>
              </p14:nvContentPartPr>
              <p14:xfrm>
                <a:off x="4581502" y="1982336"/>
                <a:ext cx="192960" cy="86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6760D69-EF7A-79EA-D5E2-19863451F9A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72862" y="1973336"/>
                  <a:ext cx="21060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92CDE0-4A41-62BB-AB25-9CAC2D0B4D31}"/>
              </a:ext>
            </a:extLst>
          </p:cNvPr>
          <p:cNvGrpSpPr/>
          <p:nvPr/>
        </p:nvGrpSpPr>
        <p:grpSpPr>
          <a:xfrm>
            <a:off x="5001622" y="1630616"/>
            <a:ext cx="1206360" cy="435600"/>
            <a:chOff x="5001622" y="1630616"/>
            <a:chExt cx="120636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6BDCB92-89C0-3EA0-E27C-279EA2845991}"/>
                    </a:ext>
                  </a:extLst>
                </p14:cNvPr>
                <p14:cNvContentPartPr/>
                <p14:nvPr/>
              </p14:nvContentPartPr>
              <p14:xfrm>
                <a:off x="5001622" y="1721336"/>
                <a:ext cx="221760" cy="344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6BDCB92-89C0-3EA0-E27C-279EA28459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92622" y="1712696"/>
                  <a:ext cx="239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5FE851-83D9-A475-89ED-5894576ED014}"/>
                    </a:ext>
                  </a:extLst>
                </p14:cNvPr>
                <p14:cNvContentPartPr/>
                <p14:nvPr/>
              </p14:nvContentPartPr>
              <p14:xfrm>
                <a:off x="5217622" y="1908896"/>
                <a:ext cx="194040" cy="37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5FE851-83D9-A475-89ED-5894576ED01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08982" y="1900256"/>
                  <a:ext cx="211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21C45E-215A-D901-F383-558A343604F3}"/>
                    </a:ext>
                  </a:extLst>
                </p14:cNvPr>
                <p14:cNvContentPartPr/>
                <p14:nvPr/>
              </p14:nvContentPartPr>
              <p14:xfrm>
                <a:off x="5422462" y="1888016"/>
                <a:ext cx="122400" cy="36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21C45E-215A-D901-F383-558A343604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13462" y="1879376"/>
                  <a:ext cx="140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BC3D7A3-8D23-B880-225B-8FB0445321BE}"/>
                    </a:ext>
                  </a:extLst>
                </p14:cNvPr>
                <p14:cNvContentPartPr/>
                <p14:nvPr/>
              </p14:nvContentPartPr>
              <p14:xfrm>
                <a:off x="5619022" y="1834016"/>
                <a:ext cx="127800" cy="66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BC3D7A3-8D23-B880-225B-8FB0445321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10022" y="1825016"/>
                  <a:ext cx="1454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24BC67-5C55-3F09-5F1A-685E009D98C9}"/>
                    </a:ext>
                  </a:extLst>
                </p14:cNvPr>
                <p14:cNvContentPartPr/>
                <p14:nvPr/>
              </p14:nvContentPartPr>
              <p14:xfrm>
                <a:off x="5651062" y="1679216"/>
                <a:ext cx="221760" cy="183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924BC67-5C55-3F09-5F1A-685E009D98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42062" y="1670576"/>
                  <a:ext cx="2394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EC57D36-233A-F5FB-2FEE-B3EFB78377DC}"/>
                    </a:ext>
                  </a:extLst>
                </p14:cNvPr>
                <p14:cNvContentPartPr/>
                <p14:nvPr/>
              </p14:nvContentPartPr>
              <p14:xfrm>
                <a:off x="5762662" y="1630616"/>
                <a:ext cx="16560" cy="37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C57D36-233A-F5FB-2FEE-B3EFB78377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754022" y="1621976"/>
                  <a:ext cx="342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124FBC-5E1D-FE6D-0C77-127404EF4249}"/>
                    </a:ext>
                  </a:extLst>
                </p14:cNvPr>
                <p14:cNvContentPartPr/>
                <p14:nvPr/>
              </p14:nvContentPartPr>
              <p14:xfrm>
                <a:off x="5932222" y="1726376"/>
                <a:ext cx="101880" cy="82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124FBC-5E1D-FE6D-0C77-127404EF424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23582" y="1717736"/>
                  <a:ext cx="1195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1133E19-A031-D5C0-5726-FC6A7DD9A3A9}"/>
                    </a:ext>
                  </a:extLst>
                </p14:cNvPr>
                <p14:cNvContentPartPr/>
                <p14:nvPr/>
              </p14:nvContentPartPr>
              <p14:xfrm>
                <a:off x="6033742" y="1716656"/>
                <a:ext cx="174240" cy="43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1133E19-A031-D5C0-5726-FC6A7DD9A3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25102" y="1708016"/>
                  <a:ext cx="191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655760A-8BC6-511B-50BE-CF8D95534F28}"/>
                    </a:ext>
                  </a:extLst>
                </p14:cNvPr>
                <p14:cNvContentPartPr/>
                <p14:nvPr/>
              </p14:nvContentPartPr>
              <p14:xfrm>
                <a:off x="5689942" y="1732856"/>
                <a:ext cx="25200" cy="21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655760A-8BC6-511B-50BE-CF8D95534F2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81302" y="1724216"/>
                  <a:ext cx="42840" cy="39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→ Bartlett → Hann/Hamming → Blackman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fir_window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675120" cy="37926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481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5623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Hardest edges; narrowest main lobe; high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46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514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2624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Hann / 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9992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Smooth taper. Hamming is designed for a particularly low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8862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8862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39959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3708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Stronger taper and lower sidelobes, but a wider main lobe /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0352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Arial"/>
              </a:rPr>
              <a:t>“Hann” is the standard name; “Hanning” is common informal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B1ADDB-3810-6756-EEBE-AEEAB2768A8B}"/>
              </a:ext>
            </a:extLst>
          </p:cNvPr>
          <p:cNvSpPr txBox="1"/>
          <p:nvPr/>
        </p:nvSpPr>
        <p:spPr>
          <a:xfrm>
            <a:off x="409353" y="361506"/>
            <a:ext cx="7358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Window Functions in Time and Frequency, N=51</a:t>
            </a:r>
          </a:p>
        </p:txBody>
      </p:sp>
      <p:pic>
        <p:nvPicPr>
          <p:cNvPr id="4" name="Picture 3" descr="The image depicts a graph comparing various window functions (Rectangular, Bartlett, Hann, Hamming, Blackman, Kaiser) and their respective amplitude values at different time indices (0, 10, 20, 30, 40, 50).&#10;&#10;AI-generated content may be incorrect.">
            <a:extLst>
              <a:ext uri="{FF2B5EF4-FFF2-40B4-BE49-F238E27FC236}">
                <a16:creationId xmlns:a16="http://schemas.microsoft.com/office/drawing/2014/main" id="{E2EFE973-17B1-F374-C8F8-31CD048B4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" y="1660628"/>
            <a:ext cx="5765666" cy="3629070"/>
          </a:xfrm>
          <a:prstGeom prst="rect">
            <a:avLst/>
          </a:prstGeom>
        </p:spPr>
      </p:pic>
      <p:pic>
        <p:nvPicPr>
          <p:cNvPr id="6" name="Picture 5" descr="The image displays the magnitude of Discrete Fourier Transforms (DTFTs) for various window functions (Rectangular, Hann, Blackman, Bartlett, Hamming, and Kaiser with ￃﾟ=3.86) across a range of frequencies.&#10;&#10;AI-generated content may be incorrect.">
            <a:extLst>
              <a:ext uri="{FF2B5EF4-FFF2-40B4-BE49-F238E27FC236}">
                <a16:creationId xmlns:a16="http://schemas.microsoft.com/office/drawing/2014/main" id="{3CF321B5-8532-563B-5CC4-8DAD8564D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22" y="1639653"/>
            <a:ext cx="6072963" cy="365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77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3EDB-CCDC-D3B7-B1F8-5F8CEBF9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E8D3DD-6A4F-36E8-B7D2-8C7417A2E7D9}"/>
              </a:ext>
            </a:extLst>
          </p:cNvPr>
          <p:cNvSpPr txBox="1"/>
          <p:nvPr/>
        </p:nvSpPr>
        <p:spPr>
          <a:xfrm>
            <a:off x="409353" y="361506"/>
            <a:ext cx="7358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Window Functions in Time and Frequency, N=51</a:t>
            </a:r>
          </a:p>
        </p:txBody>
      </p:sp>
      <p:pic>
        <p:nvPicPr>
          <p:cNvPr id="4" name="Picture 3" descr="The image depicts a graph comparing various window functions (Rectangular, Bartlett, Hann, Hamming, Blackman, Kaiser) and their respective amplitude values at different time indices (0, 10, 20, 30, 40, 50).&#10;&#10;AI-generated content may be incorrect.">
            <a:extLst>
              <a:ext uri="{FF2B5EF4-FFF2-40B4-BE49-F238E27FC236}">
                <a16:creationId xmlns:a16="http://schemas.microsoft.com/office/drawing/2014/main" id="{0F13F602-FFE0-CEC1-4D1F-F3CB4F869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" y="1660628"/>
            <a:ext cx="5765666" cy="3629070"/>
          </a:xfrm>
          <a:prstGeom prst="rect">
            <a:avLst/>
          </a:prstGeom>
        </p:spPr>
      </p:pic>
      <p:pic>
        <p:nvPicPr>
          <p:cNvPr id="5" name="Picture 4" descr="The diagram displays the magnitude of the normalized Discrete Fourier Transform (DFT) of various window functions, including Rectangular, Hann, Blackman, Bartlett, and Hamming, across a range of frequencies.&#10;&#10;AI-generated content may be incorrect.">
            <a:extLst>
              <a:ext uri="{FF2B5EF4-FFF2-40B4-BE49-F238E27FC236}">
                <a16:creationId xmlns:a16="http://schemas.microsoft.com/office/drawing/2014/main" id="{87364603-0280-BE51-9D15-39CB7CD09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069" y="1607491"/>
            <a:ext cx="6118368" cy="368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28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Main-lobe width versus sidelobe attenuation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19202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490472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first sidelobe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2402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490472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main-lobe width*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371600"/>
            <a:ext cx="38404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490472"/>
            <a:ext cx="3749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when...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Rectangular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38528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2048256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−13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38528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59" y="2048256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4π/N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938528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2048256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Narrow transition dominates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551176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60904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Bartlett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51176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2660904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−26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551176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59" y="2660904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551176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2660904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Simple triangular taper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163824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163824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3273552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−31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163824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66359" y="3273552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163824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3273552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Balanced spectral leakage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776472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Hamming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776472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3886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−43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776472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66359" y="388620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776472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0" y="3886200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Better first sidelobe suppression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389120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Blackman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89120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449884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−58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389120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66359" y="449884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12π/N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4389120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4498848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Strong stopband suppression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25780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06A77"/>
                </a:solidFill>
                <a:latin typeface="Arial"/>
              </a:rPr>
              <a:t>*Width between the first nulls; approximate asymptotic rules for equal window length.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678849"/>
            <a:ext cx="9784080" cy="713231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88720" y="5623560"/>
            <a:ext cx="50292" cy="6400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5024" y="5733288"/>
            <a:ext cx="9555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" y="6108192"/>
            <a:ext cx="955548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There is no universally “best” window. The specification decides how much transition width can be traded for stopband suppression.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6EE1DFA-9A37-F07A-91EF-C500EBFFD2F8}"/>
              </a:ext>
            </a:extLst>
          </p:cNvPr>
          <p:cNvGrpSpPr/>
          <p:nvPr/>
        </p:nvGrpSpPr>
        <p:grpSpPr>
          <a:xfrm>
            <a:off x="7830862" y="419936"/>
            <a:ext cx="1078920" cy="247680"/>
            <a:chOff x="7830862" y="419936"/>
            <a:chExt cx="107892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D1F15F0-4CCE-518E-36FB-ED8CA2E5F208}"/>
                    </a:ext>
                  </a:extLst>
                </p14:cNvPr>
                <p14:cNvContentPartPr/>
                <p14:nvPr/>
              </p14:nvContentPartPr>
              <p14:xfrm>
                <a:off x="7941742" y="536936"/>
                <a:ext cx="13680" cy="130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D1F15F0-4CCE-518E-36FB-ED8CA2E5F2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33102" y="527936"/>
                  <a:ext cx="313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ED660D0-4D76-1008-3CD8-093AA3A29CE8}"/>
                    </a:ext>
                  </a:extLst>
                </p14:cNvPr>
                <p14:cNvContentPartPr/>
                <p14:nvPr/>
              </p14:nvContentPartPr>
              <p14:xfrm>
                <a:off x="7830862" y="457736"/>
                <a:ext cx="213480" cy="208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ED660D0-4D76-1008-3CD8-093AA3A29C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21862" y="449096"/>
                  <a:ext cx="231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130A77A-EA45-B593-3ADB-20CDE5C53F4A}"/>
                    </a:ext>
                  </a:extLst>
                </p14:cNvPr>
                <p14:cNvContentPartPr/>
                <p14:nvPr/>
              </p14:nvContentPartPr>
              <p14:xfrm>
                <a:off x="8202742" y="494096"/>
                <a:ext cx="46800" cy="127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130A77A-EA45-B593-3ADB-20CDE5C53F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94102" y="485456"/>
                  <a:ext cx="64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2B99EA0-F7D3-2AF3-EE6F-3A3858094E53}"/>
                    </a:ext>
                  </a:extLst>
                </p14:cNvPr>
                <p14:cNvContentPartPr/>
                <p14:nvPr/>
              </p14:nvContentPartPr>
              <p14:xfrm>
                <a:off x="8041462" y="466736"/>
                <a:ext cx="241560" cy="280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2B99EA0-F7D3-2AF3-EE6F-3A3858094E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32462" y="457736"/>
                  <a:ext cx="259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AA02A44-D1B6-46A7-E701-B0BDFAE4E3CA}"/>
                    </a:ext>
                  </a:extLst>
                </p14:cNvPr>
                <p14:cNvContentPartPr/>
                <p14:nvPr/>
              </p14:nvContentPartPr>
              <p14:xfrm>
                <a:off x="8367622" y="494096"/>
                <a:ext cx="60840" cy="137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AA02A44-D1B6-46A7-E701-B0BDFAE4E3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58982" y="485456"/>
                  <a:ext cx="78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471C128-FC4F-D020-1B3D-17DCB09DBBDE}"/>
                    </a:ext>
                  </a:extLst>
                </p14:cNvPr>
                <p14:cNvContentPartPr/>
                <p14:nvPr/>
              </p14:nvContentPartPr>
              <p14:xfrm>
                <a:off x="8340982" y="419936"/>
                <a:ext cx="102600" cy="58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471C128-FC4F-D020-1B3D-17DCB09DBB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32342" y="410936"/>
                  <a:ext cx="120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0417678-6966-4B6D-9BC5-92517D702A39}"/>
                    </a:ext>
                  </a:extLst>
                </p14:cNvPr>
                <p14:cNvContentPartPr/>
                <p14:nvPr/>
              </p14:nvContentPartPr>
              <p14:xfrm>
                <a:off x="8330542" y="510296"/>
                <a:ext cx="114120" cy="16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0417678-6966-4B6D-9BC5-92517D702A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21542" y="501296"/>
                  <a:ext cx="131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F88C1A6-0D59-4AA8-FC0D-B7FE4072BD5E}"/>
                    </a:ext>
                  </a:extLst>
                </p14:cNvPr>
                <p14:cNvContentPartPr/>
                <p14:nvPr/>
              </p14:nvContentPartPr>
              <p14:xfrm>
                <a:off x="8564182" y="504896"/>
                <a:ext cx="66960" cy="11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F88C1A6-0D59-4AA8-FC0D-B7FE4072BD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5542" y="495896"/>
                  <a:ext cx="84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324DE2C-E034-D241-6CC5-EF281F43331D}"/>
                    </a:ext>
                  </a:extLst>
                </p14:cNvPr>
                <p14:cNvContentPartPr/>
                <p14:nvPr/>
              </p14:nvContentPartPr>
              <p14:xfrm>
                <a:off x="8453662" y="457016"/>
                <a:ext cx="243720" cy="21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324DE2C-E034-D241-6CC5-EF281F4333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45022" y="448016"/>
                  <a:ext cx="261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ADCA1FC-2C32-1342-DBFC-A8811A7EBD16}"/>
                    </a:ext>
                  </a:extLst>
                </p14:cNvPr>
                <p14:cNvContentPartPr/>
                <p14:nvPr/>
              </p14:nvContentPartPr>
              <p14:xfrm>
                <a:off x="8783422" y="507416"/>
                <a:ext cx="126360" cy="110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ADCA1FC-2C32-1342-DBFC-A8811A7EBD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74782" y="498416"/>
                  <a:ext cx="1440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8EC1EE1-0398-01A1-612B-E8B682FCE3A6}"/>
              </a:ext>
            </a:extLst>
          </p:cNvPr>
          <p:cNvGrpSpPr/>
          <p:nvPr/>
        </p:nvGrpSpPr>
        <p:grpSpPr>
          <a:xfrm>
            <a:off x="9190942" y="344336"/>
            <a:ext cx="293400" cy="356040"/>
            <a:chOff x="9190942" y="344336"/>
            <a:chExt cx="293400" cy="35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E60988E-E928-12CF-6EEC-369F7D5DB958}"/>
                    </a:ext>
                  </a:extLst>
                </p14:cNvPr>
                <p14:cNvContentPartPr/>
                <p14:nvPr/>
              </p14:nvContentPartPr>
              <p14:xfrm>
                <a:off x="9190942" y="515336"/>
                <a:ext cx="133200" cy="79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E60988E-E928-12CF-6EEC-369F7D5DB95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82302" y="506696"/>
                  <a:ext cx="1508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0B32BB3-D771-7EB3-58A0-BE8CAECB19FD}"/>
                    </a:ext>
                  </a:extLst>
                </p14:cNvPr>
                <p14:cNvContentPartPr/>
                <p14:nvPr/>
              </p14:nvContentPartPr>
              <p14:xfrm>
                <a:off x="9368782" y="344336"/>
                <a:ext cx="115560" cy="356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0B32BB3-D771-7EB3-58A0-BE8CAECB19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59782" y="335336"/>
                  <a:ext cx="1332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112EB8D-016A-3129-9E56-4BCD55E110E1}"/>
                    </a:ext>
                  </a:extLst>
                </p14:cNvPr>
                <p14:cNvContentPartPr/>
                <p14:nvPr/>
              </p14:nvContentPartPr>
              <p14:xfrm>
                <a:off x="9339262" y="595256"/>
                <a:ext cx="123840" cy="16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112EB8D-016A-3129-9E56-4BCD55E110E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30622" y="586256"/>
                  <a:ext cx="1414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8C5F87B-90DB-E7A7-3EC0-DC665BA89D24}"/>
              </a:ext>
            </a:extLst>
          </p:cNvPr>
          <p:cNvGrpSpPr/>
          <p:nvPr/>
        </p:nvGrpSpPr>
        <p:grpSpPr>
          <a:xfrm>
            <a:off x="9717982" y="377816"/>
            <a:ext cx="1112040" cy="231840"/>
            <a:chOff x="9717982" y="377816"/>
            <a:chExt cx="111204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286BFCE-476E-EB67-06B9-E583A706B4C8}"/>
                    </a:ext>
                  </a:extLst>
                </p14:cNvPr>
                <p14:cNvContentPartPr/>
                <p14:nvPr/>
              </p14:nvContentPartPr>
              <p14:xfrm>
                <a:off x="9717982" y="481496"/>
                <a:ext cx="234000" cy="109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286BFCE-476E-EB67-06B9-E583A706B4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08982" y="472856"/>
                  <a:ext cx="251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293F9E-DFB9-3E81-AD5E-A1F09AB18487}"/>
                    </a:ext>
                  </a:extLst>
                </p14:cNvPr>
                <p14:cNvContentPartPr/>
                <p14:nvPr/>
              </p14:nvContentPartPr>
              <p14:xfrm>
                <a:off x="10036942" y="526136"/>
                <a:ext cx="36720" cy="61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293F9E-DFB9-3E81-AD5E-A1F09AB1848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028302" y="517136"/>
                  <a:ext cx="54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232B5D7-4776-1DCD-187D-9430E9FB615B}"/>
                    </a:ext>
                  </a:extLst>
                </p14:cNvPr>
                <p14:cNvContentPartPr/>
                <p14:nvPr/>
              </p14:nvContentPartPr>
              <p14:xfrm>
                <a:off x="10021102" y="430376"/>
                <a:ext cx="360" cy="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232B5D7-4776-1DCD-187D-9430E9FB61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12102" y="421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D066F0D-4FE4-3767-8F31-45F2F9F8B399}"/>
                    </a:ext>
                  </a:extLst>
                </p14:cNvPr>
                <p14:cNvContentPartPr/>
                <p14:nvPr/>
              </p14:nvContentPartPr>
              <p14:xfrm>
                <a:off x="10095262" y="520736"/>
                <a:ext cx="154440" cy="73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D066F0D-4FE4-3767-8F31-45F2F9F8B3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86622" y="512096"/>
                  <a:ext cx="1720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7B88DC-C383-E95D-F8B5-AFEDE37F3352}"/>
                    </a:ext>
                  </a:extLst>
                </p14:cNvPr>
                <p14:cNvContentPartPr/>
                <p14:nvPr/>
              </p14:nvContentPartPr>
              <p14:xfrm>
                <a:off x="10349062" y="377816"/>
                <a:ext cx="90720" cy="231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7B88DC-C383-E95D-F8B5-AFEDE37F33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40422" y="368816"/>
                  <a:ext cx="108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A555C35-C97E-4943-CE0E-2F7785308394}"/>
                    </a:ext>
                  </a:extLst>
                </p14:cNvPr>
                <p14:cNvContentPartPr/>
                <p14:nvPr/>
              </p14:nvContentPartPr>
              <p14:xfrm>
                <a:off x="10528342" y="467456"/>
                <a:ext cx="72720" cy="113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A555C35-C97E-4943-CE0E-2F778530839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19702" y="458456"/>
                  <a:ext cx="90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28B8DA6-43E0-29A3-3941-379E1C45C53B}"/>
                    </a:ext>
                  </a:extLst>
                </p14:cNvPr>
                <p14:cNvContentPartPr/>
                <p14:nvPr/>
              </p14:nvContentPartPr>
              <p14:xfrm>
                <a:off x="10659022" y="458816"/>
                <a:ext cx="171000" cy="119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28B8DA6-43E0-29A3-3941-379E1C45C53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50022" y="449816"/>
                  <a:ext cx="18864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226616A-EB18-1C46-2739-11795CEA2D09}"/>
              </a:ext>
            </a:extLst>
          </p:cNvPr>
          <p:cNvGrpSpPr/>
          <p:nvPr/>
        </p:nvGrpSpPr>
        <p:grpSpPr>
          <a:xfrm>
            <a:off x="8882062" y="775976"/>
            <a:ext cx="1224360" cy="264960"/>
            <a:chOff x="8882062" y="775976"/>
            <a:chExt cx="122436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A3056A-C55C-8807-5A93-3D3A8E221F6C}"/>
                    </a:ext>
                  </a:extLst>
                </p14:cNvPr>
                <p14:cNvContentPartPr/>
                <p14:nvPr/>
              </p14:nvContentPartPr>
              <p14:xfrm>
                <a:off x="8929942" y="782456"/>
                <a:ext cx="94680" cy="258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A3056A-C55C-8807-5A93-3D3A8E221F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20942" y="773456"/>
                  <a:ext cx="1123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FC315DE-BDC5-2654-6F29-BA73CD48312C}"/>
                    </a:ext>
                  </a:extLst>
                </p14:cNvPr>
                <p14:cNvContentPartPr/>
                <p14:nvPr/>
              </p14:nvContentPartPr>
              <p14:xfrm>
                <a:off x="8882062" y="947336"/>
                <a:ext cx="150480" cy="9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FC315DE-BDC5-2654-6F29-BA73CD4831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73422" y="938336"/>
                  <a:ext cx="168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257846B-CB72-4F0A-32CB-602A92EE2022}"/>
                    </a:ext>
                  </a:extLst>
                </p14:cNvPr>
                <p14:cNvContentPartPr/>
                <p14:nvPr/>
              </p14:nvContentPartPr>
              <p14:xfrm>
                <a:off x="9063502" y="921056"/>
                <a:ext cx="127440" cy="42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257846B-CB72-4F0A-32CB-602A92EE202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54502" y="912056"/>
                  <a:ext cx="145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19F13FF-1458-3E77-9F9F-E07CC4ADE06A}"/>
                    </a:ext>
                  </a:extLst>
                </p14:cNvPr>
                <p14:cNvContentPartPr/>
                <p14:nvPr/>
              </p14:nvContentPartPr>
              <p14:xfrm>
                <a:off x="9249982" y="892976"/>
                <a:ext cx="123840" cy="50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19F13FF-1458-3E77-9F9F-E07CC4ADE06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41342" y="883976"/>
                  <a:ext cx="141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60705AC-1369-71EE-2221-96D000B3CEB3}"/>
                    </a:ext>
                  </a:extLst>
                </p14:cNvPr>
                <p14:cNvContentPartPr/>
                <p14:nvPr/>
              </p14:nvContentPartPr>
              <p14:xfrm>
                <a:off x="9450862" y="892976"/>
                <a:ext cx="116280" cy="81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60705AC-1369-71EE-2221-96D000B3CE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41862" y="883976"/>
                  <a:ext cx="133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974CBE3-ACB1-FEF9-06B7-36C4AF60E2D7}"/>
                    </a:ext>
                  </a:extLst>
                </p14:cNvPr>
                <p14:cNvContentPartPr/>
                <p14:nvPr/>
              </p14:nvContentPartPr>
              <p14:xfrm>
                <a:off x="9569302" y="791816"/>
                <a:ext cx="149040" cy="167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974CBE3-ACB1-FEF9-06B7-36C4AF60E2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60302" y="783176"/>
                  <a:ext cx="166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C382C5A-6AF5-FE32-4AAA-2F8B2BE5080A}"/>
                    </a:ext>
                  </a:extLst>
                </p14:cNvPr>
                <p14:cNvContentPartPr/>
                <p14:nvPr/>
              </p14:nvContentPartPr>
              <p14:xfrm>
                <a:off x="9659662" y="775976"/>
                <a:ext cx="7200" cy="39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C382C5A-6AF5-FE32-4AAA-2F8B2BE508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50662" y="767336"/>
                  <a:ext cx="248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86817DB-004B-4FFE-1AD1-A9695C677D48}"/>
                    </a:ext>
                  </a:extLst>
                </p14:cNvPr>
                <p14:cNvContentPartPr/>
                <p14:nvPr/>
              </p14:nvContentPartPr>
              <p14:xfrm>
                <a:off x="9755422" y="860936"/>
                <a:ext cx="69120" cy="72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86817DB-004B-4FFE-1AD1-A9695C677D4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46782" y="851936"/>
                  <a:ext cx="86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8EC386F-D95A-DE88-5AEC-C1582B753F12}"/>
                    </a:ext>
                  </a:extLst>
                </p14:cNvPr>
                <p14:cNvContentPartPr/>
                <p14:nvPr/>
              </p14:nvContentPartPr>
              <p14:xfrm>
                <a:off x="9915982" y="903416"/>
                <a:ext cx="102600" cy="36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8EC386F-D95A-DE88-5AEC-C1582B753F1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7342" y="894776"/>
                  <a:ext cx="120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82FDC16-5E7E-AC61-A627-6F2C28AC788E}"/>
                    </a:ext>
                  </a:extLst>
                </p14:cNvPr>
                <p14:cNvContentPartPr/>
                <p14:nvPr/>
              </p14:nvContentPartPr>
              <p14:xfrm>
                <a:off x="10047382" y="821336"/>
                <a:ext cx="59040" cy="140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82FDC16-5E7E-AC61-A627-6F2C28AC788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038382" y="812336"/>
                  <a:ext cx="76680" cy="158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length and cutoff; different transition/ripple behavior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r_window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5544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Sharpest transition, worst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8529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22783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common compromise: wider transition, much lower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062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20624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43159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6908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Strongest attenuation here, but broadest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117953-0884-DE1C-C5C4-B7C39CCCEA5C}"/>
                  </a:ext>
                </a:extLst>
              </p:cNvPr>
              <p:cNvSpPr txBox="1"/>
              <p:nvPr/>
            </p:nvSpPr>
            <p:spPr>
              <a:xfrm>
                <a:off x="345558" y="366823"/>
                <a:ext cx="82495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Truncated and Windowed Ideal LPF, N=51,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2800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117953-0884-DE1C-C5C4-B7C39CCCE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58" y="366823"/>
                <a:ext cx="8249566" cy="523220"/>
              </a:xfrm>
              <a:prstGeom prst="rect">
                <a:avLst/>
              </a:prstGeom>
              <a:blipFill>
                <a:blip r:embed="rId2"/>
                <a:stretch>
                  <a:fillRect l="-1552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he diagram illustrates the trade-off between the transition width and stopband ripple for various window functions, such as Rectangular, Bartlett, Hann, Hamming, and Blackman, with a Kaiser parameter ￃﾟ=3.86.&#10;&#10;AI-generated content may be incorrect.">
            <a:extLst>
              <a:ext uri="{FF2B5EF4-FFF2-40B4-BE49-F238E27FC236}">
                <a16:creationId xmlns:a16="http://schemas.microsoft.com/office/drawing/2014/main" id="{C3E52F1C-C6D2-8E54-C37B-CEA742EBC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53" y="1877219"/>
            <a:ext cx="5877752" cy="3535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2E971A-CA95-741D-B738-2083786D2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343" y="1877219"/>
            <a:ext cx="5932299" cy="353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61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practical 51-tap Hamming lowpass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Specification sketch</a:t>
            </a:r>
          </a:p>
        </p:txBody>
      </p:sp>
      <p:pic>
        <p:nvPicPr>
          <p:cNvPr id="7" name="Picture 6" descr="eq_0aa82fe02f419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3657600" cy="381573"/>
          </a:xfrm>
          <a:prstGeom prst="rect">
            <a:avLst/>
          </a:prstGeom>
        </p:spPr>
      </p:pic>
      <p:pic>
        <p:nvPicPr>
          <p:cNvPr id="8" name="Picture 7" descr="eq_9cef1a64bc0717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4206240" cy="4269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3749039"/>
            <a:ext cx="46634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3858767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Hamming?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233671"/>
            <a:ext cx="44348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We accept a somewhat wider transition in exchange for much better sidelobe rejection than rectangular truncation.</a:t>
            </a:r>
          </a:p>
        </p:txBody>
      </p:sp>
      <p:pic>
        <p:nvPicPr>
          <p:cNvPr id="13" name="Picture 12" descr="fir_window_respo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25880"/>
            <a:ext cx="5486400" cy="3117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8AAA76-4383-1321-E548-0E29C80F6D38}"/>
              </a:ext>
            </a:extLst>
          </p:cNvPr>
          <p:cNvGrpSpPr/>
          <p:nvPr/>
        </p:nvGrpSpPr>
        <p:grpSpPr>
          <a:xfrm>
            <a:off x="6297982" y="4450136"/>
            <a:ext cx="1625760" cy="623520"/>
            <a:chOff x="6297982" y="4450136"/>
            <a:chExt cx="1625760" cy="62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F33EC1-C81C-0E2A-5791-BEC866945288}"/>
                    </a:ext>
                  </a:extLst>
                </p14:cNvPr>
                <p14:cNvContentPartPr/>
                <p14:nvPr/>
              </p14:nvContentPartPr>
              <p14:xfrm>
                <a:off x="7138942" y="4450136"/>
                <a:ext cx="23400" cy="623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F33EC1-C81C-0E2A-5791-BEC86694528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30302" y="4441136"/>
                  <a:ext cx="4104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E396668-6C74-9E27-B521-C97F2C5AF05A}"/>
                    </a:ext>
                  </a:extLst>
                </p14:cNvPr>
                <p14:cNvContentPartPr/>
                <p14:nvPr/>
              </p14:nvContentPartPr>
              <p14:xfrm>
                <a:off x="6297982" y="4948736"/>
                <a:ext cx="1625760" cy="60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E396668-6C74-9E27-B521-C97F2C5AF05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89342" y="4939736"/>
                  <a:ext cx="164340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445D60-8A4C-07BB-7ED3-5F562E71A97A}"/>
              </a:ext>
            </a:extLst>
          </p:cNvPr>
          <p:cNvGrpSpPr/>
          <p:nvPr/>
        </p:nvGrpSpPr>
        <p:grpSpPr>
          <a:xfrm>
            <a:off x="6736822" y="4624736"/>
            <a:ext cx="1029960" cy="596160"/>
            <a:chOff x="6736822" y="4624736"/>
            <a:chExt cx="102996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2E5BD80-AD64-B5DB-B171-A108AF4F9599}"/>
                    </a:ext>
                  </a:extLst>
                </p14:cNvPr>
                <p14:cNvContentPartPr/>
                <p14:nvPr/>
              </p14:nvContentPartPr>
              <p14:xfrm>
                <a:off x="6778582" y="4624736"/>
                <a:ext cx="775800" cy="11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2E5BD80-AD64-B5DB-B171-A108AF4F95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69582" y="4616096"/>
                  <a:ext cx="793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8F1A29B-C192-8E44-8BF7-A222A5F3E90A}"/>
                    </a:ext>
                  </a:extLst>
                </p14:cNvPr>
                <p14:cNvContentPartPr/>
                <p14:nvPr/>
              </p14:nvContentPartPr>
              <p14:xfrm>
                <a:off x="6736822" y="4635896"/>
                <a:ext cx="41400" cy="279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8F1A29B-C192-8E44-8BF7-A222A5F3E9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28182" y="4626896"/>
                  <a:ext cx="590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259E5E-AB67-EBEA-1FB9-9CEA06B1EBDB}"/>
                    </a:ext>
                  </a:extLst>
                </p14:cNvPr>
                <p14:cNvContentPartPr/>
                <p14:nvPr/>
              </p14:nvContentPartPr>
              <p14:xfrm>
                <a:off x="7516942" y="4656056"/>
                <a:ext cx="21960" cy="31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259E5E-AB67-EBEA-1FB9-9CEA06B1EB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07942" y="4647416"/>
                  <a:ext cx="396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CF9A89-3524-7DBD-8B6E-0A9A57B10A90}"/>
                    </a:ext>
                  </a:extLst>
                </p14:cNvPr>
                <p14:cNvContentPartPr/>
                <p14:nvPr/>
              </p14:nvContentPartPr>
              <p14:xfrm>
                <a:off x="7482022" y="5084816"/>
                <a:ext cx="131760" cy="82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CF9A89-3524-7DBD-8B6E-0A9A57B10A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73022" y="5075816"/>
                  <a:ext cx="149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36D768B-A508-5BE9-52AB-9D2F86822B16}"/>
                    </a:ext>
                  </a:extLst>
                </p14:cNvPr>
                <p14:cNvContentPartPr/>
                <p14:nvPr/>
              </p14:nvContentPartPr>
              <p14:xfrm>
                <a:off x="7672102" y="5140616"/>
                <a:ext cx="94680" cy="80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36D768B-A508-5BE9-52AB-9D2F86822B1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663462" y="5131976"/>
                  <a:ext cx="11232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C1EC3D-93C9-9BD3-C339-B5451A0F012A}"/>
              </a:ext>
            </a:extLst>
          </p:cNvPr>
          <p:cNvGrpSpPr/>
          <p:nvPr/>
        </p:nvGrpSpPr>
        <p:grpSpPr>
          <a:xfrm>
            <a:off x="6560782" y="5107496"/>
            <a:ext cx="344520" cy="97920"/>
            <a:chOff x="6560782" y="5107496"/>
            <a:chExt cx="344520" cy="9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2A7B518-5D1A-154B-54A8-7111FC1166F9}"/>
                    </a:ext>
                  </a:extLst>
                </p14:cNvPr>
                <p14:cNvContentPartPr/>
                <p14:nvPr/>
              </p14:nvContentPartPr>
              <p14:xfrm>
                <a:off x="6560782" y="5150696"/>
                <a:ext cx="100800" cy="11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2A7B518-5D1A-154B-54A8-7111FC1166F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51782" y="5142056"/>
                  <a:ext cx="118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BA206A-C9AB-2532-67CA-0692BD1E478A}"/>
                    </a:ext>
                  </a:extLst>
                </p14:cNvPr>
                <p14:cNvContentPartPr/>
                <p14:nvPr/>
              </p14:nvContentPartPr>
              <p14:xfrm>
                <a:off x="6714142" y="5107496"/>
                <a:ext cx="191160" cy="97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BA206A-C9AB-2532-67CA-0692BD1E478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05502" y="5098856"/>
                  <a:ext cx="20880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81103D-F1BD-9526-ABF2-04A803A5ED0F}"/>
              </a:ext>
            </a:extLst>
          </p:cNvPr>
          <p:cNvGrpSpPr/>
          <p:nvPr/>
        </p:nvGrpSpPr>
        <p:grpSpPr>
          <a:xfrm>
            <a:off x="8445742" y="4651736"/>
            <a:ext cx="569160" cy="199080"/>
            <a:chOff x="8445742" y="4651736"/>
            <a:chExt cx="56916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719C02-034B-E766-0230-0554EB8970FF}"/>
                    </a:ext>
                  </a:extLst>
                </p14:cNvPr>
                <p14:cNvContentPartPr/>
                <p14:nvPr/>
              </p14:nvContentPartPr>
              <p14:xfrm>
                <a:off x="8576422" y="4771976"/>
                <a:ext cx="280800" cy="2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719C02-034B-E766-0230-0554EB8970F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567422" y="4762976"/>
                  <a:ext cx="298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4F41FD-3368-4453-2AE2-B81E04760BF1}"/>
                    </a:ext>
                  </a:extLst>
                </p14:cNvPr>
                <p14:cNvContentPartPr/>
                <p14:nvPr/>
              </p14:nvContentPartPr>
              <p14:xfrm>
                <a:off x="8666062" y="4725176"/>
                <a:ext cx="191160" cy="16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4F41FD-3368-4453-2AE2-B81E04760BF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57062" y="4716536"/>
                  <a:ext cx="20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84D075-15E1-6F4E-FEF1-6F010E9A28A6}"/>
                    </a:ext>
                  </a:extLst>
                </p14:cNvPr>
                <p14:cNvContentPartPr/>
                <p14:nvPr/>
              </p14:nvContentPartPr>
              <p14:xfrm>
                <a:off x="8819422" y="4651736"/>
                <a:ext cx="195480" cy="199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84D075-15E1-6F4E-FEF1-6F010E9A28A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10782" y="4642736"/>
                  <a:ext cx="213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D2D6C4D-2392-E330-0323-859D2588BEB2}"/>
                    </a:ext>
                  </a:extLst>
                </p14:cNvPr>
                <p14:cNvContentPartPr/>
                <p14:nvPr/>
              </p14:nvContentPartPr>
              <p14:xfrm>
                <a:off x="8445742" y="4685936"/>
                <a:ext cx="230400" cy="162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D2D6C4D-2392-E330-0323-859D2588BEB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37102" y="4677296"/>
                  <a:ext cx="24804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77AE83A-AEF0-363E-30D8-E0987B318E7B}"/>
              </a:ext>
            </a:extLst>
          </p:cNvPr>
          <p:cNvGrpSpPr/>
          <p:nvPr/>
        </p:nvGrpSpPr>
        <p:grpSpPr>
          <a:xfrm>
            <a:off x="9415222" y="4541936"/>
            <a:ext cx="1620360" cy="529200"/>
            <a:chOff x="9415222" y="4541936"/>
            <a:chExt cx="1620360" cy="52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A8D175B-C166-03F7-6294-9E6BFF592CE6}"/>
                    </a:ext>
                  </a:extLst>
                </p14:cNvPr>
                <p14:cNvContentPartPr/>
                <p14:nvPr/>
              </p14:nvContentPartPr>
              <p14:xfrm>
                <a:off x="10215862" y="4592336"/>
                <a:ext cx="819720" cy="478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A8D175B-C166-03F7-6294-9E6BFF592C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207222" y="4583336"/>
                  <a:ext cx="83736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B38FF1C-771A-0774-B792-E925E1FD6719}"/>
                    </a:ext>
                  </a:extLst>
                </p14:cNvPr>
                <p14:cNvContentPartPr/>
                <p14:nvPr/>
              </p14:nvContentPartPr>
              <p14:xfrm>
                <a:off x="9415222" y="4571456"/>
                <a:ext cx="834840" cy="436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B38FF1C-771A-0774-B792-E925E1FD671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06582" y="4562816"/>
                  <a:ext cx="8524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A874C1C-643B-EAC8-93BB-8D7BF9201A38}"/>
                    </a:ext>
                  </a:extLst>
                </p14:cNvPr>
                <p14:cNvContentPartPr/>
                <p14:nvPr/>
              </p14:nvContentPartPr>
              <p14:xfrm>
                <a:off x="10159342" y="4672256"/>
                <a:ext cx="59040" cy="276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A874C1C-643B-EAC8-93BB-8D7BF9201A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150702" y="4663616"/>
                  <a:ext cx="766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F2972E0-41EB-8DEC-9749-F8504FC761C7}"/>
                    </a:ext>
                  </a:extLst>
                </p14:cNvPr>
                <p14:cNvContentPartPr/>
                <p14:nvPr/>
              </p14:nvContentPartPr>
              <p14:xfrm>
                <a:off x="10147822" y="4541936"/>
                <a:ext cx="70200" cy="15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F2972E0-41EB-8DEC-9749-F8504FC761C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38822" y="4532936"/>
                  <a:ext cx="87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2666B1-72C7-6624-376B-E4A00985644F}"/>
                    </a:ext>
                  </a:extLst>
                </p14:cNvPr>
                <p14:cNvContentPartPr/>
                <p14:nvPr/>
              </p14:nvContentPartPr>
              <p14:xfrm>
                <a:off x="10363102" y="4731296"/>
                <a:ext cx="29160" cy="209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2666B1-72C7-6624-376B-E4A00985644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54462" y="4722656"/>
                  <a:ext cx="46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A79EACB-45C5-927D-6466-1C85C6FCB891}"/>
                    </a:ext>
                  </a:extLst>
                </p14:cNvPr>
                <p14:cNvContentPartPr/>
                <p14:nvPr/>
              </p14:nvContentPartPr>
              <p14:xfrm>
                <a:off x="10306582" y="4642016"/>
                <a:ext cx="88560" cy="74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A79EACB-45C5-927D-6466-1C85C6FCB8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297582" y="4633376"/>
                  <a:ext cx="106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2639087-C556-564F-F8D4-A66238AE84BE}"/>
                    </a:ext>
                  </a:extLst>
                </p14:cNvPr>
                <p14:cNvContentPartPr/>
                <p14:nvPr/>
              </p14:nvContentPartPr>
              <p14:xfrm>
                <a:off x="10499182" y="4858736"/>
                <a:ext cx="21960" cy="85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2639087-C556-564F-F8D4-A66238AE84B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90182" y="4850096"/>
                  <a:ext cx="39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D5DF6D0-4D9E-6C15-8B9C-189E5447C355}"/>
                    </a:ext>
                  </a:extLst>
                </p14:cNvPr>
                <p14:cNvContentPartPr/>
                <p14:nvPr/>
              </p14:nvContentPartPr>
              <p14:xfrm>
                <a:off x="10467142" y="4768376"/>
                <a:ext cx="48600" cy="92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D5DF6D0-4D9E-6C15-8B9C-189E5447C35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458502" y="4759736"/>
                  <a:ext cx="66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B06EE69-7B04-7AFF-9189-BB6C0271248B}"/>
                    </a:ext>
                  </a:extLst>
                </p14:cNvPr>
                <p14:cNvContentPartPr/>
                <p14:nvPr/>
              </p14:nvContentPartPr>
              <p14:xfrm>
                <a:off x="10722742" y="4944056"/>
                <a:ext cx="12960" cy="103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B06EE69-7B04-7AFF-9189-BB6C027124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14102" y="4935056"/>
                  <a:ext cx="30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A5F177-DB2E-46F4-B3BF-B2A21CD1F52A}"/>
                    </a:ext>
                  </a:extLst>
                </p14:cNvPr>
                <p14:cNvContentPartPr/>
                <p14:nvPr/>
              </p14:nvContentPartPr>
              <p14:xfrm>
                <a:off x="10752982" y="4986896"/>
                <a:ext cx="39240" cy="67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A5F177-DB2E-46F4-B3BF-B2A21CD1F52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43982" y="4978256"/>
                  <a:ext cx="56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EFB6100-F4A4-BC26-6E84-85574A4D5964}"/>
                    </a:ext>
                  </a:extLst>
                </p14:cNvPr>
                <p14:cNvContentPartPr/>
                <p14:nvPr/>
              </p14:nvContentPartPr>
              <p14:xfrm>
                <a:off x="10073662" y="4672976"/>
                <a:ext cx="22320" cy="220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EFB6100-F4A4-BC26-6E84-85574A4D596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064662" y="4663976"/>
                  <a:ext cx="39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804F70-5B12-4DC9-FECA-0C5607B3E89A}"/>
                    </a:ext>
                  </a:extLst>
                </p14:cNvPr>
                <p14:cNvContentPartPr/>
                <p14:nvPr/>
              </p14:nvContentPartPr>
              <p14:xfrm>
                <a:off x="10020022" y="4647056"/>
                <a:ext cx="56880" cy="61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804F70-5B12-4DC9-FECA-0C5607B3E89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11382" y="4638056"/>
                  <a:ext cx="74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49A33A-BDFB-9D0C-796F-066C7496CD6A}"/>
                    </a:ext>
                  </a:extLst>
                </p14:cNvPr>
                <p14:cNvContentPartPr/>
                <p14:nvPr/>
              </p14:nvContentPartPr>
              <p14:xfrm>
                <a:off x="9904102" y="4800416"/>
                <a:ext cx="14400" cy="93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49A33A-BDFB-9D0C-796F-066C7496CD6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895102" y="4791776"/>
                  <a:ext cx="32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AB6173F-2670-2A57-7BEF-9F9E2FC8FFF8}"/>
                    </a:ext>
                  </a:extLst>
                </p14:cNvPr>
                <p14:cNvContentPartPr/>
                <p14:nvPr/>
              </p14:nvContentPartPr>
              <p14:xfrm>
                <a:off x="9913102" y="4768376"/>
                <a:ext cx="23400" cy="28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AB6173F-2670-2A57-7BEF-9F9E2FC8FFF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904102" y="4759736"/>
                  <a:ext cx="4104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B325BED-4201-473B-3772-FA66B1DADB26}"/>
              </a:ext>
            </a:extLst>
          </p:cNvPr>
          <p:cNvGrpSpPr/>
          <p:nvPr/>
        </p:nvGrpSpPr>
        <p:grpSpPr>
          <a:xfrm>
            <a:off x="9401542" y="4433216"/>
            <a:ext cx="2544120" cy="1281600"/>
            <a:chOff x="9401542" y="4433216"/>
            <a:chExt cx="2544120" cy="12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1F486E-62E2-F18C-6CA7-7D3A77591F13}"/>
                    </a:ext>
                  </a:extLst>
                </p14:cNvPr>
                <p14:cNvContentPartPr/>
                <p14:nvPr/>
              </p14:nvContentPartPr>
              <p14:xfrm>
                <a:off x="10185982" y="4433216"/>
                <a:ext cx="37800" cy="575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1F486E-62E2-F18C-6CA7-7D3A77591F1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76982" y="4424576"/>
                  <a:ext cx="5544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FF87755-7B81-8EED-4BA7-0361858497FC}"/>
                    </a:ext>
                  </a:extLst>
                </p14:cNvPr>
                <p14:cNvContentPartPr/>
                <p14:nvPr/>
              </p14:nvContentPartPr>
              <p14:xfrm>
                <a:off x="9491182" y="4901216"/>
                <a:ext cx="1612440" cy="74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FF87755-7B81-8EED-4BA7-0361858497F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82182" y="4892216"/>
                  <a:ext cx="1630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3164D67-862D-C324-5F56-A72477B5D2A9}"/>
                    </a:ext>
                  </a:extLst>
                </p14:cNvPr>
                <p14:cNvContentPartPr/>
                <p14:nvPr/>
              </p14:nvContentPartPr>
              <p14:xfrm>
                <a:off x="10201462" y="5166536"/>
                <a:ext cx="32760" cy="548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3164D67-862D-C324-5F56-A72477B5D2A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92462" y="5157536"/>
                  <a:ext cx="5040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9C43C7F-32D8-98FB-3A47-D6762E7CEC5F}"/>
                    </a:ext>
                  </a:extLst>
                </p14:cNvPr>
                <p14:cNvContentPartPr/>
                <p14:nvPr/>
              </p14:nvContentPartPr>
              <p14:xfrm>
                <a:off x="9401542" y="5588456"/>
                <a:ext cx="1783440" cy="525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9C43C7F-32D8-98FB-3A47-D6762E7CEC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392542" y="5579456"/>
                  <a:ext cx="1801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C563F3-C559-AB01-5F84-1CE9FF28B781}"/>
                    </a:ext>
                  </a:extLst>
                </p14:cNvPr>
                <p14:cNvContentPartPr/>
                <p14:nvPr/>
              </p14:nvContentPartPr>
              <p14:xfrm>
                <a:off x="10983022" y="5166176"/>
                <a:ext cx="173160" cy="50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C563F3-C559-AB01-5F84-1CE9FF28B78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74022" y="5157536"/>
                  <a:ext cx="190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87D86BE-2683-6D41-BBDC-4F535C9B5D9D}"/>
                    </a:ext>
                  </a:extLst>
                </p14:cNvPr>
                <p14:cNvContentPartPr/>
                <p14:nvPr/>
              </p14:nvContentPartPr>
              <p14:xfrm>
                <a:off x="11185342" y="5011376"/>
                <a:ext cx="265680" cy="208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87D86BE-2683-6D41-BBDC-4F535C9B5D9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76342" y="5002736"/>
                  <a:ext cx="283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6F28B7-1EFA-A15F-D93A-7B1147F55975}"/>
                    </a:ext>
                  </a:extLst>
                </p14:cNvPr>
                <p14:cNvContentPartPr/>
                <p14:nvPr/>
              </p14:nvContentPartPr>
              <p14:xfrm>
                <a:off x="11419342" y="5178416"/>
                <a:ext cx="99000" cy="38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6F28B7-1EFA-A15F-D93A-7B1147F5597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10342" y="5169776"/>
                  <a:ext cx="116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306EF59-33A7-96C7-457F-8189AAF6E191}"/>
                    </a:ext>
                  </a:extLst>
                </p14:cNvPr>
                <p14:cNvContentPartPr/>
                <p14:nvPr/>
              </p14:nvContentPartPr>
              <p14:xfrm>
                <a:off x="11488462" y="5076896"/>
                <a:ext cx="41040" cy="141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306EF59-33A7-96C7-457F-8189AAF6E19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479462" y="5067896"/>
                  <a:ext cx="586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4C100B8-6749-7E22-4F12-559CCB7241CE}"/>
                    </a:ext>
                  </a:extLst>
                </p14:cNvPr>
                <p14:cNvContentPartPr/>
                <p14:nvPr/>
              </p14:nvContentPartPr>
              <p14:xfrm>
                <a:off x="11483062" y="5157176"/>
                <a:ext cx="139680" cy="67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4C100B8-6749-7E22-4F12-559CCB7241C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74062" y="5148536"/>
                  <a:ext cx="157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22BF291-C185-4B67-5C8D-9AAC245DC557}"/>
                    </a:ext>
                  </a:extLst>
                </p14:cNvPr>
                <p14:cNvContentPartPr/>
                <p14:nvPr/>
              </p14:nvContentPartPr>
              <p14:xfrm>
                <a:off x="11578822" y="5054576"/>
                <a:ext cx="10080" cy="25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22BF291-C185-4B67-5C8D-9AAC245DC55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569822" y="5045576"/>
                  <a:ext cx="27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BB2ABFC-7BAA-0E17-0B1E-6620382E71E3}"/>
                    </a:ext>
                  </a:extLst>
                </p14:cNvPr>
                <p14:cNvContentPartPr/>
                <p14:nvPr/>
              </p14:nvContentPartPr>
              <p14:xfrm>
                <a:off x="11665582" y="5129816"/>
                <a:ext cx="73440" cy="159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BB2ABFC-7BAA-0E17-0B1E-6620382E71E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656942" y="5120816"/>
                  <a:ext cx="91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4E9A44-FB96-2BA9-56CF-6E8B18F62405}"/>
                    </a:ext>
                  </a:extLst>
                </p14:cNvPr>
                <p14:cNvContentPartPr/>
                <p14:nvPr/>
              </p14:nvContentPartPr>
              <p14:xfrm>
                <a:off x="11721742" y="5003096"/>
                <a:ext cx="223920" cy="349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4E9A44-FB96-2BA9-56CF-6E8B18F6240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713102" y="4994456"/>
                  <a:ext cx="24156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A67B958-B99B-B73E-9D1F-32F82BA082F4}"/>
              </a:ext>
            </a:extLst>
          </p:cNvPr>
          <p:cNvGrpSpPr/>
          <p:nvPr/>
        </p:nvGrpSpPr>
        <p:grpSpPr>
          <a:xfrm>
            <a:off x="9589822" y="5353016"/>
            <a:ext cx="1335240" cy="259560"/>
            <a:chOff x="9589822" y="5353016"/>
            <a:chExt cx="133524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B0AE65C-6D7D-019A-61C9-9433C188C1CC}"/>
                    </a:ext>
                  </a:extLst>
                </p14:cNvPr>
                <p14:cNvContentPartPr/>
                <p14:nvPr/>
              </p14:nvContentPartPr>
              <p14:xfrm>
                <a:off x="9609262" y="5353016"/>
                <a:ext cx="1305360" cy="33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B0AE65C-6D7D-019A-61C9-9433C188C1C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600262" y="5344376"/>
                  <a:ext cx="1323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261944-8E3C-0C60-CCC2-92FAA817FCD0}"/>
                    </a:ext>
                  </a:extLst>
                </p14:cNvPr>
                <p14:cNvContentPartPr/>
                <p14:nvPr/>
              </p14:nvContentPartPr>
              <p14:xfrm>
                <a:off x="9589822" y="5360936"/>
                <a:ext cx="16920" cy="233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261944-8E3C-0C60-CCC2-92FAA817FCD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581182" y="5352296"/>
                  <a:ext cx="345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505D57C-082E-A7E9-1044-D3799D6B3F30}"/>
                    </a:ext>
                  </a:extLst>
                </p14:cNvPr>
                <p14:cNvContentPartPr/>
                <p14:nvPr/>
              </p14:nvContentPartPr>
              <p14:xfrm>
                <a:off x="10916062" y="5380016"/>
                <a:ext cx="9000" cy="232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505D57C-082E-A7E9-1044-D3799D6B3F3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07422" y="5371016"/>
                  <a:ext cx="2664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ACDE13D-84BD-349D-FF54-2ED87B5D9D48}"/>
              </a:ext>
            </a:extLst>
          </p:cNvPr>
          <p:cNvGrpSpPr/>
          <p:nvPr/>
        </p:nvGrpSpPr>
        <p:grpSpPr>
          <a:xfrm>
            <a:off x="6002422" y="5321336"/>
            <a:ext cx="1063440" cy="127080"/>
            <a:chOff x="6002422" y="5321336"/>
            <a:chExt cx="106344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EC3F0D8-DEBA-63D6-0A13-9E99CE573209}"/>
                    </a:ext>
                  </a:extLst>
                </p14:cNvPr>
                <p14:cNvContentPartPr/>
                <p14:nvPr/>
              </p14:nvContentPartPr>
              <p14:xfrm>
                <a:off x="6002422" y="5336456"/>
                <a:ext cx="89640" cy="91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EC3F0D8-DEBA-63D6-0A13-9E99CE57320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993422" y="5327816"/>
                  <a:ext cx="107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8A94B42-82FB-FD47-01ED-25629FC5FE3F}"/>
                    </a:ext>
                  </a:extLst>
                </p14:cNvPr>
                <p14:cNvContentPartPr/>
                <p14:nvPr/>
              </p14:nvContentPartPr>
              <p14:xfrm>
                <a:off x="6137782" y="5384696"/>
                <a:ext cx="56880" cy="44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8A94B42-82FB-FD47-01ED-25629FC5FE3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28782" y="5375696"/>
                  <a:ext cx="74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02BD081-D95B-4489-8528-DF10D189F2C4}"/>
                    </a:ext>
                  </a:extLst>
                </p14:cNvPr>
                <p14:cNvContentPartPr/>
                <p14:nvPr/>
              </p14:nvContentPartPr>
              <p14:xfrm>
                <a:off x="6262342" y="5390456"/>
                <a:ext cx="139680" cy="47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02BD081-D95B-4489-8528-DF10D189F2C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53702" y="5381816"/>
                  <a:ext cx="157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8D4FD84-5AA8-BCFA-D74B-9D44739E27AA}"/>
                    </a:ext>
                  </a:extLst>
                </p14:cNvPr>
                <p14:cNvContentPartPr/>
                <p14:nvPr/>
              </p14:nvContentPartPr>
              <p14:xfrm>
                <a:off x="6437662" y="5373536"/>
                <a:ext cx="95040" cy="74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8D4FD84-5AA8-BCFA-D74B-9D44739E27A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29022" y="5364896"/>
                  <a:ext cx="1126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CAFE9E5-B725-1ED3-1894-4EB89B291BCE}"/>
                    </a:ext>
                  </a:extLst>
                </p14:cNvPr>
                <p14:cNvContentPartPr/>
                <p14:nvPr/>
              </p14:nvContentPartPr>
              <p14:xfrm>
                <a:off x="6571942" y="5386496"/>
                <a:ext cx="90720" cy="619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CAFE9E5-B725-1ED3-1894-4EB89B291BC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563302" y="5377856"/>
                  <a:ext cx="1083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9DC6A66-7143-0E0C-14DE-BD641CF4D7CC}"/>
                    </a:ext>
                  </a:extLst>
                </p14:cNvPr>
                <p14:cNvContentPartPr/>
                <p14:nvPr/>
              </p14:nvContentPartPr>
              <p14:xfrm>
                <a:off x="6691822" y="5321336"/>
                <a:ext cx="65880" cy="106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9DC6A66-7143-0E0C-14DE-BD641CF4D7C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82822" y="5312696"/>
                  <a:ext cx="835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8E22530-3D2C-6132-FAE2-FE10C94C2050}"/>
                    </a:ext>
                  </a:extLst>
                </p14:cNvPr>
                <p14:cNvContentPartPr/>
                <p14:nvPr/>
              </p14:nvContentPartPr>
              <p14:xfrm>
                <a:off x="6772822" y="5359136"/>
                <a:ext cx="81360" cy="57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8E22530-3D2C-6132-FAE2-FE10C94C205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63822" y="5350496"/>
                  <a:ext cx="99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29752C-8114-3E98-A021-9BF4E61458E1}"/>
                    </a:ext>
                  </a:extLst>
                </p14:cNvPr>
                <p14:cNvContentPartPr/>
                <p14:nvPr/>
              </p14:nvContentPartPr>
              <p14:xfrm>
                <a:off x="6895222" y="5342936"/>
                <a:ext cx="170640" cy="75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29752C-8114-3E98-A021-9BF4E61458E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86222" y="5334296"/>
                  <a:ext cx="18828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8750E5E-A8D8-3D2D-2245-B5D2A04D33F5}"/>
                  </a:ext>
                </a:extLst>
              </p14:cNvPr>
              <p14:cNvContentPartPr/>
              <p14:nvPr/>
            </p14:nvContentPartPr>
            <p14:xfrm>
              <a:off x="7160902" y="5608616"/>
              <a:ext cx="37800" cy="4363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8750E5E-A8D8-3D2D-2245-B5D2A04D33F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151902" y="5599616"/>
                <a:ext cx="5544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6C97DED-4512-F198-FAB7-B3A131B78438}"/>
                  </a:ext>
                </a:extLst>
              </p14:cNvPr>
              <p14:cNvContentPartPr/>
              <p14:nvPr/>
            </p14:nvContentPartPr>
            <p14:xfrm>
              <a:off x="6036262" y="5974736"/>
              <a:ext cx="2056320" cy="370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6C97DED-4512-F198-FAB7-B3A131B7843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027262" y="5966096"/>
                <a:ext cx="2073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079663C-D12E-86B6-13CF-E14E48722A71}"/>
                  </a:ext>
                </a:extLst>
              </p14:cNvPr>
              <p14:cNvContentPartPr/>
              <p14:nvPr/>
            </p14:nvContentPartPr>
            <p14:xfrm>
              <a:off x="11166982" y="4775576"/>
              <a:ext cx="123120" cy="766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079663C-D12E-86B6-13CF-E14E48722A71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1158342" y="4766936"/>
                <a:ext cx="1407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B7D0089A-9683-0368-DE3C-BFFB7DE0C7DA}"/>
                  </a:ext>
                </a:extLst>
              </p14:cNvPr>
              <p14:cNvContentPartPr/>
              <p14:nvPr/>
            </p14:nvContentPartPr>
            <p14:xfrm>
              <a:off x="11336542" y="5571176"/>
              <a:ext cx="115560" cy="77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B7D0089A-9683-0368-DE3C-BFFB7DE0C7D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327902" y="5562536"/>
                <a:ext cx="13320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D3F2AEF6-E513-9E74-9DC1-A8330AED544D}"/>
              </a:ext>
            </a:extLst>
          </p:cNvPr>
          <p:cNvGrpSpPr/>
          <p:nvPr/>
        </p:nvGrpSpPr>
        <p:grpSpPr>
          <a:xfrm>
            <a:off x="8000782" y="4816976"/>
            <a:ext cx="165960" cy="128160"/>
            <a:chOff x="8000782" y="4816976"/>
            <a:chExt cx="16596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2145A92-E248-5200-6C03-3C8C1CDAF59B}"/>
                    </a:ext>
                  </a:extLst>
                </p14:cNvPr>
                <p14:cNvContentPartPr/>
                <p14:nvPr/>
              </p14:nvContentPartPr>
              <p14:xfrm>
                <a:off x="8000782" y="4885376"/>
                <a:ext cx="129600" cy="59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2145A92-E248-5200-6C03-3C8C1CDAF59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992142" y="4876736"/>
                  <a:ext cx="147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540FD96-77C8-895A-FFA2-BC5DE68CC67A}"/>
                    </a:ext>
                  </a:extLst>
                </p14:cNvPr>
                <p14:cNvContentPartPr/>
                <p14:nvPr/>
              </p14:nvContentPartPr>
              <p14:xfrm>
                <a:off x="8139022" y="4816976"/>
                <a:ext cx="27720" cy="73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540FD96-77C8-895A-FFA2-BC5DE68CC67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130382" y="4808336"/>
                  <a:ext cx="4536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3D1B85D-37C7-0514-61A4-11EB97A97DF0}"/>
                  </a:ext>
                </a:extLst>
              </p14:cNvPr>
              <p14:cNvContentPartPr/>
              <p14:nvPr/>
            </p14:nvContentPartPr>
            <p14:xfrm>
              <a:off x="8165662" y="5853056"/>
              <a:ext cx="139680" cy="849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3D1B85D-37C7-0514-61A4-11EB97A97DF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8156662" y="5844056"/>
                <a:ext cx="15732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AD19549-6232-3691-28D3-93F0B0649FFB}"/>
              </a:ext>
            </a:extLst>
          </p:cNvPr>
          <p:cNvGrpSpPr/>
          <p:nvPr/>
        </p:nvGrpSpPr>
        <p:grpSpPr>
          <a:xfrm>
            <a:off x="6742582" y="5656856"/>
            <a:ext cx="1028520" cy="415080"/>
            <a:chOff x="6742582" y="5656856"/>
            <a:chExt cx="102852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4A29702-DFE1-82C7-A074-FB640B79C84E}"/>
                    </a:ext>
                  </a:extLst>
                </p14:cNvPr>
                <p14:cNvContentPartPr/>
                <p14:nvPr/>
              </p14:nvContentPartPr>
              <p14:xfrm>
                <a:off x="7166302" y="5656856"/>
                <a:ext cx="604800" cy="415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4A29702-DFE1-82C7-A074-FB640B79C84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157302" y="5648216"/>
                  <a:ext cx="6224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CFC138B-C106-7EAE-ACC9-4F0CDE9B3F0F}"/>
                    </a:ext>
                  </a:extLst>
                </p14:cNvPr>
                <p14:cNvContentPartPr/>
                <p14:nvPr/>
              </p14:nvContentPartPr>
              <p14:xfrm>
                <a:off x="6742582" y="5661176"/>
                <a:ext cx="450720" cy="402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CFC138B-C106-7EAE-ACC9-4F0CDE9B3F0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733582" y="5652536"/>
                  <a:ext cx="46836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49C2FF2-1B4C-8B32-2763-148375EF51DA}"/>
              </a:ext>
            </a:extLst>
          </p:cNvPr>
          <p:cNvGrpSpPr/>
          <p:nvPr/>
        </p:nvGrpSpPr>
        <p:grpSpPr>
          <a:xfrm>
            <a:off x="6135982" y="6239336"/>
            <a:ext cx="2093760" cy="538560"/>
            <a:chOff x="6135982" y="6239336"/>
            <a:chExt cx="209376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19714C2-1A71-7A0E-7537-720F0D3E2096}"/>
                    </a:ext>
                  </a:extLst>
                </p14:cNvPr>
                <p14:cNvContentPartPr/>
                <p14:nvPr/>
              </p14:nvContentPartPr>
              <p14:xfrm>
                <a:off x="7230022" y="6239336"/>
                <a:ext cx="64440" cy="538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19714C2-1A71-7A0E-7537-720F0D3E209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21022" y="6230336"/>
                  <a:ext cx="820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8599E1F-817A-6B27-6BAA-E3AA997EF175}"/>
                    </a:ext>
                  </a:extLst>
                </p14:cNvPr>
                <p14:cNvContentPartPr/>
                <p14:nvPr/>
              </p14:nvContentPartPr>
              <p14:xfrm>
                <a:off x="6135982" y="6607616"/>
                <a:ext cx="2093760" cy="48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8599E1F-817A-6B27-6BAA-E3AA997EF17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126982" y="6598976"/>
                  <a:ext cx="21114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268FC1B-3534-6ABB-0C16-F9E887466ABB}"/>
                  </a:ext>
                </a:extLst>
              </p14:cNvPr>
              <p14:cNvContentPartPr/>
              <p14:nvPr/>
            </p14:nvContentPartPr>
            <p14:xfrm>
              <a:off x="7368262" y="6283256"/>
              <a:ext cx="252720" cy="842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268FC1B-3534-6ABB-0C16-F9E887466AB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7359262" y="6274256"/>
                <a:ext cx="27036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96B7FA2-91DB-F2D6-9849-536E8B6D6FBD}"/>
              </a:ext>
            </a:extLst>
          </p:cNvPr>
          <p:cNvGrpSpPr/>
          <p:nvPr/>
        </p:nvGrpSpPr>
        <p:grpSpPr>
          <a:xfrm>
            <a:off x="6034462" y="6220976"/>
            <a:ext cx="2215800" cy="503640"/>
            <a:chOff x="6034462" y="6220976"/>
            <a:chExt cx="2215800" cy="50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A07E134-C5BC-A62E-B6F0-7E747F2F432E}"/>
                    </a:ext>
                  </a:extLst>
                </p14:cNvPr>
                <p14:cNvContentPartPr/>
                <p14:nvPr/>
              </p14:nvContentPartPr>
              <p14:xfrm>
                <a:off x="7117702" y="6334736"/>
                <a:ext cx="260280" cy="23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A07E134-C5BC-A62E-B6F0-7E747F2F432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09062" y="6326096"/>
                  <a:ext cx="277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F927276-65BF-84D3-8007-DE296D068EFA}"/>
                    </a:ext>
                  </a:extLst>
                </p14:cNvPr>
                <p14:cNvContentPartPr/>
                <p14:nvPr/>
              </p14:nvContentPartPr>
              <p14:xfrm>
                <a:off x="7309582" y="6345536"/>
                <a:ext cx="81360" cy="12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F927276-65BF-84D3-8007-DE296D068EF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00942" y="6336536"/>
                  <a:ext cx="99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3AEE349-8B68-6881-80CF-D7A48B60C0CB}"/>
                    </a:ext>
                  </a:extLst>
                </p14:cNvPr>
                <p14:cNvContentPartPr/>
                <p14:nvPr/>
              </p14:nvContentPartPr>
              <p14:xfrm>
                <a:off x="7633942" y="6234656"/>
                <a:ext cx="616320" cy="4590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3AEE349-8B68-6881-80CF-D7A48B60C0C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25302" y="6226016"/>
                  <a:ext cx="63396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50FABFD-7398-DAC5-1857-7013842CBD77}"/>
                    </a:ext>
                  </a:extLst>
                </p14:cNvPr>
                <p14:cNvContentPartPr/>
                <p14:nvPr/>
              </p14:nvContentPartPr>
              <p14:xfrm>
                <a:off x="7055422" y="6346976"/>
                <a:ext cx="116280" cy="16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50FABFD-7398-DAC5-1857-7013842CBD7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046422" y="6338336"/>
                  <a:ext cx="133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C3D6117-0F19-2099-054F-54B00364189E}"/>
                    </a:ext>
                  </a:extLst>
                </p14:cNvPr>
                <p14:cNvContentPartPr/>
                <p14:nvPr/>
              </p14:nvContentPartPr>
              <p14:xfrm>
                <a:off x="6263422" y="6220976"/>
                <a:ext cx="780840" cy="503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C3D6117-0F19-2099-054F-54B00364189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254782" y="6211976"/>
                  <a:ext cx="79848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2802528-D560-1690-7BF0-A6A5670430E7}"/>
                    </a:ext>
                  </a:extLst>
                </p14:cNvPr>
                <p14:cNvContentPartPr/>
                <p14:nvPr/>
              </p14:nvContentPartPr>
              <p14:xfrm>
                <a:off x="6034462" y="6561176"/>
                <a:ext cx="382320" cy="100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2802528-D560-1690-7BF0-A6A5670430E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025822" y="6552536"/>
                  <a:ext cx="399960" cy="118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FILTER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Longer FIRs buy a narrower transition—at a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eq_90fdfe8dede92c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200400" cy="5263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Increase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taps generally narrow the transition for the same window family.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50292" cy="11430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pay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multiplies, more memory, and larger linear-phase delay</a:t>
            </a:r>
          </a:p>
        </p:txBody>
      </p:sp>
      <p:pic>
        <p:nvPicPr>
          <p:cNvPr id="15" name="Picture 14" descr="eq_7a217251f5ed1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40480"/>
            <a:ext cx="2651760" cy="4286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01000" y="251460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99923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longer convolution kernel also means a larger temporal receptive field and more learned parameters if the kernel is trainable.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ABFA5-8BFB-2178-DC6F-156AC41C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78E16-D7BC-88D2-63E4-F9A5FFC25315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AC675-8373-A7A8-59EB-AF6C5B24F1F6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2F17E00-1A18-F0C2-9CFE-F14A688B83BB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0D8662-D270-25F3-6B55-DDB23FC09AB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DB1C26-BFF9-29A8-EC54-DBFA2A0ED151}"/>
              </a:ext>
            </a:extLst>
          </p:cNvPr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06523-4437-1F5F-B46D-A31835DCBBF1}"/>
              </a:ext>
            </a:extLst>
          </p:cNvPr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5EBBE-3205-D091-66A4-F9AD98906F8B}"/>
              </a:ext>
            </a:extLst>
          </p:cNvPr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D1A2F-7E9C-2097-95AC-BF19DD15E6AA}"/>
              </a:ext>
            </a:extLst>
          </p:cNvPr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0E0807-D47A-0E9D-E20A-A5806FA77749}"/>
              </a:ext>
            </a:extLst>
          </p:cNvPr>
          <p:cNvSpPr/>
          <p:nvPr/>
        </p:nvSpPr>
        <p:spPr>
          <a:xfrm>
            <a:off x="73152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46DFED-21D4-C23F-0C69-197F1E0AB311}"/>
              </a:ext>
            </a:extLst>
          </p:cNvPr>
          <p:cNvSpPr/>
          <p:nvPr/>
        </p:nvSpPr>
        <p:spPr>
          <a:xfrm>
            <a:off x="731520" y="315468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059B5-E180-EEC4-ED8D-84ADC1964404}"/>
              </a:ext>
            </a:extLst>
          </p:cNvPr>
          <p:cNvSpPr txBox="1"/>
          <p:nvPr/>
        </p:nvSpPr>
        <p:spPr>
          <a:xfrm>
            <a:off x="87782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5A205-92C8-80BA-70C7-2FE9B09C6366}"/>
              </a:ext>
            </a:extLst>
          </p:cNvPr>
          <p:cNvSpPr txBox="1"/>
          <p:nvPr/>
        </p:nvSpPr>
        <p:spPr>
          <a:xfrm>
            <a:off x="87782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a stronger taper such as Blackman or increase length.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C07ED0-F242-BB6F-B3FC-7AF984B2A628}"/>
              </a:ext>
            </a:extLst>
          </p:cNvPr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F1B08-C97D-B509-EEFF-473C4741F4CF}"/>
              </a:ext>
            </a:extLst>
          </p:cNvPr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C556B-FE88-501C-3875-15FF1810BAE1}"/>
              </a:ext>
            </a:extLst>
          </p:cNvPr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34D98-C10A-F31C-E697-D90535611974}"/>
              </a:ext>
            </a:extLst>
          </p:cNvPr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7C12D3-28A6-B60A-486B-F590FAC06479}"/>
              </a:ext>
            </a:extLst>
          </p:cNvPr>
          <p:cNvSpPr/>
          <p:nvPr/>
        </p:nvSpPr>
        <p:spPr>
          <a:xfrm>
            <a:off x="452628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B2667-9D01-3498-3F1F-708A32E6D29E}"/>
              </a:ext>
            </a:extLst>
          </p:cNvPr>
          <p:cNvSpPr/>
          <p:nvPr/>
        </p:nvSpPr>
        <p:spPr>
          <a:xfrm>
            <a:off x="4526280" y="315468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108A7-6B36-AE24-EC10-8CAC9A5A96FB}"/>
              </a:ext>
            </a:extLst>
          </p:cNvPr>
          <p:cNvSpPr txBox="1"/>
          <p:nvPr/>
        </p:nvSpPr>
        <p:spPr>
          <a:xfrm>
            <a:off x="467258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CCE16-745C-E80E-E596-EEB8A8590B25}"/>
              </a:ext>
            </a:extLst>
          </p:cNvPr>
          <p:cNvSpPr txBox="1"/>
          <p:nvPr/>
        </p:nvSpPr>
        <p:spPr>
          <a:xfrm>
            <a:off x="467258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can give a narrower main lobe for the same N; increasing N is another option.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A2966F-ECF8-9955-5DA6-9A1C8231EC55}"/>
              </a:ext>
            </a:extLst>
          </p:cNvPr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002D5-6070-5AF9-0411-52427EF297A8}"/>
              </a:ext>
            </a:extLst>
          </p:cNvPr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7F5B5-852E-F44B-1FCE-80033E7A1B73}"/>
              </a:ext>
            </a:extLst>
          </p:cNvPr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BA72C2-8623-273B-A034-9E1E83F546B7}"/>
              </a:ext>
            </a:extLst>
          </p:cNvPr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26B460-A899-326E-C0EA-104E76C15933}"/>
              </a:ext>
            </a:extLst>
          </p:cNvPr>
          <p:cNvSpPr/>
          <p:nvPr/>
        </p:nvSpPr>
        <p:spPr>
          <a:xfrm>
            <a:off x="832104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16874C-3909-6F59-BAD1-BE393BD39F38}"/>
              </a:ext>
            </a:extLst>
          </p:cNvPr>
          <p:cNvSpPr/>
          <p:nvPr/>
        </p:nvSpPr>
        <p:spPr>
          <a:xfrm>
            <a:off x="8321040" y="315468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9E3DCB-D095-0CDE-195E-7042BCE5D86A}"/>
              </a:ext>
            </a:extLst>
          </p:cNvPr>
          <p:cNvSpPr txBox="1"/>
          <p:nvPr/>
        </p:nvSpPr>
        <p:spPr>
          <a:xfrm>
            <a:off x="846734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A878B-0E2E-C7E2-57BA-0223B61E9062}"/>
              </a:ext>
            </a:extLst>
          </p:cNvPr>
          <p:cNvSpPr txBox="1"/>
          <p:nvPr/>
        </p:nvSpPr>
        <p:spPr>
          <a:xfrm>
            <a:off x="846734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linear-phase FIR or another phase-preserving strategy.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1ACB67-08BB-79FF-87DA-CDA756BFB59A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C88F81-08CA-39EE-5B8C-00E8DEBA464F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064358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1-D convolution is a sliding dot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eq_4088984310bf6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572000" cy="1147297"/>
          </a:xfrm>
          <a:prstGeom prst="rect">
            <a:avLst/>
          </a:prstGeom>
        </p:spPr>
      </p:pic>
      <p:pic>
        <p:nvPicPr>
          <p:cNvPr id="7" name="Picture 6" descr="eq_3829ae31a8997b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4206240" cy="5020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impulse response h[k] is designed to satisfy magnitude/phase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657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same local dot product becomes a layer. The kernel may be initialized from DSP knowledge or learned 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40EAB82-208D-DA80-009F-31154EDA2D9F}"/>
              </a:ext>
            </a:extLst>
          </p:cNvPr>
          <p:cNvGrpSpPr/>
          <p:nvPr/>
        </p:nvGrpSpPr>
        <p:grpSpPr>
          <a:xfrm>
            <a:off x="7144702" y="1196096"/>
            <a:ext cx="1555920" cy="234360"/>
            <a:chOff x="7144702" y="1196096"/>
            <a:chExt cx="155592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03F0A78-880B-0787-E37B-F9CC13973B40}"/>
                    </a:ext>
                  </a:extLst>
                </p14:cNvPr>
                <p14:cNvContentPartPr/>
                <p14:nvPr/>
              </p14:nvContentPartPr>
              <p14:xfrm>
                <a:off x="7144702" y="1313096"/>
                <a:ext cx="139320" cy="117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03F0A78-880B-0787-E37B-F9CC13973B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35702" y="1304096"/>
                  <a:ext cx="156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4B94328-C724-A177-CA74-5E1F21357FFD}"/>
                    </a:ext>
                  </a:extLst>
                </p14:cNvPr>
                <p14:cNvContentPartPr/>
                <p14:nvPr/>
              </p14:nvContentPartPr>
              <p14:xfrm>
                <a:off x="7309222" y="1338656"/>
                <a:ext cx="91440" cy="71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4B94328-C724-A177-CA74-5E1F21357F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00582" y="1330016"/>
                  <a:ext cx="109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76EC04-8249-4FA3-5ABA-C1937F1047A4}"/>
                    </a:ext>
                  </a:extLst>
                </p14:cNvPr>
                <p14:cNvContentPartPr/>
                <p14:nvPr/>
              </p14:nvContentPartPr>
              <p14:xfrm>
                <a:off x="7453222" y="1344776"/>
                <a:ext cx="111600" cy="59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76EC04-8249-4FA3-5ABA-C1937F1047A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44582" y="1336136"/>
                  <a:ext cx="1292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000AAA0-1017-572F-AA6F-94DB71DF8E9A}"/>
                    </a:ext>
                  </a:extLst>
                </p14:cNvPr>
                <p14:cNvContentPartPr/>
                <p14:nvPr/>
              </p14:nvContentPartPr>
              <p14:xfrm>
                <a:off x="7628542" y="1297616"/>
                <a:ext cx="65160" cy="94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000AAA0-1017-572F-AA6F-94DB71DF8E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19902" y="1288976"/>
                  <a:ext cx="82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3EE3B7A-82FC-3AAD-8CC2-6C52C24224D6}"/>
                    </a:ext>
                  </a:extLst>
                </p14:cNvPr>
                <p14:cNvContentPartPr/>
                <p14:nvPr/>
              </p14:nvContentPartPr>
              <p14:xfrm>
                <a:off x="7766422" y="1327856"/>
                <a:ext cx="75600" cy="61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3EE3B7A-82FC-3AAD-8CC2-6C52C24224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57422" y="1319216"/>
                  <a:ext cx="93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4FBC3F7-E662-5C2B-3744-656C1BDDE328}"/>
                    </a:ext>
                  </a:extLst>
                </p14:cNvPr>
                <p14:cNvContentPartPr/>
                <p14:nvPr/>
              </p14:nvContentPartPr>
              <p14:xfrm>
                <a:off x="7893502" y="1199696"/>
                <a:ext cx="232200" cy="219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4FBC3F7-E662-5C2B-3744-656C1BDDE32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84862" y="1190696"/>
                  <a:ext cx="249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D97466-F05E-1EF4-31C4-ECBF91E50D54}"/>
                    </a:ext>
                  </a:extLst>
                </p14:cNvPr>
                <p14:cNvContentPartPr/>
                <p14:nvPr/>
              </p14:nvContentPartPr>
              <p14:xfrm>
                <a:off x="8154862" y="1196096"/>
                <a:ext cx="153000" cy="223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D97466-F05E-1EF4-31C4-ECBF91E50D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46222" y="1187096"/>
                  <a:ext cx="170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D3C0C8-2DDA-3A90-9238-9E9643B59D25}"/>
                    </a:ext>
                  </a:extLst>
                </p14:cNvPr>
                <p14:cNvContentPartPr/>
                <p14:nvPr/>
              </p14:nvContentPartPr>
              <p14:xfrm>
                <a:off x="8261782" y="1211936"/>
                <a:ext cx="5040" cy="14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D3C0C8-2DDA-3A90-9238-9E9643B59D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53142" y="120293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CCCA733-4F57-112D-BA32-BA821B273D44}"/>
                    </a:ext>
                  </a:extLst>
                </p14:cNvPr>
                <p14:cNvContentPartPr/>
                <p14:nvPr/>
              </p14:nvContentPartPr>
              <p14:xfrm>
                <a:off x="8367622" y="1292216"/>
                <a:ext cx="333000" cy="113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CCCA733-4F57-112D-BA32-BA821B273D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58622" y="1283216"/>
                  <a:ext cx="3506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37E869C-63D4-3814-7A8A-229D8D30D66D}"/>
              </a:ext>
            </a:extLst>
          </p:cNvPr>
          <p:cNvGrpSpPr/>
          <p:nvPr/>
        </p:nvGrpSpPr>
        <p:grpSpPr>
          <a:xfrm>
            <a:off x="8925982" y="1280696"/>
            <a:ext cx="262080" cy="149760"/>
            <a:chOff x="8925982" y="1280696"/>
            <a:chExt cx="26208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EA858F-8D90-7A27-EAF7-239E5F05941D}"/>
                    </a:ext>
                  </a:extLst>
                </p14:cNvPr>
                <p14:cNvContentPartPr/>
                <p14:nvPr/>
              </p14:nvContentPartPr>
              <p14:xfrm>
                <a:off x="8925982" y="1308776"/>
                <a:ext cx="118800" cy="121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EA858F-8D90-7A27-EAF7-239E5F05941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16982" y="1300136"/>
                  <a:ext cx="136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1DBD33-5159-35A4-1E53-ACFACBB03CDD}"/>
                    </a:ext>
                  </a:extLst>
                </p14:cNvPr>
                <p14:cNvContentPartPr/>
                <p14:nvPr/>
              </p14:nvContentPartPr>
              <p14:xfrm>
                <a:off x="9083662" y="1280696"/>
                <a:ext cx="104400" cy="120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1DBD33-5159-35A4-1E53-ACFACBB03C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74662" y="1272056"/>
                  <a:ext cx="1220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8D368FC-FA19-F494-7579-B618E9370F44}"/>
              </a:ext>
            </a:extLst>
          </p:cNvPr>
          <p:cNvGrpSpPr/>
          <p:nvPr/>
        </p:nvGrpSpPr>
        <p:grpSpPr>
          <a:xfrm>
            <a:off x="9602422" y="1227416"/>
            <a:ext cx="1301400" cy="245160"/>
            <a:chOff x="9602422" y="1227416"/>
            <a:chExt cx="13014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5E4F0B-C076-E406-FC3A-05345993FCF8}"/>
                    </a:ext>
                  </a:extLst>
                </p14:cNvPr>
                <p14:cNvContentPartPr/>
                <p14:nvPr/>
              </p14:nvContentPartPr>
              <p14:xfrm>
                <a:off x="9602422" y="1327856"/>
                <a:ext cx="131040" cy="11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5E4F0B-C076-E406-FC3A-05345993FC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93782" y="1318856"/>
                  <a:ext cx="148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F742864-5027-36FC-7F75-2E7D006C67AE}"/>
                    </a:ext>
                  </a:extLst>
                </p14:cNvPr>
                <p14:cNvContentPartPr/>
                <p14:nvPr/>
              </p14:nvContentPartPr>
              <p14:xfrm>
                <a:off x="9735622" y="1338656"/>
                <a:ext cx="77400" cy="75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F742864-5027-36FC-7F75-2E7D006C67A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26622" y="1330016"/>
                  <a:ext cx="95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897C28A-066F-098D-59DB-1A8BE30EB05E}"/>
                    </a:ext>
                  </a:extLst>
                </p14:cNvPr>
                <p14:cNvContentPartPr/>
                <p14:nvPr/>
              </p14:nvContentPartPr>
              <p14:xfrm>
                <a:off x="9866662" y="1320296"/>
                <a:ext cx="48600" cy="94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897C28A-066F-098D-59DB-1A8BE30EB0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57662" y="1311296"/>
                  <a:ext cx="66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0B1E29-4EB0-E9D0-FE31-9D2091CAC3CC}"/>
                    </a:ext>
                  </a:extLst>
                </p14:cNvPr>
                <p14:cNvContentPartPr/>
                <p14:nvPr/>
              </p14:nvContentPartPr>
              <p14:xfrm>
                <a:off x="9983662" y="1320296"/>
                <a:ext cx="207720" cy="113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0B1E29-4EB0-E9D0-FE31-9D2091CAC3C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74662" y="1311296"/>
                  <a:ext cx="225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0265A4-3317-83F1-6880-1AE07B15DBA0}"/>
                    </a:ext>
                  </a:extLst>
                </p14:cNvPr>
                <p14:cNvContentPartPr/>
                <p14:nvPr/>
              </p14:nvContentPartPr>
              <p14:xfrm>
                <a:off x="10200742" y="1227416"/>
                <a:ext cx="64800" cy="245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0265A4-3317-83F1-6880-1AE07B15DB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91742" y="1218776"/>
                  <a:ext cx="82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3038ED-4C5A-29A9-B906-E5C0BBE9DC67}"/>
                    </a:ext>
                  </a:extLst>
                </p14:cNvPr>
                <p14:cNvContentPartPr/>
                <p14:nvPr/>
              </p14:nvContentPartPr>
              <p14:xfrm>
                <a:off x="10317742" y="1355576"/>
                <a:ext cx="87480" cy="86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3038ED-4C5A-29A9-B906-E5C0BBE9DC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09102" y="1346576"/>
                  <a:ext cx="105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F9D73B7-B2AF-0B8A-FF42-9794EF67AAC2}"/>
                    </a:ext>
                  </a:extLst>
                </p14:cNvPr>
                <p14:cNvContentPartPr/>
                <p14:nvPr/>
              </p14:nvContentPartPr>
              <p14:xfrm>
                <a:off x="10414582" y="1227776"/>
                <a:ext cx="122400" cy="200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F9D73B7-B2AF-0B8A-FF42-9794EF67AAC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05582" y="1219136"/>
                  <a:ext cx="1400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EDBC06-6019-450E-D9A3-11B1B318FC61}"/>
                    </a:ext>
                  </a:extLst>
                </p14:cNvPr>
                <p14:cNvContentPartPr/>
                <p14:nvPr/>
              </p14:nvContentPartPr>
              <p14:xfrm>
                <a:off x="10498462" y="1243976"/>
                <a:ext cx="17280" cy="17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EDBC06-6019-450E-D9A3-11B1B318FC6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89462" y="1235336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818E49-5CF4-ABE6-7193-2CC0446C92FE}"/>
                    </a:ext>
                  </a:extLst>
                </p14:cNvPr>
                <p14:cNvContentPartPr/>
                <p14:nvPr/>
              </p14:nvContentPartPr>
              <p14:xfrm>
                <a:off x="10578382" y="1339736"/>
                <a:ext cx="64800" cy="69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818E49-5CF4-ABE6-7193-2CC0446C92F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69742" y="1331096"/>
                  <a:ext cx="82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907BB98-2766-4CB5-27F7-8ABA0B22E62E}"/>
                    </a:ext>
                  </a:extLst>
                </p14:cNvPr>
                <p14:cNvContentPartPr/>
                <p14:nvPr/>
              </p14:nvContentPartPr>
              <p14:xfrm>
                <a:off x="10743982" y="1350176"/>
                <a:ext cx="159840" cy="60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907BB98-2766-4CB5-27F7-8ABA0B22E62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35342" y="1341176"/>
                  <a:ext cx="1774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FB8CD66-3A13-1C27-5F8C-FEFF57E67D53}"/>
                  </a:ext>
                </a:extLst>
              </p14:cNvPr>
              <p14:cNvContentPartPr/>
              <p14:nvPr/>
            </p14:nvContentPartPr>
            <p14:xfrm>
              <a:off x="7347382" y="1566896"/>
              <a:ext cx="219240" cy="1303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FB8CD66-3A13-1C27-5F8C-FEFF57E67D5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38382" y="1557896"/>
                <a:ext cx="236880" cy="14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3F4A2D8-6E62-F8E4-6623-F4429C23B4B2}"/>
              </a:ext>
            </a:extLst>
          </p:cNvPr>
          <p:cNvGrpSpPr/>
          <p:nvPr/>
        </p:nvGrpSpPr>
        <p:grpSpPr>
          <a:xfrm>
            <a:off x="6942742" y="1808096"/>
            <a:ext cx="563040" cy="235080"/>
            <a:chOff x="6942742" y="1808096"/>
            <a:chExt cx="56304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07059B-A843-4CBE-3385-28701BF729C4}"/>
                    </a:ext>
                  </a:extLst>
                </p14:cNvPr>
                <p14:cNvContentPartPr/>
                <p14:nvPr/>
              </p14:nvContentPartPr>
              <p14:xfrm>
                <a:off x="7017262" y="1892336"/>
                <a:ext cx="19800" cy="128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07059B-A843-4CBE-3385-28701BF729C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08622" y="1883696"/>
                  <a:ext cx="37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A009E4-C8F0-4239-FDA4-FB400342734D}"/>
                    </a:ext>
                  </a:extLst>
                </p14:cNvPr>
                <p14:cNvContentPartPr/>
                <p14:nvPr/>
              </p14:nvContentPartPr>
              <p14:xfrm>
                <a:off x="6942742" y="1820696"/>
                <a:ext cx="192960" cy="211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A009E4-C8F0-4239-FDA4-FB400342734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34102" y="1812056"/>
                  <a:ext cx="210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B947A3-6052-30D5-0A02-2C25580438C4}"/>
                    </a:ext>
                  </a:extLst>
                </p14:cNvPr>
                <p14:cNvContentPartPr/>
                <p14:nvPr/>
              </p14:nvContentPartPr>
              <p14:xfrm>
                <a:off x="7177822" y="1874336"/>
                <a:ext cx="148680" cy="168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B947A3-6052-30D5-0A02-2C25580438C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68822" y="1865696"/>
                  <a:ext cx="166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733FDAC-C60E-6252-BD49-54C71A58B3C0}"/>
                    </a:ext>
                  </a:extLst>
                </p14:cNvPr>
                <p14:cNvContentPartPr/>
                <p14:nvPr/>
              </p14:nvContentPartPr>
              <p14:xfrm>
                <a:off x="7330822" y="1808096"/>
                <a:ext cx="174960" cy="198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733FDAC-C60E-6252-BD49-54C71A58B3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22182" y="1799456"/>
                  <a:ext cx="19260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8468C39-9913-EF27-23F4-2AE455FE7D9E}"/>
                  </a:ext>
                </a:extLst>
              </p14:cNvPr>
              <p14:cNvContentPartPr/>
              <p14:nvPr/>
            </p14:nvContentPartPr>
            <p14:xfrm>
              <a:off x="9994462" y="1565456"/>
              <a:ext cx="168120" cy="145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8468C39-9913-EF27-23F4-2AE455FE7D9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985462" y="1556816"/>
                <a:ext cx="18576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B4AC34EB-52CE-57A2-F5DA-B663243C01AA}"/>
              </a:ext>
            </a:extLst>
          </p:cNvPr>
          <p:cNvGrpSpPr/>
          <p:nvPr/>
        </p:nvGrpSpPr>
        <p:grpSpPr>
          <a:xfrm>
            <a:off x="9940462" y="1892336"/>
            <a:ext cx="1110600" cy="638280"/>
            <a:chOff x="9940462" y="1892336"/>
            <a:chExt cx="1110600" cy="63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0B6E715-D907-D076-231B-B7E5D54A1C4C}"/>
                    </a:ext>
                  </a:extLst>
                </p14:cNvPr>
                <p14:cNvContentPartPr/>
                <p14:nvPr/>
              </p14:nvContentPartPr>
              <p14:xfrm>
                <a:off x="9940462" y="1892336"/>
                <a:ext cx="221400" cy="185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0B6E715-D907-D076-231B-B7E5D54A1C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31462" y="1883696"/>
                  <a:ext cx="2390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43313B0-4AB7-3E2F-8EE1-0AF9FDF6D711}"/>
                    </a:ext>
                  </a:extLst>
                </p14:cNvPr>
                <p14:cNvContentPartPr/>
                <p14:nvPr/>
              </p14:nvContentPartPr>
              <p14:xfrm>
                <a:off x="10191022" y="1903136"/>
                <a:ext cx="239760" cy="160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43313B0-4AB7-3E2F-8EE1-0AF9FDF6D7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82382" y="1894136"/>
                  <a:ext cx="2574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0A74CF6-539A-963F-38A5-FB9DC67F722F}"/>
                    </a:ext>
                  </a:extLst>
                </p14:cNvPr>
                <p14:cNvContentPartPr/>
                <p14:nvPr/>
              </p14:nvContentPartPr>
              <p14:xfrm>
                <a:off x="9994102" y="2295896"/>
                <a:ext cx="122040" cy="173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0A74CF6-539A-963F-38A5-FB9DC67F722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85102" y="2287256"/>
                  <a:ext cx="139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CF25535-9A7D-0222-CC26-4D485B576E0F}"/>
                    </a:ext>
                  </a:extLst>
                </p14:cNvPr>
                <p14:cNvContentPartPr/>
                <p14:nvPr/>
              </p14:nvContentPartPr>
              <p14:xfrm>
                <a:off x="10175542" y="2335856"/>
                <a:ext cx="110160" cy="180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CF25535-9A7D-0222-CC26-4D485B576E0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66902" y="2327216"/>
                  <a:ext cx="127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CD7E2F0-EBE1-27F5-1F95-AF48FBF9E22B}"/>
                    </a:ext>
                  </a:extLst>
                </p14:cNvPr>
                <p14:cNvContentPartPr/>
                <p14:nvPr/>
              </p14:nvContentPartPr>
              <p14:xfrm>
                <a:off x="10208662" y="2447816"/>
                <a:ext cx="50760" cy="82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CD7E2F0-EBE1-27F5-1F95-AF48FBF9E2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00022" y="2439176"/>
                  <a:ext cx="68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72F18C1-B6C6-936A-E02A-E781146D8F93}"/>
                    </a:ext>
                  </a:extLst>
                </p14:cNvPr>
                <p14:cNvContentPartPr/>
                <p14:nvPr/>
              </p14:nvContentPartPr>
              <p14:xfrm>
                <a:off x="10409182" y="2253776"/>
                <a:ext cx="47880" cy="132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72F18C1-B6C6-936A-E02A-E781146D8F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00182" y="2245136"/>
                  <a:ext cx="65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D6A74F5-316D-8709-40C4-63D2E4A5E871}"/>
                    </a:ext>
                  </a:extLst>
                </p14:cNvPr>
                <p14:cNvContentPartPr/>
                <p14:nvPr/>
              </p14:nvContentPartPr>
              <p14:xfrm>
                <a:off x="10275622" y="2233256"/>
                <a:ext cx="208440" cy="21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D6A74F5-316D-8709-40C4-63D2E4A5E87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66622" y="2224256"/>
                  <a:ext cx="226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45C9F24-0C74-5A42-26A3-62405A30A2BC}"/>
                    </a:ext>
                  </a:extLst>
                </p14:cNvPr>
                <p14:cNvContentPartPr/>
                <p14:nvPr/>
              </p14:nvContentPartPr>
              <p14:xfrm>
                <a:off x="10536622" y="2322896"/>
                <a:ext cx="86040" cy="65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45C9F24-0C74-5A42-26A3-62405A30A2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27982" y="2314256"/>
                  <a:ext cx="103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EF8B9CB-C26C-87E7-88B8-2BCAADFB1201}"/>
                    </a:ext>
                  </a:extLst>
                </p14:cNvPr>
                <p14:cNvContentPartPr/>
                <p14:nvPr/>
              </p14:nvContentPartPr>
              <p14:xfrm>
                <a:off x="10632382" y="2277536"/>
                <a:ext cx="25920" cy="76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EF8B9CB-C26C-87E7-88B8-2BCAADFB120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23382" y="2268896"/>
                  <a:ext cx="43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08AEAD9-504A-9DBB-B93E-1CE2909A223E}"/>
                    </a:ext>
                  </a:extLst>
                </p14:cNvPr>
                <p14:cNvContentPartPr/>
                <p14:nvPr/>
              </p14:nvContentPartPr>
              <p14:xfrm>
                <a:off x="10770622" y="2285816"/>
                <a:ext cx="94320" cy="80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08AEAD9-504A-9DBB-B93E-1CE2909A223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1982" y="2277176"/>
                  <a:ext cx="111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7F7DBC6-F90A-B901-A38E-6C41E32FAADE}"/>
                    </a:ext>
                  </a:extLst>
                </p14:cNvPr>
                <p14:cNvContentPartPr/>
                <p14:nvPr/>
              </p14:nvContentPartPr>
              <p14:xfrm>
                <a:off x="10823902" y="2158376"/>
                <a:ext cx="227160" cy="241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7F7DBC6-F90A-B901-A38E-6C41E32FAAD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14902" y="2149376"/>
                  <a:ext cx="244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87B8F2C-059D-B3B3-C484-BB492C28C39C}"/>
                    </a:ext>
                  </a:extLst>
                </p14:cNvPr>
                <p14:cNvContentPartPr/>
                <p14:nvPr/>
              </p14:nvContentPartPr>
              <p14:xfrm>
                <a:off x="10637782" y="2354936"/>
                <a:ext cx="27000" cy="23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87B8F2C-059D-B3B3-C484-BB492C28C3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28782" y="2345936"/>
                  <a:ext cx="44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B347C6B-BB5E-9EB6-121D-0171F60DCFF7}"/>
                    </a:ext>
                  </a:extLst>
                </p14:cNvPr>
                <p14:cNvContentPartPr/>
                <p14:nvPr/>
              </p14:nvContentPartPr>
              <p14:xfrm>
                <a:off x="10653622" y="2376176"/>
                <a:ext cx="8640" cy="6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B347C6B-BB5E-9EB6-121D-0171F60DCFF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644982" y="2367536"/>
                  <a:ext cx="26280" cy="24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E449C3-2579-F60A-B772-4502AFCC72B2}"/>
              </a:ext>
            </a:extLst>
          </p:cNvPr>
          <p:cNvGrpSpPr/>
          <p:nvPr/>
        </p:nvGrpSpPr>
        <p:grpSpPr>
          <a:xfrm>
            <a:off x="1281022" y="705416"/>
            <a:ext cx="1568880" cy="426240"/>
            <a:chOff x="1281022" y="705416"/>
            <a:chExt cx="1568880" cy="42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1D5B3C-83D6-48B6-5C28-E931180A60B3}"/>
                    </a:ext>
                  </a:extLst>
                </p14:cNvPr>
                <p14:cNvContentPartPr/>
                <p14:nvPr/>
              </p14:nvContentPartPr>
              <p14:xfrm>
                <a:off x="1281022" y="845456"/>
                <a:ext cx="186840" cy="286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1D5B3C-83D6-48B6-5C28-E931180A60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2022" y="836816"/>
                  <a:ext cx="2044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D1C483A-751C-0377-E7F9-CD54D348E195}"/>
                    </a:ext>
                  </a:extLst>
                </p14:cNvPr>
                <p14:cNvContentPartPr/>
                <p14:nvPr/>
              </p14:nvContentPartPr>
              <p14:xfrm>
                <a:off x="1461022" y="705416"/>
                <a:ext cx="190440" cy="274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D1C483A-751C-0377-E7F9-CD54D348E1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2022" y="696776"/>
                  <a:ext cx="2080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82F649-8F6D-43CE-3DAA-2B376A7D067E}"/>
                    </a:ext>
                  </a:extLst>
                </p14:cNvPr>
                <p14:cNvContentPartPr/>
                <p14:nvPr/>
              </p14:nvContentPartPr>
              <p14:xfrm>
                <a:off x="1647862" y="866336"/>
                <a:ext cx="181800" cy="68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82F649-8F6D-43CE-3DAA-2B376A7D06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39222" y="857696"/>
                  <a:ext cx="199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4E69A73-875F-05CA-1B77-628FB9CF7F9D}"/>
                    </a:ext>
                  </a:extLst>
                </p14:cNvPr>
                <p14:cNvContentPartPr/>
                <p14:nvPr/>
              </p14:nvContentPartPr>
              <p14:xfrm>
                <a:off x="1801942" y="712256"/>
                <a:ext cx="180360" cy="324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4E69A73-875F-05CA-1B77-628FB9CF7F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93302" y="703256"/>
                  <a:ext cx="1980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516B9B-1313-F147-23C1-63F21B30A018}"/>
                    </a:ext>
                  </a:extLst>
                </p14:cNvPr>
                <p14:cNvContentPartPr/>
                <p14:nvPr/>
              </p14:nvContentPartPr>
              <p14:xfrm>
                <a:off x="2163742" y="924296"/>
                <a:ext cx="117000" cy="22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516B9B-1313-F147-23C1-63F21B30A0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55102" y="915296"/>
                  <a:ext cx="134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7DA49DB-FC1D-BA3A-A1A6-A6B43F38DA16}"/>
                    </a:ext>
                  </a:extLst>
                </p14:cNvPr>
                <p14:cNvContentPartPr/>
                <p14:nvPr/>
              </p14:nvContentPartPr>
              <p14:xfrm>
                <a:off x="2128462" y="855896"/>
                <a:ext cx="120600" cy="32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7DA49DB-FC1D-BA3A-A1A6-A6B43F38DA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19462" y="847256"/>
                  <a:ext cx="138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B11858B-B3FF-1B3A-725B-65CA943929C3}"/>
                    </a:ext>
                  </a:extLst>
                </p14:cNvPr>
                <p14:cNvContentPartPr/>
                <p14:nvPr/>
              </p14:nvContentPartPr>
              <p14:xfrm>
                <a:off x="2419702" y="727016"/>
                <a:ext cx="430200" cy="278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B11858B-B3FF-1B3A-725B-65CA943929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10702" y="718016"/>
                  <a:ext cx="44784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A4E2F1-2681-FEEC-24AD-676A4F355975}"/>
              </a:ext>
            </a:extLst>
          </p:cNvPr>
          <p:cNvGrpSpPr/>
          <p:nvPr/>
        </p:nvGrpSpPr>
        <p:grpSpPr>
          <a:xfrm>
            <a:off x="2477302" y="1164056"/>
            <a:ext cx="549720" cy="160920"/>
            <a:chOff x="2477302" y="1164056"/>
            <a:chExt cx="549720" cy="16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66592D-E198-B42B-BCB8-E83F76849805}"/>
                    </a:ext>
                  </a:extLst>
                </p14:cNvPr>
                <p14:cNvContentPartPr/>
                <p14:nvPr/>
              </p14:nvContentPartPr>
              <p14:xfrm>
                <a:off x="2477302" y="1164056"/>
                <a:ext cx="52560" cy="160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66592D-E198-B42B-BCB8-E83F768498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68302" y="1155416"/>
                  <a:ext cx="70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BBCA02E-7056-87AA-E287-3D7949F93E0B}"/>
                    </a:ext>
                  </a:extLst>
                </p14:cNvPr>
                <p14:cNvContentPartPr/>
                <p14:nvPr/>
              </p14:nvContentPartPr>
              <p14:xfrm>
                <a:off x="2530582" y="1243976"/>
                <a:ext cx="149400" cy="59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BBCA02E-7056-87AA-E287-3D7949F93E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21582" y="1234976"/>
                  <a:ext cx="167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B69549-5C9B-90D7-C9F1-299962B60A10}"/>
                    </a:ext>
                  </a:extLst>
                </p14:cNvPr>
                <p14:cNvContentPartPr/>
                <p14:nvPr/>
              </p14:nvContentPartPr>
              <p14:xfrm>
                <a:off x="2685382" y="1237496"/>
                <a:ext cx="105840" cy="22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B69549-5C9B-90D7-C9F1-299962B60A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76382" y="1228856"/>
                  <a:ext cx="123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581915-61E4-7064-1D7F-E4A0710B59AB}"/>
                    </a:ext>
                  </a:extLst>
                </p14:cNvPr>
                <p14:cNvContentPartPr/>
                <p14:nvPr/>
              </p14:nvContentPartPr>
              <p14:xfrm>
                <a:off x="2678542" y="1182416"/>
                <a:ext cx="102240" cy="14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581915-61E4-7064-1D7F-E4A0710B59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69542" y="1173416"/>
                  <a:ext cx="119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1729441-836A-E979-B0BA-62FD8459611C}"/>
                    </a:ext>
                  </a:extLst>
                </p14:cNvPr>
                <p14:cNvContentPartPr/>
                <p14:nvPr/>
              </p14:nvContentPartPr>
              <p14:xfrm>
                <a:off x="2902462" y="1200416"/>
                <a:ext cx="124560" cy="101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1729441-836A-E979-B0BA-62FD845961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93462" y="1191776"/>
                  <a:ext cx="142200" cy="11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BB5259-1161-821E-B01C-A2B8F43C4DF2}"/>
                  </a:ext>
                </a:extLst>
              </p14:cNvPr>
              <p14:cNvContentPartPr/>
              <p14:nvPr/>
            </p14:nvContentPartPr>
            <p14:xfrm>
              <a:off x="2435542" y="436496"/>
              <a:ext cx="229680" cy="1648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BB5259-1161-821E-B01C-A2B8F43C4DF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26902" y="427496"/>
                <a:ext cx="247320" cy="18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E616E4B8-8E21-118D-2484-EB127664A3F4}"/>
              </a:ext>
            </a:extLst>
          </p:cNvPr>
          <p:cNvGrpSpPr/>
          <p:nvPr/>
        </p:nvGrpSpPr>
        <p:grpSpPr>
          <a:xfrm>
            <a:off x="2992822" y="621896"/>
            <a:ext cx="2211840" cy="365400"/>
            <a:chOff x="2992822" y="621896"/>
            <a:chExt cx="221184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5934D1-3392-034A-6104-19C74FFB60A6}"/>
                    </a:ext>
                  </a:extLst>
                </p14:cNvPr>
                <p14:cNvContentPartPr/>
                <p14:nvPr/>
              </p14:nvContentPartPr>
              <p14:xfrm>
                <a:off x="2992822" y="712256"/>
                <a:ext cx="232200" cy="209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5934D1-3392-034A-6104-19C74FFB60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84182" y="703256"/>
                  <a:ext cx="249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2816BB-585D-22BE-273E-BDECFBEBE477}"/>
                    </a:ext>
                  </a:extLst>
                </p14:cNvPr>
                <p14:cNvContentPartPr/>
                <p14:nvPr/>
              </p14:nvContentPartPr>
              <p14:xfrm>
                <a:off x="3289822" y="693536"/>
                <a:ext cx="192240" cy="253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2816BB-585D-22BE-273E-BDECFBEBE4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81182" y="684896"/>
                  <a:ext cx="2098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D9E959-00FC-187C-796E-7406919F9F02}"/>
                    </a:ext>
                  </a:extLst>
                </p14:cNvPr>
                <p14:cNvContentPartPr/>
                <p14:nvPr/>
              </p14:nvContentPartPr>
              <p14:xfrm>
                <a:off x="3460822" y="714776"/>
                <a:ext cx="87120" cy="217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D9E959-00FC-187C-796E-7406919F9F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51822" y="706136"/>
                  <a:ext cx="104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3A3867-5A4A-EC90-3290-5A4223A5DE9F}"/>
                    </a:ext>
                  </a:extLst>
                </p14:cNvPr>
                <p14:cNvContentPartPr/>
                <p14:nvPr/>
              </p14:nvContentPartPr>
              <p14:xfrm>
                <a:off x="3546862" y="834656"/>
                <a:ext cx="156600" cy="60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3A3867-5A4A-EC90-3290-5A4223A5DE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38222" y="825656"/>
                  <a:ext cx="174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BEC1889-864A-33B8-FA74-3BCDDE5FE238}"/>
                    </a:ext>
                  </a:extLst>
                </p14:cNvPr>
                <p14:cNvContentPartPr/>
                <p14:nvPr/>
              </p14:nvContentPartPr>
              <p14:xfrm>
                <a:off x="3593662" y="662216"/>
                <a:ext cx="242280" cy="325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BEC1889-864A-33B8-FA74-3BCDDE5FE2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84662" y="653576"/>
                  <a:ext cx="2599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71009E-510B-1857-29C9-5046FF6D9CA7}"/>
                    </a:ext>
                  </a:extLst>
                </p14:cNvPr>
                <p14:cNvContentPartPr/>
                <p14:nvPr/>
              </p14:nvContentPartPr>
              <p14:xfrm>
                <a:off x="3928462" y="814856"/>
                <a:ext cx="7920" cy="7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71009E-510B-1857-29C9-5046FF6D9CA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19822" y="806216"/>
                  <a:ext cx="25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30967A-544A-DC22-5438-656A1FF1071D}"/>
                    </a:ext>
                  </a:extLst>
                </p14:cNvPr>
                <p14:cNvContentPartPr/>
                <p14:nvPr/>
              </p14:nvContentPartPr>
              <p14:xfrm>
                <a:off x="4045462" y="790736"/>
                <a:ext cx="165240" cy="104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30967A-544A-DC22-5438-656A1FF1071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36822" y="782096"/>
                  <a:ext cx="182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1ACD92-2FE9-8460-39D5-624C062C97A0}"/>
                    </a:ext>
                  </a:extLst>
                </p14:cNvPr>
                <p14:cNvContentPartPr/>
                <p14:nvPr/>
              </p14:nvContentPartPr>
              <p14:xfrm>
                <a:off x="4105222" y="813056"/>
                <a:ext cx="73440" cy="81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21ACD92-2FE9-8460-39D5-624C062C97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96222" y="804416"/>
                  <a:ext cx="91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4D20AA-E8AA-67A8-1F31-DFA3028B478A}"/>
                    </a:ext>
                  </a:extLst>
                </p14:cNvPr>
                <p14:cNvContentPartPr/>
                <p14:nvPr/>
              </p14:nvContentPartPr>
              <p14:xfrm>
                <a:off x="4245262" y="672656"/>
                <a:ext cx="138240" cy="221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4D20AA-E8AA-67A8-1F31-DFA3028B47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36262" y="663656"/>
                  <a:ext cx="155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FEEAD57-251E-BFA7-0061-B8E880095DCD}"/>
                    </a:ext>
                  </a:extLst>
                </p14:cNvPr>
                <p14:cNvContentPartPr/>
                <p14:nvPr/>
              </p14:nvContentPartPr>
              <p14:xfrm>
                <a:off x="4391062" y="796856"/>
                <a:ext cx="162360" cy="57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FEEAD57-251E-BFA7-0061-B8E880095DC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82422" y="788216"/>
                  <a:ext cx="180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51558A-C06B-FE85-7FA8-CAF1543A049F}"/>
                    </a:ext>
                  </a:extLst>
                </p14:cNvPr>
                <p14:cNvContentPartPr/>
                <p14:nvPr/>
              </p14:nvContentPartPr>
              <p14:xfrm>
                <a:off x="4663222" y="806216"/>
                <a:ext cx="73800" cy="18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51558A-C06B-FE85-7FA8-CAF1543A049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4582" y="797216"/>
                  <a:ext cx="914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AD63553-6ECE-6B77-538E-2C9A8F511712}"/>
                    </a:ext>
                  </a:extLst>
                </p14:cNvPr>
                <p14:cNvContentPartPr/>
                <p14:nvPr/>
              </p14:nvContentPartPr>
              <p14:xfrm>
                <a:off x="4869502" y="679496"/>
                <a:ext cx="68760" cy="191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AD63553-6ECE-6B77-538E-2C9A8F51171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60862" y="670856"/>
                  <a:ext cx="86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4468AB1-7E2A-A3EC-0472-D21E587F7503}"/>
                    </a:ext>
                  </a:extLst>
                </p14:cNvPr>
                <p14:cNvContentPartPr/>
                <p14:nvPr/>
              </p14:nvContentPartPr>
              <p14:xfrm>
                <a:off x="4932502" y="784256"/>
                <a:ext cx="126720" cy="79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4468AB1-7E2A-A3EC-0472-D21E587F750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23502" y="775256"/>
                  <a:ext cx="144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C4709D3-886C-8205-70FE-6B693CBAE467}"/>
                    </a:ext>
                  </a:extLst>
                </p14:cNvPr>
                <p14:cNvContentPartPr/>
                <p14:nvPr/>
              </p14:nvContentPartPr>
              <p14:xfrm>
                <a:off x="5002342" y="621896"/>
                <a:ext cx="202320" cy="29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C4709D3-886C-8205-70FE-6B693CBAE46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93702" y="612896"/>
                  <a:ext cx="21996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A4CC28-3B2D-AB0B-43D2-5B5AA2F3A015}"/>
              </a:ext>
            </a:extLst>
          </p:cNvPr>
          <p:cNvGrpSpPr/>
          <p:nvPr/>
        </p:nvGrpSpPr>
        <p:grpSpPr>
          <a:xfrm>
            <a:off x="6791182" y="695336"/>
            <a:ext cx="1613880" cy="257760"/>
            <a:chOff x="6791182" y="695336"/>
            <a:chExt cx="161388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662493-957D-022E-5959-16E430FB4DDE}"/>
                    </a:ext>
                  </a:extLst>
                </p14:cNvPr>
                <p14:cNvContentPartPr/>
                <p14:nvPr/>
              </p14:nvContentPartPr>
              <p14:xfrm>
                <a:off x="6791182" y="831416"/>
                <a:ext cx="150480" cy="110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662493-957D-022E-5959-16E430FB4DD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82542" y="822776"/>
                  <a:ext cx="168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751D8A-D6B7-D44A-0A10-228D9664B8DF}"/>
                    </a:ext>
                  </a:extLst>
                </p14:cNvPr>
                <p14:cNvContentPartPr/>
                <p14:nvPr/>
              </p14:nvContentPartPr>
              <p14:xfrm>
                <a:off x="6944542" y="865256"/>
                <a:ext cx="105840" cy="55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751D8A-D6B7-D44A-0A10-228D9664B8D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35902" y="856616"/>
                  <a:ext cx="123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1EEB1C-B130-AF58-7687-02A7D8091AA0}"/>
                    </a:ext>
                  </a:extLst>
                </p14:cNvPr>
                <p14:cNvContentPartPr/>
                <p14:nvPr/>
              </p14:nvContentPartPr>
              <p14:xfrm>
                <a:off x="7091782" y="892976"/>
                <a:ext cx="206640" cy="60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1EEB1C-B130-AF58-7687-02A7D8091A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82782" y="883976"/>
                  <a:ext cx="2242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24E0661-0BD0-9D58-B5EE-0AEB6E714F0E}"/>
                    </a:ext>
                  </a:extLst>
                </p14:cNvPr>
                <p14:cNvContentPartPr/>
                <p14:nvPr/>
              </p14:nvContentPartPr>
              <p14:xfrm>
                <a:off x="7314982" y="835016"/>
                <a:ext cx="98280" cy="82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24E0661-0BD0-9D58-B5EE-0AEB6E714F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06342" y="826016"/>
                  <a:ext cx="115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A98611-AA12-4819-55AC-C0D4848F6568}"/>
                    </a:ext>
                  </a:extLst>
                </p14:cNvPr>
                <p14:cNvContentPartPr/>
                <p14:nvPr/>
              </p14:nvContentPartPr>
              <p14:xfrm>
                <a:off x="7489582" y="847976"/>
                <a:ext cx="95760" cy="83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A98611-AA12-4819-55AC-C0D4848F656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80582" y="839336"/>
                  <a:ext cx="113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C58FF8-F66B-6A43-D8B2-B4E6ACC0E7F9}"/>
                    </a:ext>
                  </a:extLst>
                </p14:cNvPr>
                <p14:cNvContentPartPr/>
                <p14:nvPr/>
              </p14:nvContentPartPr>
              <p14:xfrm>
                <a:off x="7575262" y="695336"/>
                <a:ext cx="265320" cy="256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C58FF8-F66B-6A43-D8B2-B4E6ACC0E7F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66622" y="686336"/>
                  <a:ext cx="282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A0AE6CD-997D-483A-CBF5-B6A564A61E43}"/>
                    </a:ext>
                  </a:extLst>
                </p14:cNvPr>
                <p14:cNvContentPartPr/>
                <p14:nvPr/>
              </p14:nvContentPartPr>
              <p14:xfrm>
                <a:off x="7873342" y="722696"/>
                <a:ext cx="185760" cy="18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A0AE6CD-997D-483A-CBF5-B6A564A61E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64342" y="714056"/>
                  <a:ext cx="203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187DEC-417C-9801-DA0D-A737B2C89D0C}"/>
                    </a:ext>
                  </a:extLst>
                </p14:cNvPr>
                <p14:cNvContentPartPr/>
                <p14:nvPr/>
              </p14:nvContentPartPr>
              <p14:xfrm>
                <a:off x="7990342" y="716216"/>
                <a:ext cx="5760" cy="37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187DEC-417C-9801-DA0D-A737B2C89D0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81342" y="707576"/>
                  <a:ext cx="23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F860A46-D79F-49E8-6AF9-A306B9B7BB31}"/>
                    </a:ext>
                  </a:extLst>
                </p14:cNvPr>
                <p14:cNvContentPartPr/>
                <p14:nvPr/>
              </p14:nvContentPartPr>
              <p14:xfrm>
                <a:off x="8113462" y="829256"/>
                <a:ext cx="291600" cy="66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F860A46-D79F-49E8-6AF9-A306B9B7BB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04462" y="820256"/>
                  <a:ext cx="3092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CF0E2FE-2A14-CABF-F8B4-7987ECA54C6F}"/>
              </a:ext>
            </a:extLst>
          </p:cNvPr>
          <p:cNvGrpSpPr/>
          <p:nvPr/>
        </p:nvGrpSpPr>
        <p:grpSpPr>
          <a:xfrm>
            <a:off x="8659942" y="682376"/>
            <a:ext cx="627120" cy="248760"/>
            <a:chOff x="8659942" y="682376"/>
            <a:chExt cx="62712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997D660-AFD9-3068-F4E0-FDB0ECE14A52}"/>
                    </a:ext>
                  </a:extLst>
                </p14:cNvPr>
                <p14:cNvContentPartPr/>
                <p14:nvPr/>
              </p14:nvContentPartPr>
              <p14:xfrm>
                <a:off x="8659942" y="825656"/>
                <a:ext cx="241200" cy="105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997D660-AFD9-3068-F4E0-FDB0ECE14A5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51302" y="816656"/>
                  <a:ext cx="258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3D96BB5-824A-842E-1D64-D59D7F85B235}"/>
                    </a:ext>
                  </a:extLst>
                </p14:cNvPr>
                <p14:cNvContentPartPr/>
                <p14:nvPr/>
              </p14:nvContentPartPr>
              <p14:xfrm>
                <a:off x="8947222" y="877136"/>
                <a:ext cx="10080" cy="25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3D96BB5-824A-842E-1D64-D59D7F85B23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38222" y="868136"/>
                  <a:ext cx="27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AD1978C-EB81-6A7D-F3D9-BFC4C2A8FD96}"/>
                    </a:ext>
                  </a:extLst>
                </p14:cNvPr>
                <p14:cNvContentPartPr/>
                <p14:nvPr/>
              </p14:nvContentPartPr>
              <p14:xfrm>
                <a:off x="8872702" y="700376"/>
                <a:ext cx="27000" cy="20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AD1978C-EB81-6A7D-F3D9-BFC4C2A8FD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63702" y="691376"/>
                  <a:ext cx="44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B87C7E8-1333-CE74-1FF5-74707EACCB8D}"/>
                    </a:ext>
                  </a:extLst>
                </p14:cNvPr>
                <p14:cNvContentPartPr/>
                <p14:nvPr/>
              </p14:nvContentPartPr>
              <p14:xfrm>
                <a:off x="9016342" y="712256"/>
                <a:ext cx="89280" cy="176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B87C7E8-1333-CE74-1FF5-74707EACCB8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07342" y="703256"/>
                  <a:ext cx="106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0C7133-AAA5-BFBD-9A2D-B6D1A544AE43}"/>
                    </a:ext>
                  </a:extLst>
                </p14:cNvPr>
                <p14:cNvContentPartPr/>
                <p14:nvPr/>
              </p14:nvContentPartPr>
              <p14:xfrm>
                <a:off x="9064222" y="682376"/>
                <a:ext cx="222840" cy="206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0C7133-AAA5-BFBD-9A2D-B6D1A544AE4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55582" y="673376"/>
                  <a:ext cx="240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3B70BAF-CADD-1962-B0C0-C3DACEA3DDDB}"/>
                    </a:ext>
                  </a:extLst>
                </p14:cNvPr>
                <p14:cNvContentPartPr/>
                <p14:nvPr/>
              </p14:nvContentPartPr>
              <p14:xfrm>
                <a:off x="8934622" y="807656"/>
                <a:ext cx="124200" cy="5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3B70BAF-CADD-1962-B0C0-C3DACEA3DDD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25982" y="799016"/>
                  <a:ext cx="1418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4979E50-5F37-EA1D-684D-AB4B5C1ABF65}"/>
              </a:ext>
            </a:extLst>
          </p:cNvPr>
          <p:cNvGrpSpPr/>
          <p:nvPr/>
        </p:nvGrpSpPr>
        <p:grpSpPr>
          <a:xfrm>
            <a:off x="9622222" y="671576"/>
            <a:ext cx="1089720" cy="331920"/>
            <a:chOff x="9622222" y="671576"/>
            <a:chExt cx="108972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179104-4613-2B99-19AE-E62487CD0DAA}"/>
                    </a:ext>
                  </a:extLst>
                </p14:cNvPr>
                <p14:cNvContentPartPr/>
                <p14:nvPr/>
              </p14:nvContentPartPr>
              <p14:xfrm>
                <a:off x="9675502" y="845096"/>
                <a:ext cx="25920" cy="51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179104-4613-2B99-19AE-E62487CD0D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66502" y="836456"/>
                  <a:ext cx="435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07C17F7-A981-14FE-1659-B9622BC36C85}"/>
                    </a:ext>
                  </a:extLst>
                </p14:cNvPr>
                <p14:cNvContentPartPr/>
                <p14:nvPr/>
              </p14:nvContentPartPr>
              <p14:xfrm>
                <a:off x="9622222" y="712256"/>
                <a:ext cx="9720" cy="1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07C17F7-A981-14FE-1659-B9622BC36C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13582" y="703256"/>
                  <a:ext cx="27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AB90B69-8B9F-744D-F02D-B843B90D540D}"/>
                    </a:ext>
                  </a:extLst>
                </p14:cNvPr>
                <p14:cNvContentPartPr/>
                <p14:nvPr/>
              </p14:nvContentPartPr>
              <p14:xfrm>
                <a:off x="9728782" y="818456"/>
                <a:ext cx="255240" cy="59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AB90B69-8B9F-744D-F02D-B843B90D540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19782" y="809816"/>
                  <a:ext cx="2728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E02D538-3877-61D4-D0CB-582E6C8397A9}"/>
                    </a:ext>
                  </a:extLst>
                </p14:cNvPr>
                <p14:cNvContentPartPr/>
                <p14:nvPr/>
              </p14:nvContentPartPr>
              <p14:xfrm>
                <a:off x="10044862" y="795776"/>
                <a:ext cx="86760" cy="207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E02D538-3877-61D4-D0CB-582E6C8397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36222" y="787136"/>
                  <a:ext cx="104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5DD7218-13FA-EA88-E2E8-9E3F0753F40A}"/>
                    </a:ext>
                  </a:extLst>
                </p14:cNvPr>
                <p14:cNvContentPartPr/>
                <p14:nvPr/>
              </p14:nvContentPartPr>
              <p14:xfrm>
                <a:off x="10187062" y="860936"/>
                <a:ext cx="74160" cy="27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5DD7218-13FA-EA88-E2E8-9E3F0753F40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78422" y="851936"/>
                  <a:ext cx="91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5EB15D-17BD-1384-3FD8-4DDF7293ABFF}"/>
                    </a:ext>
                  </a:extLst>
                </p14:cNvPr>
                <p14:cNvContentPartPr/>
                <p14:nvPr/>
              </p14:nvContentPartPr>
              <p14:xfrm>
                <a:off x="10233502" y="859856"/>
                <a:ext cx="46080" cy="39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5EB15D-17BD-1384-3FD8-4DDF7293AB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24862" y="850856"/>
                  <a:ext cx="63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97678DE-5479-D620-CD49-AE1F03BC2C3A}"/>
                    </a:ext>
                  </a:extLst>
                </p14:cNvPr>
                <p14:cNvContentPartPr/>
                <p14:nvPr/>
              </p14:nvContentPartPr>
              <p14:xfrm>
                <a:off x="10322782" y="671576"/>
                <a:ext cx="118440" cy="248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97678DE-5479-D620-CD49-AE1F03BC2C3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14142" y="662576"/>
                  <a:ext cx="1360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85939C8-B1B1-3CEC-714B-52B29EF9842F}"/>
                    </a:ext>
                  </a:extLst>
                </p14:cNvPr>
                <p14:cNvContentPartPr/>
                <p14:nvPr/>
              </p14:nvContentPartPr>
              <p14:xfrm>
                <a:off x="10444822" y="786416"/>
                <a:ext cx="267120" cy="117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85939C8-B1B1-3CEC-714B-52B29EF984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35822" y="777776"/>
                  <a:ext cx="28476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7C8DF11-6460-52AC-FCA8-22F54CC9BAF7}"/>
              </a:ext>
            </a:extLst>
          </p:cNvPr>
          <p:cNvGrpSpPr/>
          <p:nvPr/>
        </p:nvGrpSpPr>
        <p:grpSpPr>
          <a:xfrm>
            <a:off x="6840142" y="1195016"/>
            <a:ext cx="1054440" cy="198360"/>
            <a:chOff x="6840142" y="1195016"/>
            <a:chExt cx="105444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31E5F0-C692-DA00-7A42-E5F4EC4A3F58}"/>
                    </a:ext>
                  </a:extLst>
                </p14:cNvPr>
                <p14:cNvContentPartPr/>
                <p14:nvPr/>
              </p14:nvContentPartPr>
              <p14:xfrm>
                <a:off x="6840142" y="1195016"/>
                <a:ext cx="258120" cy="143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31E5F0-C692-DA00-7A42-E5F4EC4A3F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1142" y="1186376"/>
                  <a:ext cx="275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0459927-CC3B-4B87-68A8-23C40498F0AB}"/>
                    </a:ext>
                  </a:extLst>
                </p14:cNvPr>
                <p14:cNvContentPartPr/>
                <p14:nvPr/>
              </p14:nvContentPartPr>
              <p14:xfrm>
                <a:off x="7088902" y="1227776"/>
                <a:ext cx="99360" cy="107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0459927-CC3B-4B87-68A8-23C40498F0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80262" y="1219136"/>
                  <a:ext cx="117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4F5CAE7-BD1D-5F0D-E32F-D3ABEF0B2470}"/>
                    </a:ext>
                  </a:extLst>
                </p14:cNvPr>
                <p14:cNvContentPartPr/>
                <p14:nvPr/>
              </p14:nvContentPartPr>
              <p14:xfrm>
                <a:off x="7197622" y="1221656"/>
                <a:ext cx="84240" cy="171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4F5CAE7-BD1D-5F0D-E32F-D3ABEF0B247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88982" y="1212656"/>
                  <a:ext cx="101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03E885-4AE7-883B-9B97-A72138BEE2A7}"/>
                    </a:ext>
                  </a:extLst>
                </p14:cNvPr>
                <p14:cNvContentPartPr/>
                <p14:nvPr/>
              </p14:nvContentPartPr>
              <p14:xfrm>
                <a:off x="7335502" y="1243256"/>
                <a:ext cx="296280" cy="75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03E885-4AE7-883B-9B97-A72138BEE2A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26502" y="1234256"/>
                  <a:ext cx="313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4CBC852-2771-CE34-4BA6-3FA17E2E8A9B}"/>
                    </a:ext>
                  </a:extLst>
                </p14:cNvPr>
                <p14:cNvContentPartPr/>
                <p14:nvPr/>
              </p14:nvContentPartPr>
              <p14:xfrm>
                <a:off x="7659142" y="1222736"/>
                <a:ext cx="235440" cy="101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4CBC852-2771-CE34-4BA6-3FA17E2E8A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50502" y="1213736"/>
                  <a:ext cx="25308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F3E80C0-07D9-D823-CFE2-FBA709B5545E}"/>
              </a:ext>
            </a:extLst>
          </p:cNvPr>
          <p:cNvGrpSpPr/>
          <p:nvPr/>
        </p:nvGrpSpPr>
        <p:grpSpPr>
          <a:xfrm>
            <a:off x="8117422" y="1088096"/>
            <a:ext cx="251640" cy="341640"/>
            <a:chOff x="8117422" y="1088096"/>
            <a:chExt cx="25164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3F79BDB-7A69-EEFF-6FC9-F540FE86D5EA}"/>
                    </a:ext>
                  </a:extLst>
                </p14:cNvPr>
                <p14:cNvContentPartPr/>
                <p14:nvPr/>
              </p14:nvContentPartPr>
              <p14:xfrm>
                <a:off x="8117422" y="1269536"/>
                <a:ext cx="127080" cy="55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3F79BDB-7A69-EEFF-6FC9-F540FE86D5E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08782" y="1260896"/>
                  <a:ext cx="144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7888ED5-B235-64EE-0141-58D496B12386}"/>
                    </a:ext>
                  </a:extLst>
                </p14:cNvPr>
                <p14:cNvContentPartPr/>
                <p14:nvPr/>
              </p14:nvContentPartPr>
              <p14:xfrm>
                <a:off x="8279062" y="1088096"/>
                <a:ext cx="90000" cy="341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7888ED5-B235-64EE-0141-58D496B1238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70422" y="1079456"/>
                  <a:ext cx="107640" cy="3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F037CA5-7ABB-55F9-2282-38E474B83A95}"/>
              </a:ext>
            </a:extLst>
          </p:cNvPr>
          <p:cNvGrpSpPr/>
          <p:nvPr/>
        </p:nvGrpSpPr>
        <p:grpSpPr>
          <a:xfrm>
            <a:off x="8585062" y="1037696"/>
            <a:ext cx="840600" cy="377280"/>
            <a:chOff x="8585062" y="1037696"/>
            <a:chExt cx="84060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52522E3-02A9-0AAA-3480-05F77EF91B01}"/>
                    </a:ext>
                  </a:extLst>
                </p14:cNvPr>
                <p14:cNvContentPartPr/>
                <p14:nvPr/>
              </p14:nvContentPartPr>
              <p14:xfrm>
                <a:off x="8585062" y="1069376"/>
                <a:ext cx="441360" cy="249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52522E3-02A9-0AAA-3480-05F77EF91B0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76062" y="1060736"/>
                  <a:ext cx="4590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DCB1248-C6D1-DBC8-B38C-D08011375972}"/>
                    </a:ext>
                  </a:extLst>
                </p14:cNvPr>
                <p14:cNvContentPartPr/>
                <p14:nvPr/>
              </p14:nvContentPartPr>
              <p14:xfrm>
                <a:off x="9052702" y="1223096"/>
                <a:ext cx="97560" cy="191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DCB1248-C6D1-DBC8-B38C-D0801137597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44062" y="1214456"/>
                  <a:ext cx="115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279D488-F5CA-F4E0-A3E5-0151BADB347F}"/>
                    </a:ext>
                  </a:extLst>
                </p14:cNvPr>
                <p14:cNvContentPartPr/>
                <p14:nvPr/>
              </p14:nvContentPartPr>
              <p14:xfrm>
                <a:off x="9138382" y="1074416"/>
                <a:ext cx="85320" cy="192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279D488-F5CA-F4E0-A3E5-0151BADB347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29382" y="1065776"/>
                  <a:ext cx="102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A10F1D6-04B9-F849-BBE1-C12C58376853}"/>
                    </a:ext>
                  </a:extLst>
                </p14:cNvPr>
                <p14:cNvContentPartPr/>
                <p14:nvPr/>
              </p14:nvContentPartPr>
              <p14:xfrm>
                <a:off x="9138382" y="1037696"/>
                <a:ext cx="287280" cy="213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A10F1D6-04B9-F849-BBE1-C12C583768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29742" y="1029056"/>
                  <a:ext cx="30492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FA357BF-CD41-2BEA-5C2C-93FB0C9A8EBD}"/>
              </a:ext>
            </a:extLst>
          </p:cNvPr>
          <p:cNvGrpSpPr/>
          <p:nvPr/>
        </p:nvGrpSpPr>
        <p:grpSpPr>
          <a:xfrm>
            <a:off x="9712582" y="1095296"/>
            <a:ext cx="617400" cy="200880"/>
            <a:chOff x="9712582" y="1095296"/>
            <a:chExt cx="61740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ABC557C-C7F4-AADD-1D2C-CE3550EE4C3E}"/>
                    </a:ext>
                  </a:extLst>
                </p14:cNvPr>
                <p14:cNvContentPartPr/>
                <p14:nvPr/>
              </p14:nvContentPartPr>
              <p14:xfrm>
                <a:off x="9712582" y="1095296"/>
                <a:ext cx="252360" cy="200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ABC557C-C7F4-AADD-1D2C-CE3550EE4C3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03582" y="1086656"/>
                  <a:ext cx="270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5B02EFF-CDBA-C877-F421-6DC0103D7033}"/>
                    </a:ext>
                  </a:extLst>
                </p14:cNvPr>
                <p14:cNvContentPartPr/>
                <p14:nvPr/>
              </p14:nvContentPartPr>
              <p14:xfrm>
                <a:off x="10079422" y="1171256"/>
                <a:ext cx="55080" cy="98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5B02EFF-CDBA-C877-F421-6DC0103D70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70422" y="1162616"/>
                  <a:ext cx="72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27A1023-BE1E-A871-C680-1B8EEF993065}"/>
                    </a:ext>
                  </a:extLst>
                </p14:cNvPr>
                <p14:cNvContentPartPr/>
                <p14:nvPr/>
              </p14:nvContentPartPr>
              <p14:xfrm>
                <a:off x="10048462" y="1219136"/>
                <a:ext cx="105840" cy="9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27A1023-BE1E-A871-C680-1B8EEF9930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39462" y="1210136"/>
                  <a:ext cx="1234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15F8CC-AD96-46B1-9952-35F4F782389D}"/>
                    </a:ext>
                  </a:extLst>
                </p14:cNvPr>
                <p14:cNvContentPartPr/>
                <p14:nvPr/>
              </p14:nvContentPartPr>
              <p14:xfrm>
                <a:off x="10270942" y="1138856"/>
                <a:ext cx="59040" cy="115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15F8CC-AD96-46B1-9952-35F4F78238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61942" y="1130216"/>
                  <a:ext cx="7668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1CE9D87-FF51-3C18-DD23-9F0AF12A5158}"/>
              </a:ext>
            </a:extLst>
          </p:cNvPr>
          <p:cNvGrpSpPr/>
          <p:nvPr/>
        </p:nvGrpSpPr>
        <p:grpSpPr>
          <a:xfrm>
            <a:off x="4146982" y="1387256"/>
            <a:ext cx="416880" cy="212400"/>
            <a:chOff x="4146982" y="1387256"/>
            <a:chExt cx="41688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0D3E193-7A55-4E9F-D073-B0666899843A}"/>
                    </a:ext>
                  </a:extLst>
                </p14:cNvPr>
                <p14:cNvContentPartPr/>
                <p14:nvPr/>
              </p14:nvContentPartPr>
              <p14:xfrm>
                <a:off x="4146982" y="1557536"/>
                <a:ext cx="12744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0D3E193-7A55-4E9F-D073-B0666899843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38342" y="1548536"/>
                  <a:ext cx="145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2A47292-BF1C-E3CD-BBCB-34BA5BFB5579}"/>
                    </a:ext>
                  </a:extLst>
                </p14:cNvPr>
                <p14:cNvContentPartPr/>
                <p14:nvPr/>
              </p14:nvContentPartPr>
              <p14:xfrm>
                <a:off x="4332742" y="1387256"/>
                <a:ext cx="54000" cy="212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2A47292-BF1C-E3CD-BBCB-34BA5BFB557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323742" y="1378616"/>
                  <a:ext cx="716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CFFC115-801F-7AEB-D5F9-C2FFDCC023A0}"/>
                    </a:ext>
                  </a:extLst>
                </p14:cNvPr>
                <p14:cNvContentPartPr/>
                <p14:nvPr/>
              </p14:nvContentPartPr>
              <p14:xfrm>
                <a:off x="4394662" y="1515056"/>
                <a:ext cx="169200" cy="80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CFFC115-801F-7AEB-D5F9-C2FFDCC023A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86022" y="1506056"/>
                  <a:ext cx="18684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613052E-DD90-88AD-8097-13BE66577B3D}"/>
                  </a:ext>
                </a:extLst>
              </p14:cNvPr>
              <p14:cNvContentPartPr/>
              <p14:nvPr/>
            </p14:nvContentPartPr>
            <p14:xfrm>
              <a:off x="3567022" y="1510376"/>
              <a:ext cx="364680" cy="954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613052E-DD90-88AD-8097-13BE66577B3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558382" y="1501376"/>
                <a:ext cx="38232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AC86EC96-467D-D699-45A5-97A392ECE0BF}"/>
                  </a:ext>
                </a:extLst>
              </p14:cNvPr>
              <p14:cNvContentPartPr/>
              <p14:nvPr/>
            </p14:nvContentPartPr>
            <p14:xfrm>
              <a:off x="3236902" y="1381496"/>
              <a:ext cx="109440" cy="3146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AC86EC96-467D-D699-45A5-97A392ECE0B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228262" y="1372496"/>
                <a:ext cx="127080" cy="33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08DA1D33-D765-008E-B423-BB726FB31A81}"/>
              </a:ext>
            </a:extLst>
          </p:cNvPr>
          <p:cNvGrpSpPr/>
          <p:nvPr/>
        </p:nvGrpSpPr>
        <p:grpSpPr>
          <a:xfrm>
            <a:off x="4297462" y="1769216"/>
            <a:ext cx="206280" cy="176760"/>
            <a:chOff x="4297462" y="1769216"/>
            <a:chExt cx="20628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5527739-1A7B-3CED-3573-42E234DA1B69}"/>
                    </a:ext>
                  </a:extLst>
                </p14:cNvPr>
                <p14:cNvContentPartPr/>
                <p14:nvPr/>
              </p14:nvContentPartPr>
              <p14:xfrm>
                <a:off x="4297462" y="1769216"/>
                <a:ext cx="56880" cy="176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5527739-1A7B-3CED-3573-42E234DA1B6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288462" y="1760576"/>
                  <a:ext cx="74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482D61E-EE3C-DE97-A641-49AF2217006C}"/>
                    </a:ext>
                  </a:extLst>
                </p14:cNvPr>
                <p14:cNvContentPartPr/>
                <p14:nvPr/>
              </p14:nvContentPartPr>
              <p14:xfrm>
                <a:off x="4349302" y="1849856"/>
                <a:ext cx="154440" cy="80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482D61E-EE3C-DE97-A641-49AF2217006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40302" y="1841216"/>
                  <a:ext cx="17208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A062605-2A9D-2759-6907-60841883D7D8}"/>
                  </a:ext>
                </a:extLst>
              </p14:cNvPr>
              <p14:cNvContentPartPr/>
              <p14:nvPr/>
            </p14:nvContentPartPr>
            <p14:xfrm>
              <a:off x="3698782" y="1871456"/>
              <a:ext cx="315360" cy="712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A062605-2A9D-2759-6907-60841883D7D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689782" y="1862456"/>
                <a:ext cx="333000" cy="8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E5581B12-2B37-1A6F-82F3-2DC298D085BB}"/>
              </a:ext>
            </a:extLst>
          </p:cNvPr>
          <p:cNvGrpSpPr/>
          <p:nvPr/>
        </p:nvGrpSpPr>
        <p:grpSpPr>
          <a:xfrm>
            <a:off x="2918662" y="1789016"/>
            <a:ext cx="324000" cy="236520"/>
            <a:chOff x="2918662" y="1789016"/>
            <a:chExt cx="32400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55731AB-A6AF-101A-5311-0DF75082EDB0}"/>
                    </a:ext>
                  </a:extLst>
                </p14:cNvPr>
                <p14:cNvContentPartPr/>
                <p14:nvPr/>
              </p14:nvContentPartPr>
              <p14:xfrm>
                <a:off x="2918662" y="1964696"/>
                <a:ext cx="122400" cy="2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55731AB-A6AF-101A-5311-0DF75082EDB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10022" y="1956056"/>
                  <a:ext cx="140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E155F43-BAC9-2855-BD48-76890D8DD559}"/>
                    </a:ext>
                  </a:extLst>
                </p14:cNvPr>
                <p14:cNvContentPartPr/>
                <p14:nvPr/>
              </p14:nvContentPartPr>
              <p14:xfrm>
                <a:off x="3115222" y="1789016"/>
                <a:ext cx="127440" cy="236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E155F43-BAC9-2855-BD48-76890D8DD55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06582" y="1780376"/>
                  <a:ext cx="14508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1F87051-8626-A92E-4289-06FA910CD2AA}"/>
              </a:ext>
            </a:extLst>
          </p:cNvPr>
          <p:cNvGrpSpPr/>
          <p:nvPr/>
        </p:nvGrpSpPr>
        <p:grpSpPr>
          <a:xfrm>
            <a:off x="1509622" y="2322536"/>
            <a:ext cx="1466280" cy="394920"/>
            <a:chOff x="1509622" y="2322536"/>
            <a:chExt cx="146628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F689B42-378B-41FE-6E0F-E0169076AF72}"/>
                    </a:ext>
                  </a:extLst>
                </p14:cNvPr>
                <p14:cNvContentPartPr/>
                <p14:nvPr/>
              </p14:nvContentPartPr>
              <p14:xfrm>
                <a:off x="1509622" y="2418656"/>
                <a:ext cx="201960" cy="298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F689B42-378B-41FE-6E0F-E0169076AF7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00982" y="2410016"/>
                  <a:ext cx="2196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A5AF609-A66F-A4F3-AB65-3403E91C121D}"/>
                    </a:ext>
                  </a:extLst>
                </p14:cNvPr>
                <p14:cNvContentPartPr/>
                <p14:nvPr/>
              </p14:nvContentPartPr>
              <p14:xfrm>
                <a:off x="1700062" y="2344856"/>
                <a:ext cx="140400" cy="223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A5AF609-A66F-A4F3-AB65-3403E91C12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691062" y="2335856"/>
                  <a:ext cx="158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572A019-66E9-F014-FFF6-DF0B9D279BB9}"/>
                    </a:ext>
                  </a:extLst>
                </p14:cNvPr>
                <p14:cNvContentPartPr/>
                <p14:nvPr/>
              </p14:nvContentPartPr>
              <p14:xfrm>
                <a:off x="1839022" y="2452136"/>
                <a:ext cx="162720" cy="687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572A019-66E9-F014-FFF6-DF0B9D279BB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830022" y="2443496"/>
                  <a:ext cx="180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9957957-BA6D-B263-30EE-93468E252B6E}"/>
                    </a:ext>
                  </a:extLst>
                </p14:cNvPr>
                <p14:cNvContentPartPr/>
                <p14:nvPr/>
              </p14:nvContentPartPr>
              <p14:xfrm>
                <a:off x="1961422" y="2322536"/>
                <a:ext cx="163080" cy="293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9957957-BA6D-B263-30EE-93468E252B6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52782" y="2313896"/>
                  <a:ext cx="1807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01C8F97-7BDF-73A1-9286-07FE4752EC14}"/>
                    </a:ext>
                  </a:extLst>
                </p14:cNvPr>
                <p14:cNvContentPartPr/>
                <p14:nvPr/>
              </p14:nvContentPartPr>
              <p14:xfrm>
                <a:off x="2291542" y="2527376"/>
                <a:ext cx="127440" cy="14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01C8F97-7BDF-73A1-9286-07FE4752EC1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82542" y="2518376"/>
                  <a:ext cx="145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23D307-B16F-D8C2-F644-822DBCE77A00}"/>
                    </a:ext>
                  </a:extLst>
                </p14:cNvPr>
                <p14:cNvContentPartPr/>
                <p14:nvPr/>
              </p14:nvContentPartPr>
              <p14:xfrm>
                <a:off x="2261662" y="2455376"/>
                <a:ext cx="130680" cy="22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23D307-B16F-D8C2-F644-822DBCE77A0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253022" y="2446376"/>
                  <a:ext cx="148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8B11938-FAA1-BF59-CFF6-DDE00328D2D5}"/>
                    </a:ext>
                  </a:extLst>
                </p14:cNvPr>
                <p14:cNvContentPartPr/>
                <p14:nvPr/>
              </p14:nvContentPartPr>
              <p14:xfrm>
                <a:off x="2546422" y="2344136"/>
                <a:ext cx="429480" cy="2826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8B11938-FAA1-BF59-CFF6-DDE00328D2D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37782" y="2335496"/>
                  <a:ext cx="447120" cy="30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8B9A36E-7D6E-EC91-13BD-E512F8B7D98A}"/>
              </a:ext>
            </a:extLst>
          </p:cNvPr>
          <p:cNvGrpSpPr/>
          <p:nvPr/>
        </p:nvGrpSpPr>
        <p:grpSpPr>
          <a:xfrm>
            <a:off x="2609062" y="2739416"/>
            <a:ext cx="746280" cy="253800"/>
            <a:chOff x="2609062" y="2739416"/>
            <a:chExt cx="74628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713D0DE-105B-E6D1-00C1-040085D87080}"/>
                    </a:ext>
                  </a:extLst>
                </p14:cNvPr>
                <p14:cNvContentPartPr/>
                <p14:nvPr/>
              </p14:nvContentPartPr>
              <p14:xfrm>
                <a:off x="2609062" y="2739416"/>
                <a:ext cx="172080" cy="253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713D0DE-105B-E6D1-00C1-040085D8708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600062" y="2730776"/>
                  <a:ext cx="1897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C0D5B45-2026-3E10-6FCA-E3898221E8DA}"/>
                    </a:ext>
                  </a:extLst>
                </p14:cNvPr>
                <p14:cNvContentPartPr/>
                <p14:nvPr/>
              </p14:nvContentPartPr>
              <p14:xfrm>
                <a:off x="2784382" y="2878736"/>
                <a:ext cx="75960" cy="7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C0D5B45-2026-3E10-6FCA-E3898221E8D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75382" y="2870096"/>
                  <a:ext cx="93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AE3C980-9F0A-70C1-70FE-129828B8DC4C}"/>
                    </a:ext>
                  </a:extLst>
                </p14:cNvPr>
                <p14:cNvContentPartPr/>
                <p14:nvPr/>
              </p14:nvContentPartPr>
              <p14:xfrm>
                <a:off x="2774302" y="2816456"/>
                <a:ext cx="86040" cy="97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AE3C980-9F0A-70C1-70FE-129828B8DC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765302" y="2807816"/>
                  <a:ext cx="103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BB95A2B-499D-007B-3E67-93F551ACA0A0}"/>
                    </a:ext>
                  </a:extLst>
                </p14:cNvPr>
                <p14:cNvContentPartPr/>
                <p14:nvPr/>
              </p14:nvContentPartPr>
              <p14:xfrm>
                <a:off x="2971942" y="2852456"/>
                <a:ext cx="69120" cy="28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BB95A2B-499D-007B-3E67-93F551ACA0A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63302" y="2843456"/>
                  <a:ext cx="867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F37AF49-DE86-C35F-1792-85FCC96A53D2}"/>
                    </a:ext>
                  </a:extLst>
                </p14:cNvPr>
                <p14:cNvContentPartPr/>
                <p14:nvPr/>
              </p14:nvContentPartPr>
              <p14:xfrm>
                <a:off x="3146902" y="2766416"/>
                <a:ext cx="208440" cy="133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F37AF49-DE86-C35F-1792-85FCC96A53D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7902" y="2757416"/>
                  <a:ext cx="226080" cy="15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17EE1E4-5447-1BF1-7D2E-5AD955D29604}"/>
                  </a:ext>
                </a:extLst>
              </p14:cNvPr>
              <p14:cNvContentPartPr/>
              <p14:nvPr/>
            </p14:nvContentPartPr>
            <p14:xfrm>
              <a:off x="2656582" y="2104736"/>
              <a:ext cx="134280" cy="1227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17EE1E4-5447-1BF1-7D2E-5AD955D29604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647942" y="2096096"/>
                <a:ext cx="151920" cy="14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DF83D40-2544-D81E-8736-123F8509CF72}"/>
              </a:ext>
            </a:extLst>
          </p:cNvPr>
          <p:cNvGrpSpPr/>
          <p:nvPr/>
        </p:nvGrpSpPr>
        <p:grpSpPr>
          <a:xfrm>
            <a:off x="3312502" y="2190416"/>
            <a:ext cx="2096280" cy="412920"/>
            <a:chOff x="3312502" y="2190416"/>
            <a:chExt cx="209628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424E4E4-2192-62AE-C3AD-5326DA40C72F}"/>
                    </a:ext>
                  </a:extLst>
                </p14:cNvPr>
                <p14:cNvContentPartPr/>
                <p14:nvPr/>
              </p14:nvContentPartPr>
              <p14:xfrm>
                <a:off x="3312502" y="2337296"/>
                <a:ext cx="166320" cy="223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424E4E4-2192-62AE-C3AD-5326DA40C7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03502" y="2328296"/>
                  <a:ext cx="1839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1FEEBD6-EE00-9736-F0E8-3A1C38F310E9}"/>
                    </a:ext>
                  </a:extLst>
                </p14:cNvPr>
                <p14:cNvContentPartPr/>
                <p14:nvPr/>
              </p14:nvContentPartPr>
              <p14:xfrm>
                <a:off x="3550102" y="2269616"/>
                <a:ext cx="146520" cy="333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1FEEBD6-EE00-9736-F0E8-3A1C38F310E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41462" y="2260616"/>
                  <a:ext cx="164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14C09C-5CF6-B1EA-A742-C317C12978EB}"/>
                    </a:ext>
                  </a:extLst>
                </p14:cNvPr>
                <p14:cNvContentPartPr/>
                <p14:nvPr/>
              </p14:nvContentPartPr>
              <p14:xfrm>
                <a:off x="3705982" y="2460776"/>
                <a:ext cx="59400" cy="11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14C09C-5CF6-B1EA-A742-C317C12978E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696982" y="2452136"/>
                  <a:ext cx="77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7043016-5F94-2258-8A0C-BA427481F523}"/>
                    </a:ext>
                  </a:extLst>
                </p14:cNvPr>
                <p14:cNvContentPartPr/>
                <p14:nvPr/>
              </p14:nvContentPartPr>
              <p14:xfrm>
                <a:off x="3879502" y="2319296"/>
                <a:ext cx="110520" cy="174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7043016-5F94-2258-8A0C-BA427481F52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870862" y="2310296"/>
                  <a:ext cx="128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D7B745B-1BB1-D28B-1A32-043546858C2B}"/>
                    </a:ext>
                  </a:extLst>
                </p14:cNvPr>
                <p14:cNvContentPartPr/>
                <p14:nvPr/>
              </p14:nvContentPartPr>
              <p14:xfrm>
                <a:off x="3955102" y="2259176"/>
                <a:ext cx="173160" cy="2829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D7B745B-1BB1-D28B-1A32-043546858C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46462" y="2250536"/>
                  <a:ext cx="190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0379B7-E553-9965-D50B-D53DD9B89779}"/>
                    </a:ext>
                  </a:extLst>
                </p14:cNvPr>
                <p14:cNvContentPartPr/>
                <p14:nvPr/>
              </p14:nvContentPartPr>
              <p14:xfrm>
                <a:off x="4294942" y="2381216"/>
                <a:ext cx="148320" cy="83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0379B7-E553-9965-D50B-D53DD9B8977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86302" y="2372216"/>
                  <a:ext cx="165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DBA8082-86FA-7388-3738-87559C609928}"/>
                    </a:ext>
                  </a:extLst>
                </p14:cNvPr>
                <p14:cNvContentPartPr/>
                <p14:nvPr/>
              </p14:nvContentPartPr>
              <p14:xfrm>
                <a:off x="4359742" y="2391296"/>
                <a:ext cx="69120" cy="1062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DBA8082-86FA-7388-3738-87559C60992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350742" y="2382656"/>
                  <a:ext cx="86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8D111FA-819E-5CF4-EA6A-D6DF87B34A79}"/>
                    </a:ext>
                  </a:extLst>
                </p14:cNvPr>
                <p14:cNvContentPartPr/>
                <p14:nvPr/>
              </p14:nvContentPartPr>
              <p14:xfrm>
                <a:off x="4524262" y="2245856"/>
                <a:ext cx="135720" cy="291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8D111FA-819E-5CF4-EA6A-D6DF87B34A7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15622" y="2237216"/>
                  <a:ext cx="153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DC10CF1-EB9A-C22F-F011-B6444CA109B3}"/>
                    </a:ext>
                  </a:extLst>
                </p14:cNvPr>
                <p14:cNvContentPartPr/>
                <p14:nvPr/>
              </p14:nvContentPartPr>
              <p14:xfrm>
                <a:off x="4649542" y="2392736"/>
                <a:ext cx="152280" cy="61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DC10CF1-EB9A-C22F-F011-B6444CA109B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40902" y="2383736"/>
                  <a:ext cx="169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782B682-2968-6B89-64E2-8944C512DD51}"/>
                    </a:ext>
                  </a:extLst>
                </p14:cNvPr>
                <p14:cNvContentPartPr/>
                <p14:nvPr/>
              </p14:nvContentPartPr>
              <p14:xfrm>
                <a:off x="4954462" y="2339096"/>
                <a:ext cx="41040" cy="113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782B682-2968-6B89-64E2-8944C512DD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45822" y="2330096"/>
                  <a:ext cx="58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AE94D0D-D988-CAC6-36AB-E2E5FB60289F}"/>
                    </a:ext>
                  </a:extLst>
                </p14:cNvPr>
                <p14:cNvContentPartPr/>
                <p14:nvPr/>
              </p14:nvContentPartPr>
              <p14:xfrm>
                <a:off x="4920982" y="2403536"/>
                <a:ext cx="113760" cy="12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AE94D0D-D988-CAC6-36AB-E2E5FB60289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12342" y="2394896"/>
                  <a:ext cx="131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23299D0-5603-7330-FE14-0FFE09A8AAE9}"/>
                    </a:ext>
                  </a:extLst>
                </p14:cNvPr>
                <p14:cNvContentPartPr/>
                <p14:nvPr/>
              </p14:nvContentPartPr>
              <p14:xfrm>
                <a:off x="5134822" y="2214536"/>
                <a:ext cx="122400" cy="236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23299D0-5603-7330-FE14-0FFE09A8AAE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26182" y="2205536"/>
                  <a:ext cx="1400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BCE6BC4-EDEE-A352-3C6F-6B43DBD7A11D}"/>
                    </a:ext>
                  </a:extLst>
                </p14:cNvPr>
                <p14:cNvContentPartPr/>
                <p14:nvPr/>
              </p14:nvContentPartPr>
              <p14:xfrm>
                <a:off x="5252182" y="2190416"/>
                <a:ext cx="156600" cy="334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BCE6BC4-EDEE-A352-3C6F-6B43DBD7A11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43542" y="2181776"/>
                  <a:ext cx="174240" cy="35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3B91518-4DD6-7564-E922-CA6007552A4A}"/>
              </a:ext>
            </a:extLst>
          </p:cNvPr>
          <p:cNvGrpSpPr/>
          <p:nvPr/>
        </p:nvGrpSpPr>
        <p:grpSpPr>
          <a:xfrm>
            <a:off x="5536582" y="2849936"/>
            <a:ext cx="394200" cy="228960"/>
            <a:chOff x="5536582" y="2849936"/>
            <a:chExt cx="39420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3930E90-C955-BDDA-FA33-36F829D80806}"/>
                    </a:ext>
                  </a:extLst>
                </p14:cNvPr>
                <p14:cNvContentPartPr/>
                <p14:nvPr/>
              </p14:nvContentPartPr>
              <p14:xfrm>
                <a:off x="5536582" y="2998256"/>
                <a:ext cx="124200" cy="27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3930E90-C955-BDDA-FA33-36F829D8080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527942" y="2989256"/>
                  <a:ext cx="141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4218FDF-A882-9FB4-C763-A3C6B9664757}"/>
                    </a:ext>
                  </a:extLst>
                </p14:cNvPr>
                <p14:cNvContentPartPr/>
                <p14:nvPr/>
              </p14:nvContentPartPr>
              <p14:xfrm>
                <a:off x="5783902" y="2849936"/>
                <a:ext cx="146880" cy="228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4218FDF-A882-9FB4-C763-A3C6B966475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74902" y="2841296"/>
                  <a:ext cx="16452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99900BFF-30EF-E56C-BDC4-6915CE2D72C1}"/>
                  </a:ext>
                </a:extLst>
              </p14:cNvPr>
              <p14:cNvContentPartPr/>
              <p14:nvPr/>
            </p14:nvContentPartPr>
            <p14:xfrm>
              <a:off x="4972102" y="2983136"/>
              <a:ext cx="312480" cy="964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99900BFF-30EF-E56C-BDC4-6915CE2D72C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963102" y="2974136"/>
                <a:ext cx="33012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8213D3F-8494-0307-5754-E1F4F9B69A29}"/>
              </a:ext>
            </a:extLst>
          </p:cNvPr>
          <p:cNvGrpSpPr/>
          <p:nvPr/>
        </p:nvGrpSpPr>
        <p:grpSpPr>
          <a:xfrm>
            <a:off x="4332742" y="2955776"/>
            <a:ext cx="555120" cy="220680"/>
            <a:chOff x="4332742" y="2955776"/>
            <a:chExt cx="55512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239148A-79B0-D1F1-841B-1F663E5276BB}"/>
                    </a:ext>
                  </a:extLst>
                </p14:cNvPr>
                <p14:cNvContentPartPr/>
                <p14:nvPr/>
              </p14:nvContentPartPr>
              <p14:xfrm>
                <a:off x="4332742" y="2973056"/>
                <a:ext cx="182880" cy="2034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239148A-79B0-D1F1-841B-1F663E5276B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23742" y="2964416"/>
                  <a:ext cx="200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D9926E1-88A4-AF2B-6500-00E621CACACB}"/>
                    </a:ext>
                  </a:extLst>
                </p14:cNvPr>
                <p14:cNvContentPartPr/>
                <p14:nvPr/>
              </p14:nvContentPartPr>
              <p14:xfrm>
                <a:off x="4587982" y="3068096"/>
                <a:ext cx="92880" cy="19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D9926E1-88A4-AF2B-6500-00E621CACAC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79342" y="3059096"/>
                  <a:ext cx="110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CCB2632-8521-23B8-ADEF-904D8EB14D79}"/>
                    </a:ext>
                  </a:extLst>
                </p14:cNvPr>
                <p14:cNvContentPartPr/>
                <p14:nvPr/>
              </p14:nvContentPartPr>
              <p14:xfrm>
                <a:off x="4699582" y="2955776"/>
                <a:ext cx="72360" cy="194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CCB2632-8521-23B8-ADEF-904D8EB14D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690582" y="2946776"/>
                  <a:ext cx="90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CCAD6CB-E290-6274-E062-8675DF95DF21}"/>
                    </a:ext>
                  </a:extLst>
                </p14:cNvPr>
                <p14:cNvContentPartPr/>
                <p14:nvPr/>
              </p14:nvContentPartPr>
              <p14:xfrm>
                <a:off x="4772302" y="3083216"/>
                <a:ext cx="115560" cy="73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CCAD6CB-E290-6274-E062-8675DF95DF2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763302" y="3074576"/>
                  <a:ext cx="133200" cy="9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7F7EA10-0D8F-FA33-B9E7-C411CD19D372}"/>
                  </a:ext>
                </a:extLst>
              </p14:cNvPr>
              <p14:cNvContentPartPr/>
              <p14:nvPr/>
            </p14:nvContentPartPr>
            <p14:xfrm>
              <a:off x="5703982" y="3277256"/>
              <a:ext cx="134280" cy="23796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7F7EA10-0D8F-FA33-B9E7-C411CD19D37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695342" y="3268616"/>
                <a:ext cx="1519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9E74483-9BBC-F589-6623-99BC72A579C3}"/>
                  </a:ext>
                </a:extLst>
              </p14:cNvPr>
              <p14:cNvContentPartPr/>
              <p14:nvPr/>
            </p14:nvContentPartPr>
            <p14:xfrm>
              <a:off x="5186662" y="3424496"/>
              <a:ext cx="165240" cy="939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9E74483-9BBC-F589-6623-99BC72A579C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178022" y="3415856"/>
                <a:ext cx="18288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7623D99D-5BAB-6109-8BAD-5F5FD7038D8B}"/>
              </a:ext>
            </a:extLst>
          </p:cNvPr>
          <p:cNvGrpSpPr/>
          <p:nvPr/>
        </p:nvGrpSpPr>
        <p:grpSpPr>
          <a:xfrm>
            <a:off x="4343902" y="3402896"/>
            <a:ext cx="605160" cy="214560"/>
            <a:chOff x="4343902" y="3402896"/>
            <a:chExt cx="60516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37A35B0-091D-E2BA-1B06-3486E6B19B9A}"/>
                    </a:ext>
                  </a:extLst>
                </p14:cNvPr>
                <p14:cNvContentPartPr/>
                <p14:nvPr/>
              </p14:nvContentPartPr>
              <p14:xfrm>
                <a:off x="4343902" y="3402896"/>
                <a:ext cx="58680" cy="190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37A35B0-091D-E2BA-1B06-3486E6B19B9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35262" y="3393896"/>
                  <a:ext cx="76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89FB13C-1573-5915-8F4C-C31BC986ABEE}"/>
                    </a:ext>
                  </a:extLst>
                </p14:cNvPr>
                <p14:cNvContentPartPr/>
                <p14:nvPr/>
              </p14:nvContentPartPr>
              <p14:xfrm>
                <a:off x="4391422" y="3497936"/>
                <a:ext cx="114840" cy="65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89FB13C-1573-5915-8F4C-C31BC986ABE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382422" y="3488936"/>
                  <a:ext cx="1324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EEE21B5-84C9-49F2-DB54-A40B3DC16BAE}"/>
                    </a:ext>
                  </a:extLst>
                </p14:cNvPr>
                <p14:cNvContentPartPr/>
                <p14:nvPr/>
              </p14:nvContentPartPr>
              <p14:xfrm>
                <a:off x="4572502" y="3545096"/>
                <a:ext cx="106200" cy="16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EEE21B5-84C9-49F2-DB54-A40B3DC16B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63502" y="3536096"/>
                  <a:ext cx="123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5C490E1-41FA-C60B-011A-B07F52C81A2C}"/>
                    </a:ext>
                  </a:extLst>
                </p14:cNvPr>
                <p14:cNvContentPartPr/>
                <p14:nvPr/>
              </p14:nvContentPartPr>
              <p14:xfrm>
                <a:off x="4716502" y="3439976"/>
                <a:ext cx="232560" cy="177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5C490E1-41FA-C60B-011A-B07F52C81A2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07502" y="3430976"/>
                  <a:ext cx="250200" cy="19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DA3270BE-42B5-FF8B-9CA3-E4B1BC6A81AE}"/>
              </a:ext>
            </a:extLst>
          </p:cNvPr>
          <p:cNvGrpSpPr/>
          <p:nvPr/>
        </p:nvGrpSpPr>
        <p:grpSpPr>
          <a:xfrm>
            <a:off x="5865982" y="2366816"/>
            <a:ext cx="146880" cy="57960"/>
            <a:chOff x="5865982" y="2366816"/>
            <a:chExt cx="146880" cy="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C6C348B-7AC7-221D-8687-32A7838A7EF5}"/>
                    </a:ext>
                  </a:extLst>
                </p14:cNvPr>
                <p14:cNvContentPartPr/>
                <p14:nvPr/>
              </p14:nvContentPartPr>
              <p14:xfrm>
                <a:off x="5896222" y="2414696"/>
                <a:ext cx="116640" cy="10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C6C348B-7AC7-221D-8687-32A7838A7E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87222" y="2405696"/>
                  <a:ext cx="134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CB6474-0C71-0735-C443-1794AD7D58A4}"/>
                    </a:ext>
                  </a:extLst>
                </p14:cNvPr>
                <p14:cNvContentPartPr/>
                <p14:nvPr/>
              </p14:nvContentPartPr>
              <p14:xfrm>
                <a:off x="5865982" y="2366816"/>
                <a:ext cx="136080" cy="4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CB6474-0C71-0735-C443-1794AD7D58A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857342" y="2357816"/>
                  <a:ext cx="15372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B692DBE-7B9E-0F49-4C89-5CA315E87987}"/>
                  </a:ext>
                </a:extLst>
              </p14:cNvPr>
              <p14:cNvContentPartPr/>
              <p14:nvPr/>
            </p14:nvContentPartPr>
            <p14:xfrm>
              <a:off x="6286822" y="2199776"/>
              <a:ext cx="362880" cy="31176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B692DBE-7B9E-0F49-4C89-5CA315E87987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278182" y="2191136"/>
                <a:ext cx="380520" cy="3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A3C2F23-7094-A34D-3909-AD3AD269F00F}"/>
              </a:ext>
            </a:extLst>
          </p:cNvPr>
          <p:cNvGrpSpPr/>
          <p:nvPr/>
        </p:nvGrpSpPr>
        <p:grpSpPr>
          <a:xfrm>
            <a:off x="6321022" y="2619896"/>
            <a:ext cx="527040" cy="185760"/>
            <a:chOff x="6321022" y="2619896"/>
            <a:chExt cx="527040" cy="18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C9AC611-247D-D04E-159D-CB4912112F3C}"/>
                    </a:ext>
                  </a:extLst>
                </p14:cNvPr>
                <p14:cNvContentPartPr/>
                <p14:nvPr/>
              </p14:nvContentPartPr>
              <p14:xfrm>
                <a:off x="6321022" y="2619896"/>
                <a:ext cx="50760" cy="185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C9AC611-247D-D04E-159D-CB4912112F3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12382" y="2610896"/>
                  <a:ext cx="68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37D9AB2-B73F-F947-B821-4BDC3E9C9A80}"/>
                    </a:ext>
                  </a:extLst>
                </p14:cNvPr>
                <p14:cNvContentPartPr/>
                <p14:nvPr/>
              </p14:nvContentPartPr>
              <p14:xfrm>
                <a:off x="6358822" y="2716376"/>
                <a:ext cx="163800" cy="748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37D9AB2-B73F-F947-B821-4BDC3E9C9A8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350182" y="2707736"/>
                  <a:ext cx="181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8314FF5-5A4E-5E44-2741-1B7A20E68C15}"/>
                    </a:ext>
                  </a:extLst>
                </p14:cNvPr>
                <p14:cNvContentPartPr/>
                <p14:nvPr/>
              </p14:nvContentPartPr>
              <p14:xfrm>
                <a:off x="6533782" y="2741216"/>
                <a:ext cx="101160" cy="126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8314FF5-5A4E-5E44-2741-1B7A20E68C1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525142" y="2732576"/>
                  <a:ext cx="118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58793F1-A3A6-448B-73C8-75039C0E0D01}"/>
                    </a:ext>
                  </a:extLst>
                </p14:cNvPr>
                <p14:cNvContentPartPr/>
                <p14:nvPr/>
              </p14:nvContentPartPr>
              <p14:xfrm>
                <a:off x="6496342" y="2678576"/>
                <a:ext cx="143640" cy="16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58793F1-A3A6-448B-73C8-75039C0E0D0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487702" y="2669576"/>
                  <a:ext cx="161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794EC02-5A5D-B2C7-8E7C-4A3FC5AF1F7E}"/>
                    </a:ext>
                  </a:extLst>
                </p14:cNvPr>
                <p14:cNvContentPartPr/>
                <p14:nvPr/>
              </p14:nvContentPartPr>
              <p14:xfrm>
                <a:off x="6732862" y="2683616"/>
                <a:ext cx="115200" cy="1072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794EC02-5A5D-B2C7-8E7C-4A3FC5AF1F7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723862" y="2674616"/>
                  <a:ext cx="13284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0E6431E-5132-DF55-FAE1-14DEE10FC71E}"/>
                  </a:ext>
                </a:extLst>
              </p14:cNvPr>
              <p14:cNvContentPartPr/>
              <p14:nvPr/>
            </p14:nvContentPartPr>
            <p14:xfrm>
              <a:off x="6256942" y="1946336"/>
              <a:ext cx="186120" cy="1465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0E6431E-5132-DF55-FAE1-14DEE10FC71E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247942" y="1937696"/>
                <a:ext cx="20376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379FE60-3B7D-CC64-4F93-D6A34EA03A2E}"/>
              </a:ext>
            </a:extLst>
          </p:cNvPr>
          <p:cNvGrpSpPr/>
          <p:nvPr/>
        </p:nvGrpSpPr>
        <p:grpSpPr>
          <a:xfrm>
            <a:off x="6949942" y="2181776"/>
            <a:ext cx="1316520" cy="342000"/>
            <a:chOff x="6949942" y="2181776"/>
            <a:chExt cx="131652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F3AAA22-60FA-5EC7-5945-48021E886415}"/>
                    </a:ext>
                  </a:extLst>
                </p14:cNvPr>
                <p14:cNvContentPartPr/>
                <p14:nvPr/>
              </p14:nvContentPartPr>
              <p14:xfrm>
                <a:off x="6949942" y="2253776"/>
                <a:ext cx="199440" cy="220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F3AAA22-60FA-5EC7-5945-48021E88641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40942" y="2244776"/>
                  <a:ext cx="217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DF0FD05-0A57-ADFF-CBFA-649E9FB23B80}"/>
                    </a:ext>
                  </a:extLst>
                </p14:cNvPr>
                <p14:cNvContentPartPr/>
                <p14:nvPr/>
              </p14:nvContentPartPr>
              <p14:xfrm>
                <a:off x="7244422" y="2185376"/>
                <a:ext cx="150120" cy="3384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DF0FD05-0A57-ADFF-CBFA-649E9FB23B8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35782" y="2176376"/>
                  <a:ext cx="1677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2918C84-0FF3-7E94-67FA-6E18456A2A3A}"/>
                    </a:ext>
                  </a:extLst>
                </p14:cNvPr>
                <p14:cNvContentPartPr/>
                <p14:nvPr/>
              </p14:nvContentPartPr>
              <p14:xfrm>
                <a:off x="7421182" y="2271056"/>
                <a:ext cx="212400" cy="189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2918C84-0FF3-7E94-67FA-6E18456A2A3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412542" y="2262056"/>
                  <a:ext cx="230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71C38D7-B7FF-9A9B-3CDF-EE6929C0C43B}"/>
                    </a:ext>
                  </a:extLst>
                </p14:cNvPr>
                <p14:cNvContentPartPr/>
                <p14:nvPr/>
              </p14:nvContentPartPr>
              <p14:xfrm>
                <a:off x="7731862" y="2360336"/>
                <a:ext cx="141840" cy="22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71C38D7-B7FF-9A9B-3CDF-EE6929C0C4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22862" y="2351336"/>
                  <a:ext cx="159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52EB3E2-AFD2-2AB6-0F6D-39E762D55D12}"/>
                    </a:ext>
                  </a:extLst>
                </p14:cNvPr>
                <p14:cNvContentPartPr/>
                <p14:nvPr/>
              </p14:nvContentPartPr>
              <p14:xfrm>
                <a:off x="7931662" y="2227496"/>
                <a:ext cx="72360" cy="201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52EB3E2-AFD2-2AB6-0F6D-39E762D55D1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23022" y="2218496"/>
                  <a:ext cx="90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13E5943-7FE6-0D00-1053-BE6DE6CD75AB}"/>
                    </a:ext>
                  </a:extLst>
                </p14:cNvPr>
                <p14:cNvContentPartPr/>
                <p14:nvPr/>
              </p14:nvContentPartPr>
              <p14:xfrm>
                <a:off x="8000422" y="2348816"/>
                <a:ext cx="115920" cy="54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13E5943-7FE6-0D00-1053-BE6DE6CD75A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91422" y="2340176"/>
                  <a:ext cx="133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4DFF692-FEB4-EFAF-4D90-3F7878D2BFF5}"/>
                    </a:ext>
                  </a:extLst>
                </p14:cNvPr>
                <p14:cNvContentPartPr/>
                <p14:nvPr/>
              </p14:nvContentPartPr>
              <p14:xfrm>
                <a:off x="8123182" y="2181776"/>
                <a:ext cx="143280" cy="297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4DFF692-FEB4-EFAF-4D90-3F7878D2BFF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114182" y="2173136"/>
                  <a:ext cx="16092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EBFDA8D-5087-5278-89B2-8687E32A6446}"/>
              </a:ext>
            </a:extLst>
          </p:cNvPr>
          <p:cNvGrpSpPr/>
          <p:nvPr/>
        </p:nvGrpSpPr>
        <p:grpSpPr>
          <a:xfrm>
            <a:off x="8495062" y="2145416"/>
            <a:ext cx="1856160" cy="335520"/>
            <a:chOff x="8495062" y="2145416"/>
            <a:chExt cx="185616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DF7EEE1-FEF6-7B13-1D03-BD2FA897C045}"/>
                    </a:ext>
                  </a:extLst>
                </p14:cNvPr>
                <p14:cNvContentPartPr/>
                <p14:nvPr/>
              </p14:nvContentPartPr>
              <p14:xfrm>
                <a:off x="8495062" y="2338016"/>
                <a:ext cx="198000" cy="1011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DF7EEE1-FEF6-7B13-1D03-BD2FA897C04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486422" y="2329016"/>
                  <a:ext cx="215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7920F52-760F-71B0-2D8C-CA0A1900D066}"/>
                    </a:ext>
                  </a:extLst>
                </p14:cNvPr>
                <p14:cNvContentPartPr/>
                <p14:nvPr/>
              </p14:nvContentPartPr>
              <p14:xfrm>
                <a:off x="8559502" y="2350616"/>
                <a:ext cx="106200" cy="105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7920F52-760F-71B0-2D8C-CA0A1900D06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50502" y="2341616"/>
                  <a:ext cx="123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4F2A4DA-681D-549F-F396-A25CF97DD8F0}"/>
                    </a:ext>
                  </a:extLst>
                </p14:cNvPr>
                <p14:cNvContentPartPr/>
                <p14:nvPr/>
              </p14:nvContentPartPr>
              <p14:xfrm>
                <a:off x="8763982" y="2219576"/>
                <a:ext cx="145800" cy="261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4F2A4DA-681D-549F-F396-A25CF97DD8F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755342" y="2210576"/>
                  <a:ext cx="1634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8A93F0-BDE9-A3D7-07FB-A14E681EED25}"/>
                    </a:ext>
                  </a:extLst>
                </p14:cNvPr>
                <p14:cNvContentPartPr/>
                <p14:nvPr/>
              </p14:nvContentPartPr>
              <p14:xfrm>
                <a:off x="8909782" y="2356376"/>
                <a:ext cx="151920" cy="770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8A93F0-BDE9-A3D7-07FB-A14E681EED2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901142" y="2347736"/>
                  <a:ext cx="169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32AEE98-6F44-BE8F-9C07-3A6A786D8E1D}"/>
                    </a:ext>
                  </a:extLst>
                </p14:cNvPr>
                <p14:cNvContentPartPr/>
                <p14:nvPr/>
              </p14:nvContentPartPr>
              <p14:xfrm>
                <a:off x="9236302" y="2339096"/>
                <a:ext cx="28800" cy="81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32AEE98-6F44-BE8F-9C07-3A6A786D8E1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227302" y="2330096"/>
                  <a:ext cx="46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C840234-5AF2-BDD7-6D87-0AA791CE9AF2}"/>
                    </a:ext>
                  </a:extLst>
                </p14:cNvPr>
                <p14:cNvContentPartPr/>
                <p14:nvPr/>
              </p14:nvContentPartPr>
              <p14:xfrm>
                <a:off x="9166462" y="2381576"/>
                <a:ext cx="137160" cy="19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C840234-5AF2-BDD7-6D87-0AA791CE9AF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57462" y="2372576"/>
                  <a:ext cx="154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B43BA7F-6CED-708D-BA89-86EF8FEA4E2A}"/>
                    </a:ext>
                  </a:extLst>
                </p14:cNvPr>
                <p14:cNvContentPartPr/>
                <p14:nvPr/>
              </p14:nvContentPartPr>
              <p14:xfrm>
                <a:off x="9397222" y="2279696"/>
                <a:ext cx="60120" cy="1864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B43BA7F-6CED-708D-BA89-86EF8FEA4E2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388582" y="2270696"/>
                  <a:ext cx="77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9EAB7C-AD21-32DF-52C0-2956FC232880}"/>
                    </a:ext>
                  </a:extLst>
                </p14:cNvPr>
                <p14:cNvContentPartPr/>
                <p14:nvPr/>
              </p14:nvContentPartPr>
              <p14:xfrm>
                <a:off x="9470302" y="2388416"/>
                <a:ext cx="155520" cy="51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9EAB7C-AD21-32DF-52C0-2956FC23288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461302" y="2379776"/>
                  <a:ext cx="173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CA1411C-9B6E-9171-780E-C11CFC4E6EF5}"/>
                    </a:ext>
                  </a:extLst>
                </p14:cNvPr>
                <p14:cNvContentPartPr/>
                <p14:nvPr/>
              </p14:nvContentPartPr>
              <p14:xfrm>
                <a:off x="9705742" y="2352776"/>
                <a:ext cx="140040" cy="136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CA1411C-9B6E-9171-780E-C11CFC4E6EF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697102" y="2343776"/>
                  <a:ext cx="157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0E1A4E0-C0D1-7636-0BD0-12D7C4052138}"/>
                    </a:ext>
                  </a:extLst>
                </p14:cNvPr>
                <p14:cNvContentPartPr/>
                <p14:nvPr/>
              </p14:nvContentPartPr>
              <p14:xfrm>
                <a:off x="9909502" y="2236856"/>
                <a:ext cx="252720" cy="165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0E1A4E0-C0D1-7636-0BD0-12D7C405213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900502" y="2228216"/>
                  <a:ext cx="270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6EBD219-DB91-9FC7-BA43-13421BC8AE9D}"/>
                    </a:ext>
                  </a:extLst>
                </p14:cNvPr>
                <p14:cNvContentPartPr/>
                <p14:nvPr/>
              </p14:nvContentPartPr>
              <p14:xfrm>
                <a:off x="10159342" y="2145416"/>
                <a:ext cx="191880" cy="315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6EBD219-DB91-9FC7-BA43-13421BC8AE9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150342" y="2136776"/>
                  <a:ext cx="209520" cy="33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0F223FBE-995C-45C6-5356-C7D8A6B822AE}"/>
                  </a:ext>
                </a:extLst>
              </p14:cNvPr>
              <p14:cNvContentPartPr/>
              <p14:nvPr/>
            </p14:nvContentPartPr>
            <p14:xfrm>
              <a:off x="7034902" y="2649776"/>
              <a:ext cx="1258560" cy="1501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0F223FBE-995C-45C6-5356-C7D8A6B822AE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026262" y="2640776"/>
                <a:ext cx="127620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C8480BE-1A75-ACB3-7DED-01F4A3E1D8E8}"/>
              </a:ext>
            </a:extLst>
          </p:cNvPr>
          <p:cNvGrpSpPr/>
          <p:nvPr/>
        </p:nvGrpSpPr>
        <p:grpSpPr>
          <a:xfrm>
            <a:off x="7263862" y="2875136"/>
            <a:ext cx="1182960" cy="317520"/>
            <a:chOff x="7263862" y="2875136"/>
            <a:chExt cx="1182960" cy="3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F6AE4D4-7CFD-E41F-81C7-D108B5808655}"/>
                    </a:ext>
                  </a:extLst>
                </p14:cNvPr>
                <p14:cNvContentPartPr/>
                <p14:nvPr/>
              </p14:nvContentPartPr>
              <p14:xfrm>
                <a:off x="7273222" y="3127136"/>
                <a:ext cx="131040" cy="5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F6AE4D4-7CFD-E41F-81C7-D108B580865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264222" y="3118136"/>
                  <a:ext cx="148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8FF61CF-0DEE-624A-39EF-67EBE8A5B5CA}"/>
                    </a:ext>
                  </a:extLst>
                </p14:cNvPr>
                <p14:cNvContentPartPr/>
                <p14:nvPr/>
              </p14:nvContentPartPr>
              <p14:xfrm>
                <a:off x="7263862" y="3072056"/>
                <a:ext cx="131400" cy="6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8FF61CF-0DEE-624A-39EF-67EBE8A5B5C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254862" y="3063056"/>
                  <a:ext cx="149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DFA0EF8-FDBD-9548-C703-83AE896326DD}"/>
                    </a:ext>
                  </a:extLst>
                </p14:cNvPr>
                <p14:cNvContentPartPr/>
                <p14:nvPr/>
              </p14:nvContentPartPr>
              <p14:xfrm>
                <a:off x="7264582" y="2935976"/>
                <a:ext cx="109080" cy="83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DFA0EF8-FDBD-9548-C703-83AE896326D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255942" y="2926976"/>
                  <a:ext cx="126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3B38E41-E31E-3BC6-7173-984A44C889F4}"/>
                    </a:ext>
                  </a:extLst>
                </p14:cNvPr>
                <p14:cNvContentPartPr/>
                <p14:nvPr/>
              </p14:nvContentPartPr>
              <p14:xfrm>
                <a:off x="7586062" y="3014456"/>
                <a:ext cx="218880" cy="149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3B38E41-E31E-3BC6-7173-984A44C889F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577422" y="3005456"/>
                  <a:ext cx="236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931B555-38DF-AE30-D32C-4A1EE23D926C}"/>
                    </a:ext>
                  </a:extLst>
                </p14:cNvPr>
                <p14:cNvContentPartPr/>
                <p14:nvPr/>
              </p14:nvContentPartPr>
              <p14:xfrm>
                <a:off x="7922302" y="2875136"/>
                <a:ext cx="189000" cy="315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931B555-38DF-AE30-D32C-4A1EE23D926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913302" y="2866136"/>
                  <a:ext cx="2066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55D8F1A-5077-5C16-61D1-0E6D1A544633}"/>
                    </a:ext>
                  </a:extLst>
                </p14:cNvPr>
                <p14:cNvContentPartPr/>
                <p14:nvPr/>
              </p14:nvContentPartPr>
              <p14:xfrm>
                <a:off x="8096902" y="2942816"/>
                <a:ext cx="63720" cy="2098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55D8F1A-5077-5C16-61D1-0E6D1A54463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087902" y="2934176"/>
                  <a:ext cx="81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4BDEC40-83B6-580F-8148-D1561B21A9AD}"/>
                    </a:ext>
                  </a:extLst>
                </p14:cNvPr>
                <p14:cNvContentPartPr/>
                <p14:nvPr/>
              </p14:nvContentPartPr>
              <p14:xfrm>
                <a:off x="8160982" y="3040736"/>
                <a:ext cx="127440" cy="58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4BDEC40-83B6-580F-8148-D1561B21A9A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151982" y="3031736"/>
                  <a:ext cx="145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4DD6033-08EB-93FC-318E-256E7EDC6A9F}"/>
                    </a:ext>
                  </a:extLst>
                </p14:cNvPr>
                <p14:cNvContentPartPr/>
                <p14:nvPr/>
              </p14:nvContentPartPr>
              <p14:xfrm>
                <a:off x="8240182" y="2902496"/>
                <a:ext cx="206640" cy="2901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4DD6033-08EB-93FC-318E-256E7EDC6A9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231182" y="2893496"/>
                  <a:ext cx="22428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4EDD534-F34B-A9FC-580D-DA8FF51AFF66}"/>
              </a:ext>
            </a:extLst>
          </p:cNvPr>
          <p:cNvGrpSpPr/>
          <p:nvPr/>
        </p:nvGrpSpPr>
        <p:grpSpPr>
          <a:xfrm>
            <a:off x="8734822" y="2857856"/>
            <a:ext cx="1470600" cy="338400"/>
            <a:chOff x="8734822" y="2857856"/>
            <a:chExt cx="147060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56B98DC-EF8E-F923-2756-DF8520B2B31B}"/>
                    </a:ext>
                  </a:extLst>
                </p14:cNvPr>
                <p14:cNvContentPartPr/>
                <p14:nvPr/>
              </p14:nvContentPartPr>
              <p14:xfrm>
                <a:off x="8748862" y="3113096"/>
                <a:ext cx="108000" cy="79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56B98DC-EF8E-F923-2756-DF8520B2B31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740222" y="3104096"/>
                  <a:ext cx="125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D6266A7-C77A-AB31-9A3C-61079F322CC8}"/>
                    </a:ext>
                  </a:extLst>
                </p14:cNvPr>
                <p14:cNvContentPartPr/>
                <p14:nvPr/>
              </p14:nvContentPartPr>
              <p14:xfrm>
                <a:off x="8734822" y="3056936"/>
                <a:ext cx="101160" cy="10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D6266A7-C77A-AB31-9A3C-61079F322CC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725822" y="3047936"/>
                  <a:ext cx="118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41863E2-D860-263F-EA2D-FDB4BDAE57E5}"/>
                    </a:ext>
                  </a:extLst>
                </p14:cNvPr>
                <p14:cNvContentPartPr/>
                <p14:nvPr/>
              </p14:nvContentPartPr>
              <p14:xfrm>
                <a:off x="9018502" y="2955416"/>
                <a:ext cx="189360" cy="2228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41863E2-D860-263F-EA2D-FDB4BDAE57E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009862" y="2946416"/>
                  <a:ext cx="207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51E8680-5FD2-F7C6-DF68-81E24325EBCF}"/>
                    </a:ext>
                  </a:extLst>
                </p14:cNvPr>
                <p14:cNvContentPartPr/>
                <p14:nvPr/>
              </p14:nvContentPartPr>
              <p14:xfrm>
                <a:off x="9218662" y="2865056"/>
                <a:ext cx="217440" cy="331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51E8680-5FD2-F7C6-DF68-81E24325EBC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210022" y="2856416"/>
                  <a:ext cx="2350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DA10001-B8A5-6DC5-BC15-EAC63A71E7CD}"/>
                    </a:ext>
                  </a:extLst>
                </p14:cNvPr>
                <p14:cNvContentPartPr/>
                <p14:nvPr/>
              </p14:nvContentPartPr>
              <p14:xfrm>
                <a:off x="9409462" y="2970896"/>
                <a:ext cx="227880" cy="163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DA10001-B8A5-6DC5-BC15-EAC63A71E7C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00462" y="2961896"/>
                  <a:ext cx="245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5692FB6-E50B-25BA-721A-936EC922E50B}"/>
                    </a:ext>
                  </a:extLst>
                </p14:cNvPr>
                <p14:cNvContentPartPr/>
                <p14:nvPr/>
              </p14:nvContentPartPr>
              <p14:xfrm>
                <a:off x="9703582" y="3062336"/>
                <a:ext cx="88920" cy="10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5692FB6-E50B-25BA-721A-936EC922E50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694942" y="3053336"/>
                  <a:ext cx="106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1E5264A-AF92-20A2-BB6B-A9C9748948DB}"/>
                    </a:ext>
                  </a:extLst>
                </p14:cNvPr>
                <p14:cNvContentPartPr/>
                <p14:nvPr/>
              </p14:nvContentPartPr>
              <p14:xfrm>
                <a:off x="9861622" y="2950016"/>
                <a:ext cx="51480" cy="178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1E5264A-AF92-20A2-BB6B-A9C9748948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852622" y="2941016"/>
                  <a:ext cx="69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AB2311D-D0E2-A9A5-96F2-AB09EEB1AA5D}"/>
                    </a:ext>
                  </a:extLst>
                </p14:cNvPr>
                <p14:cNvContentPartPr/>
                <p14:nvPr/>
              </p14:nvContentPartPr>
              <p14:xfrm>
                <a:off x="9921742" y="3046136"/>
                <a:ext cx="141480" cy="64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AB2311D-D0E2-A9A5-96F2-AB09EEB1AA5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913102" y="3037136"/>
                  <a:ext cx="159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7C502F5-DD44-B330-EB85-2CD7DFF10C2E}"/>
                    </a:ext>
                  </a:extLst>
                </p14:cNvPr>
                <p14:cNvContentPartPr/>
                <p14:nvPr/>
              </p14:nvContentPartPr>
              <p14:xfrm>
                <a:off x="9967822" y="2857856"/>
                <a:ext cx="237600" cy="335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7C502F5-DD44-B330-EB85-2CD7DFF10C2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959182" y="2848856"/>
                  <a:ext cx="25524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3A2F416-97FE-0175-A13B-682D8889BBD6}"/>
              </a:ext>
            </a:extLst>
          </p:cNvPr>
          <p:cNvGrpSpPr/>
          <p:nvPr/>
        </p:nvGrpSpPr>
        <p:grpSpPr>
          <a:xfrm>
            <a:off x="2354542" y="4126496"/>
            <a:ext cx="106920" cy="84240"/>
            <a:chOff x="2354542" y="4126496"/>
            <a:chExt cx="10692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994E039-A925-F351-9B06-1811BE8975D1}"/>
                    </a:ext>
                  </a:extLst>
                </p14:cNvPr>
                <p14:cNvContentPartPr/>
                <p14:nvPr/>
              </p14:nvContentPartPr>
              <p14:xfrm>
                <a:off x="2371462" y="4210376"/>
                <a:ext cx="79560" cy="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994E039-A925-F351-9B06-1811BE8975D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362462" y="4201376"/>
                  <a:ext cx="97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F0AB7C4-6195-55C4-4E6D-51FE8DD35CEE}"/>
                    </a:ext>
                  </a:extLst>
                </p14:cNvPr>
                <p14:cNvContentPartPr/>
                <p14:nvPr/>
              </p14:nvContentPartPr>
              <p14:xfrm>
                <a:off x="2354542" y="4126496"/>
                <a:ext cx="106920" cy="25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F0AB7C4-6195-55C4-4E6D-51FE8DD35CE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345902" y="4117856"/>
                  <a:ext cx="12456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FD20A3D9-2455-3A68-4228-942900A5607B}"/>
                  </a:ext>
                </a:extLst>
              </p14:cNvPr>
              <p14:cNvContentPartPr/>
              <p14:nvPr/>
            </p14:nvContentPartPr>
            <p14:xfrm>
              <a:off x="2691502" y="3992216"/>
              <a:ext cx="513720" cy="29124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FD20A3D9-2455-3A68-4228-942900A5607B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2682502" y="3983216"/>
                <a:ext cx="531360" cy="30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99FC8A9-D353-E761-F42D-FD38B524F34D}"/>
              </a:ext>
            </a:extLst>
          </p:cNvPr>
          <p:cNvGrpSpPr/>
          <p:nvPr/>
        </p:nvGrpSpPr>
        <p:grpSpPr>
          <a:xfrm>
            <a:off x="2694742" y="4386056"/>
            <a:ext cx="527760" cy="171720"/>
            <a:chOff x="2694742" y="4386056"/>
            <a:chExt cx="52776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5D8CBBD-8977-F7AA-1F28-9FE614A94207}"/>
                    </a:ext>
                  </a:extLst>
                </p14:cNvPr>
                <p14:cNvContentPartPr/>
                <p14:nvPr/>
              </p14:nvContentPartPr>
              <p14:xfrm>
                <a:off x="2694742" y="4386056"/>
                <a:ext cx="43920" cy="171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5D8CBBD-8977-F7AA-1F28-9FE614A9420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685742" y="4377416"/>
                  <a:ext cx="615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4B62D7E-6BF3-8802-D22C-49101C0BACBA}"/>
                    </a:ext>
                  </a:extLst>
                </p14:cNvPr>
                <p14:cNvContentPartPr/>
                <p14:nvPr/>
              </p14:nvContentPartPr>
              <p14:xfrm>
                <a:off x="2730742" y="4471016"/>
                <a:ext cx="150840" cy="74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4B62D7E-6BF3-8802-D22C-49101C0BACB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722102" y="4462376"/>
                  <a:ext cx="168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3218564-D74F-ABA9-076D-76E242DFDB86}"/>
                    </a:ext>
                  </a:extLst>
                </p14:cNvPr>
                <p14:cNvContentPartPr/>
                <p14:nvPr/>
              </p14:nvContentPartPr>
              <p14:xfrm>
                <a:off x="2929462" y="4518176"/>
                <a:ext cx="127800" cy="11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3218564-D74F-ABA9-076D-76E242DFDB8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20462" y="4509536"/>
                  <a:ext cx="145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C9195D1-362C-C853-3739-1D4D27E1ED90}"/>
                    </a:ext>
                  </a:extLst>
                </p14:cNvPr>
                <p14:cNvContentPartPr/>
                <p14:nvPr/>
              </p14:nvContentPartPr>
              <p14:xfrm>
                <a:off x="2941702" y="4451576"/>
                <a:ext cx="99360" cy="13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C9195D1-362C-C853-3739-1D4D27E1ED9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932702" y="4442576"/>
                  <a:ext cx="117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0221437-6F6D-1905-34EE-FF1F28B076A4}"/>
                    </a:ext>
                  </a:extLst>
                </p14:cNvPr>
                <p14:cNvContentPartPr/>
                <p14:nvPr/>
              </p14:nvContentPartPr>
              <p14:xfrm>
                <a:off x="3087502" y="4456256"/>
                <a:ext cx="135000" cy="878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0221437-6F6D-1905-34EE-FF1F28B076A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078862" y="4447616"/>
                  <a:ext cx="15264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9F6C08DE-FBA3-34BE-1055-4FF6E67BCA84}"/>
                  </a:ext>
                </a:extLst>
              </p14:cNvPr>
              <p14:cNvContentPartPr/>
              <p14:nvPr/>
            </p14:nvContentPartPr>
            <p14:xfrm>
              <a:off x="2726782" y="3735536"/>
              <a:ext cx="244800" cy="15012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9F6C08DE-FBA3-34BE-1055-4FF6E67BCA8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717782" y="3726536"/>
                <a:ext cx="26244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BCE7150-7A5D-A6B7-F822-87C4DC0B9A8B}"/>
              </a:ext>
            </a:extLst>
          </p:cNvPr>
          <p:cNvGrpSpPr/>
          <p:nvPr/>
        </p:nvGrpSpPr>
        <p:grpSpPr>
          <a:xfrm>
            <a:off x="3481702" y="3959096"/>
            <a:ext cx="844920" cy="314280"/>
            <a:chOff x="3481702" y="3959096"/>
            <a:chExt cx="84492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DE4523E-CD24-8403-D972-ECE9E1115BC5}"/>
                    </a:ext>
                  </a:extLst>
                </p14:cNvPr>
                <p14:cNvContentPartPr/>
                <p14:nvPr/>
              </p14:nvContentPartPr>
              <p14:xfrm>
                <a:off x="3481702" y="4126856"/>
                <a:ext cx="230400" cy="1465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DE4523E-CD24-8403-D972-ECE9E1115BC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472702" y="4118216"/>
                  <a:ext cx="248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67A7C0B-FCD8-DD4C-B1CA-C3E6333173B7}"/>
                    </a:ext>
                  </a:extLst>
                </p14:cNvPr>
                <p14:cNvContentPartPr/>
                <p14:nvPr/>
              </p14:nvContentPartPr>
              <p14:xfrm>
                <a:off x="3803182" y="3981416"/>
                <a:ext cx="162360" cy="246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67A7C0B-FCD8-DD4C-B1CA-C3E6333173B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794542" y="3972776"/>
                  <a:ext cx="180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5616171-7C48-82B8-E3B7-4F1BC8869C3C}"/>
                    </a:ext>
                  </a:extLst>
                </p14:cNvPr>
                <p14:cNvContentPartPr/>
                <p14:nvPr/>
              </p14:nvContentPartPr>
              <p14:xfrm>
                <a:off x="3993262" y="3994016"/>
                <a:ext cx="73080" cy="210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5616171-7C48-82B8-E3B7-4F1BC8869C3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984262" y="3985376"/>
                  <a:ext cx="90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F47DDE5-E4ED-8D4C-081F-52DFE3D01438}"/>
                    </a:ext>
                  </a:extLst>
                </p14:cNvPr>
                <p14:cNvContentPartPr/>
                <p14:nvPr/>
              </p14:nvContentPartPr>
              <p14:xfrm>
                <a:off x="4054822" y="4105976"/>
                <a:ext cx="166320" cy="67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F47DDE5-E4ED-8D4C-081F-52DFE3D0143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046182" y="4096976"/>
                  <a:ext cx="1839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D6A4E4F-454B-2AFA-86C2-6857377978B9}"/>
                    </a:ext>
                  </a:extLst>
                </p14:cNvPr>
                <p14:cNvContentPartPr/>
                <p14:nvPr/>
              </p14:nvContentPartPr>
              <p14:xfrm>
                <a:off x="4167862" y="3959096"/>
                <a:ext cx="158760" cy="2844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D6A4E4F-454B-2AFA-86C2-6857377978B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158862" y="3950456"/>
                  <a:ext cx="17640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D4415F5C-F169-0B48-417B-F5F53DCDDA4A}"/>
              </a:ext>
            </a:extLst>
          </p:cNvPr>
          <p:cNvGrpSpPr/>
          <p:nvPr/>
        </p:nvGrpSpPr>
        <p:grpSpPr>
          <a:xfrm>
            <a:off x="4519222" y="3916976"/>
            <a:ext cx="2238480" cy="331920"/>
            <a:chOff x="4519222" y="3916976"/>
            <a:chExt cx="223848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66B5DB9-BB05-FCE5-7925-9F793D006587}"/>
                    </a:ext>
                  </a:extLst>
                </p14:cNvPr>
                <p14:cNvContentPartPr/>
                <p14:nvPr/>
              </p14:nvContentPartPr>
              <p14:xfrm>
                <a:off x="4523902" y="4114616"/>
                <a:ext cx="138240" cy="75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66B5DB9-BB05-FCE5-7925-9F793D00658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515262" y="4105976"/>
                  <a:ext cx="15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272166A-F861-D474-1155-9F2B4E919502}"/>
                    </a:ext>
                  </a:extLst>
                </p14:cNvPr>
                <p14:cNvContentPartPr/>
                <p14:nvPr/>
              </p14:nvContentPartPr>
              <p14:xfrm>
                <a:off x="4555942" y="4108496"/>
                <a:ext cx="79920" cy="1040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272166A-F861-D474-1155-9F2B4E91950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547302" y="4099496"/>
                  <a:ext cx="97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B5DC0AB-E813-2F4C-80E2-70C72FADDD54}"/>
                    </a:ext>
                  </a:extLst>
                </p14:cNvPr>
                <p14:cNvContentPartPr/>
                <p14:nvPr/>
              </p14:nvContentPartPr>
              <p14:xfrm>
                <a:off x="4817662" y="3949376"/>
                <a:ext cx="163080" cy="299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B5DC0AB-E813-2F4C-80E2-70C72FADDD5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809022" y="3940736"/>
                  <a:ext cx="1807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C232411-979D-D693-3D3B-B122C7FC1991}"/>
                    </a:ext>
                  </a:extLst>
                </p14:cNvPr>
                <p14:cNvContentPartPr/>
                <p14:nvPr/>
              </p14:nvContentPartPr>
              <p14:xfrm>
                <a:off x="5023582" y="4008776"/>
                <a:ext cx="58320" cy="2034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C232411-979D-D693-3D3B-B122C7FC199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014582" y="4000136"/>
                  <a:ext cx="75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AFB1F5B-1439-6209-C5D0-B10A54A063B9}"/>
                    </a:ext>
                  </a:extLst>
                </p14:cNvPr>
                <p14:cNvContentPartPr/>
                <p14:nvPr/>
              </p14:nvContentPartPr>
              <p14:xfrm>
                <a:off x="5094142" y="4108136"/>
                <a:ext cx="113760" cy="81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AFB1F5B-1439-6209-C5D0-B10A54A063B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085502" y="4099136"/>
                  <a:ext cx="131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D7617C5-5C18-F90E-EED4-86DF6623CDDE}"/>
                    </a:ext>
                  </a:extLst>
                </p14:cNvPr>
                <p14:cNvContentPartPr/>
                <p14:nvPr/>
              </p14:nvContentPartPr>
              <p14:xfrm>
                <a:off x="5331742" y="4053776"/>
                <a:ext cx="69840" cy="1422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D7617C5-5C18-F90E-EED4-86DF6623CDD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323102" y="4045136"/>
                  <a:ext cx="874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A76FE24-231A-4259-B099-9F1D7A1EAE05}"/>
                    </a:ext>
                  </a:extLst>
                </p14:cNvPr>
                <p14:cNvContentPartPr/>
                <p14:nvPr/>
              </p14:nvContentPartPr>
              <p14:xfrm>
                <a:off x="5310862" y="4130456"/>
                <a:ext cx="117360" cy="6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A76FE24-231A-4259-B099-9F1D7A1EAE0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301862" y="4121456"/>
                  <a:ext cx="135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F5683DA-F0AD-438F-5C29-8328CC542AA4}"/>
                    </a:ext>
                  </a:extLst>
                </p14:cNvPr>
                <p14:cNvContentPartPr/>
                <p14:nvPr/>
              </p14:nvContentPartPr>
              <p14:xfrm>
                <a:off x="5554942" y="3964136"/>
                <a:ext cx="114840" cy="282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F5683DA-F0AD-438F-5C29-8328CC542AA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545942" y="3955136"/>
                  <a:ext cx="1324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808904F-FB6C-0F6F-8691-7B7A1DFBA5C4}"/>
                    </a:ext>
                  </a:extLst>
                </p14:cNvPr>
                <p14:cNvContentPartPr/>
                <p14:nvPr/>
              </p14:nvContentPartPr>
              <p14:xfrm>
                <a:off x="5691022" y="4130456"/>
                <a:ext cx="149760" cy="82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808904F-FB6C-0F6F-8691-7B7A1DFBA5C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682022" y="4121816"/>
                  <a:ext cx="167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8F0D6B8-8404-BD8E-C9DB-6CBF57FFA494}"/>
                    </a:ext>
                  </a:extLst>
                </p14:cNvPr>
                <p14:cNvContentPartPr/>
                <p14:nvPr/>
              </p14:nvContentPartPr>
              <p14:xfrm>
                <a:off x="5967142" y="4150976"/>
                <a:ext cx="134640" cy="16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8F0D6B8-8404-BD8E-C9DB-6CBF57FFA49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958502" y="4142336"/>
                  <a:ext cx="152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9DE0D77-744D-01CE-E5D6-B962FB421818}"/>
                    </a:ext>
                  </a:extLst>
                </p14:cNvPr>
                <p14:cNvContentPartPr/>
                <p14:nvPr/>
              </p14:nvContentPartPr>
              <p14:xfrm>
                <a:off x="6188542" y="4045856"/>
                <a:ext cx="249480" cy="1440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9DE0D77-744D-01CE-E5D6-B962FB42181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179542" y="4037216"/>
                  <a:ext cx="267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B87094B-B71F-B133-13EC-6E13E0DD82D8}"/>
                    </a:ext>
                  </a:extLst>
                </p14:cNvPr>
                <p14:cNvContentPartPr/>
                <p14:nvPr/>
              </p14:nvContentPartPr>
              <p14:xfrm>
                <a:off x="6390142" y="3971696"/>
                <a:ext cx="177480" cy="2404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B87094B-B71F-B133-13EC-6E13E0DD82D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381142" y="3963056"/>
                  <a:ext cx="195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2AEB95A-808F-82E6-A0B7-BA2061E96B9A}"/>
                    </a:ext>
                  </a:extLst>
                </p14:cNvPr>
                <p14:cNvContentPartPr/>
                <p14:nvPr/>
              </p14:nvContentPartPr>
              <p14:xfrm>
                <a:off x="6560062" y="3916976"/>
                <a:ext cx="197640" cy="3106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2AEB95A-808F-82E6-A0B7-BA2061E96B9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551422" y="3908336"/>
                  <a:ext cx="215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249761B-5F67-415B-7036-455288DF3C0A}"/>
                    </a:ext>
                  </a:extLst>
                </p14:cNvPr>
                <p14:cNvContentPartPr/>
                <p14:nvPr/>
              </p14:nvContentPartPr>
              <p14:xfrm>
                <a:off x="4519222" y="4120016"/>
                <a:ext cx="168120" cy="1004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249761B-5F67-415B-7036-455288DF3C0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510222" y="4111016"/>
                  <a:ext cx="185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E91BF5D-B738-A21C-EBF4-52E54822B27D}"/>
                    </a:ext>
                  </a:extLst>
                </p14:cNvPr>
                <p14:cNvContentPartPr/>
                <p14:nvPr/>
              </p14:nvContentPartPr>
              <p14:xfrm>
                <a:off x="4543702" y="4099496"/>
                <a:ext cx="97920" cy="1206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E91BF5D-B738-A21C-EBF4-52E54822B27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534702" y="4090856"/>
                  <a:ext cx="11556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F07F3D16-0BE2-EBBE-BD55-93A83DC4635A}"/>
                  </a:ext>
                </a:extLst>
              </p14:cNvPr>
              <p14:cNvContentPartPr/>
              <p14:nvPr/>
            </p14:nvContentPartPr>
            <p14:xfrm>
              <a:off x="3485662" y="4375256"/>
              <a:ext cx="818280" cy="11124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F07F3D16-0BE2-EBBE-BD55-93A83DC4635A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3476662" y="4366256"/>
                <a:ext cx="83592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9055868-C250-654C-5553-BF1148DC35D4}"/>
              </a:ext>
            </a:extLst>
          </p:cNvPr>
          <p:cNvGrpSpPr/>
          <p:nvPr/>
        </p:nvGrpSpPr>
        <p:grpSpPr>
          <a:xfrm>
            <a:off x="2079502" y="4610696"/>
            <a:ext cx="1630080" cy="555120"/>
            <a:chOff x="2079502" y="4610696"/>
            <a:chExt cx="1630080" cy="55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55F4B17-C389-01D1-A4AA-30BCC775E57B}"/>
                    </a:ext>
                  </a:extLst>
                </p14:cNvPr>
                <p14:cNvContentPartPr/>
                <p14:nvPr/>
              </p14:nvContentPartPr>
              <p14:xfrm>
                <a:off x="3093982" y="4610696"/>
                <a:ext cx="615600" cy="2415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55F4B17-C389-01D1-A4AA-30BCC775E57B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084982" y="4601696"/>
                  <a:ext cx="6332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4992B89-BC71-ED1C-5381-B73B2BD10D22}"/>
                    </a:ext>
                  </a:extLst>
                </p14:cNvPr>
                <p14:cNvContentPartPr/>
                <p14:nvPr/>
              </p14:nvContentPartPr>
              <p14:xfrm>
                <a:off x="2079502" y="4918496"/>
                <a:ext cx="96840" cy="247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4992B89-BC71-ED1C-5381-B73B2BD10D2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070862" y="4909496"/>
                  <a:ext cx="114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F36F412-5674-630B-DE01-64215D6ACCD8}"/>
                    </a:ext>
                  </a:extLst>
                </p14:cNvPr>
                <p14:cNvContentPartPr/>
                <p14:nvPr/>
              </p14:nvContentPartPr>
              <p14:xfrm>
                <a:off x="2178142" y="5025776"/>
                <a:ext cx="268560" cy="1008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F36F412-5674-630B-DE01-64215D6ACCD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169142" y="5016776"/>
                  <a:ext cx="286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66F4D7E-7520-A38A-4922-35FA2327AD7D}"/>
                    </a:ext>
                  </a:extLst>
                </p14:cNvPr>
                <p14:cNvContentPartPr/>
                <p14:nvPr/>
              </p14:nvContentPartPr>
              <p14:xfrm>
                <a:off x="2487742" y="5050256"/>
                <a:ext cx="170280" cy="734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66F4D7E-7520-A38A-4922-35FA2327AD7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479102" y="5041616"/>
                  <a:ext cx="187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7BD7311-FA55-7D0E-AEC0-7DC73999CD18}"/>
                    </a:ext>
                  </a:extLst>
                </p14:cNvPr>
                <p14:cNvContentPartPr/>
                <p14:nvPr/>
              </p14:nvContentPartPr>
              <p14:xfrm>
                <a:off x="2684662" y="5030096"/>
                <a:ext cx="165960" cy="79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7BD7311-FA55-7D0E-AEC0-7DC73999CD1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676022" y="5021096"/>
                  <a:ext cx="183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6B5F79C-5890-23DC-D2D5-F0A98D19EAD6}"/>
                    </a:ext>
                  </a:extLst>
                </p14:cNvPr>
                <p14:cNvContentPartPr/>
                <p14:nvPr/>
              </p14:nvContentPartPr>
              <p14:xfrm>
                <a:off x="2800222" y="4884656"/>
                <a:ext cx="127800" cy="2404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6B5F79C-5890-23DC-D2D5-F0A98D19EAD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791582" y="4875656"/>
                  <a:ext cx="145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CF9BA0F-0346-69EE-F0C1-E615660271A4}"/>
                    </a:ext>
                  </a:extLst>
                </p14:cNvPr>
                <p14:cNvContentPartPr/>
                <p14:nvPr/>
              </p14:nvContentPartPr>
              <p14:xfrm>
                <a:off x="3079222" y="5027936"/>
                <a:ext cx="131760" cy="604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CF9BA0F-0346-69EE-F0C1-E615660271A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070582" y="5019296"/>
                  <a:ext cx="149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09918BC-4FF5-4991-467B-02A2D01008C0}"/>
                    </a:ext>
                  </a:extLst>
                </p14:cNvPr>
                <p14:cNvContentPartPr/>
                <p14:nvPr/>
              </p14:nvContentPartPr>
              <p14:xfrm>
                <a:off x="3259582" y="4906616"/>
                <a:ext cx="102600" cy="2592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09918BC-4FF5-4991-467B-02A2D01008C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250582" y="4897976"/>
                  <a:ext cx="120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9B857477-BB2F-74E5-97F1-A0186504F295}"/>
                    </a:ext>
                  </a:extLst>
                </p14:cNvPr>
                <p14:cNvContentPartPr/>
                <p14:nvPr/>
              </p14:nvContentPartPr>
              <p14:xfrm>
                <a:off x="3229702" y="5059616"/>
                <a:ext cx="146520" cy="165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9B857477-BB2F-74E5-97F1-A0186504F29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220702" y="5050976"/>
                  <a:ext cx="1641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24C63B2-6FB6-83A9-D230-A6BEACE635B4}"/>
              </a:ext>
            </a:extLst>
          </p:cNvPr>
          <p:cNvGrpSpPr/>
          <p:nvPr/>
        </p:nvGrpSpPr>
        <p:grpSpPr>
          <a:xfrm>
            <a:off x="2248342" y="5247536"/>
            <a:ext cx="1025280" cy="346320"/>
            <a:chOff x="2248342" y="5247536"/>
            <a:chExt cx="102528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64AF69E-A764-C4CA-E2FE-9381BA7B7D05}"/>
                    </a:ext>
                  </a:extLst>
                </p14:cNvPr>
                <p14:cNvContentPartPr/>
                <p14:nvPr/>
              </p14:nvContentPartPr>
              <p14:xfrm>
                <a:off x="2248342" y="5411336"/>
                <a:ext cx="219600" cy="1080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64AF69E-A764-C4CA-E2FE-9381BA7B7D0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239342" y="5402336"/>
                  <a:ext cx="237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6D2295F-7589-610A-9AC2-9540781957B5}"/>
                    </a:ext>
                  </a:extLst>
                </p14:cNvPr>
                <p14:cNvContentPartPr/>
                <p14:nvPr/>
              </p14:nvContentPartPr>
              <p14:xfrm>
                <a:off x="2541022" y="5387216"/>
                <a:ext cx="200160" cy="94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6D2295F-7589-610A-9AC2-9540781957B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532382" y="5378576"/>
                  <a:ext cx="2178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5808D67-44D5-2069-4BEB-12670C7BC4D8}"/>
                    </a:ext>
                  </a:extLst>
                </p14:cNvPr>
                <p14:cNvContentPartPr/>
                <p14:nvPr/>
              </p14:nvContentPartPr>
              <p14:xfrm>
                <a:off x="2663422" y="5321696"/>
                <a:ext cx="360" cy="30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5808D67-44D5-2069-4BEB-12670C7BC4D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654422" y="5312696"/>
                  <a:ext cx="18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A1F106C-9090-7BF7-5A3E-0982A1227747}"/>
                    </a:ext>
                  </a:extLst>
                </p14:cNvPr>
                <p14:cNvContentPartPr/>
                <p14:nvPr/>
              </p14:nvContentPartPr>
              <p14:xfrm>
                <a:off x="2786182" y="5387216"/>
                <a:ext cx="114840" cy="2066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A1F106C-9090-7BF7-5A3E-0982A122774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777182" y="5378576"/>
                  <a:ext cx="132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EC05757-5085-40D5-4889-42185A7AFB8B}"/>
                    </a:ext>
                  </a:extLst>
                </p14:cNvPr>
                <p14:cNvContentPartPr/>
                <p14:nvPr/>
              </p14:nvContentPartPr>
              <p14:xfrm>
                <a:off x="2844142" y="5309816"/>
                <a:ext cx="197280" cy="1285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EC05757-5085-40D5-4889-42185A7AFB8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835142" y="5301176"/>
                  <a:ext cx="214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8C7C6AA-92F8-CE5F-5258-CFABF476409A}"/>
                    </a:ext>
                  </a:extLst>
                </p14:cNvPr>
                <p14:cNvContentPartPr/>
                <p14:nvPr/>
              </p14:nvContentPartPr>
              <p14:xfrm>
                <a:off x="3055462" y="5247536"/>
                <a:ext cx="81000" cy="1810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8C7C6AA-92F8-CE5F-5258-CFABF476409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046462" y="5238536"/>
                  <a:ext cx="98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6426254-1055-7E50-8308-90173D6C191F}"/>
                    </a:ext>
                  </a:extLst>
                </p14:cNvPr>
                <p14:cNvContentPartPr/>
                <p14:nvPr/>
              </p14:nvContentPartPr>
              <p14:xfrm>
                <a:off x="3026302" y="5348696"/>
                <a:ext cx="147960" cy="370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6426254-1055-7E50-8308-90173D6C191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017302" y="5339696"/>
                  <a:ext cx="165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EFB8B07-6A4B-1E43-06B7-CA5F02850460}"/>
                    </a:ext>
                  </a:extLst>
                </p14:cNvPr>
                <p14:cNvContentPartPr/>
                <p14:nvPr/>
              </p14:nvContentPartPr>
              <p14:xfrm>
                <a:off x="3187222" y="5305496"/>
                <a:ext cx="86400" cy="1494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EFB8B07-6A4B-1E43-06B7-CA5F0285046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178582" y="5296496"/>
                  <a:ext cx="104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16FEC4D-1ECA-42EE-1365-40CA19C1E232}"/>
                    </a:ext>
                  </a:extLst>
                </p14:cNvPr>
                <p14:cNvContentPartPr/>
                <p14:nvPr/>
              </p14:nvContentPartPr>
              <p14:xfrm>
                <a:off x="2838742" y="5268416"/>
                <a:ext cx="30960" cy="61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16FEC4D-1ECA-42EE-1365-40CA19C1E23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829742" y="5259416"/>
                  <a:ext cx="486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730DB985-DEF7-2D26-B89A-E4460294F432}"/>
              </a:ext>
            </a:extLst>
          </p:cNvPr>
          <p:cNvGrpSpPr/>
          <p:nvPr/>
        </p:nvGrpSpPr>
        <p:grpSpPr>
          <a:xfrm>
            <a:off x="5587342" y="4503776"/>
            <a:ext cx="294120" cy="308160"/>
            <a:chOff x="5587342" y="4503776"/>
            <a:chExt cx="294120" cy="30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2B9C853-E7A4-CE0B-3CAE-884EF57FB000}"/>
                    </a:ext>
                  </a:extLst>
                </p14:cNvPr>
                <p14:cNvContentPartPr/>
                <p14:nvPr/>
              </p14:nvContentPartPr>
              <p14:xfrm>
                <a:off x="5643862" y="4561376"/>
                <a:ext cx="237600" cy="2505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2B9C853-E7A4-CE0B-3CAE-884EF57FB00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635222" y="4552376"/>
                  <a:ext cx="2552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96CD525-38C0-63B9-35B6-B1DCB451F2A6}"/>
                    </a:ext>
                  </a:extLst>
                </p14:cNvPr>
                <p14:cNvContentPartPr/>
                <p14:nvPr/>
              </p14:nvContentPartPr>
              <p14:xfrm>
                <a:off x="5587342" y="4503776"/>
                <a:ext cx="191520" cy="108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96CD525-38C0-63B9-35B6-B1DCB451F2A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578342" y="4495136"/>
                  <a:ext cx="2091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0345349-4151-92E1-C0AF-2F5BC69E64B2}"/>
              </a:ext>
            </a:extLst>
          </p:cNvPr>
          <p:cNvGrpSpPr/>
          <p:nvPr/>
        </p:nvGrpSpPr>
        <p:grpSpPr>
          <a:xfrm>
            <a:off x="6097462" y="4593056"/>
            <a:ext cx="771120" cy="344520"/>
            <a:chOff x="6097462" y="4593056"/>
            <a:chExt cx="77112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A36870E-F6BA-5BD2-118C-324E5631BFCC}"/>
                    </a:ext>
                  </a:extLst>
                </p14:cNvPr>
                <p14:cNvContentPartPr/>
                <p14:nvPr/>
              </p14:nvContentPartPr>
              <p14:xfrm>
                <a:off x="6118702" y="4768376"/>
                <a:ext cx="41760" cy="853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A36870E-F6BA-5BD2-118C-324E5631BFCC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110062" y="4759736"/>
                  <a:ext cx="59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7BCC0D4-D6BA-8EC6-BB7D-C16F0A17239D}"/>
                    </a:ext>
                  </a:extLst>
                </p14:cNvPr>
                <p14:cNvContentPartPr/>
                <p14:nvPr/>
              </p14:nvContentPartPr>
              <p14:xfrm>
                <a:off x="6097462" y="4656776"/>
                <a:ext cx="360" cy="64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7BCC0D4-D6BA-8EC6-BB7D-C16F0A17239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088822" y="464813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4240E24-C0E9-F41C-A07B-09820AF4EDEB}"/>
                    </a:ext>
                  </a:extLst>
                </p14:cNvPr>
                <p14:cNvContentPartPr/>
                <p14:nvPr/>
              </p14:nvContentPartPr>
              <p14:xfrm>
                <a:off x="6206902" y="4763336"/>
                <a:ext cx="147600" cy="734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4240E24-C0E9-F41C-A07B-09820AF4EDE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198262" y="4754336"/>
                  <a:ext cx="165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018EC9D-B39E-59FE-C6AA-D39D44D07BCD}"/>
                    </a:ext>
                  </a:extLst>
                </p14:cNvPr>
                <p14:cNvContentPartPr/>
                <p14:nvPr/>
              </p14:nvContentPartPr>
              <p14:xfrm>
                <a:off x="6467902" y="4777376"/>
                <a:ext cx="101520" cy="160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018EC9D-B39E-59FE-C6AA-D39D44D07BC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458902" y="4768736"/>
                  <a:ext cx="119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13E42F1-F45D-0CAB-9486-D4DA052C9D3D}"/>
                    </a:ext>
                  </a:extLst>
                </p14:cNvPr>
                <p14:cNvContentPartPr/>
                <p14:nvPr/>
              </p14:nvContentPartPr>
              <p14:xfrm>
                <a:off x="6618742" y="4773776"/>
                <a:ext cx="148320" cy="49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13E42F1-F45D-0CAB-9486-D4DA052C9D3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609742" y="4765136"/>
                  <a:ext cx="165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330860F-3115-262C-85DF-220E4348C4F4}"/>
                    </a:ext>
                  </a:extLst>
                </p14:cNvPr>
                <p14:cNvContentPartPr/>
                <p14:nvPr/>
              </p14:nvContentPartPr>
              <p14:xfrm>
                <a:off x="6788662" y="4593056"/>
                <a:ext cx="79920" cy="223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330860F-3115-262C-85DF-220E4348C4F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780022" y="4584416"/>
                  <a:ext cx="97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82A44E2-7E01-9F03-CB04-A1E20B17FCCC}"/>
                    </a:ext>
                  </a:extLst>
                </p14:cNvPr>
                <p14:cNvContentPartPr/>
                <p14:nvPr/>
              </p14:nvContentPartPr>
              <p14:xfrm>
                <a:off x="6773542" y="4739936"/>
                <a:ext cx="90000" cy="183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82A44E2-7E01-9F03-CB04-A1E20B17FCC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764902" y="4731296"/>
                  <a:ext cx="1076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8B83BD9E-691E-685D-F0B8-8625488D0AF7}"/>
              </a:ext>
            </a:extLst>
          </p:cNvPr>
          <p:cNvGrpSpPr/>
          <p:nvPr/>
        </p:nvGrpSpPr>
        <p:grpSpPr>
          <a:xfrm>
            <a:off x="7197982" y="4651736"/>
            <a:ext cx="138240" cy="110160"/>
            <a:chOff x="7197982" y="4651736"/>
            <a:chExt cx="138240" cy="1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92A114F-CD1E-56C5-63CA-F25C52CB94B6}"/>
                    </a:ext>
                  </a:extLst>
                </p14:cNvPr>
                <p14:cNvContentPartPr/>
                <p14:nvPr/>
              </p14:nvContentPartPr>
              <p14:xfrm>
                <a:off x="7197982" y="4651736"/>
                <a:ext cx="138240" cy="1044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92A114F-CD1E-56C5-63CA-F25C52CB94B6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189342" y="4642736"/>
                  <a:ext cx="155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28A76C0-EEC8-A417-5E2B-7FDA8B4F9047}"/>
                    </a:ext>
                  </a:extLst>
                </p14:cNvPr>
                <p14:cNvContentPartPr/>
                <p14:nvPr/>
              </p14:nvContentPartPr>
              <p14:xfrm>
                <a:off x="7219942" y="4656056"/>
                <a:ext cx="90000" cy="105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28A76C0-EEC8-A417-5E2B-7FDA8B4F904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211302" y="4647416"/>
                  <a:ext cx="107640" cy="12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E2ED967E-0C37-BC90-DA99-15923592F035}"/>
                  </a:ext>
                </a:extLst>
              </p14:cNvPr>
              <p14:cNvContentPartPr/>
              <p14:nvPr/>
            </p14:nvContentPartPr>
            <p14:xfrm>
              <a:off x="7384462" y="4538336"/>
              <a:ext cx="166320" cy="25812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E2ED967E-0C37-BC90-DA99-15923592F035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375822" y="4529336"/>
                <a:ext cx="18396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8" name="Group 297">
            <a:extLst>
              <a:ext uri="{FF2B5EF4-FFF2-40B4-BE49-F238E27FC236}">
                <a16:creationId xmlns:a16="http://schemas.microsoft.com/office/drawing/2014/main" id="{02C27B7E-F282-3BB5-123C-4676616F729A}"/>
              </a:ext>
            </a:extLst>
          </p:cNvPr>
          <p:cNvGrpSpPr/>
          <p:nvPr/>
        </p:nvGrpSpPr>
        <p:grpSpPr>
          <a:xfrm>
            <a:off x="7605862" y="4512056"/>
            <a:ext cx="294480" cy="263160"/>
            <a:chOff x="7605862" y="4512056"/>
            <a:chExt cx="29448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D124364-743B-5380-84D6-696C45B6E4CC}"/>
                    </a:ext>
                  </a:extLst>
                </p14:cNvPr>
                <p14:cNvContentPartPr/>
                <p14:nvPr/>
              </p14:nvContentPartPr>
              <p14:xfrm>
                <a:off x="7605862" y="4516736"/>
                <a:ext cx="58680" cy="2001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D124364-743B-5380-84D6-696C45B6E4CC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597222" y="4507736"/>
                  <a:ext cx="763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4F659B0-A8B5-08C4-C0BD-4ECF0FB1551A}"/>
                    </a:ext>
                  </a:extLst>
                </p14:cNvPr>
                <p14:cNvContentPartPr/>
                <p14:nvPr/>
              </p14:nvContentPartPr>
              <p14:xfrm>
                <a:off x="7664902" y="4633016"/>
                <a:ext cx="147240" cy="806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4F659B0-A8B5-08C4-C0BD-4ECF0FB1551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655902" y="4624376"/>
                  <a:ext cx="164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5A4DE3AE-4742-C839-6AEC-9C6332067C67}"/>
                    </a:ext>
                  </a:extLst>
                </p14:cNvPr>
                <p14:cNvContentPartPr/>
                <p14:nvPr/>
              </p14:nvContentPartPr>
              <p14:xfrm>
                <a:off x="7750942" y="4512056"/>
                <a:ext cx="149400" cy="2631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5A4DE3AE-4742-C839-6AEC-9C6332067C6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742302" y="4503416"/>
                  <a:ext cx="167040" cy="28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DDF691CD-44BD-2A91-2391-E43CF5D32BD2}"/>
              </a:ext>
            </a:extLst>
          </p:cNvPr>
          <p:cNvGrpSpPr/>
          <p:nvPr/>
        </p:nvGrpSpPr>
        <p:grpSpPr>
          <a:xfrm>
            <a:off x="8175742" y="4444376"/>
            <a:ext cx="988920" cy="355320"/>
            <a:chOff x="8175742" y="4444376"/>
            <a:chExt cx="98892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7BE89C6-F281-1D22-97AC-683D0AEBAFE9}"/>
                    </a:ext>
                  </a:extLst>
                </p14:cNvPr>
                <p14:cNvContentPartPr/>
                <p14:nvPr/>
              </p14:nvContentPartPr>
              <p14:xfrm>
                <a:off x="8175742" y="4619336"/>
                <a:ext cx="127800" cy="1296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7BE89C6-F281-1D22-97AC-683D0AEBAFE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167102" y="4610336"/>
                  <a:ext cx="145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B7A8870-08F0-8A39-F777-71D1DDF64B3D}"/>
                    </a:ext>
                  </a:extLst>
                </p14:cNvPr>
                <p14:cNvContentPartPr/>
                <p14:nvPr/>
              </p14:nvContentPartPr>
              <p14:xfrm>
                <a:off x="8288062" y="4518536"/>
                <a:ext cx="266400" cy="2278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B7A8870-08F0-8A39-F777-71D1DDF64B3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279062" y="4509896"/>
                  <a:ext cx="284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E6270B8-593D-E743-186F-58DA3A169574}"/>
                    </a:ext>
                  </a:extLst>
                </p14:cNvPr>
                <p14:cNvContentPartPr/>
                <p14:nvPr/>
              </p14:nvContentPartPr>
              <p14:xfrm>
                <a:off x="8480662" y="4561376"/>
                <a:ext cx="25560" cy="19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E6270B8-593D-E743-186F-58DA3A16957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472022" y="4552376"/>
                  <a:ext cx="43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32E0F51-BD96-47EC-8F11-9F59038C1192}"/>
                    </a:ext>
                  </a:extLst>
                </p14:cNvPr>
                <p14:cNvContentPartPr/>
                <p14:nvPr/>
              </p14:nvContentPartPr>
              <p14:xfrm>
                <a:off x="8617462" y="4502696"/>
                <a:ext cx="120240" cy="297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32E0F51-BD96-47EC-8F11-9F59038C119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608822" y="4493696"/>
                  <a:ext cx="1378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DFE9902E-F891-CB0D-BE7A-2CB0CD2576A6}"/>
                    </a:ext>
                  </a:extLst>
                </p14:cNvPr>
                <p14:cNvContentPartPr/>
                <p14:nvPr/>
              </p14:nvContentPartPr>
              <p14:xfrm>
                <a:off x="8601622" y="4689176"/>
                <a:ext cx="127800" cy="21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DFE9902E-F891-CB0D-BE7A-2CB0CD2576A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592982" y="4680176"/>
                  <a:ext cx="145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45933E8-63C7-B516-C0AA-128C6522D45F}"/>
                    </a:ext>
                  </a:extLst>
                </p14:cNvPr>
                <p14:cNvContentPartPr/>
                <p14:nvPr/>
              </p14:nvContentPartPr>
              <p14:xfrm>
                <a:off x="8761102" y="4529336"/>
                <a:ext cx="50040" cy="1926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45933E8-63C7-B516-C0AA-128C6522D45F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752102" y="4520336"/>
                  <a:ext cx="67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D836757-D9D5-F19E-BF98-7FF5AE73B81C}"/>
                    </a:ext>
                  </a:extLst>
                </p14:cNvPr>
                <p14:cNvContentPartPr/>
                <p14:nvPr/>
              </p14:nvContentPartPr>
              <p14:xfrm>
                <a:off x="8775862" y="4604936"/>
                <a:ext cx="235080" cy="106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D836757-D9D5-F19E-BF98-7FF5AE73B81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766862" y="4596296"/>
                  <a:ext cx="252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54D9613-0CEC-B971-B122-0F8ED3CABD4F}"/>
                    </a:ext>
                  </a:extLst>
                </p14:cNvPr>
                <p14:cNvContentPartPr/>
                <p14:nvPr/>
              </p14:nvContentPartPr>
              <p14:xfrm>
                <a:off x="9035782" y="4444376"/>
                <a:ext cx="128880" cy="2556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54D9613-0CEC-B971-B122-0F8ED3CABD4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27142" y="4435736"/>
                  <a:ext cx="1465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779648F9-3CB9-2C10-1AC0-A8011F70EF4B}"/>
              </a:ext>
            </a:extLst>
          </p:cNvPr>
          <p:cNvGrpSpPr/>
          <p:nvPr/>
        </p:nvGrpSpPr>
        <p:grpSpPr>
          <a:xfrm>
            <a:off x="9483982" y="4433576"/>
            <a:ext cx="1149480" cy="650520"/>
            <a:chOff x="9483982" y="4433576"/>
            <a:chExt cx="1149480" cy="65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D1BD01A-6DCD-F316-479B-23632DE7DF76}"/>
                    </a:ext>
                  </a:extLst>
                </p14:cNvPr>
                <p14:cNvContentPartPr/>
                <p14:nvPr/>
              </p14:nvContentPartPr>
              <p14:xfrm>
                <a:off x="9483982" y="4433576"/>
                <a:ext cx="266400" cy="2826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D1BD01A-6DCD-F316-479B-23632DE7DF7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475342" y="4424576"/>
                  <a:ext cx="2840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F798911-C0E9-0006-7468-03AE082950E9}"/>
                    </a:ext>
                  </a:extLst>
                </p14:cNvPr>
                <p14:cNvContentPartPr/>
                <p14:nvPr/>
              </p14:nvContentPartPr>
              <p14:xfrm>
                <a:off x="9774502" y="4455176"/>
                <a:ext cx="111240" cy="348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F798911-C0E9-0006-7468-03AE082950E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765862" y="4446176"/>
                  <a:ext cx="1288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97C00D9-E5B5-1488-D96E-3E80011D3D1B}"/>
                    </a:ext>
                  </a:extLst>
                </p14:cNvPr>
                <p14:cNvContentPartPr/>
                <p14:nvPr/>
              </p14:nvContentPartPr>
              <p14:xfrm>
                <a:off x="9775582" y="4651016"/>
                <a:ext cx="107640" cy="169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97C00D9-E5B5-1488-D96E-3E80011D3D1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766582" y="4642376"/>
                  <a:ext cx="12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9459B32-D7F5-6DD0-0FD9-7002A197EE9E}"/>
                    </a:ext>
                  </a:extLst>
                </p14:cNvPr>
                <p14:cNvContentPartPr/>
                <p14:nvPr/>
              </p14:nvContentPartPr>
              <p14:xfrm>
                <a:off x="9919942" y="4465616"/>
                <a:ext cx="69840" cy="2250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9459B32-D7F5-6DD0-0FD9-7002A197EE9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911302" y="4456616"/>
                  <a:ext cx="874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4138FDF-064A-69F3-D425-5B5A107BC0AF}"/>
                    </a:ext>
                  </a:extLst>
                </p14:cNvPr>
                <p14:cNvContentPartPr/>
                <p14:nvPr/>
              </p14:nvContentPartPr>
              <p14:xfrm>
                <a:off x="9909862" y="4608896"/>
                <a:ext cx="106200" cy="3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4138FDF-064A-69F3-D425-5B5A107BC0AF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901222" y="4600256"/>
                  <a:ext cx="123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356B0D7-E336-877B-94EE-B0C5A65DCE67}"/>
                    </a:ext>
                  </a:extLst>
                </p14:cNvPr>
                <p14:cNvContentPartPr/>
                <p14:nvPr/>
              </p14:nvContentPartPr>
              <p14:xfrm>
                <a:off x="10290022" y="4477496"/>
                <a:ext cx="124920" cy="1965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356B0D7-E336-877B-94EE-B0C5A65DCE6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81382" y="4468856"/>
                  <a:ext cx="142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C8E8FE0-5A0B-824B-EBF4-187C4E1D72F9}"/>
                    </a:ext>
                  </a:extLst>
                </p14:cNvPr>
                <p14:cNvContentPartPr/>
                <p14:nvPr/>
              </p14:nvContentPartPr>
              <p14:xfrm>
                <a:off x="10451662" y="4602056"/>
                <a:ext cx="181800" cy="2844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C8E8FE0-5A0B-824B-EBF4-187C4E1D72F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442662" y="4593416"/>
                  <a:ext cx="1994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DC1A537-5EF1-9151-0D2B-C15683A4B3F8}"/>
                    </a:ext>
                  </a:extLst>
                </p14:cNvPr>
                <p14:cNvContentPartPr/>
                <p14:nvPr/>
              </p14:nvContentPartPr>
              <p14:xfrm>
                <a:off x="9973222" y="4970696"/>
                <a:ext cx="123480" cy="1134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DC1A537-5EF1-9151-0D2B-C15683A4B3F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964222" y="4961696"/>
                  <a:ext cx="1411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5BA49F0-0DBE-AD46-ABB9-9E1614C4BC2C}"/>
                    </a:ext>
                  </a:extLst>
                </p14:cNvPr>
                <p14:cNvContentPartPr/>
                <p14:nvPr/>
              </p14:nvContentPartPr>
              <p14:xfrm>
                <a:off x="10203262" y="5040896"/>
                <a:ext cx="78480" cy="46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5BA49F0-0DBE-AD46-ABB9-9E1614C4BC2C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194622" y="5031896"/>
                  <a:ext cx="96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30F867F8-72D4-E547-357B-DAA8DF185673}"/>
                    </a:ext>
                  </a:extLst>
                </p14:cNvPr>
                <p14:cNvContentPartPr/>
                <p14:nvPr/>
              </p14:nvContentPartPr>
              <p14:xfrm>
                <a:off x="10380022" y="4934336"/>
                <a:ext cx="224640" cy="1479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30F867F8-72D4-E547-357B-DAA8DF185673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371022" y="4925336"/>
                  <a:ext cx="24228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021941CB-7A4D-8704-A5EE-B44665639A1E}"/>
              </a:ext>
            </a:extLst>
          </p:cNvPr>
          <p:cNvGrpSpPr/>
          <p:nvPr/>
        </p:nvGrpSpPr>
        <p:grpSpPr>
          <a:xfrm>
            <a:off x="5810542" y="5225576"/>
            <a:ext cx="2058120" cy="1343520"/>
            <a:chOff x="5810542" y="5225576"/>
            <a:chExt cx="2058120" cy="13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80CF388-F4ED-258E-44C5-EBB5F0C64ED1}"/>
                    </a:ext>
                  </a:extLst>
                </p14:cNvPr>
                <p14:cNvContentPartPr/>
                <p14:nvPr/>
              </p14:nvContentPartPr>
              <p14:xfrm>
                <a:off x="6712342" y="5380016"/>
                <a:ext cx="141120" cy="1008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80CF388-F4ED-258E-44C5-EBB5F0C64ED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703342" y="5371016"/>
                  <a:ext cx="158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2693A98-9A4B-8409-99AB-888F04B74AD7}"/>
                    </a:ext>
                  </a:extLst>
                </p14:cNvPr>
                <p14:cNvContentPartPr/>
                <p14:nvPr/>
              </p14:nvContentPartPr>
              <p14:xfrm>
                <a:off x="6745822" y="5422496"/>
                <a:ext cx="69840" cy="799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2693A98-9A4B-8409-99AB-888F04B74AD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737182" y="5413496"/>
                  <a:ext cx="874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0D7F43F-3D7A-77E2-EC7D-97F0C17AAB39}"/>
                    </a:ext>
                  </a:extLst>
                </p14:cNvPr>
                <p14:cNvContentPartPr/>
                <p14:nvPr/>
              </p14:nvContentPartPr>
              <p14:xfrm>
                <a:off x="6858862" y="5306216"/>
                <a:ext cx="128520" cy="1710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0D7F43F-3D7A-77E2-EC7D-97F0C17AAB3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850222" y="5297216"/>
                  <a:ext cx="146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9FD3632-5B7F-4FFE-5DDB-26AC58894A78}"/>
                    </a:ext>
                  </a:extLst>
                </p14:cNvPr>
                <p14:cNvContentPartPr/>
                <p14:nvPr/>
              </p14:nvContentPartPr>
              <p14:xfrm>
                <a:off x="7002142" y="5383976"/>
                <a:ext cx="122040" cy="716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9FD3632-5B7F-4FFE-5DDB-26AC58894A7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993502" y="5374976"/>
                  <a:ext cx="139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2CAF04A-AC75-EFE6-9BB8-00A20F83A39B}"/>
                    </a:ext>
                  </a:extLst>
                </p14:cNvPr>
                <p14:cNvContentPartPr/>
                <p14:nvPr/>
              </p14:nvContentPartPr>
              <p14:xfrm>
                <a:off x="7176742" y="5311976"/>
                <a:ext cx="97560" cy="1940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2CAF04A-AC75-EFE6-9BB8-00A20F83A39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168102" y="5302976"/>
                  <a:ext cx="1152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FF10307-CCEE-A501-5990-21C2578F97E8}"/>
                    </a:ext>
                  </a:extLst>
                </p14:cNvPr>
                <p14:cNvContentPartPr/>
                <p14:nvPr/>
              </p14:nvContentPartPr>
              <p14:xfrm>
                <a:off x="6204022" y="5741456"/>
                <a:ext cx="149040" cy="946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FF10307-CCEE-A501-5990-21C2578F97E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195022" y="5732456"/>
                  <a:ext cx="166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AE4D25F0-F338-F103-25AA-45CD4D56EC68}"/>
                    </a:ext>
                  </a:extLst>
                </p14:cNvPr>
                <p14:cNvContentPartPr/>
                <p14:nvPr/>
              </p14:nvContentPartPr>
              <p14:xfrm>
                <a:off x="6269542" y="5762696"/>
                <a:ext cx="57240" cy="694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AE4D25F0-F338-F103-25AA-45CD4D56EC6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260542" y="5753696"/>
                  <a:ext cx="748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83E82C1-87B2-0E9B-4216-EC8E74845232}"/>
                    </a:ext>
                  </a:extLst>
                </p14:cNvPr>
                <p14:cNvContentPartPr/>
                <p14:nvPr/>
              </p14:nvContentPartPr>
              <p14:xfrm>
                <a:off x="6385462" y="5662616"/>
                <a:ext cx="105840" cy="2005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83E82C1-87B2-0E9B-4216-EC8E74845232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376462" y="5653976"/>
                  <a:ext cx="123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39D0C49-4115-76D1-3972-50AC21A0AE42}"/>
                    </a:ext>
                  </a:extLst>
                </p14:cNvPr>
                <p14:cNvContentPartPr/>
                <p14:nvPr/>
              </p14:nvContentPartPr>
              <p14:xfrm>
                <a:off x="6466102" y="5728136"/>
                <a:ext cx="132120" cy="896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39D0C49-4115-76D1-3972-50AC21A0AE4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457462" y="5719136"/>
                  <a:ext cx="149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43A4015-B896-A2AF-E822-0FB979635FFF}"/>
                    </a:ext>
                  </a:extLst>
                </p14:cNvPr>
                <p14:cNvContentPartPr/>
                <p14:nvPr/>
              </p14:nvContentPartPr>
              <p14:xfrm>
                <a:off x="6554662" y="5650736"/>
                <a:ext cx="127800" cy="2127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43A4015-B896-A2AF-E822-0FB979635FF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546022" y="5641736"/>
                  <a:ext cx="1454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27667B2-3621-91A6-0D10-6E4775B77D3B}"/>
                    </a:ext>
                  </a:extLst>
                </p14:cNvPr>
                <p14:cNvContentPartPr/>
                <p14:nvPr/>
              </p14:nvContentPartPr>
              <p14:xfrm>
                <a:off x="6847342" y="5720216"/>
                <a:ext cx="110880" cy="936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27667B2-3621-91A6-0D10-6E4775B77D3B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838342" y="5711216"/>
                  <a:ext cx="128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47C8DEF-8CBE-5582-952C-14EE1AADA3F1}"/>
                    </a:ext>
                  </a:extLst>
                </p14:cNvPr>
                <p14:cNvContentPartPr/>
                <p14:nvPr/>
              </p14:nvContentPartPr>
              <p14:xfrm>
                <a:off x="6888382" y="5736056"/>
                <a:ext cx="49680" cy="810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47C8DEF-8CBE-5582-952C-14EE1AADA3F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879382" y="5727416"/>
                  <a:ext cx="67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43675DE0-5737-3AF4-18B7-B800B43F73A7}"/>
                    </a:ext>
                  </a:extLst>
                </p14:cNvPr>
                <p14:cNvContentPartPr/>
                <p14:nvPr/>
              </p14:nvContentPartPr>
              <p14:xfrm>
                <a:off x="6962902" y="5660816"/>
                <a:ext cx="136440" cy="2041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43675DE0-5737-3AF4-18B7-B800B43F73A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954262" y="5652176"/>
                  <a:ext cx="154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17A84D6-6B9E-78FD-D8A0-870AE28D9160}"/>
                    </a:ext>
                  </a:extLst>
                </p14:cNvPr>
                <p14:cNvContentPartPr/>
                <p14:nvPr/>
              </p14:nvContentPartPr>
              <p14:xfrm>
                <a:off x="7134262" y="5751896"/>
                <a:ext cx="33480" cy="684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17A84D6-6B9E-78FD-D8A0-870AE28D916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25622" y="5743256"/>
                  <a:ext cx="511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8B57831-6209-4240-913A-9CC3C9974EF8}"/>
                    </a:ext>
                  </a:extLst>
                </p14:cNvPr>
                <p14:cNvContentPartPr/>
                <p14:nvPr/>
              </p14:nvContentPartPr>
              <p14:xfrm>
                <a:off x="7128862" y="5671976"/>
                <a:ext cx="164880" cy="1861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8B57831-6209-4240-913A-9CC3C9974EF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120222" y="5663336"/>
                  <a:ext cx="1825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DB734B9-BDDE-752C-5891-1D6B9A7A93C0}"/>
                    </a:ext>
                  </a:extLst>
                </p14:cNvPr>
                <p14:cNvContentPartPr/>
                <p14:nvPr/>
              </p14:nvContentPartPr>
              <p14:xfrm>
                <a:off x="5810542" y="6118736"/>
                <a:ext cx="122040" cy="756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DB734B9-BDDE-752C-5891-1D6B9A7A93C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801542" y="6110096"/>
                  <a:ext cx="139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3824FF4-7F24-C3DB-0C6F-160D2C74A311}"/>
                    </a:ext>
                  </a:extLst>
                </p14:cNvPr>
                <p14:cNvContentPartPr/>
                <p14:nvPr/>
              </p14:nvContentPartPr>
              <p14:xfrm>
                <a:off x="5847982" y="6124136"/>
                <a:ext cx="63720" cy="802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3824FF4-7F24-C3DB-0C6F-160D2C74A31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839342" y="6115496"/>
                  <a:ext cx="81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AB0AB83-2354-74DB-DD76-2ED086C1A71A}"/>
                    </a:ext>
                  </a:extLst>
                </p14:cNvPr>
                <p14:cNvContentPartPr/>
                <p14:nvPr/>
              </p14:nvContentPartPr>
              <p14:xfrm>
                <a:off x="5985862" y="6035936"/>
                <a:ext cx="109440" cy="1789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AB0AB83-2354-74DB-DD76-2ED086C1A71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976862" y="6027296"/>
                  <a:ext cx="127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DD6182D-494D-8274-E3FA-AB38C06D7A14}"/>
                    </a:ext>
                  </a:extLst>
                </p14:cNvPr>
                <p14:cNvContentPartPr/>
                <p14:nvPr/>
              </p14:nvContentPartPr>
              <p14:xfrm>
                <a:off x="6104302" y="6129176"/>
                <a:ext cx="121680" cy="640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DD6182D-494D-8274-E3FA-AB38C06D7A1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095662" y="6120536"/>
                  <a:ext cx="1393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88F1842-B096-DDB3-F97D-09FE97E43D30}"/>
                    </a:ext>
                  </a:extLst>
                </p14:cNvPr>
                <p14:cNvContentPartPr/>
                <p14:nvPr/>
              </p14:nvContentPartPr>
              <p14:xfrm>
                <a:off x="6193222" y="6037736"/>
                <a:ext cx="82800" cy="1767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88F1842-B096-DDB3-F97D-09FE97E43D3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184582" y="6029096"/>
                  <a:ext cx="100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E99E53F-AAFD-0D51-75F6-D4EF5E27EC61}"/>
                    </a:ext>
                  </a:extLst>
                </p14:cNvPr>
                <p14:cNvContentPartPr/>
                <p14:nvPr/>
              </p14:nvContentPartPr>
              <p14:xfrm>
                <a:off x="6448462" y="6118736"/>
                <a:ext cx="111960" cy="619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E99E53F-AAFD-0D51-75F6-D4EF5E27EC6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439822" y="6110096"/>
                  <a:ext cx="129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5137909-9670-86B5-D275-948E5243BED1}"/>
                    </a:ext>
                  </a:extLst>
                </p14:cNvPr>
                <p14:cNvContentPartPr/>
                <p14:nvPr/>
              </p14:nvContentPartPr>
              <p14:xfrm>
                <a:off x="6492022" y="6134936"/>
                <a:ext cx="63000" cy="532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5137909-9670-86B5-D275-948E5243BED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483382" y="6125936"/>
                  <a:ext cx="80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5B8F82E-D7AB-C557-7F4E-5892C5030F11}"/>
                    </a:ext>
                  </a:extLst>
                </p14:cNvPr>
                <p14:cNvContentPartPr/>
                <p14:nvPr/>
              </p14:nvContentPartPr>
              <p14:xfrm>
                <a:off x="6569782" y="6005336"/>
                <a:ext cx="97200" cy="1962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5B8F82E-D7AB-C557-7F4E-5892C5030F1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560782" y="5996336"/>
                  <a:ext cx="114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6BEF79D-BFE3-4DAD-66C1-3D8596E44B51}"/>
                    </a:ext>
                  </a:extLst>
                </p14:cNvPr>
                <p14:cNvContentPartPr/>
                <p14:nvPr/>
              </p14:nvContentPartPr>
              <p14:xfrm>
                <a:off x="6703702" y="6087056"/>
                <a:ext cx="30240" cy="853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6BEF79D-BFE3-4DAD-66C1-3D8596E44B5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694702" y="6078056"/>
                  <a:ext cx="478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91DFF4C-168A-4857-2DD2-CD3BC462F583}"/>
                    </a:ext>
                  </a:extLst>
                </p14:cNvPr>
                <p14:cNvContentPartPr/>
                <p14:nvPr/>
              </p14:nvContentPartPr>
              <p14:xfrm>
                <a:off x="6730342" y="6024776"/>
                <a:ext cx="107280" cy="2091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91DFF4C-168A-4857-2DD2-CD3BC462F58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721342" y="6015776"/>
                  <a:ext cx="124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9530C91-E35F-188B-73DB-994167EEEBEF}"/>
                    </a:ext>
                  </a:extLst>
                </p14:cNvPr>
                <p14:cNvContentPartPr/>
                <p14:nvPr/>
              </p14:nvContentPartPr>
              <p14:xfrm>
                <a:off x="7026982" y="6075536"/>
                <a:ext cx="118440" cy="705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9530C91-E35F-188B-73DB-994167EEEBEF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017982" y="6066896"/>
                  <a:ext cx="1360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89C1964-C556-FC5B-DD18-311F400209CF}"/>
                    </a:ext>
                  </a:extLst>
                </p14:cNvPr>
                <p14:cNvContentPartPr/>
                <p14:nvPr/>
              </p14:nvContentPartPr>
              <p14:xfrm>
                <a:off x="7044982" y="6097496"/>
                <a:ext cx="78840" cy="648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89C1964-C556-FC5B-DD18-311F400209C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036342" y="6088856"/>
                  <a:ext cx="96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AFB869F-8335-8E43-28E2-0CBFC7412C43}"/>
                    </a:ext>
                  </a:extLst>
                </p14:cNvPr>
                <p14:cNvContentPartPr/>
                <p14:nvPr/>
              </p14:nvContentPartPr>
              <p14:xfrm>
                <a:off x="7182502" y="6018296"/>
                <a:ext cx="124560" cy="1764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AFB869F-8335-8E43-28E2-0CBFC7412C4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173502" y="6009656"/>
                  <a:ext cx="142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3860EA1-416A-0818-1F4A-843C98208BFF}"/>
                    </a:ext>
                  </a:extLst>
                </p14:cNvPr>
                <p14:cNvContentPartPr/>
                <p14:nvPr/>
              </p14:nvContentPartPr>
              <p14:xfrm>
                <a:off x="7320382" y="6064736"/>
                <a:ext cx="118800" cy="979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3860EA1-416A-0818-1F4A-843C98208BF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311382" y="6056096"/>
                  <a:ext cx="136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DC435C9-04F6-6E15-7583-30914919386B}"/>
                    </a:ext>
                  </a:extLst>
                </p14:cNvPr>
                <p14:cNvContentPartPr/>
                <p14:nvPr/>
              </p14:nvContentPartPr>
              <p14:xfrm>
                <a:off x="7384102" y="6020096"/>
                <a:ext cx="141840" cy="19944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DC435C9-04F6-6E15-7583-30914919386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375462" y="6011456"/>
                  <a:ext cx="1594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4ECF087-9511-96FF-4C18-648E36683E2D}"/>
                    </a:ext>
                  </a:extLst>
                </p14:cNvPr>
                <p14:cNvContentPartPr/>
                <p14:nvPr/>
              </p14:nvContentPartPr>
              <p14:xfrm>
                <a:off x="7596862" y="5225576"/>
                <a:ext cx="271800" cy="13435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4ECF087-9511-96FF-4C18-648E36683E2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587862" y="5216936"/>
                  <a:ext cx="289440" cy="136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B82688AF-51B8-7784-59C0-99CC6336EF79}"/>
              </a:ext>
            </a:extLst>
          </p:cNvPr>
          <p:cNvGrpSpPr/>
          <p:nvPr/>
        </p:nvGrpSpPr>
        <p:grpSpPr>
          <a:xfrm>
            <a:off x="4178302" y="5225576"/>
            <a:ext cx="1393200" cy="1472760"/>
            <a:chOff x="4178302" y="5225576"/>
            <a:chExt cx="1393200" cy="147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E818955E-B74A-8A23-B141-EE82AF709586}"/>
                    </a:ext>
                  </a:extLst>
                </p14:cNvPr>
                <p14:cNvContentPartPr/>
                <p14:nvPr/>
              </p14:nvContentPartPr>
              <p14:xfrm>
                <a:off x="5341462" y="5287496"/>
                <a:ext cx="230040" cy="14108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E818955E-B74A-8A23-B141-EE82AF70958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332822" y="5278856"/>
                  <a:ext cx="247680" cy="14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1F66AB5-C44D-A7A0-29A4-8D320BB15EA7}"/>
                    </a:ext>
                  </a:extLst>
                </p14:cNvPr>
                <p14:cNvContentPartPr/>
                <p14:nvPr/>
              </p14:nvContentPartPr>
              <p14:xfrm>
                <a:off x="5011702" y="5739296"/>
                <a:ext cx="272880" cy="554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1F66AB5-C44D-A7A0-29A4-8D320BB15EA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002702" y="5730656"/>
                  <a:ext cx="290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856DE2B-E8ED-4644-EBF2-2E81C480090E}"/>
                    </a:ext>
                  </a:extLst>
                </p14:cNvPr>
                <p14:cNvContentPartPr/>
                <p14:nvPr/>
              </p14:nvContentPartPr>
              <p14:xfrm>
                <a:off x="4178302" y="5421416"/>
                <a:ext cx="249120" cy="752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856DE2B-E8ED-4644-EBF2-2E81C480090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169662" y="5412776"/>
                  <a:ext cx="266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D990276-C3CB-6EC2-52A0-2C331D53D804}"/>
                    </a:ext>
                  </a:extLst>
                </p14:cNvPr>
                <p14:cNvContentPartPr/>
                <p14:nvPr/>
              </p14:nvContentPartPr>
              <p14:xfrm>
                <a:off x="4438582" y="5382536"/>
                <a:ext cx="136080" cy="784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D990276-C3CB-6EC2-52A0-2C331D53D804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429942" y="5373536"/>
                  <a:ext cx="153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B3E9965-70DA-AF41-2997-C0281A42C531}"/>
                    </a:ext>
                  </a:extLst>
                </p14:cNvPr>
                <p14:cNvContentPartPr/>
                <p14:nvPr/>
              </p14:nvContentPartPr>
              <p14:xfrm>
                <a:off x="4523902" y="5236376"/>
                <a:ext cx="131400" cy="1818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B3E9965-70DA-AF41-2997-C0281A42C53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515262" y="5227376"/>
                  <a:ext cx="149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C8DA16F-950F-2448-BE6F-3F6D820D0452}"/>
                    </a:ext>
                  </a:extLst>
                </p14:cNvPr>
                <p14:cNvContentPartPr/>
                <p14:nvPr/>
              </p14:nvContentPartPr>
              <p14:xfrm>
                <a:off x="4540822" y="5345096"/>
                <a:ext cx="127080" cy="309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C8DA16F-950F-2448-BE6F-3F6D820D045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531822" y="5336096"/>
                  <a:ext cx="144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DFF029C-8921-99EC-CCBA-4B9757C82B09}"/>
                    </a:ext>
                  </a:extLst>
                </p14:cNvPr>
                <p14:cNvContentPartPr/>
                <p14:nvPr/>
              </p14:nvContentPartPr>
              <p14:xfrm>
                <a:off x="4683022" y="5299376"/>
                <a:ext cx="115560" cy="921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DFF029C-8921-99EC-CCBA-4B9757C82B0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674382" y="5290736"/>
                  <a:ext cx="133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2D3F350-A392-92A0-C164-3DD54677246B}"/>
                    </a:ext>
                  </a:extLst>
                </p14:cNvPr>
                <p14:cNvContentPartPr/>
                <p14:nvPr/>
              </p14:nvContentPartPr>
              <p14:xfrm>
                <a:off x="4699582" y="5225576"/>
                <a:ext cx="10080" cy="244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2D3F350-A392-92A0-C164-3DD54677246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690582" y="5216936"/>
                  <a:ext cx="27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42C66DB-FB1D-8AE1-0DAD-C6880CC3599C}"/>
                    </a:ext>
                  </a:extLst>
                </p14:cNvPr>
                <p14:cNvContentPartPr/>
                <p14:nvPr/>
              </p14:nvContentPartPr>
              <p14:xfrm>
                <a:off x="4874902" y="5297576"/>
                <a:ext cx="109800" cy="608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42C66DB-FB1D-8AE1-0DAD-C6880CC3599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865902" y="5288936"/>
                  <a:ext cx="127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122AC1C-901B-A9EA-0C2D-267C8759C4C1}"/>
                    </a:ext>
                  </a:extLst>
                </p14:cNvPr>
                <p14:cNvContentPartPr/>
                <p14:nvPr/>
              </p14:nvContentPartPr>
              <p14:xfrm>
                <a:off x="4857622" y="5300096"/>
                <a:ext cx="108000" cy="1015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122AC1C-901B-A9EA-0C2D-267C8759C4C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848982" y="5291456"/>
                  <a:ext cx="1256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68B65EB2-633D-3761-F3EE-9AA1300E54EB}"/>
              </a:ext>
            </a:extLst>
          </p:cNvPr>
          <p:cNvGrpSpPr/>
          <p:nvPr/>
        </p:nvGrpSpPr>
        <p:grpSpPr>
          <a:xfrm>
            <a:off x="7924102" y="5219456"/>
            <a:ext cx="1490760" cy="1601640"/>
            <a:chOff x="7924102" y="5219456"/>
            <a:chExt cx="1490760" cy="160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9C566D1-F480-0094-AAA2-A4D64FE8BF4B}"/>
                    </a:ext>
                  </a:extLst>
                </p14:cNvPr>
                <p14:cNvContentPartPr/>
                <p14:nvPr/>
              </p14:nvContentPartPr>
              <p14:xfrm>
                <a:off x="8349982" y="5345816"/>
                <a:ext cx="219600" cy="1134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9C566D1-F480-0094-AAA2-A4D64FE8BF4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340982" y="5337176"/>
                  <a:ext cx="237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E8C0ED0-F408-3042-AAD3-711D0CF885DC}"/>
                    </a:ext>
                  </a:extLst>
                </p14:cNvPr>
                <p14:cNvContentPartPr/>
                <p14:nvPr/>
              </p14:nvContentPartPr>
              <p14:xfrm>
                <a:off x="8604502" y="5236736"/>
                <a:ext cx="131040" cy="2718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E8C0ED0-F408-3042-AAD3-711D0CF885D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595862" y="5227736"/>
                  <a:ext cx="148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84F2FEA-1D42-7E26-2390-778C865C4448}"/>
                    </a:ext>
                  </a:extLst>
                </p14:cNvPr>
                <p14:cNvContentPartPr/>
                <p14:nvPr/>
              </p14:nvContentPartPr>
              <p14:xfrm>
                <a:off x="8724022" y="5347976"/>
                <a:ext cx="107640" cy="752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84F2FEA-1D42-7E26-2390-778C865C4448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715382" y="5339336"/>
                  <a:ext cx="1252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D420E05-1B72-D546-A315-58604B21A504}"/>
                    </a:ext>
                  </a:extLst>
                </p14:cNvPr>
                <p14:cNvContentPartPr/>
                <p14:nvPr/>
              </p14:nvContentPartPr>
              <p14:xfrm>
                <a:off x="8846062" y="5219456"/>
                <a:ext cx="107640" cy="2329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D420E05-1B72-D546-A315-58604B21A50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837422" y="5210456"/>
                  <a:ext cx="125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ABB27522-021D-3AE5-6796-6A0E0F1A4C5B}"/>
                    </a:ext>
                  </a:extLst>
                </p14:cNvPr>
                <p14:cNvContentPartPr/>
                <p14:nvPr/>
              </p14:nvContentPartPr>
              <p14:xfrm>
                <a:off x="8431342" y="5773136"/>
                <a:ext cx="199800" cy="8604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ABB27522-021D-3AE5-6796-6A0E0F1A4C5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422702" y="5764496"/>
                  <a:ext cx="217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85DD41FA-6FFB-352F-2C23-589E9CBBA4C7}"/>
                    </a:ext>
                  </a:extLst>
                </p14:cNvPr>
                <p14:cNvContentPartPr/>
                <p14:nvPr/>
              </p14:nvContentPartPr>
              <p14:xfrm>
                <a:off x="8668582" y="5663336"/>
                <a:ext cx="122760" cy="2062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85DD41FA-6FFB-352F-2C23-589E9CBBA4C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8659582" y="5654336"/>
                  <a:ext cx="140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D67307E-2736-F866-33A7-BE992EBE09AC}"/>
                    </a:ext>
                  </a:extLst>
                </p14:cNvPr>
                <p14:cNvContentPartPr/>
                <p14:nvPr/>
              </p14:nvContentPartPr>
              <p14:xfrm>
                <a:off x="8824822" y="5751896"/>
                <a:ext cx="28080" cy="907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D67307E-2736-F866-33A7-BE992EBE09A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816182" y="5743256"/>
                  <a:ext cx="45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789706FB-5B3A-957D-BACC-2FE9567C5461}"/>
                    </a:ext>
                  </a:extLst>
                </p14:cNvPr>
                <p14:cNvContentPartPr/>
                <p14:nvPr/>
              </p14:nvContentPartPr>
              <p14:xfrm>
                <a:off x="8851462" y="5663336"/>
                <a:ext cx="113040" cy="2131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789706FB-5B3A-957D-BACC-2FE9567C546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8842462" y="5654696"/>
                  <a:ext cx="1306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B517835-C366-2660-A4F6-3A893132BE07}"/>
                    </a:ext>
                  </a:extLst>
                </p14:cNvPr>
                <p14:cNvContentPartPr/>
                <p14:nvPr/>
              </p14:nvContentPartPr>
              <p14:xfrm>
                <a:off x="8519182" y="6133136"/>
                <a:ext cx="150480" cy="1051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B517835-C366-2660-A4F6-3A893132BE07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510542" y="6124136"/>
                  <a:ext cx="1681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7C8D174-4FDD-BC1B-97AF-EF4B8E16C522}"/>
                    </a:ext>
                  </a:extLst>
                </p14:cNvPr>
                <p14:cNvContentPartPr/>
                <p14:nvPr/>
              </p14:nvContentPartPr>
              <p14:xfrm>
                <a:off x="8706022" y="6020816"/>
                <a:ext cx="129240" cy="2080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7C8D174-4FDD-BC1B-97AF-EF4B8E16C522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697022" y="6012176"/>
                  <a:ext cx="146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4B2DDE1B-B827-1CA2-F93F-ADD0B38424A9}"/>
                    </a:ext>
                  </a:extLst>
                </p14:cNvPr>
                <p14:cNvContentPartPr/>
                <p14:nvPr/>
              </p14:nvContentPartPr>
              <p14:xfrm>
                <a:off x="8819422" y="6077696"/>
                <a:ext cx="115560" cy="1108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4B2DDE1B-B827-1CA2-F93F-ADD0B38424A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810782" y="6068696"/>
                  <a:ext cx="133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AE01D7C0-4A07-EF66-1D84-0CD6352DDBCD}"/>
                    </a:ext>
                  </a:extLst>
                </p14:cNvPr>
                <p14:cNvContentPartPr/>
                <p14:nvPr/>
              </p14:nvContentPartPr>
              <p14:xfrm>
                <a:off x="8893942" y="6019376"/>
                <a:ext cx="89640" cy="1897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AE01D7C0-4A07-EF66-1D84-0CD6352DDBC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885302" y="6010376"/>
                  <a:ext cx="1072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E0294ED-399C-2097-E08D-6519A23365C8}"/>
                    </a:ext>
                  </a:extLst>
                </p14:cNvPr>
                <p14:cNvContentPartPr/>
                <p14:nvPr/>
              </p14:nvContentPartPr>
              <p14:xfrm>
                <a:off x="8537902" y="6613376"/>
                <a:ext cx="174960" cy="799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E0294ED-399C-2097-E08D-6519A23365C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528902" y="6604376"/>
                  <a:ext cx="192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DE69C9CA-6E51-BC59-C33D-43F6A6CBCF09}"/>
                    </a:ext>
                  </a:extLst>
                </p14:cNvPr>
                <p14:cNvContentPartPr/>
                <p14:nvPr/>
              </p14:nvContentPartPr>
              <p14:xfrm>
                <a:off x="8726902" y="6508976"/>
                <a:ext cx="151920" cy="21636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DE69C9CA-6E51-BC59-C33D-43F6A6CBCF09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718262" y="6499976"/>
                  <a:ext cx="169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D09EE53-F9DD-3D24-82FA-ED7C73F720DE}"/>
                    </a:ext>
                  </a:extLst>
                </p14:cNvPr>
                <p14:cNvContentPartPr/>
                <p14:nvPr/>
              </p14:nvContentPartPr>
              <p14:xfrm>
                <a:off x="8881702" y="6561896"/>
                <a:ext cx="164880" cy="11700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D09EE53-F9DD-3D24-82FA-ED7C73F720D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873062" y="6552896"/>
                  <a:ext cx="182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FDD35B2-42C8-4DE3-0F08-850CEE1EB646}"/>
                    </a:ext>
                  </a:extLst>
                </p14:cNvPr>
                <p14:cNvContentPartPr/>
                <p14:nvPr/>
              </p14:nvContentPartPr>
              <p14:xfrm>
                <a:off x="9032182" y="6517256"/>
                <a:ext cx="134280" cy="1980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FDD35B2-42C8-4DE3-0F08-850CEE1EB64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023182" y="6508616"/>
                  <a:ext cx="151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AA3DA5F-7C41-6F69-E03C-FEB666665F0E}"/>
                    </a:ext>
                  </a:extLst>
                </p14:cNvPr>
                <p14:cNvContentPartPr/>
                <p14:nvPr/>
              </p14:nvContentPartPr>
              <p14:xfrm>
                <a:off x="8803582" y="6373976"/>
                <a:ext cx="360" cy="3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AA3DA5F-7C41-6F69-E03C-FEB666665F0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794582" y="6365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C4F68D8-E329-C855-EEC4-AC0AF9CEC661}"/>
                    </a:ext>
                  </a:extLst>
                </p14:cNvPr>
                <p14:cNvContentPartPr/>
                <p14:nvPr/>
              </p14:nvContentPartPr>
              <p14:xfrm>
                <a:off x="8808982" y="6448496"/>
                <a:ext cx="360" cy="3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C4F68D8-E329-C855-EEC4-AC0AF9CEC661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799982" y="64394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31BDB18C-5903-7E3D-CFDE-945AE515B958}"/>
                    </a:ext>
                  </a:extLst>
                </p14:cNvPr>
                <p14:cNvContentPartPr/>
                <p14:nvPr/>
              </p14:nvContentPartPr>
              <p14:xfrm>
                <a:off x="9069262" y="5221616"/>
                <a:ext cx="345600" cy="15994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31BDB18C-5903-7E3D-CFDE-945AE515B95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9060622" y="5212616"/>
                  <a:ext cx="363240" cy="16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06B1540-3805-03F5-0BD2-B51BFF191169}"/>
                    </a:ext>
                  </a:extLst>
                </p14:cNvPr>
                <p14:cNvContentPartPr/>
                <p14:nvPr/>
              </p14:nvContentPartPr>
              <p14:xfrm>
                <a:off x="8069542" y="5257976"/>
                <a:ext cx="148320" cy="14616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06B1540-3805-03F5-0BD2-B51BFF191169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8060902" y="5249336"/>
                  <a:ext cx="165960" cy="14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B4762C4-F083-EE6A-A49F-0C144057D2FE}"/>
                    </a:ext>
                  </a:extLst>
                </p14:cNvPr>
                <p14:cNvContentPartPr/>
                <p14:nvPr/>
              </p14:nvContentPartPr>
              <p14:xfrm>
                <a:off x="7924102" y="5921456"/>
                <a:ext cx="37080" cy="259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B4762C4-F083-EE6A-A49F-0C144057D2FE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915102" y="5912816"/>
                  <a:ext cx="5472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FBD439BF-72B3-81AC-B269-1B5268464D21}"/>
              </a:ext>
            </a:extLst>
          </p:cNvPr>
          <p:cNvGrpSpPr/>
          <p:nvPr/>
        </p:nvGrpSpPr>
        <p:grpSpPr>
          <a:xfrm>
            <a:off x="749302" y="5773136"/>
            <a:ext cx="3924000" cy="903240"/>
            <a:chOff x="749302" y="5773136"/>
            <a:chExt cx="3924000" cy="90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DADE78A9-E909-42F9-6874-1CBB01215792}"/>
                    </a:ext>
                  </a:extLst>
                </p14:cNvPr>
                <p14:cNvContentPartPr/>
                <p14:nvPr/>
              </p14:nvContentPartPr>
              <p14:xfrm>
                <a:off x="749302" y="5934776"/>
                <a:ext cx="149400" cy="889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DADE78A9-E909-42F9-6874-1CBB01215792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40662" y="5926136"/>
                  <a:ext cx="167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3B35B0C-666B-572E-44AA-4AE81525D595}"/>
                    </a:ext>
                  </a:extLst>
                </p14:cNvPr>
                <p14:cNvContentPartPr/>
                <p14:nvPr/>
              </p14:nvContentPartPr>
              <p14:xfrm>
                <a:off x="879622" y="5964296"/>
                <a:ext cx="133560" cy="396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3B35B0C-666B-572E-44AA-4AE81525D595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870622" y="5955296"/>
                  <a:ext cx="151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A937A1F4-77DB-BC85-1223-11CE2A382D0E}"/>
                    </a:ext>
                  </a:extLst>
                </p14:cNvPr>
                <p14:cNvContentPartPr/>
                <p14:nvPr/>
              </p14:nvContentPartPr>
              <p14:xfrm>
                <a:off x="1047022" y="5942696"/>
                <a:ext cx="212040" cy="522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A937A1F4-77DB-BC85-1223-11CE2A382D0E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038382" y="5934056"/>
                  <a:ext cx="229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9A8530F3-A188-C220-2858-906BE1685314}"/>
                    </a:ext>
                  </a:extLst>
                </p14:cNvPr>
                <p14:cNvContentPartPr/>
                <p14:nvPr/>
              </p14:nvContentPartPr>
              <p14:xfrm>
                <a:off x="1296862" y="5914976"/>
                <a:ext cx="138600" cy="882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9A8530F3-A188-C220-2858-906BE1685314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288222" y="5906336"/>
                  <a:ext cx="1562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CDA82443-4FC1-853A-0BC9-DB0F1C285E40}"/>
                    </a:ext>
                  </a:extLst>
                </p14:cNvPr>
                <p14:cNvContentPartPr/>
                <p14:nvPr/>
              </p14:nvContentPartPr>
              <p14:xfrm>
                <a:off x="1482982" y="5911016"/>
                <a:ext cx="113760" cy="8748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CDA82443-4FC1-853A-0BC9-DB0F1C285E40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1473982" y="5902016"/>
                  <a:ext cx="131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D03A925D-35B1-38C8-7BE1-D19BA6AC7F77}"/>
                    </a:ext>
                  </a:extLst>
                </p14:cNvPr>
                <p14:cNvContentPartPr/>
                <p14:nvPr/>
              </p14:nvContentPartPr>
              <p14:xfrm>
                <a:off x="1578382" y="5774936"/>
                <a:ext cx="353520" cy="2484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D03A925D-35B1-38C8-7BE1-D19BA6AC7F77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1569742" y="5766296"/>
                  <a:ext cx="3711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BA6AB43-01E6-3449-757B-A2BE967CAE91}"/>
                    </a:ext>
                  </a:extLst>
                </p14:cNvPr>
                <p14:cNvContentPartPr/>
                <p14:nvPr/>
              </p14:nvContentPartPr>
              <p14:xfrm>
                <a:off x="1881862" y="5778536"/>
                <a:ext cx="286200" cy="2214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BA6AB43-01E6-3449-757B-A2BE967CAE91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1872862" y="5769896"/>
                  <a:ext cx="303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D9DB5A05-B480-4657-8250-14F6E2D21DB4}"/>
                    </a:ext>
                  </a:extLst>
                </p14:cNvPr>
                <p14:cNvContentPartPr/>
                <p14:nvPr/>
              </p14:nvContentPartPr>
              <p14:xfrm>
                <a:off x="2073022" y="5815976"/>
                <a:ext cx="20880" cy="360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D9DB5A05-B480-4657-8250-14F6E2D21DB4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2064382" y="5806976"/>
                  <a:ext cx="38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5D0C36FE-C754-1F7C-BF34-2AC419D9A8A4}"/>
                    </a:ext>
                  </a:extLst>
                </p14:cNvPr>
                <p14:cNvContentPartPr/>
                <p14:nvPr/>
              </p14:nvContentPartPr>
              <p14:xfrm>
                <a:off x="2186062" y="5883656"/>
                <a:ext cx="309240" cy="774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5D0C36FE-C754-1F7C-BF34-2AC419D9A8A4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2177062" y="5874656"/>
                  <a:ext cx="326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737DC9E7-BADF-B07A-04FD-BF944126C8E7}"/>
                    </a:ext>
                  </a:extLst>
                </p14:cNvPr>
                <p14:cNvContentPartPr/>
                <p14:nvPr/>
              </p14:nvContentPartPr>
              <p14:xfrm>
                <a:off x="2784742" y="5883656"/>
                <a:ext cx="142560" cy="921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737DC9E7-BADF-B07A-04FD-BF944126C8E7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2776102" y="5875016"/>
                  <a:ext cx="160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59B15C38-6B2F-A85C-C9C3-1D4AEFC72790}"/>
                    </a:ext>
                  </a:extLst>
                </p14:cNvPr>
                <p14:cNvContentPartPr/>
                <p14:nvPr/>
              </p14:nvContentPartPr>
              <p14:xfrm>
                <a:off x="2907502" y="5896256"/>
                <a:ext cx="330840" cy="630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59B15C38-6B2F-A85C-C9C3-1D4AEFC72790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2898502" y="5887616"/>
                  <a:ext cx="348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5288A245-66C4-529B-18B6-C85A1CB36E2E}"/>
                    </a:ext>
                  </a:extLst>
                </p14:cNvPr>
                <p14:cNvContentPartPr/>
                <p14:nvPr/>
              </p14:nvContentPartPr>
              <p14:xfrm>
                <a:off x="3333022" y="5773136"/>
                <a:ext cx="399600" cy="2188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5288A245-66C4-529B-18B6-C85A1CB36E2E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3324382" y="5764496"/>
                  <a:ext cx="417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AA18440-5931-9568-EBC6-345F49DA59D1}"/>
                    </a:ext>
                  </a:extLst>
                </p14:cNvPr>
                <p14:cNvContentPartPr/>
                <p14:nvPr/>
              </p14:nvContentPartPr>
              <p14:xfrm>
                <a:off x="1344742" y="6289016"/>
                <a:ext cx="60120" cy="817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AA18440-5931-9568-EBC6-345F49DA59D1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1336102" y="6280016"/>
                  <a:ext cx="77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DC7F267-BEEE-CB5F-D4C2-B4C276625214}"/>
                    </a:ext>
                  </a:extLst>
                </p14:cNvPr>
                <p14:cNvContentPartPr/>
                <p14:nvPr/>
              </p14:nvContentPartPr>
              <p14:xfrm>
                <a:off x="1339342" y="6219896"/>
                <a:ext cx="360" cy="140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DC7F267-BEEE-CB5F-D4C2-B4C27662521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1330702" y="6210896"/>
                  <a:ext cx="1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36FF2C07-803C-942B-DD2A-DE86C03B2BC9}"/>
                    </a:ext>
                  </a:extLst>
                </p14:cNvPr>
                <p14:cNvContentPartPr/>
                <p14:nvPr/>
              </p14:nvContentPartPr>
              <p14:xfrm>
                <a:off x="1451302" y="6273176"/>
                <a:ext cx="181800" cy="360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36FF2C07-803C-942B-DD2A-DE86C03B2BC9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1442302" y="6264176"/>
                  <a:ext cx="1994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A084AA0C-E496-ED46-5427-516A504D41D3}"/>
                    </a:ext>
                  </a:extLst>
                </p14:cNvPr>
                <p14:cNvContentPartPr/>
                <p14:nvPr/>
              </p14:nvContentPartPr>
              <p14:xfrm>
                <a:off x="1710862" y="6235736"/>
                <a:ext cx="126720" cy="1980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A084AA0C-E496-ED46-5427-516A504D41D3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1701862" y="6227096"/>
                  <a:ext cx="144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6206527-4271-5D21-65F6-7C0F32FD339F}"/>
                    </a:ext>
                  </a:extLst>
                </p14:cNvPr>
                <p14:cNvContentPartPr/>
                <p14:nvPr/>
              </p14:nvContentPartPr>
              <p14:xfrm>
                <a:off x="1839382" y="6088136"/>
                <a:ext cx="842040" cy="2430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6206527-4271-5D21-65F6-7C0F32FD339F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1830382" y="6079496"/>
                  <a:ext cx="8596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FC64057-827E-05E7-E408-04F1A72105B5}"/>
                    </a:ext>
                  </a:extLst>
                </p14:cNvPr>
                <p14:cNvContentPartPr/>
                <p14:nvPr/>
              </p14:nvContentPartPr>
              <p14:xfrm>
                <a:off x="2620582" y="6182816"/>
                <a:ext cx="219960" cy="1123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FC64057-827E-05E7-E408-04F1A72105B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611942" y="6173816"/>
                  <a:ext cx="237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6D0A2E4-9F5E-D41C-26E4-42A7F0BA18A0}"/>
                    </a:ext>
                  </a:extLst>
                </p14:cNvPr>
                <p14:cNvContentPartPr/>
                <p14:nvPr/>
              </p14:nvContentPartPr>
              <p14:xfrm>
                <a:off x="2917582" y="6075176"/>
                <a:ext cx="96840" cy="20880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6D0A2E4-9F5E-D41C-26E4-42A7F0BA18A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908942" y="6066536"/>
                  <a:ext cx="114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09AF4739-1228-E4AD-5712-8F30C20348FB}"/>
                    </a:ext>
                  </a:extLst>
                </p14:cNvPr>
                <p14:cNvContentPartPr/>
                <p14:nvPr/>
              </p14:nvContentPartPr>
              <p14:xfrm>
                <a:off x="3321142" y="6203336"/>
                <a:ext cx="153720" cy="813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09AF4739-1228-E4AD-5712-8F30C20348FB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312142" y="6194696"/>
                  <a:ext cx="171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4F1000C7-8471-9801-D0BD-2014EA91DBF4}"/>
                    </a:ext>
                  </a:extLst>
                </p14:cNvPr>
                <p14:cNvContentPartPr/>
                <p14:nvPr/>
              </p14:nvContentPartPr>
              <p14:xfrm>
                <a:off x="3529582" y="6146096"/>
                <a:ext cx="87480" cy="1267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4F1000C7-8471-9801-D0BD-2014EA91DBF4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520582" y="6137096"/>
                  <a:ext cx="105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45086110-208D-2067-22C3-DAE53D4F9E3E}"/>
                    </a:ext>
                  </a:extLst>
                </p14:cNvPr>
                <p14:cNvContentPartPr/>
                <p14:nvPr/>
              </p14:nvContentPartPr>
              <p14:xfrm>
                <a:off x="1637062" y="6607256"/>
                <a:ext cx="280800" cy="6912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45086110-208D-2067-22C3-DAE53D4F9E3E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1628422" y="6598256"/>
                  <a:ext cx="298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2320B434-917F-F46A-CDC5-75A3BBB66DC8}"/>
                    </a:ext>
                  </a:extLst>
                </p14:cNvPr>
                <p14:cNvContentPartPr/>
                <p14:nvPr/>
              </p14:nvContentPartPr>
              <p14:xfrm>
                <a:off x="1951702" y="6592136"/>
                <a:ext cx="131760" cy="543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2320B434-917F-F46A-CDC5-75A3BBB66DC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1943062" y="6583136"/>
                  <a:ext cx="149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DB6A0110-99EF-3A0E-8031-442BE7DF192A}"/>
                    </a:ext>
                  </a:extLst>
                </p14:cNvPr>
                <p14:cNvContentPartPr/>
                <p14:nvPr/>
              </p14:nvContentPartPr>
              <p14:xfrm>
                <a:off x="2057182" y="6458936"/>
                <a:ext cx="119880" cy="1850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DB6A0110-99EF-3A0E-8031-442BE7DF192A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2048542" y="6450296"/>
                  <a:ext cx="1375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64896D6-E8CF-F893-E55A-AA04FFC8A8BB}"/>
                    </a:ext>
                  </a:extLst>
                </p14:cNvPr>
                <p14:cNvContentPartPr/>
                <p14:nvPr/>
              </p14:nvContentPartPr>
              <p14:xfrm>
                <a:off x="2085262" y="6586016"/>
                <a:ext cx="105120" cy="115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64896D6-E8CF-F893-E55A-AA04FFC8A8BB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2076622" y="6577376"/>
                  <a:ext cx="122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D70B586-40DF-178E-6318-2BA2773136FA}"/>
                    </a:ext>
                  </a:extLst>
                </p14:cNvPr>
                <p14:cNvContentPartPr/>
                <p14:nvPr/>
              </p14:nvContentPartPr>
              <p14:xfrm>
                <a:off x="2184982" y="6538136"/>
                <a:ext cx="223200" cy="7164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D70B586-40DF-178E-6318-2BA2773136FA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2175982" y="6529136"/>
                  <a:ext cx="240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E402B40F-4084-AE95-9D46-A4DF36B8616E}"/>
                    </a:ext>
                  </a:extLst>
                </p14:cNvPr>
                <p14:cNvContentPartPr/>
                <p14:nvPr/>
              </p14:nvContentPartPr>
              <p14:xfrm>
                <a:off x="2314582" y="6448496"/>
                <a:ext cx="3600" cy="180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E402B40F-4084-AE95-9D46-A4DF36B8616E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2305582" y="6439496"/>
                  <a:ext cx="212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F5057DF-6E23-A87F-9BBF-E867DA46294C}"/>
                    </a:ext>
                  </a:extLst>
                </p14:cNvPr>
                <p14:cNvContentPartPr/>
                <p14:nvPr/>
              </p14:nvContentPartPr>
              <p14:xfrm>
                <a:off x="2461102" y="6512216"/>
                <a:ext cx="154440" cy="7596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F5057DF-6E23-A87F-9BBF-E867DA46294C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2452462" y="6503576"/>
                  <a:ext cx="172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17D4568-C4E0-4183-5F65-8849BD831958}"/>
                    </a:ext>
                  </a:extLst>
                </p14:cNvPr>
                <p14:cNvContentPartPr/>
                <p14:nvPr/>
              </p14:nvContentPartPr>
              <p14:xfrm>
                <a:off x="2516542" y="6544256"/>
                <a:ext cx="56880" cy="8100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17D4568-C4E0-4183-5F65-8849BD831958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2507542" y="6535256"/>
                  <a:ext cx="745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C2764A0-488D-C3EC-C4A7-93CCEA690BD4}"/>
                    </a:ext>
                  </a:extLst>
                </p14:cNvPr>
                <p14:cNvContentPartPr/>
                <p14:nvPr/>
              </p14:nvContentPartPr>
              <p14:xfrm>
                <a:off x="2732542" y="6543896"/>
                <a:ext cx="79920" cy="1116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C2764A0-488D-C3EC-C4A7-93CCEA690BD4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2723542" y="6534896"/>
                  <a:ext cx="97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5355E77-72B9-39E1-6D64-A0C4AE73D4E3}"/>
                    </a:ext>
                  </a:extLst>
                </p14:cNvPr>
                <p14:cNvContentPartPr/>
                <p14:nvPr/>
              </p14:nvContentPartPr>
              <p14:xfrm>
                <a:off x="2950342" y="6462536"/>
                <a:ext cx="101880" cy="1260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5355E77-72B9-39E1-6D64-A0C4AE73D4E3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2941702" y="6453536"/>
                  <a:ext cx="119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49A75F69-B808-C04E-F33E-12769009C248}"/>
                    </a:ext>
                  </a:extLst>
                </p14:cNvPr>
                <p14:cNvContentPartPr/>
                <p14:nvPr/>
              </p14:nvContentPartPr>
              <p14:xfrm>
                <a:off x="3109102" y="6489896"/>
                <a:ext cx="122040" cy="957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49A75F69-B808-C04E-F33E-12769009C248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3100102" y="6480896"/>
                  <a:ext cx="139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1CCEAA46-C586-84E9-856C-118EF2A65B59}"/>
                    </a:ext>
                  </a:extLst>
                </p14:cNvPr>
                <p14:cNvContentPartPr/>
                <p14:nvPr/>
              </p14:nvContentPartPr>
              <p14:xfrm>
                <a:off x="3311062" y="6485576"/>
                <a:ext cx="59400" cy="968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1CCEAA46-C586-84E9-856C-118EF2A65B59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3302422" y="6476936"/>
                  <a:ext cx="77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BC75706-6E82-7FE2-46C4-97458549A104}"/>
                    </a:ext>
                  </a:extLst>
                </p14:cNvPr>
                <p14:cNvContentPartPr/>
                <p14:nvPr/>
              </p14:nvContentPartPr>
              <p14:xfrm>
                <a:off x="3370462" y="6389816"/>
                <a:ext cx="103320" cy="18180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BC75706-6E82-7FE2-46C4-97458549A104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3361462" y="6381176"/>
                  <a:ext cx="120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A66488C-74D4-7200-ABDE-0D6AE2499D27}"/>
                    </a:ext>
                  </a:extLst>
                </p14:cNvPr>
                <p14:cNvContentPartPr/>
                <p14:nvPr/>
              </p14:nvContentPartPr>
              <p14:xfrm>
                <a:off x="3370462" y="6497456"/>
                <a:ext cx="127800" cy="972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A66488C-74D4-7200-ABDE-0D6AE2499D27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3361462" y="6488816"/>
                  <a:ext cx="145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1B2B92E5-A10D-80C4-E5C2-9E92A07F487E}"/>
                    </a:ext>
                  </a:extLst>
                </p14:cNvPr>
                <p14:cNvContentPartPr/>
                <p14:nvPr/>
              </p14:nvContentPartPr>
              <p14:xfrm>
                <a:off x="3566302" y="6340856"/>
                <a:ext cx="186840" cy="1926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1B2B92E5-A10D-80C4-E5C2-9E92A07F487E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3557662" y="6332216"/>
                  <a:ext cx="2044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AC73C003-2260-00FC-3946-EF9E1CA950CB}"/>
                    </a:ext>
                  </a:extLst>
                </p14:cNvPr>
                <p14:cNvContentPartPr/>
                <p14:nvPr/>
              </p14:nvContentPartPr>
              <p14:xfrm>
                <a:off x="3933862" y="6375776"/>
                <a:ext cx="302760" cy="820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AC73C003-2260-00FC-3946-EF9E1CA950CB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3925222" y="6366776"/>
                  <a:ext cx="320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C6EAB06D-06AD-59FA-BAB3-090F452E17A2}"/>
                    </a:ext>
                  </a:extLst>
                </p14:cNvPr>
                <p14:cNvContentPartPr/>
                <p14:nvPr/>
              </p14:nvContentPartPr>
              <p14:xfrm>
                <a:off x="4245262" y="6174896"/>
                <a:ext cx="173520" cy="2422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C6EAB06D-06AD-59FA-BAB3-090F452E17A2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4236262" y="6165896"/>
                  <a:ext cx="1911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E93C4326-6B5F-7E79-41B5-3BAC11BC807A}"/>
                    </a:ext>
                  </a:extLst>
                </p14:cNvPr>
                <p14:cNvContentPartPr/>
                <p14:nvPr/>
              </p14:nvContentPartPr>
              <p14:xfrm>
                <a:off x="4332742" y="6161216"/>
                <a:ext cx="178920" cy="20880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E93C4326-6B5F-7E79-41B5-3BAC11BC807A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4323742" y="6152576"/>
                  <a:ext cx="196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3179817-277A-E7B3-C80F-7834E7DC0AEB}"/>
                    </a:ext>
                  </a:extLst>
                </p14:cNvPr>
                <p14:cNvContentPartPr/>
                <p14:nvPr/>
              </p14:nvContentPartPr>
              <p14:xfrm>
                <a:off x="4470982" y="6145376"/>
                <a:ext cx="93600" cy="20844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3179817-277A-E7B3-C80F-7834E7DC0AEB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4461982" y="6136736"/>
                  <a:ext cx="111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662CBD52-139A-CEFD-EC99-9E893BB61F4A}"/>
                    </a:ext>
                  </a:extLst>
                </p14:cNvPr>
                <p14:cNvContentPartPr/>
                <p14:nvPr/>
              </p14:nvContentPartPr>
              <p14:xfrm>
                <a:off x="4433902" y="6253016"/>
                <a:ext cx="117000" cy="363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662CBD52-139A-CEFD-EC99-9E893BB61F4A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4425262" y="6244016"/>
                  <a:ext cx="134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3B2FB7EA-29D6-A9FA-C563-3738269D3145}"/>
                    </a:ext>
                  </a:extLst>
                </p14:cNvPr>
                <p14:cNvContentPartPr/>
                <p14:nvPr/>
              </p14:nvContentPartPr>
              <p14:xfrm>
                <a:off x="4672942" y="6384776"/>
                <a:ext cx="360" cy="36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3B2FB7EA-29D6-A9FA-C563-3738269D3145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663942" y="63757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8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063844E4-D897-06DB-E4A2-A08F1FDA1D63}"/>
                  </a:ext>
                </a:extLst>
              </p14:cNvPr>
              <p14:cNvContentPartPr/>
              <p14:nvPr/>
            </p14:nvContentPartPr>
            <p14:xfrm>
              <a:off x="6279262" y="5336456"/>
              <a:ext cx="183960" cy="148320"/>
            </p14:xfrm>
          </p:contentPart>
        </mc:Choice>
        <mc:Fallback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063844E4-D897-06DB-E4A2-A08F1FDA1D63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6270262" y="5327816"/>
                <a:ext cx="2016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0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03816CC3-D6AC-BD54-BCA6-AEB024BD8B0B}"/>
                  </a:ext>
                </a:extLst>
              </p14:cNvPr>
              <p14:cNvContentPartPr/>
              <p14:nvPr/>
            </p14:nvContentPartPr>
            <p14:xfrm>
              <a:off x="5727022" y="5396216"/>
              <a:ext cx="201960" cy="127800"/>
            </p14:xfrm>
          </p:contentPart>
        </mc:Choice>
        <mc:Fallback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03816CC3-D6AC-BD54-BCA6-AEB024BD8B0B}"/>
                  </a:ext>
                </a:extLst>
              </p:cNvPr>
              <p:cNvPicPr/>
              <p:nvPr/>
            </p:nvPicPr>
            <p:blipFill>
              <a:blip r:embed="rId691"/>
              <a:stretch>
                <a:fillRect/>
              </a:stretch>
            </p:blipFill>
            <p:spPr>
              <a:xfrm>
                <a:off x="5718022" y="5387576"/>
                <a:ext cx="2196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2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C1B351D4-2A5B-1F53-73B6-5AB6473BD029}"/>
                  </a:ext>
                </a:extLst>
              </p14:cNvPr>
              <p14:cNvContentPartPr/>
              <p14:nvPr/>
            </p14:nvContentPartPr>
            <p14:xfrm>
              <a:off x="5756542" y="5777456"/>
              <a:ext cx="233640" cy="12312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C1B351D4-2A5B-1F53-73B6-5AB6473BD029}"/>
                  </a:ext>
                </a:extLst>
              </p:cNvPr>
              <p:cNvPicPr/>
              <p:nvPr/>
            </p:nvPicPr>
            <p:blipFill>
              <a:blip r:embed="rId693"/>
              <a:stretch>
                <a:fillRect/>
              </a:stretch>
            </p:blipFill>
            <p:spPr>
              <a:xfrm>
                <a:off x="5747902" y="5768456"/>
                <a:ext cx="251280" cy="14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097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PYTORCH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Conv1d uses cross-correlation ordering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eq_c0ae3bbc6dc9f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4846320" cy="10248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17320"/>
            <a:ext cx="457200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14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To reproduce textbook causal 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1901952"/>
            <a:ext cx="434340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Left-pad by M samples and reverse the coefficient order before calling Conv1d.</a:t>
            </a:r>
          </a:p>
        </p:txBody>
      </p:sp>
      <p:pic>
        <p:nvPicPr>
          <p:cNvPr id="12" name="Picture 11" descr="eq_dc481ec5dbdb99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0"/>
            <a:ext cx="2286000" cy="2728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3794760"/>
            <a:ext cx="457200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379476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39044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4279392"/>
            <a:ext cx="434340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operation is not “wrong convolution”; deep-learning libraries use a correlation convention because the kernel is usually learned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373062-1294-CF8B-7F0B-E662DE431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2668816"/>
            <a:ext cx="4019550" cy="933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F7B093-45DD-38F5-3056-9950C4F3C88B}"/>
              </a:ext>
            </a:extLst>
          </p:cNvPr>
          <p:cNvSpPr txBox="1"/>
          <p:nvPr/>
        </p:nvSpPr>
        <p:spPr>
          <a:xfrm>
            <a:off x="2002238" y="3827764"/>
            <a:ext cx="2701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(Local-window correlation)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Fixed FIR taps inside PyTorch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943600" cy="338328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h = torch.tensor(h_np, dtype=torch.float32)
x = torch.tensor(x_np).view(1, 1, -1)
# causal textbook convolution
kernel = h.flip(0).view(1, 1, -1)
x_pad = F.pad(x, (len(h)-1, 0))
y = F.conv1d(x_pad, kernel)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2062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95744" y="15270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901952"/>
            <a:ext cx="39776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Input is (N,C,L). A single mono signal is (1,1,L).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69748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95744" y="280720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318211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tensor or freeze a Conv1d layer so the taps do not receive gradient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416052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42702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Learnable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64515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Leave requires_grad=True and the same coefficients become trainable model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TENSOR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Batch, channel, and length carry physical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c74e7c3b2beae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389120" cy="482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 •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Independent clips/examples processed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Mono, stereo, microphones, sensors, or learned feature maps.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 •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Discrete-time sample index / temporal extent.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Example: 32 stereo one-second clips at 16 kHz → (32, 2, 16000)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NumPy convolution and PyTorch Conv1d agree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fir_torch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92608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Numerical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974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supplied script reports a maximum mismatch on the order of 10⁻⁷ in float32.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291840"/>
            <a:ext cx="29260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329184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340156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776472"/>
            <a:ext cx="26974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Same filter, same signal-processing operation. The distinction is whether the coefficients are fixed by design or optimized from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Designed taps versus learned taps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Classical FIR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desired H(e^{jω}) → derive ideal h[n] → truncate/window → verify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Hybrid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Initialize Conv1d with a known bandpass/lowpass/filterbank and optionally fine-tune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Fully learned convolution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kernel size and channels; backpropagation learns coefficients that reduce task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arithmetic is the same local weighted sum; the source of the weights is what changes.</a:t>
            </a:r>
          </a:p>
        </p:txBody>
      </p:sp>
      <p:pic>
        <p:nvPicPr>
          <p:cNvPr id="19" name="Picture 18" descr="eq_e0f8dcee168a9c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937760"/>
            <a:ext cx="8229600" cy="1028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Translate the classical vocabulary into ML vocabulary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DSP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25880"/>
            <a:ext cx="28346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Mathematical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029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937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ML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65960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1965960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feedforward delay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Conv1d with fixed or learnable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679192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Tap h[k]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87752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4992" y="2679192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impulse-response coefficient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87752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679192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kernel / weight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0098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392424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009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64992" y="3392424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controls truncation spectrum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00984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392424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inductive constraint on kernel support; not the same as ML regularization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14216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105656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Linear phase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14216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4105656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constant group delay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14216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105656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preserves relative temporal alignment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72744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818888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Filter length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72744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4992" y="4818888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transition width + delay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72744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818888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receptive field + parameter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1">
                <a:solidFill>
                  <a:srgbClr val="606A77"/>
                </a:solidFill>
                <a:latin typeface="Arial"/>
              </a:rPr>
              <a:t>Nuance: a classical window is a deterministic spectral-design device; calling it “kernel regularization” is only an analogy.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9B29F-D282-876F-99C9-A77159CF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3B4A1-668B-8C6F-E5FA-1F30BC557AFF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3F6AA-0DBB-3AD6-62DB-F3BE2E8F085B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4610CA-912E-D5C8-3EAA-0398B3C795A9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3D279B-8676-24FB-62EC-044A32346AE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26E025-5238-B0CC-4704-B75CC021764A}"/>
              </a:ext>
            </a:extLst>
          </p:cNvPr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29FF9-25FA-9BA0-FB06-5057EC1F7F86}"/>
              </a:ext>
            </a:extLst>
          </p:cNvPr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FBD42-A5A8-640E-087E-BA34AD0C3724}"/>
              </a:ext>
            </a:extLst>
          </p:cNvPr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0924F-5AC4-7E11-B45B-3E324AE4C9EC}"/>
              </a:ext>
            </a:extLst>
          </p:cNvPr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5B88BE-36D0-6019-8F28-30B05FEA4478}"/>
              </a:ext>
            </a:extLst>
          </p:cNvPr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5C677-D278-B395-6BDF-A3F254ACDED8}"/>
              </a:ext>
            </a:extLst>
          </p:cNvPr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F4018-4E9F-5DC7-A777-BCBB0CEF23AA}"/>
              </a:ext>
            </a:extLst>
          </p:cNvPr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41394-1E5E-EE1C-DF29-F20B9873370B}"/>
              </a:ext>
            </a:extLst>
          </p:cNvPr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3D8EC5-101F-13D5-D67F-EB069B45F770}"/>
              </a:ext>
            </a:extLst>
          </p:cNvPr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9A1EF-5B62-E322-CFB4-DE5EC88976C8}"/>
              </a:ext>
            </a:extLst>
          </p:cNvPr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1D492-A2D0-10AC-EEE0-57D43D437AC2}"/>
              </a:ext>
            </a:extLst>
          </p:cNvPr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E8139-0954-D78E-7C11-0E7A7F8640AB}"/>
              </a:ext>
            </a:extLst>
          </p:cNvPr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D6CB01-596A-7BE7-5762-0172B9D2C940}"/>
              </a:ext>
            </a:extLst>
          </p:cNvPr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BDB3F6-1991-A7FC-39C9-07426AAFC2E1}"/>
              </a:ext>
            </a:extLst>
          </p:cNvPr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CB145-47C6-44AC-858C-193EAECD6C83}"/>
              </a:ext>
            </a:extLst>
          </p:cNvPr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A0682-BB1D-4020-BEEF-6540FE1E9BF1}"/>
              </a:ext>
            </a:extLst>
          </p:cNvPr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5C4B4-660B-DC70-9A0B-1341FD1DC094}"/>
              </a:ext>
            </a:extLst>
          </p:cNvPr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34F242-F169-98B9-17A0-209883953303}"/>
              </a:ext>
            </a:extLst>
          </p:cNvPr>
          <p:cNvSpPr/>
          <p:nvPr/>
        </p:nvSpPr>
        <p:spPr>
          <a:xfrm>
            <a:off x="1965960" y="4937760"/>
            <a:ext cx="8229600" cy="9601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72341C-18A1-2DFD-4D67-8C5DBB1226F5}"/>
              </a:ext>
            </a:extLst>
          </p:cNvPr>
          <p:cNvSpPr/>
          <p:nvPr/>
        </p:nvSpPr>
        <p:spPr>
          <a:xfrm>
            <a:off x="1965960" y="4937760"/>
            <a:ext cx="50292" cy="9601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AEBF4-8C74-63A4-F925-E394947D1A43}"/>
              </a:ext>
            </a:extLst>
          </p:cNvPr>
          <p:cNvSpPr txBox="1"/>
          <p:nvPr/>
        </p:nvSpPr>
        <p:spPr>
          <a:xfrm>
            <a:off x="2112264" y="5047488"/>
            <a:ext cx="8001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28B033-F80B-FDAE-329A-70279D2B83F5}"/>
              </a:ext>
            </a:extLst>
          </p:cNvPr>
          <p:cNvSpPr txBox="1"/>
          <p:nvPr/>
        </p:nvSpPr>
        <p:spPr>
          <a:xfrm>
            <a:off x="2112264" y="5422392"/>
            <a:ext cx="80010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does not change the local multiply-and-sum operation. It places that operation inside a trainable model so the kernel coefficients can be learned from a loss.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4529D-BF04-CD96-164A-DA4C6F909BB1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6F8372-FC55-94E8-4D22-9B8A6B013EFA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3552728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1–4 • FIR and Conv1d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from the inverse DTFT; explain noncausality; find delay for N=41.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 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vs Hamming: transition, sidelobes, and Gibbs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Linear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Show symmetric FIR form and derive constant group delay.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a 3-tap convolution and explain the PyTorch kernel flip.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 and the instructor package.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1–2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Inverse DTFT gives the sinc; h_d[0]=ω_c/π. The ideal response is infinite and two-sided. For N=41, shift by 20 samples and τ_g=20.</a:t>
            </a:r>
          </a:p>
        </p:txBody>
      </p:sp>
      <p:pic>
        <p:nvPicPr>
          <p:cNvPr id="10" name="Picture 9" descr="eq_9042b7e17da42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94760"/>
            <a:ext cx="4754880" cy="7060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417320"/>
            <a:ext cx="5120640" cy="30175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292" cy="30175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901952"/>
            <a:ext cx="4892040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Rectangular: narrower transition but ≈−13 dB first sidelobe. Hamming: wider transition but ≈−43 dB first sidelobe. Increasing rectangular-window length narrows the Gibbs region; it does not eliminate peak overshoot.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3–4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087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Symmetry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Pairing symmetric taps gives a real amplitude term times a pure delay. Therefore group delay is constant.</a:t>
            </a:r>
          </a:p>
        </p:txBody>
      </p:sp>
      <p:pic>
        <p:nvPicPr>
          <p:cNvPr id="10" name="Picture 9" descr="eq_564ecb477badb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754880" cy="6926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h=[0.2,0.5,0.3] and x=[1,2,0,−1], the first four causal outputs are [0.2,0.9,1.3,0.4]. Conv1d uses correlation ordering, so flip the taps for textbook convolution.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2830</Words>
  <Application>Microsoft Office PowerPoint</Application>
  <PresentationFormat>Widescreen</PresentationFormat>
  <Paragraphs>401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8</cp:revision>
  <cp:lastPrinted>2026-09-01T19:44:10Z</cp:lastPrinted>
  <dcterms:created xsi:type="dcterms:W3CDTF">2013-01-27T09:14:16Z</dcterms:created>
  <dcterms:modified xsi:type="dcterms:W3CDTF">2026-09-15T21:00:31Z</dcterms:modified>
  <cp:category/>
</cp:coreProperties>
</file>