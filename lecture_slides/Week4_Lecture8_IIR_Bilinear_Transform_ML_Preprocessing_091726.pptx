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2395</TotalTime>
  <Words>2283</Words>
  <Application>Microsoft Office PowerPoint</Application>
  <PresentationFormat>Widescreen</PresentationFormat>
  <Paragraphs>365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8</cp:revision>
  <cp:lastPrinted>2026-09-01T19:55:00Z</cp:lastPrinted>
  <dcterms:created xsi:type="dcterms:W3CDTF">2013-01-27T09:14:16Z</dcterms:created>
  <dcterms:modified xsi:type="dcterms:W3CDTF">2026-09-17T04:55:46Z</dcterms:modified>
  <cp:category/>
</cp:coreProperties>
</file>